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6E95-FC97-4FB7-89D2-396EA8B8A208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9E3C-B8F9-4547-AD07-F6ED130406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0439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6E95-FC97-4FB7-89D2-396EA8B8A208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9E3C-B8F9-4547-AD07-F6ED130406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860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6E95-FC97-4FB7-89D2-396EA8B8A208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9E3C-B8F9-4547-AD07-F6ED130406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7004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6E95-FC97-4FB7-89D2-396EA8B8A208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9E3C-B8F9-4547-AD07-F6ED130406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63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6E95-FC97-4FB7-89D2-396EA8B8A208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9E3C-B8F9-4547-AD07-F6ED130406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188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6E95-FC97-4FB7-89D2-396EA8B8A208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9E3C-B8F9-4547-AD07-F6ED130406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141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6E95-FC97-4FB7-89D2-396EA8B8A208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9E3C-B8F9-4547-AD07-F6ED130406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1470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6E95-FC97-4FB7-89D2-396EA8B8A208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9E3C-B8F9-4547-AD07-F6ED130406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2529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6E95-FC97-4FB7-89D2-396EA8B8A208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9E3C-B8F9-4547-AD07-F6ED130406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8530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6E95-FC97-4FB7-89D2-396EA8B8A208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9E3C-B8F9-4547-AD07-F6ED130406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6227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6E95-FC97-4FB7-89D2-396EA8B8A208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9E3C-B8F9-4547-AD07-F6ED130406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046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56E95-FC97-4FB7-89D2-396EA8B8A208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99E3C-B8F9-4547-AD07-F6ED130406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33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1154762" y="661744"/>
            <a:ext cx="2918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1. </a:t>
            </a:r>
            <a:r>
              <a:rPr lang="es-ES" dirty="0" smtClean="0"/>
              <a:t>METRÓPOLIS, 1927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6774512" y="661744"/>
            <a:ext cx="2918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2. </a:t>
            </a:r>
            <a:r>
              <a:rPr lang="es-ES" dirty="0" smtClean="0"/>
              <a:t>FRANKENSTEIN, 2025</a:t>
            </a:r>
            <a:endParaRPr lang="es-ES" dirty="0"/>
          </a:p>
        </p:txBody>
      </p:sp>
      <p:pic>
        <p:nvPicPr>
          <p:cNvPr id="1026" name="Picture 2" descr="Metrópolis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919" y="1583983"/>
            <a:ext cx="2975417" cy="4407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ankenstein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4512" y="1583984"/>
            <a:ext cx="3029724" cy="4506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53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154762" y="661744"/>
            <a:ext cx="2918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3. </a:t>
            </a:r>
            <a:r>
              <a:rPr lang="es-ES" dirty="0" smtClean="0"/>
              <a:t>MATRIX, 1999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589" y="1557761"/>
            <a:ext cx="3489422" cy="499083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547071" y="705072"/>
            <a:ext cx="2918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4. </a:t>
            </a:r>
            <a:r>
              <a:rPr lang="es-ES" dirty="0" smtClean="0"/>
              <a:t>HER, 2013</a:t>
            </a:r>
            <a:endParaRPr lang="es-ES" dirty="0"/>
          </a:p>
        </p:txBody>
      </p:sp>
      <p:pic>
        <p:nvPicPr>
          <p:cNvPr id="2050" name="Picture 2" descr="Matrix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455" y="1557760"/>
            <a:ext cx="3381713" cy="484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671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154762" y="661744"/>
            <a:ext cx="2918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5. </a:t>
            </a:r>
            <a:r>
              <a:rPr lang="es-ES" dirty="0" smtClean="0"/>
              <a:t>ROBOCOP, 1987</a:t>
            </a:r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6658390" y="705072"/>
            <a:ext cx="2918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6. </a:t>
            </a:r>
            <a:r>
              <a:rPr lang="es-ES" dirty="0" smtClean="0"/>
              <a:t>YO, ROBOT, 2004</a:t>
            </a:r>
            <a:endParaRPr lang="es-ES" dirty="0"/>
          </a:p>
        </p:txBody>
      </p:sp>
      <p:pic>
        <p:nvPicPr>
          <p:cNvPr id="3074" name="Picture 2" descr="Robocop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805" y="1290043"/>
            <a:ext cx="3319145" cy="5310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Yo, robot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5836" y="1310104"/>
            <a:ext cx="3274755" cy="5130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46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154762" y="661744"/>
            <a:ext cx="2918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7. </a:t>
            </a:r>
            <a:r>
              <a:rPr lang="es-ES" dirty="0" smtClean="0"/>
              <a:t>MINORITY REPORT, 2002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275" y="1630017"/>
            <a:ext cx="3129136" cy="459983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785610" y="661744"/>
            <a:ext cx="2918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 </a:t>
            </a:r>
            <a:r>
              <a:rPr lang="es-ES" dirty="0" smtClean="0"/>
              <a:t>8. EL JUEGO DE LA IMITACIÓN</a:t>
            </a:r>
            <a:endParaRPr lang="es-ES" dirty="0"/>
          </a:p>
        </p:txBody>
      </p:sp>
      <p:pic>
        <p:nvPicPr>
          <p:cNvPr id="4098" name="Picture 2" descr="Minority Report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134" y="1559209"/>
            <a:ext cx="3268213" cy="4861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702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702533" y="685597"/>
            <a:ext cx="2918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9</a:t>
            </a:r>
            <a:r>
              <a:rPr lang="es-ES" dirty="0" smtClean="0"/>
              <a:t>. </a:t>
            </a:r>
            <a:r>
              <a:rPr lang="es-ES" dirty="0" smtClean="0"/>
              <a:t>EX MACHINA, 2014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0" y="1165257"/>
            <a:ext cx="3609892" cy="5354673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7231879" y="685597"/>
            <a:ext cx="2918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10. </a:t>
            </a:r>
            <a:r>
              <a:rPr lang="es-ES" dirty="0" smtClean="0"/>
              <a:t>SERIE: SILICON VALLEY</a:t>
            </a:r>
            <a:endParaRPr lang="es-ES" dirty="0"/>
          </a:p>
        </p:txBody>
      </p:sp>
      <p:pic>
        <p:nvPicPr>
          <p:cNvPr id="5122" name="Picture 2" descr="Ex Machina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33" y="1475451"/>
            <a:ext cx="3307410" cy="492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183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pics.filmaffinity.com/black_mirror-872421892-lar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026" y="1539902"/>
            <a:ext cx="3470220" cy="512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7118130" y="469950"/>
            <a:ext cx="2918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12. </a:t>
            </a:r>
            <a:r>
              <a:rPr lang="es-ES" dirty="0" smtClean="0"/>
              <a:t>WALL-E, 2008</a:t>
            </a: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1664072" y="377617"/>
            <a:ext cx="2918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11. </a:t>
            </a:r>
            <a:r>
              <a:rPr lang="es-ES" dirty="0" smtClean="0"/>
              <a:t>SERIE: BLACK </a:t>
            </a:r>
            <a:r>
              <a:rPr lang="es-ES" dirty="0" smtClean="0"/>
              <a:t>MIRROR (CAPÍTULO RELACIONADO CON ROBÓTICA O IA) </a:t>
            </a:r>
            <a:endParaRPr lang="es-ES" dirty="0"/>
          </a:p>
        </p:txBody>
      </p:sp>
      <p:pic>
        <p:nvPicPr>
          <p:cNvPr id="1028" name="Picture 4" descr="https://pics.filmaffinity.com/walloe-973488527-lar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925" y="1507910"/>
            <a:ext cx="3469859" cy="5155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7416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pics.filmaffinity.com/blade_runner-351607743-lar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637" y="1484243"/>
            <a:ext cx="2962275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7160317" y="695278"/>
            <a:ext cx="343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14. </a:t>
            </a:r>
            <a:r>
              <a:rPr lang="es-ES" dirty="0" smtClean="0"/>
              <a:t>SERIE: BLADE RUNNER 2049</a:t>
            </a: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1451637" y="695278"/>
            <a:ext cx="2918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13. </a:t>
            </a:r>
            <a:r>
              <a:rPr lang="es-ES" dirty="0" smtClean="0"/>
              <a:t>BLADE RUNNER</a:t>
            </a:r>
            <a:endParaRPr lang="es-ES" dirty="0"/>
          </a:p>
        </p:txBody>
      </p:sp>
      <p:pic>
        <p:nvPicPr>
          <p:cNvPr id="2052" name="Picture 4" descr="https://pics.filmaffinity.com/blade_runner_2049-681477614-larg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317" y="1372925"/>
            <a:ext cx="314325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1902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2934</TotalTime>
  <Words>88</Words>
  <Application>Microsoft Office PowerPoint</Application>
  <PresentationFormat>Panorámica</PresentationFormat>
  <Paragraphs>14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Usuario de Windows</cp:lastModifiedBy>
  <cp:revision>15</cp:revision>
  <dcterms:created xsi:type="dcterms:W3CDTF">2025-11-17T18:32:07Z</dcterms:created>
  <dcterms:modified xsi:type="dcterms:W3CDTF">2026-02-17T11:20:35Z</dcterms:modified>
</cp:coreProperties>
</file>