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4.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21.xml" ContentType="application/vnd.openxmlformats-officedocument.presentationml.notesSlide+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tags/tag1.xml" ContentType="application/vnd.openxmlformats-officedocument.presentationml.tags+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3"/>
  </p:notesMasterIdLst>
  <p:sldIdLst>
    <p:sldId id="493" r:id="rId2"/>
    <p:sldId id="293" r:id="rId3"/>
    <p:sldId id="291" r:id="rId4"/>
    <p:sldId id="317" r:id="rId5"/>
    <p:sldId id="491" r:id="rId6"/>
    <p:sldId id="484" r:id="rId7"/>
    <p:sldId id="492" r:id="rId8"/>
    <p:sldId id="310" r:id="rId9"/>
    <p:sldId id="300" r:id="rId10"/>
    <p:sldId id="537" r:id="rId11"/>
    <p:sldId id="301" r:id="rId12"/>
    <p:sldId id="315" r:id="rId13"/>
    <p:sldId id="483" r:id="rId14"/>
    <p:sldId id="386" r:id="rId15"/>
    <p:sldId id="388" r:id="rId16"/>
    <p:sldId id="390" r:id="rId17"/>
    <p:sldId id="332" r:id="rId18"/>
    <p:sldId id="393" r:id="rId19"/>
    <p:sldId id="323" r:id="rId20"/>
    <p:sldId id="535" r:id="rId21"/>
    <p:sldId id="329" r:id="rId22"/>
    <p:sldId id="336" r:id="rId23"/>
    <p:sldId id="384" r:id="rId24"/>
    <p:sldId id="385" r:id="rId25"/>
    <p:sldId id="1005" r:id="rId26"/>
    <p:sldId id="1037" r:id="rId27"/>
    <p:sldId id="534" r:id="rId28"/>
    <p:sldId id="392" r:id="rId29"/>
    <p:sldId id="536" r:id="rId30"/>
    <p:sldId id="309" r:id="rId31"/>
    <p:sldId id="494" r:id="rId32"/>
    <p:sldId id="496" r:id="rId33"/>
    <p:sldId id="354" r:id="rId34"/>
    <p:sldId id="318" r:id="rId35"/>
    <p:sldId id="322" r:id="rId36"/>
    <p:sldId id="538" r:id="rId37"/>
    <p:sldId id="461" r:id="rId38"/>
    <p:sldId id="364" r:id="rId39"/>
    <p:sldId id="335" r:id="rId40"/>
    <p:sldId id="331" r:id="rId41"/>
    <p:sldId id="1004" r:id="rId42"/>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riam Sánchez Reig" initials="MSR" lastIdx="1" clrIdx="0">
    <p:extLst>
      <p:ext uri="{19B8F6BF-5375-455C-9EA6-DF929625EA0E}">
        <p15:presenceInfo xmlns:p15="http://schemas.microsoft.com/office/powerpoint/2012/main" userId="S::miriam.sanchez@urjc.es::7ce81ed2-cabb-4f1c-997b-7ad49c072e7c"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00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BDBED569-4797-4DF1-A0F4-6AAB3CD982D8}" styleName="Estilo claro 3 - Acento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338" autoAdjust="0"/>
    <p:restoredTop sz="96247" autoAdjust="0"/>
  </p:normalViewPr>
  <p:slideViewPr>
    <p:cSldViewPr snapToGrid="0" snapToObjects="1">
      <p:cViewPr varScale="1">
        <p:scale>
          <a:sx n="59" d="100"/>
          <a:sy n="59" d="100"/>
        </p:scale>
        <p:origin x="988" y="52"/>
      </p:cViewPr>
      <p:guideLst/>
    </p:cSldViewPr>
  </p:slideViewPr>
  <p:outlineViewPr>
    <p:cViewPr>
      <p:scale>
        <a:sx n="33" d="100"/>
        <a:sy n="33" d="100"/>
      </p:scale>
      <p:origin x="0" y="0"/>
    </p:cViewPr>
  </p:outlineViewPr>
  <p:notesTextViewPr>
    <p:cViewPr>
      <p:scale>
        <a:sx n="50" d="100"/>
        <a:sy n="50" d="100"/>
      </p:scale>
      <p:origin x="0" y="0"/>
    </p:cViewPr>
  </p:notesTextViewPr>
  <p:notesViewPr>
    <p:cSldViewPr snapToGrid="0" snapToObjects="1">
      <p:cViewPr varScale="1">
        <p:scale>
          <a:sx n="68" d="100"/>
          <a:sy n="68" d="100"/>
        </p:scale>
        <p:origin x="3288" y="8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48" Type="http://schemas.openxmlformats.org/officeDocument/2006/relationships/tableStyles" Target="tableStyle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ía Elena Fernández Gascueña" userId="8298997d-b71a-4e0a-adff-66140120cb1e" providerId="ADAL" clId="{EA97C1F8-30D0-4D87-B603-2D6BD324453C}"/>
    <pc:docChg chg="addSld delSld modShowInfo">
      <pc:chgData name="María Elena Fernández Gascueña" userId="8298997d-b71a-4e0a-adff-66140120cb1e" providerId="ADAL" clId="{EA97C1F8-30D0-4D87-B603-2D6BD324453C}" dt="2024-12-18T19:18:01.191" v="8" actId="47"/>
      <pc:docMkLst>
        <pc:docMk/>
      </pc:docMkLst>
      <pc:sldChg chg="del">
        <pc:chgData name="María Elena Fernández Gascueña" userId="8298997d-b71a-4e0a-adff-66140120cb1e" providerId="ADAL" clId="{EA97C1F8-30D0-4D87-B603-2D6BD324453C}" dt="2024-11-25T11:08:46.175" v="0" actId="47"/>
        <pc:sldMkLst>
          <pc:docMk/>
          <pc:sldMk cId="1240336518" sldId="538"/>
        </pc:sldMkLst>
      </pc:sldChg>
      <pc:sldChg chg="new del">
        <pc:chgData name="María Elena Fernández Gascueña" userId="8298997d-b71a-4e0a-adff-66140120cb1e" providerId="ADAL" clId="{EA97C1F8-30D0-4D87-B603-2D6BD324453C}" dt="2024-12-18T19:18:01.191" v="8" actId="47"/>
        <pc:sldMkLst>
          <pc:docMk/>
          <pc:sldMk cId="964224131" sldId="1038"/>
        </pc:sldMkLst>
      </pc:sldChg>
      <pc:sldChg chg="new del">
        <pc:chgData name="María Elena Fernández Gascueña" userId="8298997d-b71a-4e0a-adff-66140120cb1e" providerId="ADAL" clId="{EA97C1F8-30D0-4D87-B603-2D6BD324453C}" dt="2024-12-18T19:18:00.410" v="7" actId="47"/>
        <pc:sldMkLst>
          <pc:docMk/>
          <pc:sldMk cId="2377716532" sldId="1039"/>
        </pc:sldMkLst>
      </pc:sldChg>
      <pc:sldChg chg="new del">
        <pc:chgData name="María Elena Fernández Gascueña" userId="8298997d-b71a-4e0a-adff-66140120cb1e" providerId="ADAL" clId="{EA97C1F8-30D0-4D87-B603-2D6BD324453C}" dt="2024-12-18T19:17:59.742" v="6" actId="47"/>
        <pc:sldMkLst>
          <pc:docMk/>
          <pc:sldMk cId="2903176383" sldId="1040"/>
        </pc:sldMkLst>
      </pc:sldChg>
    </pc:docChg>
  </pc:docChgLst>
  <pc:docChgLst>
    <pc:chgData name="María Elena Fernández Gascueña" userId="8298997d-b71a-4e0a-adff-66140120cb1e" providerId="ADAL" clId="{7913B5B4-CC41-4F70-95E9-75F5564B8134}"/>
    <pc:docChg chg="modSld">
      <pc:chgData name="María Elena Fernández Gascueña" userId="8298997d-b71a-4e0a-adff-66140120cb1e" providerId="ADAL" clId="{7913B5B4-CC41-4F70-95E9-75F5564B8134}" dt="2024-09-19T06:12:24.317" v="3" actId="20577"/>
      <pc:docMkLst>
        <pc:docMk/>
      </pc:docMkLst>
      <pc:sldChg chg="modSp mod">
        <pc:chgData name="María Elena Fernández Gascueña" userId="8298997d-b71a-4e0a-adff-66140120cb1e" providerId="ADAL" clId="{7913B5B4-CC41-4F70-95E9-75F5564B8134}" dt="2024-09-19T06:12:24.317" v="3" actId="20577"/>
        <pc:sldMkLst>
          <pc:docMk/>
          <pc:sldMk cId="0" sldId="493"/>
        </pc:sldMkLst>
        <pc:spChg chg="mod">
          <ac:chgData name="María Elena Fernández Gascueña" userId="8298997d-b71a-4e0a-adff-66140120cb1e" providerId="ADAL" clId="{7913B5B4-CC41-4F70-95E9-75F5564B8134}" dt="2024-09-19T06:12:24.317" v="3" actId="20577"/>
          <ac:spMkLst>
            <pc:docMk/>
            <pc:sldMk cId="0" sldId="493"/>
            <ac:spMk id="2" creationId="{00000000-0000-0000-0000-000000000000}"/>
          </ac:spMkLst>
        </pc:spChg>
      </pc:sldChg>
    </pc:docChg>
  </pc:docChgLst>
  <pc:docChgLst>
    <pc:chgData name="María Elena Fernández Gascueña" userId="8298997d-b71a-4e0a-adff-66140120cb1e" providerId="ADAL" clId="{0553A5FD-D124-4C83-AA3F-38A0F15FC377}"/>
    <pc:docChg chg="undo custSel addSld delSld modSld sldOrd">
      <pc:chgData name="María Elena Fernández Gascueña" userId="8298997d-b71a-4e0a-adff-66140120cb1e" providerId="ADAL" clId="{0553A5FD-D124-4C83-AA3F-38A0F15FC377}" dt="2024-12-02T07:37:48.475" v="277" actId="1076"/>
      <pc:docMkLst>
        <pc:docMk/>
      </pc:docMkLst>
      <pc:sldChg chg="del">
        <pc:chgData name="María Elena Fernández Gascueña" userId="8298997d-b71a-4e0a-adff-66140120cb1e" providerId="ADAL" clId="{0553A5FD-D124-4C83-AA3F-38A0F15FC377}" dt="2024-12-02T07:14:53.073" v="267" actId="47"/>
        <pc:sldMkLst>
          <pc:docMk/>
          <pc:sldMk cId="2778166412" sldId="265"/>
        </pc:sldMkLst>
      </pc:sldChg>
      <pc:sldChg chg="modSp mod">
        <pc:chgData name="María Elena Fernández Gascueña" userId="8298997d-b71a-4e0a-adff-66140120cb1e" providerId="ADAL" clId="{0553A5FD-D124-4C83-AA3F-38A0F15FC377}" dt="2024-11-28T08:19:36.298" v="5" actId="20577"/>
        <pc:sldMkLst>
          <pc:docMk/>
          <pc:sldMk cId="2155872571" sldId="301"/>
        </pc:sldMkLst>
        <pc:spChg chg="mod">
          <ac:chgData name="María Elena Fernández Gascueña" userId="8298997d-b71a-4e0a-adff-66140120cb1e" providerId="ADAL" clId="{0553A5FD-D124-4C83-AA3F-38A0F15FC377}" dt="2024-11-28T08:19:31.320" v="4" actId="1076"/>
          <ac:spMkLst>
            <pc:docMk/>
            <pc:sldMk cId="2155872571" sldId="301"/>
            <ac:spMk id="7" creationId="{16AAA737-4EEE-4D70-9BBA-01D9F236783B}"/>
          </ac:spMkLst>
        </pc:spChg>
        <pc:graphicFrameChg chg="mod">
          <ac:chgData name="María Elena Fernández Gascueña" userId="8298997d-b71a-4e0a-adff-66140120cb1e" providerId="ADAL" clId="{0553A5FD-D124-4C83-AA3F-38A0F15FC377}" dt="2024-11-28T08:19:36.298" v="5" actId="20577"/>
          <ac:graphicFrameMkLst>
            <pc:docMk/>
            <pc:sldMk cId="2155872571" sldId="301"/>
            <ac:graphicFrameMk id="2" creationId="{C69B8710-BE98-4970-B732-A70A1B13F22D}"/>
          </ac:graphicFrameMkLst>
        </pc:graphicFrameChg>
      </pc:sldChg>
      <pc:sldChg chg="modSp">
        <pc:chgData name="María Elena Fernández Gascueña" userId="8298997d-b71a-4e0a-adff-66140120cb1e" providerId="ADAL" clId="{0553A5FD-D124-4C83-AA3F-38A0F15FC377}" dt="2024-11-28T08:19:58.771" v="6"/>
        <pc:sldMkLst>
          <pc:docMk/>
          <pc:sldMk cId="3189473558" sldId="315"/>
        </pc:sldMkLst>
        <pc:graphicFrameChg chg="mod">
          <ac:chgData name="María Elena Fernández Gascueña" userId="8298997d-b71a-4e0a-adff-66140120cb1e" providerId="ADAL" clId="{0553A5FD-D124-4C83-AA3F-38A0F15FC377}" dt="2024-11-28T08:19:58.771" v="6"/>
          <ac:graphicFrameMkLst>
            <pc:docMk/>
            <pc:sldMk cId="3189473558" sldId="315"/>
            <ac:graphicFrameMk id="15" creationId="{ABFFB050-9532-2A08-FC5B-5228596B3E25}"/>
          </ac:graphicFrameMkLst>
        </pc:graphicFrameChg>
      </pc:sldChg>
      <pc:sldChg chg="ord">
        <pc:chgData name="María Elena Fernández Gascueña" userId="8298997d-b71a-4e0a-adff-66140120cb1e" providerId="ADAL" clId="{0553A5FD-D124-4C83-AA3F-38A0F15FC377}" dt="2024-11-28T08:10:36.522" v="1"/>
        <pc:sldMkLst>
          <pc:docMk/>
          <pc:sldMk cId="0" sldId="317"/>
        </pc:sldMkLst>
      </pc:sldChg>
      <pc:sldChg chg="delSp modSp add mod delAnim">
        <pc:chgData name="María Elena Fernández Gascueña" userId="8298997d-b71a-4e0a-adff-66140120cb1e" providerId="ADAL" clId="{0553A5FD-D124-4C83-AA3F-38A0F15FC377}" dt="2024-12-02T07:06:58.288" v="171" actId="20577"/>
        <pc:sldMkLst>
          <pc:docMk/>
          <pc:sldMk cId="0" sldId="318"/>
        </pc:sldMkLst>
        <pc:spChg chg="del">
          <ac:chgData name="María Elena Fernández Gascueña" userId="8298997d-b71a-4e0a-adff-66140120cb1e" providerId="ADAL" clId="{0553A5FD-D124-4C83-AA3F-38A0F15FC377}" dt="2024-12-02T07:06:26.102" v="119" actId="478"/>
          <ac:spMkLst>
            <pc:docMk/>
            <pc:sldMk cId="0" sldId="318"/>
            <ac:spMk id="3" creationId="{12C2109B-42DF-4BD1-BC7A-082F4E12131B}"/>
          </ac:spMkLst>
        </pc:spChg>
        <pc:spChg chg="mod">
          <ac:chgData name="María Elena Fernández Gascueña" userId="8298997d-b71a-4e0a-adff-66140120cb1e" providerId="ADAL" clId="{0553A5FD-D124-4C83-AA3F-38A0F15FC377}" dt="2024-12-02T07:02:33.502" v="75"/>
          <ac:spMkLst>
            <pc:docMk/>
            <pc:sldMk cId="0" sldId="318"/>
            <ac:spMk id="4" creationId="{B1BAF00E-5FEC-7DAF-9925-864C8966E08E}"/>
          </ac:spMkLst>
        </pc:spChg>
        <pc:spChg chg="mod">
          <ac:chgData name="María Elena Fernández Gascueña" userId="8298997d-b71a-4e0a-adff-66140120cb1e" providerId="ADAL" clId="{0553A5FD-D124-4C83-AA3F-38A0F15FC377}" dt="2024-12-02T07:06:58.288" v="171" actId="20577"/>
          <ac:spMkLst>
            <pc:docMk/>
            <pc:sldMk cId="0" sldId="318"/>
            <ac:spMk id="8" creationId="{FA29A722-6325-6486-24AC-578FA70F993E}"/>
          </ac:spMkLst>
        </pc:spChg>
        <pc:spChg chg="mod">
          <ac:chgData name="María Elena Fernández Gascueña" userId="8298997d-b71a-4e0a-adff-66140120cb1e" providerId="ADAL" clId="{0553A5FD-D124-4C83-AA3F-38A0F15FC377}" dt="2024-12-02T07:06:22.223" v="118" actId="14100"/>
          <ac:spMkLst>
            <pc:docMk/>
            <pc:sldMk cId="0" sldId="318"/>
            <ac:spMk id="153603" creationId="{00000000-0000-0000-0000-000000000000}"/>
          </ac:spMkLst>
        </pc:spChg>
      </pc:sldChg>
      <pc:sldChg chg="modSp add mod modAnim">
        <pc:chgData name="María Elena Fernández Gascueña" userId="8298997d-b71a-4e0a-adff-66140120cb1e" providerId="ADAL" clId="{0553A5FD-D124-4C83-AA3F-38A0F15FC377}" dt="2024-12-02T07:06:53.233" v="158" actId="20577"/>
        <pc:sldMkLst>
          <pc:docMk/>
          <pc:sldMk cId="0" sldId="322"/>
        </pc:sldMkLst>
        <pc:spChg chg="mod">
          <ac:chgData name="María Elena Fernández Gascueña" userId="8298997d-b71a-4e0a-adff-66140120cb1e" providerId="ADAL" clId="{0553A5FD-D124-4C83-AA3F-38A0F15FC377}" dt="2024-12-02T07:03:11.401" v="89"/>
          <ac:spMkLst>
            <pc:docMk/>
            <pc:sldMk cId="0" sldId="322"/>
            <ac:spMk id="3" creationId="{43B8AEDA-1F80-1D5B-ABAA-77C550D25001}"/>
          </ac:spMkLst>
        </pc:spChg>
        <pc:spChg chg="mod">
          <ac:chgData name="María Elena Fernández Gascueña" userId="8298997d-b71a-4e0a-adff-66140120cb1e" providerId="ADAL" clId="{0553A5FD-D124-4C83-AA3F-38A0F15FC377}" dt="2024-12-02T07:03:39.883" v="106" actId="20577"/>
          <ac:spMkLst>
            <pc:docMk/>
            <pc:sldMk cId="0" sldId="322"/>
            <ac:spMk id="5" creationId="{6ACF28CE-2EF0-422E-A569-75F5E4734287}"/>
          </ac:spMkLst>
        </pc:spChg>
        <pc:spChg chg="mod">
          <ac:chgData name="María Elena Fernández Gascueña" userId="8298997d-b71a-4e0a-adff-66140120cb1e" providerId="ADAL" clId="{0553A5FD-D124-4C83-AA3F-38A0F15FC377}" dt="2024-12-02T07:06:53.233" v="158" actId="20577"/>
          <ac:spMkLst>
            <pc:docMk/>
            <pc:sldMk cId="0" sldId="322"/>
            <ac:spMk id="8" creationId="{2A33BF23-2052-C031-197E-4A9E2DF198A2}"/>
          </ac:spMkLst>
        </pc:spChg>
      </pc:sldChg>
      <pc:sldChg chg="modSp mod">
        <pc:chgData name="María Elena Fernández Gascueña" userId="8298997d-b71a-4e0a-adff-66140120cb1e" providerId="ADAL" clId="{0553A5FD-D124-4C83-AA3F-38A0F15FC377}" dt="2024-12-02T06:20:27.987" v="24" actId="14100"/>
        <pc:sldMkLst>
          <pc:docMk/>
          <pc:sldMk cId="0" sldId="329"/>
        </pc:sldMkLst>
        <pc:spChg chg="mod">
          <ac:chgData name="María Elena Fernández Gascueña" userId="8298997d-b71a-4e0a-adff-66140120cb1e" providerId="ADAL" clId="{0553A5FD-D124-4C83-AA3F-38A0F15FC377}" dt="2024-11-28T08:20:32.629" v="8" actId="114"/>
          <ac:spMkLst>
            <pc:docMk/>
            <pc:sldMk cId="0" sldId="329"/>
            <ac:spMk id="7" creationId="{CA14E421-CA35-4CD2-8C80-D791E2BB5A19}"/>
          </ac:spMkLst>
        </pc:spChg>
        <pc:spChg chg="mod">
          <ac:chgData name="María Elena Fernández Gascueña" userId="8298997d-b71a-4e0a-adff-66140120cb1e" providerId="ADAL" clId="{0553A5FD-D124-4C83-AA3F-38A0F15FC377}" dt="2024-12-02T06:20:27.987" v="24" actId="14100"/>
          <ac:spMkLst>
            <pc:docMk/>
            <pc:sldMk cId="0" sldId="329"/>
            <ac:spMk id="29700" creationId="{2EE1A451-56D1-44E7-B44F-598C56C7F8D4}"/>
          </ac:spMkLst>
        </pc:spChg>
      </pc:sldChg>
      <pc:sldChg chg="delSp modSp add mod">
        <pc:chgData name="María Elena Fernández Gascueña" userId="8298997d-b71a-4e0a-adff-66140120cb1e" providerId="ADAL" clId="{0553A5FD-D124-4C83-AA3F-38A0F15FC377}" dt="2024-12-02T07:09:23.715" v="214" actId="478"/>
        <pc:sldMkLst>
          <pc:docMk/>
          <pc:sldMk cId="0" sldId="331"/>
        </pc:sldMkLst>
        <pc:spChg chg="mod">
          <ac:chgData name="María Elena Fernández Gascueña" userId="8298997d-b71a-4e0a-adff-66140120cb1e" providerId="ADAL" clId="{0553A5FD-D124-4C83-AA3F-38A0F15FC377}" dt="2024-12-02T07:09:05.654" v="210"/>
          <ac:spMkLst>
            <pc:docMk/>
            <pc:sldMk cId="0" sldId="331"/>
            <ac:spMk id="3" creationId="{0A8FF5F4-6A7B-2A13-7729-B242C20E4A42}"/>
          </ac:spMkLst>
        </pc:spChg>
        <pc:spChg chg="del">
          <ac:chgData name="María Elena Fernández Gascueña" userId="8298997d-b71a-4e0a-adff-66140120cb1e" providerId="ADAL" clId="{0553A5FD-D124-4C83-AA3F-38A0F15FC377}" dt="2024-12-02T07:09:23.715" v="214" actId="478"/>
          <ac:spMkLst>
            <pc:docMk/>
            <pc:sldMk cId="0" sldId="331"/>
            <ac:spMk id="4" creationId="{9A035FFE-0434-88AF-9654-5125B1700069}"/>
          </ac:spMkLst>
        </pc:spChg>
        <pc:spChg chg="del">
          <ac:chgData name="María Elena Fernández Gascueña" userId="8298997d-b71a-4e0a-adff-66140120cb1e" providerId="ADAL" clId="{0553A5FD-D124-4C83-AA3F-38A0F15FC377}" dt="2024-12-02T07:09:22.405" v="213" actId="478"/>
          <ac:spMkLst>
            <pc:docMk/>
            <pc:sldMk cId="0" sldId="331"/>
            <ac:spMk id="7" creationId="{80A539C4-FDD2-485A-1DE4-F6F4ABDBD582}"/>
          </ac:spMkLst>
        </pc:spChg>
        <pc:spChg chg="mod">
          <ac:chgData name="María Elena Fernández Gascueña" userId="8298997d-b71a-4e0a-adff-66140120cb1e" providerId="ADAL" clId="{0553A5FD-D124-4C83-AA3F-38A0F15FC377}" dt="2024-12-02T07:09:14.694" v="212" actId="14100"/>
          <ac:spMkLst>
            <pc:docMk/>
            <pc:sldMk cId="0" sldId="331"/>
            <ac:spMk id="162819" creationId="{00000000-0000-0000-0000-000000000000}"/>
          </ac:spMkLst>
        </pc:spChg>
      </pc:sldChg>
      <pc:sldChg chg="modSp mod">
        <pc:chgData name="María Elena Fernández Gascueña" userId="8298997d-b71a-4e0a-adff-66140120cb1e" providerId="ADAL" clId="{0553A5FD-D124-4C83-AA3F-38A0F15FC377}" dt="2024-12-02T06:19:01.102" v="22" actId="20577"/>
        <pc:sldMkLst>
          <pc:docMk/>
          <pc:sldMk cId="0" sldId="332"/>
        </pc:sldMkLst>
        <pc:spChg chg="mod">
          <ac:chgData name="María Elena Fernández Gascueña" userId="8298997d-b71a-4e0a-adff-66140120cb1e" providerId="ADAL" clId="{0553A5FD-D124-4C83-AA3F-38A0F15FC377}" dt="2024-12-02T06:19:01.102" v="22" actId="20577"/>
          <ac:spMkLst>
            <pc:docMk/>
            <pc:sldMk cId="0" sldId="332"/>
            <ac:spMk id="2051" creationId="{86463E19-3D19-4F7A-8F79-D26A46704BD7}"/>
          </ac:spMkLst>
        </pc:spChg>
      </pc:sldChg>
      <pc:sldChg chg="delSp modSp add mod modAnim">
        <pc:chgData name="María Elena Fernández Gascueña" userId="8298997d-b71a-4e0a-adff-66140120cb1e" providerId="ADAL" clId="{0553A5FD-D124-4C83-AA3F-38A0F15FC377}" dt="2024-12-02T07:09:00.491" v="209" actId="478"/>
        <pc:sldMkLst>
          <pc:docMk/>
          <pc:sldMk cId="0" sldId="335"/>
        </pc:sldMkLst>
        <pc:spChg chg="mod">
          <ac:chgData name="María Elena Fernández Gascueña" userId="8298997d-b71a-4e0a-adff-66140120cb1e" providerId="ADAL" clId="{0553A5FD-D124-4C83-AA3F-38A0F15FC377}" dt="2024-12-02T07:08:32.301" v="202"/>
          <ac:spMkLst>
            <pc:docMk/>
            <pc:sldMk cId="0" sldId="335"/>
            <ac:spMk id="3" creationId="{B478B9F1-2345-8A0D-C178-A02DABF10A8A}"/>
          </ac:spMkLst>
        </pc:spChg>
        <pc:spChg chg="mod">
          <ac:chgData name="María Elena Fernández Gascueña" userId="8298997d-b71a-4e0a-adff-66140120cb1e" providerId="ADAL" clId="{0553A5FD-D124-4C83-AA3F-38A0F15FC377}" dt="2024-12-02T07:08:55.874" v="206" actId="6549"/>
          <ac:spMkLst>
            <pc:docMk/>
            <pc:sldMk cId="0" sldId="335"/>
            <ac:spMk id="6" creationId="{06202BD6-FD9D-4D91-9D54-5B82F5455A13}"/>
          </ac:spMkLst>
        </pc:spChg>
        <pc:spChg chg="del">
          <ac:chgData name="María Elena Fernández Gascueña" userId="8298997d-b71a-4e0a-adff-66140120cb1e" providerId="ADAL" clId="{0553A5FD-D124-4C83-AA3F-38A0F15FC377}" dt="2024-12-02T07:09:00.491" v="209" actId="478"/>
          <ac:spMkLst>
            <pc:docMk/>
            <pc:sldMk cId="0" sldId="335"/>
            <ac:spMk id="7" creationId="{2E620F17-22D4-E5EE-4FEB-DFE6980C7A0A}"/>
          </ac:spMkLst>
        </pc:spChg>
        <pc:spChg chg="del mod">
          <ac:chgData name="María Elena Fernández Gascueña" userId="8298997d-b71a-4e0a-adff-66140120cb1e" providerId="ADAL" clId="{0553A5FD-D124-4C83-AA3F-38A0F15FC377}" dt="2024-12-02T07:08:59.497" v="208" actId="478"/>
          <ac:spMkLst>
            <pc:docMk/>
            <pc:sldMk cId="0" sldId="335"/>
            <ac:spMk id="8" creationId="{6F10D4FD-A20A-A3CB-EC1B-023735F44B6A}"/>
          </ac:spMkLst>
        </pc:spChg>
        <pc:spChg chg="mod">
          <ac:chgData name="María Elena Fernández Gascueña" userId="8298997d-b71a-4e0a-adff-66140120cb1e" providerId="ADAL" clId="{0553A5FD-D124-4C83-AA3F-38A0F15FC377}" dt="2024-12-02T07:08:45.139" v="204" actId="14100"/>
          <ac:spMkLst>
            <pc:docMk/>
            <pc:sldMk cId="0" sldId="335"/>
            <ac:spMk id="163843" creationId="{00000000-0000-0000-0000-000000000000}"/>
          </ac:spMkLst>
        </pc:spChg>
      </pc:sldChg>
      <pc:sldChg chg="modSp mod">
        <pc:chgData name="María Elena Fernández Gascueña" userId="8298997d-b71a-4e0a-adff-66140120cb1e" providerId="ADAL" clId="{0553A5FD-D124-4C83-AA3F-38A0F15FC377}" dt="2024-12-02T06:20:44.341" v="25" actId="1076"/>
        <pc:sldMkLst>
          <pc:docMk/>
          <pc:sldMk cId="0" sldId="336"/>
        </pc:sldMkLst>
        <pc:spChg chg="mod">
          <ac:chgData name="María Elena Fernández Gascueña" userId="8298997d-b71a-4e0a-adff-66140120cb1e" providerId="ADAL" clId="{0553A5FD-D124-4C83-AA3F-38A0F15FC377}" dt="2024-11-28T08:28:19.519" v="10" actId="1076"/>
          <ac:spMkLst>
            <pc:docMk/>
            <pc:sldMk cId="0" sldId="336"/>
            <ac:spMk id="9" creationId="{1C691EBD-1BEE-452C-85ED-27ED72DDBCBC}"/>
          </ac:spMkLst>
        </pc:spChg>
        <pc:picChg chg="mod">
          <ac:chgData name="María Elena Fernández Gascueña" userId="8298997d-b71a-4e0a-adff-66140120cb1e" providerId="ADAL" clId="{0553A5FD-D124-4C83-AA3F-38A0F15FC377}" dt="2024-12-02T06:20:44.341" v="25" actId="1076"/>
          <ac:picMkLst>
            <pc:docMk/>
            <pc:sldMk cId="0" sldId="336"/>
            <ac:picMk id="31750" creationId="{3F17C461-1BB7-47AA-A398-9B01B5B6A805}"/>
          </ac:picMkLst>
        </pc:picChg>
      </pc:sldChg>
      <pc:sldChg chg="modSp">
        <pc:chgData name="María Elena Fernández Gascueña" userId="8298997d-b71a-4e0a-adff-66140120cb1e" providerId="ADAL" clId="{0553A5FD-D124-4C83-AA3F-38A0F15FC377}" dt="2024-12-02T07:07:25.838" v="187" actId="20577"/>
        <pc:sldMkLst>
          <pc:docMk/>
          <pc:sldMk cId="0" sldId="354"/>
        </pc:sldMkLst>
        <pc:graphicFrameChg chg="mod">
          <ac:chgData name="María Elena Fernández Gascueña" userId="8298997d-b71a-4e0a-adff-66140120cb1e" providerId="ADAL" clId="{0553A5FD-D124-4C83-AA3F-38A0F15FC377}" dt="2024-12-02T07:07:25.838" v="187" actId="20577"/>
          <ac:graphicFrameMkLst>
            <pc:docMk/>
            <pc:sldMk cId="0" sldId="354"/>
            <ac:graphicFrameMk id="2" creationId="{DFED5BC4-881B-135D-C022-AD5312519423}"/>
          </ac:graphicFrameMkLst>
        </pc:graphicFrameChg>
      </pc:sldChg>
      <pc:sldChg chg="modSp add mod">
        <pc:chgData name="María Elena Fernández Gascueña" userId="8298997d-b71a-4e0a-adff-66140120cb1e" providerId="ADAL" clId="{0553A5FD-D124-4C83-AA3F-38A0F15FC377}" dt="2024-12-02T07:08:28.230" v="201" actId="14100"/>
        <pc:sldMkLst>
          <pc:docMk/>
          <pc:sldMk cId="0" sldId="364"/>
        </pc:sldMkLst>
        <pc:spChg chg="mod">
          <ac:chgData name="María Elena Fernández Gascueña" userId="8298997d-b71a-4e0a-adff-66140120cb1e" providerId="ADAL" clId="{0553A5FD-D124-4C83-AA3F-38A0F15FC377}" dt="2024-12-02T07:07:55.763" v="191"/>
          <ac:spMkLst>
            <pc:docMk/>
            <pc:sldMk cId="0" sldId="364"/>
            <ac:spMk id="3" creationId="{7F28907A-21B4-E008-4F95-5F4C7499F3A7}"/>
          </ac:spMkLst>
        </pc:spChg>
        <pc:spChg chg="mod">
          <ac:chgData name="María Elena Fernández Gascueña" userId="8298997d-b71a-4e0a-adff-66140120cb1e" providerId="ADAL" clId="{0553A5FD-D124-4C83-AA3F-38A0F15FC377}" dt="2024-12-02T07:08:15.038" v="197" actId="12"/>
          <ac:spMkLst>
            <pc:docMk/>
            <pc:sldMk cId="0" sldId="364"/>
            <ac:spMk id="4" creationId="{8DD67C46-9DDB-4187-9DD9-AFA63B692033}"/>
          </ac:spMkLst>
        </pc:spChg>
        <pc:spChg chg="mod">
          <ac:chgData name="María Elena Fernández Gascueña" userId="8298997d-b71a-4e0a-adff-66140120cb1e" providerId="ADAL" clId="{0553A5FD-D124-4C83-AA3F-38A0F15FC377}" dt="2024-12-02T07:08:20.217" v="198" actId="1076"/>
          <ac:spMkLst>
            <pc:docMk/>
            <pc:sldMk cId="0" sldId="364"/>
            <ac:spMk id="10" creationId="{EC564D0E-B776-4237-BBEF-F547AA83DD77}"/>
          </ac:spMkLst>
        </pc:spChg>
        <pc:spChg chg="mod">
          <ac:chgData name="María Elena Fernández Gascueña" userId="8298997d-b71a-4e0a-adff-66140120cb1e" providerId="ADAL" clId="{0553A5FD-D124-4C83-AA3F-38A0F15FC377}" dt="2024-12-02T07:08:28.230" v="201" actId="14100"/>
          <ac:spMkLst>
            <pc:docMk/>
            <pc:sldMk cId="0" sldId="364"/>
            <ac:spMk id="163843" creationId="{00000000-0000-0000-0000-000000000000}"/>
          </ac:spMkLst>
        </pc:spChg>
        <pc:grpChg chg="mod">
          <ac:chgData name="María Elena Fernández Gascueña" userId="8298997d-b71a-4e0a-adff-66140120cb1e" providerId="ADAL" clId="{0553A5FD-D124-4C83-AA3F-38A0F15FC377}" dt="2024-12-02T07:08:20.217" v="198" actId="1076"/>
          <ac:grpSpMkLst>
            <pc:docMk/>
            <pc:sldMk cId="0" sldId="364"/>
            <ac:grpSpMk id="8" creationId="{3D5B87FA-12DC-41C2-99BF-B23A54B5FF44}"/>
          </ac:grpSpMkLst>
        </pc:grpChg>
        <pc:picChg chg="mod">
          <ac:chgData name="María Elena Fernández Gascueña" userId="8298997d-b71a-4e0a-adff-66140120cb1e" providerId="ADAL" clId="{0553A5FD-D124-4C83-AA3F-38A0F15FC377}" dt="2024-12-02T07:08:20.217" v="198" actId="1076"/>
          <ac:picMkLst>
            <pc:docMk/>
            <pc:sldMk cId="0" sldId="364"/>
            <ac:picMk id="9" creationId="{F6C49CF2-862C-4514-85C1-0A3B0C7B0C21}"/>
          </ac:picMkLst>
        </pc:picChg>
      </pc:sldChg>
      <pc:sldChg chg="addSp modSp add mod">
        <pc:chgData name="María Elena Fernández Gascueña" userId="8298997d-b71a-4e0a-adff-66140120cb1e" providerId="ADAL" clId="{0553A5FD-D124-4C83-AA3F-38A0F15FC377}" dt="2024-12-02T07:37:30.349" v="270" actId="1076"/>
        <pc:sldMkLst>
          <pc:docMk/>
          <pc:sldMk cId="2723175104" sldId="384"/>
        </pc:sldMkLst>
        <pc:spChg chg="add mod">
          <ac:chgData name="María Elena Fernández Gascueña" userId="8298997d-b71a-4e0a-adff-66140120cb1e" providerId="ADAL" clId="{0553A5FD-D124-4C83-AA3F-38A0F15FC377}" dt="2024-12-02T07:37:26.800" v="269"/>
          <ac:spMkLst>
            <pc:docMk/>
            <pc:sldMk cId="2723175104" sldId="384"/>
            <ac:spMk id="2" creationId="{62C6E381-9AD3-FE15-EB0A-839FDCC6371E}"/>
          </ac:spMkLst>
        </pc:spChg>
        <pc:spChg chg="mod">
          <ac:chgData name="María Elena Fernández Gascueña" userId="8298997d-b71a-4e0a-adff-66140120cb1e" providerId="ADAL" clId="{0553A5FD-D124-4C83-AA3F-38A0F15FC377}" dt="2024-12-02T07:37:30.349" v="270" actId="1076"/>
          <ac:spMkLst>
            <pc:docMk/>
            <pc:sldMk cId="2723175104" sldId="384"/>
            <ac:spMk id="8" creationId="{AB8BF567-09A4-41D8-A956-BD89C8706384}"/>
          </ac:spMkLst>
        </pc:spChg>
      </pc:sldChg>
      <pc:sldChg chg="addSp modSp add mod">
        <pc:chgData name="María Elena Fernández Gascueña" userId="8298997d-b71a-4e0a-adff-66140120cb1e" providerId="ADAL" clId="{0553A5FD-D124-4C83-AA3F-38A0F15FC377}" dt="2024-12-02T07:37:36.908" v="272" actId="1076"/>
        <pc:sldMkLst>
          <pc:docMk/>
          <pc:sldMk cId="3371107516" sldId="385"/>
        </pc:sldMkLst>
        <pc:spChg chg="add mod">
          <ac:chgData name="María Elena Fernández Gascueña" userId="8298997d-b71a-4e0a-adff-66140120cb1e" providerId="ADAL" clId="{0553A5FD-D124-4C83-AA3F-38A0F15FC377}" dt="2024-12-02T07:37:32.712" v="271"/>
          <ac:spMkLst>
            <pc:docMk/>
            <pc:sldMk cId="3371107516" sldId="385"/>
            <ac:spMk id="4" creationId="{0014B99E-9027-BEFF-3AF1-4F667651A7D0}"/>
          </ac:spMkLst>
        </pc:spChg>
        <pc:spChg chg="mod">
          <ac:chgData name="María Elena Fernández Gascueña" userId="8298997d-b71a-4e0a-adff-66140120cb1e" providerId="ADAL" clId="{0553A5FD-D124-4C83-AA3F-38A0F15FC377}" dt="2024-12-02T07:37:36.908" v="272" actId="1076"/>
          <ac:spMkLst>
            <pc:docMk/>
            <pc:sldMk cId="3371107516" sldId="385"/>
            <ac:spMk id="15" creationId="{A68B2B3E-3B29-4459-9AC2-F0E65D4C866A}"/>
          </ac:spMkLst>
        </pc:spChg>
      </pc:sldChg>
      <pc:sldChg chg="modSp mod modNotesTx">
        <pc:chgData name="María Elena Fernández Gascueña" userId="8298997d-b71a-4e0a-adff-66140120cb1e" providerId="ADAL" clId="{0553A5FD-D124-4C83-AA3F-38A0F15FC377}" dt="2024-12-02T06:16:56.131" v="16" actId="6549"/>
        <pc:sldMkLst>
          <pc:docMk/>
          <pc:sldMk cId="3020615073" sldId="390"/>
        </pc:sldMkLst>
        <pc:spChg chg="mod">
          <ac:chgData name="María Elena Fernández Gascueña" userId="8298997d-b71a-4e0a-adff-66140120cb1e" providerId="ADAL" clId="{0553A5FD-D124-4C83-AA3F-38A0F15FC377}" dt="2024-12-02T06:14:43.877" v="11" actId="20577"/>
          <ac:spMkLst>
            <pc:docMk/>
            <pc:sldMk cId="3020615073" sldId="390"/>
            <ac:spMk id="15" creationId="{84B430D4-CFDF-49F2-82DE-64AB13982C2B}"/>
          </ac:spMkLst>
        </pc:spChg>
      </pc:sldChg>
      <pc:sldChg chg="modSp mod ord">
        <pc:chgData name="María Elena Fernández Gascueña" userId="8298997d-b71a-4e0a-adff-66140120cb1e" providerId="ADAL" clId="{0553A5FD-D124-4C83-AA3F-38A0F15FC377}" dt="2024-12-02T06:21:44.112" v="27"/>
        <pc:sldMkLst>
          <pc:docMk/>
          <pc:sldMk cId="3986616626" sldId="392"/>
        </pc:sldMkLst>
        <pc:spChg chg="mod">
          <ac:chgData name="María Elena Fernández Gascueña" userId="8298997d-b71a-4e0a-adff-66140120cb1e" providerId="ADAL" clId="{0553A5FD-D124-4C83-AA3F-38A0F15FC377}" dt="2024-12-02T06:18:13.793" v="19" actId="1076"/>
          <ac:spMkLst>
            <pc:docMk/>
            <pc:sldMk cId="3986616626" sldId="392"/>
            <ac:spMk id="7" creationId="{4F0EC0DC-2FEC-E2B2-41F6-B6E0339D5E3A}"/>
          </ac:spMkLst>
        </pc:spChg>
      </pc:sldChg>
      <pc:sldChg chg="addSp modSp mod">
        <pc:chgData name="María Elena Fernández Gascueña" userId="8298997d-b71a-4e0a-adff-66140120cb1e" providerId="ADAL" clId="{0553A5FD-D124-4C83-AA3F-38A0F15FC377}" dt="2024-12-02T06:47:09.763" v="71" actId="20577"/>
        <pc:sldMkLst>
          <pc:docMk/>
          <pc:sldMk cId="3476710208" sldId="393"/>
        </pc:sldMkLst>
        <pc:spChg chg="add mod">
          <ac:chgData name="María Elena Fernández Gascueña" userId="8298997d-b71a-4e0a-adff-66140120cb1e" providerId="ADAL" clId="{0553A5FD-D124-4C83-AA3F-38A0F15FC377}" dt="2024-12-02T06:47:09.763" v="71" actId="20577"/>
          <ac:spMkLst>
            <pc:docMk/>
            <pc:sldMk cId="3476710208" sldId="393"/>
            <ac:spMk id="2" creationId="{43C69984-D143-8B99-0A74-987AB2A71F1B}"/>
          </ac:spMkLst>
        </pc:spChg>
        <pc:cxnChg chg="add">
          <ac:chgData name="María Elena Fernández Gascueña" userId="8298997d-b71a-4e0a-adff-66140120cb1e" providerId="ADAL" clId="{0553A5FD-D124-4C83-AA3F-38A0F15FC377}" dt="2024-12-02T06:46:58.549" v="69" actId="11529"/>
          <ac:cxnSpMkLst>
            <pc:docMk/>
            <pc:sldMk cId="3476710208" sldId="393"/>
            <ac:cxnSpMk id="4" creationId="{D419EA65-0795-BE5B-BE29-0421D5ED1400}"/>
          </ac:cxnSpMkLst>
        </pc:cxnChg>
      </pc:sldChg>
      <pc:sldChg chg="delSp modSp add mod">
        <pc:chgData name="María Elena Fernández Gascueña" userId="8298997d-b71a-4e0a-adff-66140120cb1e" providerId="ADAL" clId="{0553A5FD-D124-4C83-AA3F-38A0F15FC377}" dt="2024-12-02T07:07:49.539" v="190" actId="1076"/>
        <pc:sldMkLst>
          <pc:docMk/>
          <pc:sldMk cId="2711912761" sldId="461"/>
        </pc:sldMkLst>
        <pc:spChg chg="mod">
          <ac:chgData name="María Elena Fernández Gascueña" userId="8298997d-b71a-4e0a-adff-66140120cb1e" providerId="ADAL" clId="{0553A5FD-D124-4C83-AA3F-38A0F15FC377}" dt="2024-12-02T07:07:41.162" v="188" actId="1076"/>
          <ac:spMkLst>
            <pc:docMk/>
            <pc:sldMk cId="2711912761" sldId="461"/>
            <ac:spMk id="2" creationId="{00000000-0000-0000-0000-000000000000}"/>
          </ac:spMkLst>
        </pc:spChg>
        <pc:spChg chg="mod">
          <ac:chgData name="María Elena Fernández Gascueña" userId="8298997d-b71a-4e0a-adff-66140120cb1e" providerId="ADAL" clId="{0553A5FD-D124-4C83-AA3F-38A0F15FC377}" dt="2024-12-02T07:07:49.539" v="190" actId="1076"/>
          <ac:spMkLst>
            <pc:docMk/>
            <pc:sldMk cId="2711912761" sldId="461"/>
            <ac:spMk id="3" creationId="{00000000-0000-0000-0000-000000000000}"/>
          </ac:spMkLst>
        </pc:spChg>
        <pc:spChg chg="del">
          <ac:chgData name="María Elena Fernández Gascueña" userId="8298997d-b71a-4e0a-adff-66140120cb1e" providerId="ADAL" clId="{0553A5FD-D124-4C83-AA3F-38A0F15FC377}" dt="2024-12-02T07:07:45.531" v="189" actId="478"/>
          <ac:spMkLst>
            <pc:docMk/>
            <pc:sldMk cId="2711912761" sldId="461"/>
            <ac:spMk id="5" creationId="{7272EB32-154C-059B-5AB2-CFF5ED64586B}"/>
          </ac:spMkLst>
        </pc:spChg>
      </pc:sldChg>
      <pc:sldChg chg="del">
        <pc:chgData name="María Elena Fernández Gascueña" userId="8298997d-b71a-4e0a-adff-66140120cb1e" providerId="ADAL" clId="{0553A5FD-D124-4C83-AA3F-38A0F15FC377}" dt="2024-12-02T06:19:56.930" v="23" actId="47"/>
        <pc:sldMkLst>
          <pc:docMk/>
          <pc:sldMk cId="774821963" sldId="497"/>
        </pc:sldMkLst>
      </pc:sldChg>
      <pc:sldChg chg="modSp mod ord">
        <pc:chgData name="María Elena Fernández Gascueña" userId="8298997d-b71a-4e0a-adff-66140120cb1e" providerId="ADAL" clId="{0553A5FD-D124-4C83-AA3F-38A0F15FC377}" dt="2024-12-02T06:21:44.112" v="27"/>
        <pc:sldMkLst>
          <pc:docMk/>
          <pc:sldMk cId="1901432977" sldId="534"/>
        </pc:sldMkLst>
        <pc:spChg chg="mod">
          <ac:chgData name="María Elena Fernández Gascueña" userId="8298997d-b71a-4e0a-adff-66140120cb1e" providerId="ADAL" clId="{0553A5FD-D124-4C83-AA3F-38A0F15FC377}" dt="2024-12-02T06:18:00.767" v="18" actId="2711"/>
          <ac:spMkLst>
            <pc:docMk/>
            <pc:sldMk cId="1901432977" sldId="534"/>
            <ac:spMk id="3" creationId="{8617615E-8E55-4832-B576-A0F5DD89B9A4}"/>
          </ac:spMkLst>
        </pc:spChg>
        <pc:spChg chg="mod">
          <ac:chgData name="María Elena Fernández Gascueña" userId="8298997d-b71a-4e0a-adff-66140120cb1e" providerId="ADAL" clId="{0553A5FD-D124-4C83-AA3F-38A0F15FC377}" dt="2024-12-02T06:17:44.397" v="17" actId="2711"/>
          <ac:spMkLst>
            <pc:docMk/>
            <pc:sldMk cId="1901432977" sldId="534"/>
            <ac:spMk id="4" creationId="{040E6A24-0A13-BA43-B03E-C8A8756FD686}"/>
          </ac:spMkLst>
        </pc:spChg>
      </pc:sldChg>
      <pc:sldChg chg="modSp mod ord">
        <pc:chgData name="María Elena Fernández Gascueña" userId="8298997d-b71a-4e0a-adff-66140120cb1e" providerId="ADAL" clId="{0553A5FD-D124-4C83-AA3F-38A0F15FC377}" dt="2024-12-02T06:48:47.611" v="73" actId="14100"/>
        <pc:sldMkLst>
          <pc:docMk/>
          <pc:sldMk cId="2174622134" sldId="536"/>
        </pc:sldMkLst>
        <pc:spChg chg="mod">
          <ac:chgData name="María Elena Fernández Gascueña" userId="8298997d-b71a-4e0a-adff-66140120cb1e" providerId="ADAL" clId="{0553A5FD-D124-4C83-AA3F-38A0F15FC377}" dt="2024-12-02T06:48:47.611" v="73" actId="14100"/>
          <ac:spMkLst>
            <pc:docMk/>
            <pc:sldMk cId="2174622134" sldId="536"/>
            <ac:spMk id="8" creationId="{6489216A-3655-7FA4-00DE-5246889F74D3}"/>
          </ac:spMkLst>
        </pc:spChg>
      </pc:sldChg>
      <pc:sldChg chg="modSp add mod">
        <pc:chgData name="María Elena Fernández Gascueña" userId="8298997d-b71a-4e0a-adff-66140120cb1e" providerId="ADAL" clId="{0553A5FD-D124-4C83-AA3F-38A0F15FC377}" dt="2024-12-02T07:06:46.942" v="145" actId="20577"/>
        <pc:sldMkLst>
          <pc:docMk/>
          <pc:sldMk cId="669501031" sldId="538"/>
        </pc:sldMkLst>
        <pc:spChg chg="mod">
          <ac:chgData name="María Elena Fernández Gascueña" userId="8298997d-b71a-4e0a-adff-66140120cb1e" providerId="ADAL" clId="{0553A5FD-D124-4C83-AA3F-38A0F15FC377}" dt="2024-12-02T07:06:37.893" v="120"/>
          <ac:spMkLst>
            <pc:docMk/>
            <pc:sldMk cId="669501031" sldId="538"/>
            <ac:spMk id="2" creationId="{F6A179A5-DCE5-CA50-B035-876D9767366B}"/>
          </ac:spMkLst>
        </pc:spChg>
        <pc:spChg chg="mod">
          <ac:chgData name="María Elena Fernández Gascueña" userId="8298997d-b71a-4e0a-adff-66140120cb1e" providerId="ADAL" clId="{0553A5FD-D124-4C83-AA3F-38A0F15FC377}" dt="2024-12-02T07:06:46.942" v="145" actId="20577"/>
          <ac:spMkLst>
            <pc:docMk/>
            <pc:sldMk cId="669501031" sldId="538"/>
            <ac:spMk id="6" creationId="{7AE0315D-D020-669C-5672-E1E6F196CD3A}"/>
          </ac:spMkLst>
        </pc:spChg>
      </pc:sldChg>
      <pc:sldChg chg="addSp modSp add mod">
        <pc:chgData name="María Elena Fernández Gascueña" userId="8298997d-b71a-4e0a-adff-66140120cb1e" providerId="ADAL" clId="{0553A5FD-D124-4C83-AA3F-38A0F15FC377}" dt="2024-12-02T07:14:30.852" v="265" actId="1076"/>
        <pc:sldMkLst>
          <pc:docMk/>
          <pc:sldMk cId="4041986355" sldId="1004"/>
        </pc:sldMkLst>
        <pc:spChg chg="mod">
          <ac:chgData name="María Elena Fernández Gascueña" userId="8298997d-b71a-4e0a-adff-66140120cb1e" providerId="ADAL" clId="{0553A5FD-D124-4C83-AA3F-38A0F15FC377}" dt="2024-12-02T07:09:53.653" v="216"/>
          <ac:spMkLst>
            <pc:docMk/>
            <pc:sldMk cId="4041986355" sldId="1004"/>
            <ac:spMk id="3" creationId="{CA3A8B91-FC83-1E6C-1D16-31BFCB7B87FB}"/>
          </ac:spMkLst>
        </pc:spChg>
        <pc:spChg chg="mod">
          <ac:chgData name="María Elena Fernández Gascueña" userId="8298997d-b71a-4e0a-adff-66140120cb1e" providerId="ADAL" clId="{0553A5FD-D124-4C83-AA3F-38A0F15FC377}" dt="2024-12-02T07:13:26.191" v="245" actId="6549"/>
          <ac:spMkLst>
            <pc:docMk/>
            <pc:sldMk cId="4041986355" sldId="1004"/>
            <ac:spMk id="69" creationId="{EF0CD586-2760-4D93-941E-F8B9F1D3BD52}"/>
          </ac:spMkLst>
        </pc:spChg>
        <pc:spChg chg="mod">
          <ac:chgData name="María Elena Fernández Gascueña" userId="8298997d-b71a-4e0a-adff-66140120cb1e" providerId="ADAL" clId="{0553A5FD-D124-4C83-AA3F-38A0F15FC377}" dt="2024-12-02T07:10:06.771" v="217" actId="14100"/>
          <ac:spMkLst>
            <pc:docMk/>
            <pc:sldMk cId="4041986355" sldId="1004"/>
            <ac:spMk id="164867" creationId="{00000000-0000-0000-0000-000000000000}"/>
          </ac:spMkLst>
        </pc:spChg>
        <pc:graphicFrameChg chg="add mod modGraphic">
          <ac:chgData name="María Elena Fernández Gascueña" userId="8298997d-b71a-4e0a-adff-66140120cb1e" providerId="ADAL" clId="{0553A5FD-D124-4C83-AA3F-38A0F15FC377}" dt="2024-12-02T07:14:30.852" v="265" actId="1076"/>
          <ac:graphicFrameMkLst>
            <pc:docMk/>
            <pc:sldMk cId="4041986355" sldId="1004"/>
            <ac:graphicFrameMk id="5" creationId="{D7CB7D7C-B722-7E69-52A4-83A8044AFF02}"/>
          </ac:graphicFrameMkLst>
        </pc:graphicFrameChg>
      </pc:sldChg>
      <pc:sldChg chg="addSp delSp modSp new del mod">
        <pc:chgData name="María Elena Fernández Gascueña" userId="8298997d-b71a-4e0a-adff-66140120cb1e" providerId="ADAL" clId="{0553A5FD-D124-4C83-AA3F-38A0F15FC377}" dt="2024-12-02T07:14:35.062" v="266" actId="47"/>
        <pc:sldMkLst>
          <pc:docMk/>
          <pc:sldMk cId="2814116919" sldId="1005"/>
        </pc:sldMkLst>
        <pc:spChg chg="add del">
          <ac:chgData name="María Elena Fernández Gascueña" userId="8298997d-b71a-4e0a-adff-66140120cb1e" providerId="ADAL" clId="{0553A5FD-D124-4C83-AA3F-38A0F15FC377}" dt="2024-12-02T07:10:47.792" v="225" actId="478"/>
          <ac:spMkLst>
            <pc:docMk/>
            <pc:sldMk cId="2814116919" sldId="1005"/>
            <ac:spMk id="3" creationId="{7C725A96-7B1F-2420-B7E9-04A52AE0DE68}"/>
          </ac:spMkLst>
        </pc:spChg>
        <pc:spChg chg="add del mod">
          <ac:chgData name="María Elena Fernández Gascueña" userId="8298997d-b71a-4e0a-adff-66140120cb1e" providerId="ADAL" clId="{0553A5FD-D124-4C83-AA3F-38A0F15FC377}" dt="2024-12-02T07:11:01.621" v="226" actId="12084"/>
          <ac:spMkLst>
            <pc:docMk/>
            <pc:sldMk cId="2814116919" sldId="1005"/>
            <ac:spMk id="5" creationId="{FEC70392-8910-C30A-D9F7-C28A98E4912A}"/>
          </ac:spMkLst>
        </pc:spChg>
        <pc:graphicFrameChg chg="add mod modGraphic">
          <ac:chgData name="María Elena Fernández Gascueña" userId="8298997d-b71a-4e0a-adff-66140120cb1e" providerId="ADAL" clId="{0553A5FD-D124-4C83-AA3F-38A0F15FC377}" dt="2024-12-02T07:13:09.138" v="243" actId="13782"/>
          <ac:graphicFrameMkLst>
            <pc:docMk/>
            <pc:sldMk cId="2814116919" sldId="1005"/>
            <ac:graphicFrameMk id="6" creationId="{20A7479B-3A38-7E42-00C5-71861F4E3B24}"/>
          </ac:graphicFrameMkLst>
        </pc:graphicFrameChg>
      </pc:sldChg>
      <pc:sldChg chg="addSp modSp add mod">
        <pc:chgData name="María Elena Fernández Gascueña" userId="8298997d-b71a-4e0a-adff-66140120cb1e" providerId="ADAL" clId="{0553A5FD-D124-4C83-AA3F-38A0F15FC377}" dt="2024-12-02T07:37:41.851" v="275" actId="1076"/>
        <pc:sldMkLst>
          <pc:docMk/>
          <pc:sldMk cId="3868778517" sldId="1005"/>
        </pc:sldMkLst>
        <pc:spChg chg="add mod">
          <ac:chgData name="María Elena Fernández Gascueña" userId="8298997d-b71a-4e0a-adff-66140120cb1e" providerId="ADAL" clId="{0553A5FD-D124-4C83-AA3F-38A0F15FC377}" dt="2024-12-02T07:37:38.972" v="273"/>
          <ac:spMkLst>
            <pc:docMk/>
            <pc:sldMk cId="3868778517" sldId="1005"/>
            <ac:spMk id="2" creationId="{301953AC-97CB-A9D3-BC7F-705F01C92CCA}"/>
          </ac:spMkLst>
        </pc:spChg>
        <pc:spChg chg="mod">
          <ac:chgData name="María Elena Fernández Gascueña" userId="8298997d-b71a-4e0a-adff-66140120cb1e" providerId="ADAL" clId="{0553A5FD-D124-4C83-AA3F-38A0F15FC377}" dt="2024-12-02T07:37:41.851" v="275" actId="1076"/>
          <ac:spMkLst>
            <pc:docMk/>
            <pc:sldMk cId="3868778517" sldId="1005"/>
            <ac:spMk id="7" creationId="{17CCCBCC-B22B-45D2-889B-B7F2D53F3157}"/>
          </ac:spMkLst>
        </pc:spChg>
      </pc:sldChg>
      <pc:sldChg chg="addSp modSp add mod">
        <pc:chgData name="María Elena Fernández Gascueña" userId="8298997d-b71a-4e0a-adff-66140120cb1e" providerId="ADAL" clId="{0553A5FD-D124-4C83-AA3F-38A0F15FC377}" dt="2024-12-02T07:37:48.475" v="277" actId="1076"/>
        <pc:sldMkLst>
          <pc:docMk/>
          <pc:sldMk cId="0" sldId="1037"/>
        </pc:sldMkLst>
        <pc:spChg chg="add mod">
          <ac:chgData name="María Elena Fernández Gascueña" userId="8298997d-b71a-4e0a-adff-66140120cb1e" providerId="ADAL" clId="{0553A5FD-D124-4C83-AA3F-38A0F15FC377}" dt="2024-12-02T07:37:44.360" v="276"/>
          <ac:spMkLst>
            <pc:docMk/>
            <pc:sldMk cId="0" sldId="1037"/>
            <ac:spMk id="11" creationId="{71794E98-148E-271A-7A38-D4D65EDD97AF}"/>
          </ac:spMkLst>
        </pc:spChg>
        <pc:spChg chg="mod">
          <ac:chgData name="María Elena Fernández Gascueña" userId="8298997d-b71a-4e0a-adff-66140120cb1e" providerId="ADAL" clId="{0553A5FD-D124-4C83-AA3F-38A0F15FC377}" dt="2024-12-02T07:36:51.422" v="268"/>
          <ac:spMkLst>
            <pc:docMk/>
            <pc:sldMk cId="0" sldId="1037"/>
            <ac:spMk id="14" creationId="{67AD5F6E-08FA-4BB6-BF85-75DA5D02309F}"/>
          </ac:spMkLst>
        </pc:spChg>
        <pc:spChg chg="mod">
          <ac:chgData name="María Elena Fernández Gascueña" userId="8298997d-b71a-4e0a-adff-66140120cb1e" providerId="ADAL" clId="{0553A5FD-D124-4C83-AA3F-38A0F15FC377}" dt="2024-12-02T07:37:48.475" v="277" actId="1076"/>
          <ac:spMkLst>
            <pc:docMk/>
            <pc:sldMk cId="0" sldId="1037"/>
            <ac:spMk id="16" creationId="{B1B14116-21DB-44BE-8B0E-D6F2BC79CC83}"/>
          </ac:spMkLst>
        </pc:spChg>
      </pc:sldChg>
    </pc:docChg>
  </pc:docChgLst>
</pc:chgInfo>
</file>

<file path=ppt/diagrams/_rels/data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svg"/><Relationship Id="rId1" Type="http://schemas.openxmlformats.org/officeDocument/2006/relationships/image" Target="../media/image18.png"/><Relationship Id="rId4" Type="http://schemas.openxmlformats.org/officeDocument/2006/relationships/image" Target="../media/image21.svg"/></Relationships>
</file>

<file path=ppt/diagrams/_rels/drawing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svg"/><Relationship Id="rId1" Type="http://schemas.openxmlformats.org/officeDocument/2006/relationships/image" Target="../media/image18.png"/><Relationship Id="rId4" Type="http://schemas.openxmlformats.org/officeDocument/2006/relationships/image" Target="../media/image21.svg"/></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2C500E2-41E4-49DD-9657-4AA12D4007C9}" type="doc">
      <dgm:prSet loTypeId="urn:microsoft.com/office/officeart/2005/8/layout/vList2" loCatId="list" qsTypeId="urn:microsoft.com/office/officeart/2005/8/quickstyle/simple1" qsCatId="simple" csTypeId="urn:microsoft.com/office/officeart/2005/8/colors/colorful5" csCatId="colorful" phldr="1"/>
      <dgm:spPr/>
      <dgm:t>
        <a:bodyPr/>
        <a:lstStyle/>
        <a:p>
          <a:endParaRPr lang="en-US"/>
        </a:p>
      </dgm:t>
    </dgm:pt>
    <dgm:pt modelId="{AA5E4CD1-4EDD-4B55-9E46-5676CB18B063}">
      <dgm:prSet/>
      <dgm:spPr/>
      <dgm:t>
        <a:bodyPr/>
        <a:lstStyle/>
        <a:p>
          <a:r>
            <a:rPr lang="es-ES" dirty="0">
              <a:latin typeface="Century Gothic" panose="020B0502020202020204" pitchFamily="34" charset="0"/>
            </a:rPr>
            <a:t>El plan de operaciones contiene las </a:t>
          </a:r>
          <a:r>
            <a:rPr lang="es-ES" b="1" dirty="0">
              <a:latin typeface="Century Gothic" panose="020B0502020202020204" pitchFamily="34" charset="0"/>
            </a:rPr>
            <a:t>decisiones</a:t>
          </a:r>
          <a:r>
            <a:rPr lang="es-ES" dirty="0">
              <a:latin typeface="Century Gothic" panose="020B0502020202020204" pitchFamily="34" charset="0"/>
            </a:rPr>
            <a:t> que </a:t>
          </a:r>
          <a:r>
            <a:rPr lang="es-ES" b="1" dirty="0">
              <a:latin typeface="Century Gothic" panose="020B0502020202020204" pitchFamily="34" charset="0"/>
            </a:rPr>
            <a:t>permiten obtener</a:t>
          </a:r>
          <a:r>
            <a:rPr lang="es-ES" dirty="0">
              <a:latin typeface="Century Gothic" panose="020B0502020202020204" pitchFamily="34" charset="0"/>
            </a:rPr>
            <a:t> nuestro producto.</a:t>
          </a:r>
          <a:endParaRPr lang="en-US" dirty="0">
            <a:latin typeface="Century Gothic" panose="020B0502020202020204" pitchFamily="34" charset="0"/>
          </a:endParaRPr>
        </a:p>
      </dgm:t>
    </dgm:pt>
    <dgm:pt modelId="{EAF5048F-EE4C-439C-B121-761C27F9EC3E}" type="parTrans" cxnId="{BF90F74A-C037-4B5E-85A2-C6716278F0B3}">
      <dgm:prSet/>
      <dgm:spPr/>
      <dgm:t>
        <a:bodyPr/>
        <a:lstStyle/>
        <a:p>
          <a:endParaRPr lang="en-US"/>
        </a:p>
      </dgm:t>
    </dgm:pt>
    <dgm:pt modelId="{D525E804-5DBC-47DB-83EF-897634199352}" type="sibTrans" cxnId="{BF90F74A-C037-4B5E-85A2-C6716278F0B3}">
      <dgm:prSet/>
      <dgm:spPr/>
      <dgm:t>
        <a:bodyPr/>
        <a:lstStyle/>
        <a:p>
          <a:endParaRPr lang="en-US"/>
        </a:p>
      </dgm:t>
    </dgm:pt>
    <dgm:pt modelId="{53BEC60A-29BA-4B01-84C2-6F99A6128D85}">
      <dgm:prSet/>
      <dgm:spPr/>
      <dgm:t>
        <a:bodyPr/>
        <a:lstStyle/>
        <a:p>
          <a:r>
            <a:rPr lang="es-ES" dirty="0">
              <a:latin typeface="Century Gothic" panose="020B0502020202020204" pitchFamily="34" charset="0"/>
            </a:rPr>
            <a:t>Comprende todas las actividades relacionadas con la </a:t>
          </a:r>
          <a:r>
            <a:rPr lang="es-ES" b="1" dirty="0">
              <a:latin typeface="Century Gothic" panose="020B0502020202020204" pitchFamily="34" charset="0"/>
            </a:rPr>
            <a:t>transformación</a:t>
          </a:r>
          <a:r>
            <a:rPr lang="es-ES" dirty="0">
              <a:latin typeface="Century Gothic" panose="020B0502020202020204" pitchFamily="34" charset="0"/>
            </a:rPr>
            <a:t> de recursos (</a:t>
          </a:r>
          <a:r>
            <a:rPr lang="es-ES" b="1" i="1" dirty="0">
              <a:latin typeface="Century Gothic" panose="020B0502020202020204" pitchFamily="34" charset="0"/>
            </a:rPr>
            <a:t>inputs</a:t>
          </a:r>
          <a:r>
            <a:rPr lang="es-ES" i="1" dirty="0">
              <a:latin typeface="Century Gothic" panose="020B0502020202020204" pitchFamily="34" charset="0"/>
            </a:rPr>
            <a:t>) </a:t>
          </a:r>
          <a:r>
            <a:rPr lang="es-ES" dirty="0">
              <a:latin typeface="Century Gothic" panose="020B0502020202020204" pitchFamily="34" charset="0"/>
            </a:rPr>
            <a:t>en productos (</a:t>
          </a:r>
          <a:r>
            <a:rPr lang="es-ES" b="1" i="1" dirty="0">
              <a:latin typeface="Century Gothic" panose="020B0502020202020204" pitchFamily="34" charset="0"/>
            </a:rPr>
            <a:t>outputs</a:t>
          </a:r>
          <a:r>
            <a:rPr lang="es-ES" i="1" dirty="0">
              <a:latin typeface="Century Gothic" panose="020B0502020202020204" pitchFamily="34" charset="0"/>
            </a:rPr>
            <a:t>).</a:t>
          </a:r>
          <a:r>
            <a:rPr lang="es-ES" b="1" dirty="0">
              <a:latin typeface="Century Gothic" panose="020B0502020202020204" pitchFamily="34" charset="0"/>
            </a:rPr>
            <a:t> </a:t>
          </a:r>
          <a:endParaRPr lang="en-US" dirty="0">
            <a:latin typeface="Century Gothic" panose="020B0502020202020204" pitchFamily="34" charset="0"/>
          </a:endParaRPr>
        </a:p>
      </dgm:t>
    </dgm:pt>
    <dgm:pt modelId="{1ECF4260-B8D2-4F11-B9A8-7C4489B2F7D6}" type="parTrans" cxnId="{0DF7E042-98DE-41C1-B7E1-EFE2C95473F0}">
      <dgm:prSet/>
      <dgm:spPr/>
      <dgm:t>
        <a:bodyPr/>
        <a:lstStyle/>
        <a:p>
          <a:endParaRPr lang="en-US"/>
        </a:p>
      </dgm:t>
    </dgm:pt>
    <dgm:pt modelId="{E668D18C-5CE0-4302-BDF4-ECE686FEAD8B}" type="sibTrans" cxnId="{0DF7E042-98DE-41C1-B7E1-EFE2C95473F0}">
      <dgm:prSet/>
      <dgm:spPr/>
      <dgm:t>
        <a:bodyPr/>
        <a:lstStyle/>
        <a:p>
          <a:endParaRPr lang="en-US"/>
        </a:p>
      </dgm:t>
    </dgm:pt>
    <dgm:pt modelId="{6F96DA26-82FB-4257-81C9-96A3325DFA12}">
      <dgm:prSet/>
      <dgm:spPr/>
      <dgm:t>
        <a:bodyPr/>
        <a:lstStyle/>
        <a:p>
          <a:r>
            <a:rPr lang="en-US" dirty="0">
              <a:latin typeface="Century Gothic" panose="020B0502020202020204" pitchFamily="34" charset="0"/>
            </a:rPr>
            <a:t>Resume </a:t>
          </a:r>
          <a:r>
            <a:rPr lang="en-US" dirty="0" err="1">
              <a:latin typeface="Century Gothic" panose="020B0502020202020204" pitchFamily="34" charset="0"/>
            </a:rPr>
            <a:t>los</a:t>
          </a:r>
          <a:r>
            <a:rPr lang="en-US" dirty="0">
              <a:latin typeface="Century Gothic" panose="020B0502020202020204" pitchFamily="34" charset="0"/>
            </a:rPr>
            <a:t> </a:t>
          </a:r>
          <a:r>
            <a:rPr lang="en-US" dirty="0" err="1">
              <a:latin typeface="Century Gothic" panose="020B0502020202020204" pitchFamily="34" charset="0"/>
            </a:rPr>
            <a:t>aspectos</a:t>
          </a:r>
          <a:r>
            <a:rPr lang="en-US" dirty="0">
              <a:latin typeface="Century Gothic" panose="020B0502020202020204" pitchFamily="34" charset="0"/>
            </a:rPr>
            <a:t> </a:t>
          </a:r>
          <a:r>
            <a:rPr lang="en-US" dirty="0" err="1">
              <a:latin typeface="Century Gothic" panose="020B0502020202020204" pitchFamily="34" charset="0"/>
            </a:rPr>
            <a:t>técnicos</a:t>
          </a:r>
          <a:r>
            <a:rPr lang="en-US" dirty="0">
              <a:latin typeface="Century Gothic" panose="020B0502020202020204" pitchFamily="34" charset="0"/>
            </a:rPr>
            <a:t> y </a:t>
          </a:r>
          <a:r>
            <a:rPr lang="en-US" dirty="0" err="1">
              <a:latin typeface="Century Gothic" panose="020B0502020202020204" pitchFamily="34" charset="0"/>
            </a:rPr>
            <a:t>organizativos</a:t>
          </a:r>
          <a:r>
            <a:rPr lang="en-US" dirty="0">
              <a:latin typeface="Century Gothic" panose="020B0502020202020204" pitchFamily="34" charset="0"/>
            </a:rPr>
            <a:t> que se </a:t>
          </a:r>
          <a:r>
            <a:rPr lang="en-US" dirty="0" err="1">
              <a:latin typeface="Century Gothic" panose="020B0502020202020204" pitchFamily="34" charset="0"/>
            </a:rPr>
            <a:t>refieren</a:t>
          </a:r>
          <a:r>
            <a:rPr lang="en-US" dirty="0">
              <a:latin typeface="Century Gothic" panose="020B0502020202020204" pitchFamily="34" charset="0"/>
            </a:rPr>
            <a:t> a la </a:t>
          </a:r>
          <a:r>
            <a:rPr lang="en-US" dirty="0" err="1">
              <a:latin typeface="Century Gothic" panose="020B0502020202020204" pitchFamily="34" charset="0"/>
            </a:rPr>
            <a:t>elaboración</a:t>
          </a:r>
          <a:r>
            <a:rPr lang="en-US" dirty="0">
              <a:latin typeface="Century Gothic" panose="020B0502020202020204" pitchFamily="34" charset="0"/>
            </a:rPr>
            <a:t> de </a:t>
          </a:r>
          <a:r>
            <a:rPr lang="en-US" dirty="0" err="1">
              <a:latin typeface="Century Gothic" panose="020B0502020202020204" pitchFamily="34" charset="0"/>
            </a:rPr>
            <a:t>nuestro</a:t>
          </a:r>
          <a:r>
            <a:rPr lang="en-US" dirty="0">
              <a:latin typeface="Century Gothic" panose="020B0502020202020204" pitchFamily="34" charset="0"/>
            </a:rPr>
            <a:t> </a:t>
          </a:r>
          <a:r>
            <a:rPr lang="en-US" dirty="0" err="1">
              <a:latin typeface="Century Gothic" panose="020B0502020202020204" pitchFamily="34" charset="0"/>
            </a:rPr>
            <a:t>producto</a:t>
          </a:r>
          <a:r>
            <a:rPr lang="en-US" dirty="0">
              <a:latin typeface="Century Gothic" panose="020B0502020202020204" pitchFamily="34" charset="0"/>
            </a:rPr>
            <a:t>.</a:t>
          </a:r>
        </a:p>
      </dgm:t>
    </dgm:pt>
    <dgm:pt modelId="{7537D8C8-AF87-441B-895F-0305C177F1FC}" type="parTrans" cxnId="{EF0A67CD-2E78-47A5-975A-7527221F34B9}">
      <dgm:prSet/>
      <dgm:spPr/>
      <dgm:t>
        <a:bodyPr/>
        <a:lstStyle/>
        <a:p>
          <a:endParaRPr lang="es-ES"/>
        </a:p>
      </dgm:t>
    </dgm:pt>
    <dgm:pt modelId="{EEF4EDF3-D370-413A-846E-6A9CFD19198E}" type="sibTrans" cxnId="{EF0A67CD-2E78-47A5-975A-7527221F34B9}">
      <dgm:prSet/>
      <dgm:spPr/>
      <dgm:t>
        <a:bodyPr/>
        <a:lstStyle/>
        <a:p>
          <a:endParaRPr lang="es-ES"/>
        </a:p>
      </dgm:t>
    </dgm:pt>
    <dgm:pt modelId="{43CF110E-14EA-4C86-996E-07A9CC3C22E9}" type="pres">
      <dgm:prSet presAssocID="{92C500E2-41E4-49DD-9657-4AA12D4007C9}" presName="linear" presStyleCnt="0">
        <dgm:presLayoutVars>
          <dgm:animLvl val="lvl"/>
          <dgm:resizeHandles val="exact"/>
        </dgm:presLayoutVars>
      </dgm:prSet>
      <dgm:spPr/>
    </dgm:pt>
    <dgm:pt modelId="{BE4D917D-ADDA-443A-B1DD-EB9B54C2F623}" type="pres">
      <dgm:prSet presAssocID="{AA5E4CD1-4EDD-4B55-9E46-5676CB18B063}" presName="parentText" presStyleLbl="node1" presStyleIdx="0" presStyleCnt="3">
        <dgm:presLayoutVars>
          <dgm:chMax val="0"/>
          <dgm:bulletEnabled val="1"/>
        </dgm:presLayoutVars>
      </dgm:prSet>
      <dgm:spPr/>
    </dgm:pt>
    <dgm:pt modelId="{B80A1D41-DA9B-4506-9238-439D3707D42A}" type="pres">
      <dgm:prSet presAssocID="{D525E804-5DBC-47DB-83EF-897634199352}" presName="spacer" presStyleCnt="0"/>
      <dgm:spPr/>
    </dgm:pt>
    <dgm:pt modelId="{34DCF906-A0D2-48A3-9604-D6A1E5B4E398}" type="pres">
      <dgm:prSet presAssocID="{6F96DA26-82FB-4257-81C9-96A3325DFA12}" presName="parentText" presStyleLbl="node1" presStyleIdx="1" presStyleCnt="3">
        <dgm:presLayoutVars>
          <dgm:chMax val="0"/>
          <dgm:bulletEnabled val="1"/>
        </dgm:presLayoutVars>
      </dgm:prSet>
      <dgm:spPr/>
    </dgm:pt>
    <dgm:pt modelId="{BFDAC79C-C0B2-4BE3-BB8D-EEC5E011CEA7}" type="pres">
      <dgm:prSet presAssocID="{EEF4EDF3-D370-413A-846E-6A9CFD19198E}" presName="spacer" presStyleCnt="0"/>
      <dgm:spPr/>
    </dgm:pt>
    <dgm:pt modelId="{00EBC9F4-E839-42CB-A61E-592CC1CA1C72}" type="pres">
      <dgm:prSet presAssocID="{53BEC60A-29BA-4B01-84C2-6F99A6128D85}" presName="parentText" presStyleLbl="node1" presStyleIdx="2" presStyleCnt="3">
        <dgm:presLayoutVars>
          <dgm:chMax val="0"/>
          <dgm:bulletEnabled val="1"/>
        </dgm:presLayoutVars>
      </dgm:prSet>
      <dgm:spPr/>
    </dgm:pt>
  </dgm:ptLst>
  <dgm:cxnLst>
    <dgm:cxn modelId="{98CDFD00-DAB7-412F-BFF1-6114006901DF}" type="presOf" srcId="{6F96DA26-82FB-4257-81C9-96A3325DFA12}" destId="{34DCF906-A0D2-48A3-9604-D6A1E5B4E398}" srcOrd="0" destOrd="0" presId="urn:microsoft.com/office/officeart/2005/8/layout/vList2"/>
    <dgm:cxn modelId="{82EB4C3E-53CB-4844-9D34-B8EC8B266988}" type="presOf" srcId="{AA5E4CD1-4EDD-4B55-9E46-5676CB18B063}" destId="{BE4D917D-ADDA-443A-B1DD-EB9B54C2F623}" srcOrd="0" destOrd="0" presId="urn:microsoft.com/office/officeart/2005/8/layout/vList2"/>
    <dgm:cxn modelId="{0DF7E042-98DE-41C1-B7E1-EFE2C95473F0}" srcId="{92C500E2-41E4-49DD-9657-4AA12D4007C9}" destId="{53BEC60A-29BA-4B01-84C2-6F99A6128D85}" srcOrd="2" destOrd="0" parTransId="{1ECF4260-B8D2-4F11-B9A8-7C4489B2F7D6}" sibTransId="{E668D18C-5CE0-4302-BDF4-ECE686FEAD8B}"/>
    <dgm:cxn modelId="{BF90F74A-C037-4B5E-85A2-C6716278F0B3}" srcId="{92C500E2-41E4-49DD-9657-4AA12D4007C9}" destId="{AA5E4CD1-4EDD-4B55-9E46-5676CB18B063}" srcOrd="0" destOrd="0" parTransId="{EAF5048F-EE4C-439C-B121-761C27F9EC3E}" sibTransId="{D525E804-5DBC-47DB-83EF-897634199352}"/>
    <dgm:cxn modelId="{153F918D-EA9F-4796-8333-C489014E34B4}" type="presOf" srcId="{92C500E2-41E4-49DD-9657-4AA12D4007C9}" destId="{43CF110E-14EA-4C86-996E-07A9CC3C22E9}" srcOrd="0" destOrd="0" presId="urn:microsoft.com/office/officeart/2005/8/layout/vList2"/>
    <dgm:cxn modelId="{8A4A87B7-969B-4016-BDEF-D6B580FD8BFE}" type="presOf" srcId="{53BEC60A-29BA-4B01-84C2-6F99A6128D85}" destId="{00EBC9F4-E839-42CB-A61E-592CC1CA1C72}" srcOrd="0" destOrd="0" presId="urn:microsoft.com/office/officeart/2005/8/layout/vList2"/>
    <dgm:cxn modelId="{EF0A67CD-2E78-47A5-975A-7527221F34B9}" srcId="{92C500E2-41E4-49DD-9657-4AA12D4007C9}" destId="{6F96DA26-82FB-4257-81C9-96A3325DFA12}" srcOrd="1" destOrd="0" parTransId="{7537D8C8-AF87-441B-895F-0305C177F1FC}" sibTransId="{EEF4EDF3-D370-413A-846E-6A9CFD19198E}"/>
    <dgm:cxn modelId="{E1D81947-2288-45DA-A9ED-D9A6083B09D7}" type="presParOf" srcId="{43CF110E-14EA-4C86-996E-07A9CC3C22E9}" destId="{BE4D917D-ADDA-443A-B1DD-EB9B54C2F623}" srcOrd="0" destOrd="0" presId="urn:microsoft.com/office/officeart/2005/8/layout/vList2"/>
    <dgm:cxn modelId="{E38B92CA-3660-407F-94FD-874900EC63ED}" type="presParOf" srcId="{43CF110E-14EA-4C86-996E-07A9CC3C22E9}" destId="{B80A1D41-DA9B-4506-9238-439D3707D42A}" srcOrd="1" destOrd="0" presId="urn:microsoft.com/office/officeart/2005/8/layout/vList2"/>
    <dgm:cxn modelId="{8A758C2D-D1F9-40C4-873D-F295527D699C}" type="presParOf" srcId="{43CF110E-14EA-4C86-996E-07A9CC3C22E9}" destId="{34DCF906-A0D2-48A3-9604-D6A1E5B4E398}" srcOrd="2" destOrd="0" presId="urn:microsoft.com/office/officeart/2005/8/layout/vList2"/>
    <dgm:cxn modelId="{E8F176A3-A177-4C7E-8B6F-B0C401639F38}" type="presParOf" srcId="{43CF110E-14EA-4C86-996E-07A9CC3C22E9}" destId="{BFDAC79C-C0B2-4BE3-BB8D-EEC5E011CEA7}" srcOrd="3" destOrd="0" presId="urn:microsoft.com/office/officeart/2005/8/layout/vList2"/>
    <dgm:cxn modelId="{5FBF34EC-1E6E-4473-806E-661BE24788EC}" type="presParOf" srcId="{43CF110E-14EA-4C86-996E-07A9CC3C22E9}" destId="{00EBC9F4-E839-42CB-A61E-592CC1CA1C72}" srcOrd="4"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0FE3148-38F2-413B-BF00-2808A46DB95A}" type="doc">
      <dgm:prSet loTypeId="urn:microsoft.com/office/officeart/2005/8/layout/list1" loCatId="list" qsTypeId="urn:microsoft.com/office/officeart/2005/8/quickstyle/simple1" qsCatId="simple" csTypeId="urn:microsoft.com/office/officeart/2005/8/colors/colorful5" csCatId="colorful" phldr="1"/>
      <dgm:spPr/>
      <dgm:t>
        <a:bodyPr/>
        <a:lstStyle/>
        <a:p>
          <a:endParaRPr lang="es-ES"/>
        </a:p>
      </dgm:t>
    </dgm:pt>
    <dgm:pt modelId="{449533B0-0C37-4D42-AEBF-FFC6DC3183FA}">
      <dgm:prSet/>
      <dgm:spPr/>
      <dgm:t>
        <a:bodyPr/>
        <a:lstStyle/>
        <a:p>
          <a:r>
            <a:rPr lang="es-ES" b="1" dirty="0"/>
            <a:t>FACTORES DE PRODUCCIÓN (INPUTS):</a:t>
          </a:r>
          <a:endParaRPr lang="es-ES" dirty="0"/>
        </a:p>
      </dgm:t>
    </dgm:pt>
    <dgm:pt modelId="{5E033F35-E35A-4270-A8A9-FD2815516ECF}" type="parTrans" cxnId="{AC2DB60A-2310-4CC3-AD13-4BD15B654A96}">
      <dgm:prSet/>
      <dgm:spPr/>
      <dgm:t>
        <a:bodyPr/>
        <a:lstStyle/>
        <a:p>
          <a:endParaRPr lang="es-ES"/>
        </a:p>
      </dgm:t>
    </dgm:pt>
    <dgm:pt modelId="{55A6C096-7643-4EDB-B71F-237415470A56}" type="sibTrans" cxnId="{AC2DB60A-2310-4CC3-AD13-4BD15B654A96}">
      <dgm:prSet/>
      <dgm:spPr/>
      <dgm:t>
        <a:bodyPr/>
        <a:lstStyle/>
        <a:p>
          <a:endParaRPr lang="es-ES"/>
        </a:p>
      </dgm:t>
    </dgm:pt>
    <dgm:pt modelId="{9B3CE4A9-F43A-4F4C-9154-FE1F6EB9AF65}">
      <dgm:prSet/>
      <dgm:spPr/>
      <dgm:t>
        <a:bodyPr/>
        <a:lstStyle/>
        <a:p>
          <a:r>
            <a:rPr lang="es-ES" dirty="0"/>
            <a:t>Son los inputs que se obtienen de diferentes fuentes de aprovisionamiento pertenecientes al entorno y que son necesarios para realizar el proceso de transformación.</a:t>
          </a:r>
          <a:endParaRPr lang="en-US" dirty="0"/>
        </a:p>
      </dgm:t>
    </dgm:pt>
    <dgm:pt modelId="{A2E54733-83B6-49B6-9D64-4E44871C21A2}" type="parTrans" cxnId="{5EC0FB71-A9C6-406A-9B56-D126EDD91CD6}">
      <dgm:prSet/>
      <dgm:spPr/>
      <dgm:t>
        <a:bodyPr/>
        <a:lstStyle/>
        <a:p>
          <a:endParaRPr lang="es-ES"/>
        </a:p>
      </dgm:t>
    </dgm:pt>
    <dgm:pt modelId="{1CA304E0-C294-4C55-80D5-A8CEC7CA25ED}" type="sibTrans" cxnId="{5EC0FB71-A9C6-406A-9B56-D126EDD91CD6}">
      <dgm:prSet/>
      <dgm:spPr/>
      <dgm:t>
        <a:bodyPr/>
        <a:lstStyle/>
        <a:p>
          <a:endParaRPr lang="es-ES"/>
        </a:p>
      </dgm:t>
    </dgm:pt>
    <dgm:pt modelId="{392DC9CB-8BCB-4AEE-8B46-D73A947CB172}">
      <dgm:prSet/>
      <dgm:spPr/>
      <dgm:t>
        <a:bodyPr/>
        <a:lstStyle/>
        <a:p>
          <a:r>
            <a:rPr lang="es-ES" b="1"/>
            <a:t>OUTPUTS:</a:t>
          </a:r>
          <a:endParaRPr lang="en-US"/>
        </a:p>
      </dgm:t>
    </dgm:pt>
    <dgm:pt modelId="{684DE4D2-E6DA-46DC-BB41-D13C42C5FFF2}" type="parTrans" cxnId="{727ECED4-6EAC-4377-976A-19066FCD7593}">
      <dgm:prSet/>
      <dgm:spPr/>
      <dgm:t>
        <a:bodyPr/>
        <a:lstStyle/>
        <a:p>
          <a:endParaRPr lang="es-ES"/>
        </a:p>
      </dgm:t>
    </dgm:pt>
    <dgm:pt modelId="{88D18392-B50E-48B7-9EBC-B7DD37FC061B}" type="sibTrans" cxnId="{727ECED4-6EAC-4377-976A-19066FCD7593}">
      <dgm:prSet/>
      <dgm:spPr/>
      <dgm:t>
        <a:bodyPr/>
        <a:lstStyle/>
        <a:p>
          <a:endParaRPr lang="es-ES"/>
        </a:p>
      </dgm:t>
    </dgm:pt>
    <dgm:pt modelId="{A2256D86-D5A2-4CDD-B6AF-154A79F0DCBE}">
      <dgm:prSet/>
      <dgm:spPr/>
      <dgm:t>
        <a:bodyPr/>
        <a:lstStyle/>
        <a:p>
          <a:r>
            <a:rPr lang="es-ES" dirty="0"/>
            <a:t>Son los bienes y/o servicios que se obtienen en el proceso productivo a través de un proceso de transformación determinado que combina los diferentes recursos en determinadas proporciones.</a:t>
          </a:r>
          <a:endParaRPr lang="en-US" dirty="0"/>
        </a:p>
      </dgm:t>
    </dgm:pt>
    <dgm:pt modelId="{BFE0E275-DA55-439D-850B-8A563B58972E}" type="parTrans" cxnId="{52C3AFBE-C9D0-49F6-A063-C7462745845D}">
      <dgm:prSet/>
      <dgm:spPr/>
      <dgm:t>
        <a:bodyPr/>
        <a:lstStyle/>
        <a:p>
          <a:endParaRPr lang="es-ES"/>
        </a:p>
      </dgm:t>
    </dgm:pt>
    <dgm:pt modelId="{5D023330-226A-404A-A0A0-90080839CB75}" type="sibTrans" cxnId="{52C3AFBE-C9D0-49F6-A063-C7462745845D}">
      <dgm:prSet/>
      <dgm:spPr/>
      <dgm:t>
        <a:bodyPr/>
        <a:lstStyle/>
        <a:p>
          <a:endParaRPr lang="es-ES"/>
        </a:p>
      </dgm:t>
    </dgm:pt>
    <dgm:pt modelId="{E9AAE035-EC3C-4754-9335-E869A033D423}">
      <dgm:prSet/>
      <dgm:spPr/>
      <dgm:t>
        <a:bodyPr/>
        <a:lstStyle/>
        <a:p>
          <a:r>
            <a:rPr lang="es-ES" b="1" dirty="0"/>
            <a:t>PROCESO DE TRANSFORMACIÓN:</a:t>
          </a:r>
          <a:endParaRPr lang="en-US" dirty="0"/>
        </a:p>
      </dgm:t>
    </dgm:pt>
    <dgm:pt modelId="{052B7955-A3F6-443C-BE2B-E93D283A4E90}" type="parTrans" cxnId="{8BD58457-C16D-45CA-A7B3-153B4BF692CA}">
      <dgm:prSet/>
      <dgm:spPr/>
      <dgm:t>
        <a:bodyPr/>
        <a:lstStyle/>
        <a:p>
          <a:endParaRPr lang="es-ES"/>
        </a:p>
      </dgm:t>
    </dgm:pt>
    <dgm:pt modelId="{8354FD4F-7887-4A24-9751-3A3898C393C5}" type="sibTrans" cxnId="{8BD58457-C16D-45CA-A7B3-153B4BF692CA}">
      <dgm:prSet/>
      <dgm:spPr/>
      <dgm:t>
        <a:bodyPr/>
        <a:lstStyle/>
        <a:p>
          <a:endParaRPr lang="es-ES"/>
        </a:p>
      </dgm:t>
    </dgm:pt>
    <dgm:pt modelId="{04DE9A3B-D4D3-4860-9C7E-D250AE9A09B3}">
      <dgm:prSet/>
      <dgm:spPr/>
      <dgm:t>
        <a:bodyPr/>
        <a:lstStyle/>
        <a:p>
          <a:r>
            <a:rPr lang="es-ES" dirty="0"/>
            <a:t>Forma de combinación de inputs que la empresa estima adecuada para la obtención de determinados outputs.</a:t>
          </a:r>
          <a:endParaRPr lang="en-US" dirty="0"/>
        </a:p>
      </dgm:t>
    </dgm:pt>
    <dgm:pt modelId="{356B0566-2B0E-48B0-A14B-862DCF8C728C}" type="parTrans" cxnId="{DC5594C7-04E5-455A-9C79-EB97EE89A53B}">
      <dgm:prSet/>
      <dgm:spPr/>
      <dgm:t>
        <a:bodyPr/>
        <a:lstStyle/>
        <a:p>
          <a:endParaRPr lang="es-ES"/>
        </a:p>
      </dgm:t>
    </dgm:pt>
    <dgm:pt modelId="{BDDDB5AC-CCEC-45AD-9F2C-8E579CB50980}" type="sibTrans" cxnId="{DC5594C7-04E5-455A-9C79-EB97EE89A53B}">
      <dgm:prSet/>
      <dgm:spPr/>
      <dgm:t>
        <a:bodyPr/>
        <a:lstStyle/>
        <a:p>
          <a:endParaRPr lang="es-ES"/>
        </a:p>
      </dgm:t>
    </dgm:pt>
    <dgm:pt modelId="{E72B5A3E-EB5A-4BE1-8787-57D3580CD848}">
      <dgm:prSet/>
      <dgm:spPr/>
      <dgm:t>
        <a:bodyPr/>
        <a:lstStyle/>
        <a:p>
          <a:r>
            <a:rPr lang="es-ES" dirty="0"/>
            <a:t>La </a:t>
          </a:r>
          <a:r>
            <a:rPr lang="es-ES" b="1" dirty="0">
              <a:solidFill>
                <a:schemeClr val="accent1">
                  <a:lumMod val="50000"/>
                </a:schemeClr>
              </a:solidFill>
            </a:rPr>
            <a:t>eficiencia</a:t>
          </a:r>
          <a:r>
            <a:rPr lang="es-ES" dirty="0"/>
            <a:t> de la función de producción puede medirse a través de la relación entre output e inputs necesarios para conseguirlo.</a:t>
          </a:r>
          <a:endParaRPr lang="en-US" dirty="0"/>
        </a:p>
      </dgm:t>
    </dgm:pt>
    <dgm:pt modelId="{AAB74F39-37AF-4513-BBF1-F9B52CD72546}" type="parTrans" cxnId="{4E4280AB-59A8-4F1F-90E8-20C40BA96EB4}">
      <dgm:prSet/>
      <dgm:spPr/>
      <dgm:t>
        <a:bodyPr/>
        <a:lstStyle/>
        <a:p>
          <a:endParaRPr lang="es-ES"/>
        </a:p>
      </dgm:t>
    </dgm:pt>
    <dgm:pt modelId="{D23B34C2-9599-4186-B17C-AA18BC5D39D1}" type="sibTrans" cxnId="{4E4280AB-59A8-4F1F-90E8-20C40BA96EB4}">
      <dgm:prSet/>
      <dgm:spPr/>
      <dgm:t>
        <a:bodyPr/>
        <a:lstStyle/>
        <a:p>
          <a:endParaRPr lang="es-ES"/>
        </a:p>
      </dgm:t>
    </dgm:pt>
    <dgm:pt modelId="{CD8B9BED-B086-4C7A-9CDB-2899C2BEC64F}" type="pres">
      <dgm:prSet presAssocID="{40FE3148-38F2-413B-BF00-2808A46DB95A}" presName="linear" presStyleCnt="0">
        <dgm:presLayoutVars>
          <dgm:dir/>
          <dgm:animLvl val="lvl"/>
          <dgm:resizeHandles val="exact"/>
        </dgm:presLayoutVars>
      </dgm:prSet>
      <dgm:spPr/>
    </dgm:pt>
    <dgm:pt modelId="{FD64A3FF-BFA3-4AF9-8C6E-7B0A3E3967A5}" type="pres">
      <dgm:prSet presAssocID="{449533B0-0C37-4D42-AEBF-FFC6DC3183FA}" presName="parentLin" presStyleCnt="0"/>
      <dgm:spPr/>
    </dgm:pt>
    <dgm:pt modelId="{D182A848-F731-4612-AC5B-683168F5A46C}" type="pres">
      <dgm:prSet presAssocID="{449533B0-0C37-4D42-AEBF-FFC6DC3183FA}" presName="parentLeftMargin" presStyleLbl="node1" presStyleIdx="0" presStyleCnt="3"/>
      <dgm:spPr/>
    </dgm:pt>
    <dgm:pt modelId="{32AC16E0-DBDA-457F-987E-D5EE920EE445}" type="pres">
      <dgm:prSet presAssocID="{449533B0-0C37-4D42-AEBF-FFC6DC3183FA}" presName="parentText" presStyleLbl="node1" presStyleIdx="0" presStyleCnt="3">
        <dgm:presLayoutVars>
          <dgm:chMax val="0"/>
          <dgm:bulletEnabled val="1"/>
        </dgm:presLayoutVars>
      </dgm:prSet>
      <dgm:spPr/>
    </dgm:pt>
    <dgm:pt modelId="{EC1276D7-3522-438B-92F5-6958D0E64FB1}" type="pres">
      <dgm:prSet presAssocID="{449533B0-0C37-4D42-AEBF-FFC6DC3183FA}" presName="negativeSpace" presStyleCnt="0"/>
      <dgm:spPr/>
    </dgm:pt>
    <dgm:pt modelId="{CB31E227-B72C-46ED-8493-661929CB32AF}" type="pres">
      <dgm:prSet presAssocID="{449533B0-0C37-4D42-AEBF-FFC6DC3183FA}" presName="childText" presStyleLbl="conFgAcc1" presStyleIdx="0" presStyleCnt="3">
        <dgm:presLayoutVars>
          <dgm:bulletEnabled val="1"/>
        </dgm:presLayoutVars>
      </dgm:prSet>
      <dgm:spPr/>
    </dgm:pt>
    <dgm:pt modelId="{8E8B0A20-37D1-416B-8A22-FC318D252A71}" type="pres">
      <dgm:prSet presAssocID="{55A6C096-7643-4EDB-B71F-237415470A56}" presName="spaceBetweenRectangles" presStyleCnt="0"/>
      <dgm:spPr/>
    </dgm:pt>
    <dgm:pt modelId="{29A7B19A-1E1A-4B85-9AF1-831D7317824C}" type="pres">
      <dgm:prSet presAssocID="{392DC9CB-8BCB-4AEE-8B46-D73A947CB172}" presName="parentLin" presStyleCnt="0"/>
      <dgm:spPr/>
    </dgm:pt>
    <dgm:pt modelId="{277F2955-075B-4C94-8406-722EA905AD8A}" type="pres">
      <dgm:prSet presAssocID="{392DC9CB-8BCB-4AEE-8B46-D73A947CB172}" presName="parentLeftMargin" presStyleLbl="node1" presStyleIdx="0" presStyleCnt="3"/>
      <dgm:spPr/>
    </dgm:pt>
    <dgm:pt modelId="{C5E4BE36-1B4A-4D83-B7CF-180AD525F501}" type="pres">
      <dgm:prSet presAssocID="{392DC9CB-8BCB-4AEE-8B46-D73A947CB172}" presName="parentText" presStyleLbl="node1" presStyleIdx="1" presStyleCnt="3">
        <dgm:presLayoutVars>
          <dgm:chMax val="0"/>
          <dgm:bulletEnabled val="1"/>
        </dgm:presLayoutVars>
      </dgm:prSet>
      <dgm:spPr/>
    </dgm:pt>
    <dgm:pt modelId="{1C71E1FB-52F2-407A-ADA7-46EDE86AB3C9}" type="pres">
      <dgm:prSet presAssocID="{392DC9CB-8BCB-4AEE-8B46-D73A947CB172}" presName="negativeSpace" presStyleCnt="0"/>
      <dgm:spPr/>
    </dgm:pt>
    <dgm:pt modelId="{A12BF955-68B0-4A4F-835D-4C48ABBB7CAB}" type="pres">
      <dgm:prSet presAssocID="{392DC9CB-8BCB-4AEE-8B46-D73A947CB172}" presName="childText" presStyleLbl="conFgAcc1" presStyleIdx="1" presStyleCnt="3">
        <dgm:presLayoutVars>
          <dgm:bulletEnabled val="1"/>
        </dgm:presLayoutVars>
      </dgm:prSet>
      <dgm:spPr/>
    </dgm:pt>
    <dgm:pt modelId="{854098FC-633D-4469-945A-C3E6C70A54AB}" type="pres">
      <dgm:prSet presAssocID="{88D18392-B50E-48B7-9EBC-B7DD37FC061B}" presName="spaceBetweenRectangles" presStyleCnt="0"/>
      <dgm:spPr/>
    </dgm:pt>
    <dgm:pt modelId="{35CC043B-C19B-422D-9D9C-380A05451018}" type="pres">
      <dgm:prSet presAssocID="{E9AAE035-EC3C-4754-9335-E869A033D423}" presName="parentLin" presStyleCnt="0"/>
      <dgm:spPr/>
    </dgm:pt>
    <dgm:pt modelId="{6F251084-C9A5-49D8-945B-855F23149F1C}" type="pres">
      <dgm:prSet presAssocID="{E9AAE035-EC3C-4754-9335-E869A033D423}" presName="parentLeftMargin" presStyleLbl="node1" presStyleIdx="1" presStyleCnt="3"/>
      <dgm:spPr/>
    </dgm:pt>
    <dgm:pt modelId="{625030B0-C229-41E8-80AA-5B03D185E899}" type="pres">
      <dgm:prSet presAssocID="{E9AAE035-EC3C-4754-9335-E869A033D423}" presName="parentText" presStyleLbl="node1" presStyleIdx="2" presStyleCnt="3">
        <dgm:presLayoutVars>
          <dgm:chMax val="0"/>
          <dgm:bulletEnabled val="1"/>
        </dgm:presLayoutVars>
      </dgm:prSet>
      <dgm:spPr/>
    </dgm:pt>
    <dgm:pt modelId="{0F011C37-ED91-44EF-A58B-ED6C2CF6B31F}" type="pres">
      <dgm:prSet presAssocID="{E9AAE035-EC3C-4754-9335-E869A033D423}" presName="negativeSpace" presStyleCnt="0"/>
      <dgm:spPr/>
    </dgm:pt>
    <dgm:pt modelId="{2D58AD72-3818-465D-8114-AAF2A683D2CB}" type="pres">
      <dgm:prSet presAssocID="{E9AAE035-EC3C-4754-9335-E869A033D423}" presName="childText" presStyleLbl="conFgAcc1" presStyleIdx="2" presStyleCnt="3">
        <dgm:presLayoutVars>
          <dgm:bulletEnabled val="1"/>
        </dgm:presLayoutVars>
      </dgm:prSet>
      <dgm:spPr/>
    </dgm:pt>
  </dgm:ptLst>
  <dgm:cxnLst>
    <dgm:cxn modelId="{7FA9B608-B5E4-46AC-B014-F71950A8303B}" type="presOf" srcId="{449533B0-0C37-4D42-AEBF-FFC6DC3183FA}" destId="{32AC16E0-DBDA-457F-987E-D5EE920EE445}" srcOrd="1" destOrd="0" presId="urn:microsoft.com/office/officeart/2005/8/layout/list1"/>
    <dgm:cxn modelId="{AC2DB60A-2310-4CC3-AD13-4BD15B654A96}" srcId="{40FE3148-38F2-413B-BF00-2808A46DB95A}" destId="{449533B0-0C37-4D42-AEBF-FFC6DC3183FA}" srcOrd="0" destOrd="0" parTransId="{5E033F35-E35A-4270-A8A9-FD2815516ECF}" sibTransId="{55A6C096-7643-4EDB-B71F-237415470A56}"/>
    <dgm:cxn modelId="{1DDC210B-FB07-4D6B-95BD-1C9C753279B5}" type="presOf" srcId="{392DC9CB-8BCB-4AEE-8B46-D73A947CB172}" destId="{C5E4BE36-1B4A-4D83-B7CF-180AD525F501}" srcOrd="1" destOrd="0" presId="urn:microsoft.com/office/officeart/2005/8/layout/list1"/>
    <dgm:cxn modelId="{6717F82A-ED7B-41E9-9D23-84019F4E08D8}" type="presOf" srcId="{E9AAE035-EC3C-4754-9335-E869A033D423}" destId="{625030B0-C229-41E8-80AA-5B03D185E899}" srcOrd="1" destOrd="0" presId="urn:microsoft.com/office/officeart/2005/8/layout/list1"/>
    <dgm:cxn modelId="{DB35262D-3E25-408E-8FA5-D64D3DA0FC8D}" type="presOf" srcId="{40FE3148-38F2-413B-BF00-2808A46DB95A}" destId="{CD8B9BED-B086-4C7A-9CDB-2899C2BEC64F}" srcOrd="0" destOrd="0" presId="urn:microsoft.com/office/officeart/2005/8/layout/list1"/>
    <dgm:cxn modelId="{FF3B4731-A7F3-46E8-A62E-27922ABA9926}" type="presOf" srcId="{9B3CE4A9-F43A-4F4C-9154-FE1F6EB9AF65}" destId="{CB31E227-B72C-46ED-8493-661929CB32AF}" srcOrd="0" destOrd="0" presId="urn:microsoft.com/office/officeart/2005/8/layout/list1"/>
    <dgm:cxn modelId="{02235F5D-A8DE-4C37-9183-A717CEBF9DC2}" type="presOf" srcId="{E9AAE035-EC3C-4754-9335-E869A033D423}" destId="{6F251084-C9A5-49D8-945B-855F23149F1C}" srcOrd="0" destOrd="0" presId="urn:microsoft.com/office/officeart/2005/8/layout/list1"/>
    <dgm:cxn modelId="{08C4B749-9430-4C52-A8C1-B744AD656D2C}" type="presOf" srcId="{E72B5A3E-EB5A-4BE1-8787-57D3580CD848}" destId="{2D58AD72-3818-465D-8114-AAF2A683D2CB}" srcOrd="0" destOrd="1" presId="urn:microsoft.com/office/officeart/2005/8/layout/list1"/>
    <dgm:cxn modelId="{5EC0FB71-A9C6-406A-9B56-D126EDD91CD6}" srcId="{449533B0-0C37-4D42-AEBF-FFC6DC3183FA}" destId="{9B3CE4A9-F43A-4F4C-9154-FE1F6EB9AF65}" srcOrd="0" destOrd="0" parTransId="{A2E54733-83B6-49B6-9D64-4E44871C21A2}" sibTransId="{1CA304E0-C294-4C55-80D5-A8CEC7CA25ED}"/>
    <dgm:cxn modelId="{8BD58457-C16D-45CA-A7B3-153B4BF692CA}" srcId="{40FE3148-38F2-413B-BF00-2808A46DB95A}" destId="{E9AAE035-EC3C-4754-9335-E869A033D423}" srcOrd="2" destOrd="0" parTransId="{052B7955-A3F6-443C-BE2B-E93D283A4E90}" sibTransId="{8354FD4F-7887-4A24-9751-3A3898C393C5}"/>
    <dgm:cxn modelId="{D98D677A-640E-490E-9E50-92ED96CD3694}" type="presOf" srcId="{392DC9CB-8BCB-4AEE-8B46-D73A947CB172}" destId="{277F2955-075B-4C94-8406-722EA905AD8A}" srcOrd="0" destOrd="0" presId="urn:microsoft.com/office/officeart/2005/8/layout/list1"/>
    <dgm:cxn modelId="{F304D17E-2CBF-4448-AA49-4A50FE934E0F}" type="presOf" srcId="{449533B0-0C37-4D42-AEBF-FFC6DC3183FA}" destId="{D182A848-F731-4612-AC5B-683168F5A46C}" srcOrd="0" destOrd="0" presId="urn:microsoft.com/office/officeart/2005/8/layout/list1"/>
    <dgm:cxn modelId="{F8DB4798-99B0-49C9-B491-4C4C0F584C87}" type="presOf" srcId="{A2256D86-D5A2-4CDD-B6AF-154A79F0DCBE}" destId="{A12BF955-68B0-4A4F-835D-4C48ABBB7CAB}" srcOrd="0" destOrd="0" presId="urn:microsoft.com/office/officeart/2005/8/layout/list1"/>
    <dgm:cxn modelId="{4E4280AB-59A8-4F1F-90E8-20C40BA96EB4}" srcId="{E9AAE035-EC3C-4754-9335-E869A033D423}" destId="{E72B5A3E-EB5A-4BE1-8787-57D3580CD848}" srcOrd="1" destOrd="0" parTransId="{AAB74F39-37AF-4513-BBF1-F9B52CD72546}" sibTransId="{D23B34C2-9599-4186-B17C-AA18BC5D39D1}"/>
    <dgm:cxn modelId="{52C3AFBE-C9D0-49F6-A063-C7462745845D}" srcId="{392DC9CB-8BCB-4AEE-8B46-D73A947CB172}" destId="{A2256D86-D5A2-4CDD-B6AF-154A79F0DCBE}" srcOrd="0" destOrd="0" parTransId="{BFE0E275-DA55-439D-850B-8A563B58972E}" sibTransId="{5D023330-226A-404A-A0A0-90080839CB75}"/>
    <dgm:cxn modelId="{DC5594C7-04E5-455A-9C79-EB97EE89A53B}" srcId="{E9AAE035-EC3C-4754-9335-E869A033D423}" destId="{04DE9A3B-D4D3-4860-9C7E-D250AE9A09B3}" srcOrd="0" destOrd="0" parTransId="{356B0566-2B0E-48B0-A14B-862DCF8C728C}" sibTransId="{BDDDB5AC-CCEC-45AD-9F2C-8E579CB50980}"/>
    <dgm:cxn modelId="{727ECED4-6EAC-4377-976A-19066FCD7593}" srcId="{40FE3148-38F2-413B-BF00-2808A46DB95A}" destId="{392DC9CB-8BCB-4AEE-8B46-D73A947CB172}" srcOrd="1" destOrd="0" parTransId="{684DE4D2-E6DA-46DC-BB41-D13C42C5FFF2}" sibTransId="{88D18392-B50E-48B7-9EBC-B7DD37FC061B}"/>
    <dgm:cxn modelId="{BE82CFDC-F9C8-4BA6-B328-B1F59725F8BA}" type="presOf" srcId="{04DE9A3B-D4D3-4860-9C7E-D250AE9A09B3}" destId="{2D58AD72-3818-465D-8114-AAF2A683D2CB}" srcOrd="0" destOrd="0" presId="urn:microsoft.com/office/officeart/2005/8/layout/list1"/>
    <dgm:cxn modelId="{8B96E3D0-96D5-469F-9020-922A9FB6EBEC}" type="presParOf" srcId="{CD8B9BED-B086-4C7A-9CDB-2899C2BEC64F}" destId="{FD64A3FF-BFA3-4AF9-8C6E-7B0A3E3967A5}" srcOrd="0" destOrd="0" presId="urn:microsoft.com/office/officeart/2005/8/layout/list1"/>
    <dgm:cxn modelId="{E202E307-9915-42ED-982B-BF843D40D04F}" type="presParOf" srcId="{FD64A3FF-BFA3-4AF9-8C6E-7B0A3E3967A5}" destId="{D182A848-F731-4612-AC5B-683168F5A46C}" srcOrd="0" destOrd="0" presId="urn:microsoft.com/office/officeart/2005/8/layout/list1"/>
    <dgm:cxn modelId="{BF6EFC20-A277-4515-A7D3-8FA07BA28DEE}" type="presParOf" srcId="{FD64A3FF-BFA3-4AF9-8C6E-7B0A3E3967A5}" destId="{32AC16E0-DBDA-457F-987E-D5EE920EE445}" srcOrd="1" destOrd="0" presId="urn:microsoft.com/office/officeart/2005/8/layout/list1"/>
    <dgm:cxn modelId="{418F8C67-84BB-494A-B565-A31AA63E8F17}" type="presParOf" srcId="{CD8B9BED-B086-4C7A-9CDB-2899C2BEC64F}" destId="{EC1276D7-3522-438B-92F5-6958D0E64FB1}" srcOrd="1" destOrd="0" presId="urn:microsoft.com/office/officeart/2005/8/layout/list1"/>
    <dgm:cxn modelId="{EA1A4332-B103-4181-B1B2-5748C0246DE7}" type="presParOf" srcId="{CD8B9BED-B086-4C7A-9CDB-2899C2BEC64F}" destId="{CB31E227-B72C-46ED-8493-661929CB32AF}" srcOrd="2" destOrd="0" presId="urn:microsoft.com/office/officeart/2005/8/layout/list1"/>
    <dgm:cxn modelId="{82A71885-FDAA-4585-A2E0-02594617B71E}" type="presParOf" srcId="{CD8B9BED-B086-4C7A-9CDB-2899C2BEC64F}" destId="{8E8B0A20-37D1-416B-8A22-FC318D252A71}" srcOrd="3" destOrd="0" presId="urn:microsoft.com/office/officeart/2005/8/layout/list1"/>
    <dgm:cxn modelId="{285588AF-02FB-42C8-B871-9D998ACB0A07}" type="presParOf" srcId="{CD8B9BED-B086-4C7A-9CDB-2899C2BEC64F}" destId="{29A7B19A-1E1A-4B85-9AF1-831D7317824C}" srcOrd="4" destOrd="0" presId="urn:microsoft.com/office/officeart/2005/8/layout/list1"/>
    <dgm:cxn modelId="{1B3A064C-3911-4D1C-982F-AC0D58091BEE}" type="presParOf" srcId="{29A7B19A-1E1A-4B85-9AF1-831D7317824C}" destId="{277F2955-075B-4C94-8406-722EA905AD8A}" srcOrd="0" destOrd="0" presId="urn:microsoft.com/office/officeart/2005/8/layout/list1"/>
    <dgm:cxn modelId="{17AFCA64-D5A7-4ECD-8D61-2872C3FDCE53}" type="presParOf" srcId="{29A7B19A-1E1A-4B85-9AF1-831D7317824C}" destId="{C5E4BE36-1B4A-4D83-B7CF-180AD525F501}" srcOrd="1" destOrd="0" presId="urn:microsoft.com/office/officeart/2005/8/layout/list1"/>
    <dgm:cxn modelId="{11713599-0F77-411D-B656-16D8DEE450C4}" type="presParOf" srcId="{CD8B9BED-B086-4C7A-9CDB-2899C2BEC64F}" destId="{1C71E1FB-52F2-407A-ADA7-46EDE86AB3C9}" srcOrd="5" destOrd="0" presId="urn:microsoft.com/office/officeart/2005/8/layout/list1"/>
    <dgm:cxn modelId="{03360585-A18D-4D48-BA93-AD412A81CF94}" type="presParOf" srcId="{CD8B9BED-B086-4C7A-9CDB-2899C2BEC64F}" destId="{A12BF955-68B0-4A4F-835D-4C48ABBB7CAB}" srcOrd="6" destOrd="0" presId="urn:microsoft.com/office/officeart/2005/8/layout/list1"/>
    <dgm:cxn modelId="{AE63C261-BE80-4991-8043-6D63898EE89C}" type="presParOf" srcId="{CD8B9BED-B086-4C7A-9CDB-2899C2BEC64F}" destId="{854098FC-633D-4469-945A-C3E6C70A54AB}" srcOrd="7" destOrd="0" presId="urn:microsoft.com/office/officeart/2005/8/layout/list1"/>
    <dgm:cxn modelId="{A40FC52B-6A3A-44D1-8E24-5FFBDB1FC10C}" type="presParOf" srcId="{CD8B9BED-B086-4C7A-9CDB-2899C2BEC64F}" destId="{35CC043B-C19B-422D-9D9C-380A05451018}" srcOrd="8" destOrd="0" presId="urn:microsoft.com/office/officeart/2005/8/layout/list1"/>
    <dgm:cxn modelId="{C3C8A631-9339-4727-B0E1-978CE53AE806}" type="presParOf" srcId="{35CC043B-C19B-422D-9D9C-380A05451018}" destId="{6F251084-C9A5-49D8-945B-855F23149F1C}" srcOrd="0" destOrd="0" presId="urn:microsoft.com/office/officeart/2005/8/layout/list1"/>
    <dgm:cxn modelId="{264E0235-F55D-4A75-99A5-DFAFD8CAFE9A}" type="presParOf" srcId="{35CC043B-C19B-422D-9D9C-380A05451018}" destId="{625030B0-C229-41E8-80AA-5B03D185E899}" srcOrd="1" destOrd="0" presId="urn:microsoft.com/office/officeart/2005/8/layout/list1"/>
    <dgm:cxn modelId="{AD44875D-2C05-4C4C-85AD-42ADBD1668D7}" type="presParOf" srcId="{CD8B9BED-B086-4C7A-9CDB-2899C2BEC64F}" destId="{0F011C37-ED91-44EF-A58B-ED6C2CF6B31F}" srcOrd="9" destOrd="0" presId="urn:microsoft.com/office/officeart/2005/8/layout/list1"/>
    <dgm:cxn modelId="{6BCDD402-A6DB-490E-A962-30BE5DD34FE6}" type="presParOf" srcId="{CD8B9BED-B086-4C7A-9CDB-2899C2BEC64F}" destId="{2D58AD72-3818-465D-8114-AAF2A683D2CB}" srcOrd="10"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CA908E4-78CA-4E5D-A520-90D5288EADF8}" type="doc">
      <dgm:prSet loTypeId="urn:microsoft.com/office/officeart/2005/8/layout/process2" loCatId="process" qsTypeId="urn:microsoft.com/office/officeart/2005/8/quickstyle/simple1" qsCatId="simple" csTypeId="urn:microsoft.com/office/officeart/2005/8/colors/colorful5" csCatId="colorful" phldr="1"/>
      <dgm:spPr/>
    </dgm:pt>
    <dgm:pt modelId="{F0C0C34C-EB6C-4290-90CD-B2B62BA17343}">
      <dgm:prSet/>
      <dgm:spPr/>
      <dgm:t>
        <a:bodyPr/>
        <a:lstStyle/>
        <a:p>
          <a:r>
            <a:rPr lang="es-ES" b="1" u="none" dirty="0"/>
            <a:t>INPUT</a:t>
          </a:r>
          <a:endParaRPr lang="es-ES" dirty="0"/>
        </a:p>
      </dgm:t>
    </dgm:pt>
    <dgm:pt modelId="{0D6ECE5A-0702-46E7-8264-CA0A06B4BD26}" type="parTrans" cxnId="{F5DA88D9-1253-4112-9525-BF62B89F1029}">
      <dgm:prSet/>
      <dgm:spPr/>
      <dgm:t>
        <a:bodyPr/>
        <a:lstStyle/>
        <a:p>
          <a:endParaRPr lang="es-ES"/>
        </a:p>
      </dgm:t>
    </dgm:pt>
    <dgm:pt modelId="{ADA9CA35-EAE5-464C-AF16-39575D1DE97E}" type="sibTrans" cxnId="{F5DA88D9-1253-4112-9525-BF62B89F1029}">
      <dgm:prSet/>
      <dgm:spPr/>
      <dgm:t>
        <a:bodyPr/>
        <a:lstStyle/>
        <a:p>
          <a:endParaRPr lang="es-ES"/>
        </a:p>
      </dgm:t>
    </dgm:pt>
    <dgm:pt modelId="{1F988440-29A0-47BE-B645-E02BBCBEEC98}">
      <dgm:prSet custT="1"/>
      <dgm:spPr/>
      <dgm:t>
        <a:bodyPr/>
        <a:lstStyle/>
        <a:p>
          <a:r>
            <a:rPr lang="es-ES" sz="1000" b="1">
              <a:latin typeface="Comic Sans MS" pitchFamily="66" charset="0"/>
              <a:cs typeface="Arial" charset="0"/>
            </a:rPr>
            <a:t>Materia prima</a:t>
          </a:r>
        </a:p>
        <a:p>
          <a:r>
            <a:rPr lang="es-ES" sz="1000" b="1">
              <a:latin typeface="Comic Sans MS" pitchFamily="66" charset="0"/>
              <a:cs typeface="Arial" charset="0"/>
            </a:rPr>
            <a:t>Terrenos</a:t>
          </a:r>
        </a:p>
        <a:p>
          <a:r>
            <a:rPr lang="es-ES" sz="1000" b="1">
              <a:latin typeface="Comic Sans MS" pitchFamily="66" charset="0"/>
              <a:cs typeface="Arial" charset="0"/>
            </a:rPr>
            <a:t>Maquinaria</a:t>
          </a:r>
        </a:p>
        <a:p>
          <a:r>
            <a:rPr lang="es-ES" sz="1000" b="1">
              <a:latin typeface="Comic Sans MS" pitchFamily="66" charset="0"/>
              <a:cs typeface="Arial" charset="0"/>
            </a:rPr>
            <a:t>Personal</a:t>
          </a:r>
        </a:p>
        <a:p>
          <a:r>
            <a:rPr lang="es-ES" sz="1000" b="1">
              <a:latin typeface="Comic Sans MS" pitchFamily="66" charset="0"/>
              <a:cs typeface="Arial" charset="0"/>
            </a:rPr>
            <a:t>Capital</a:t>
          </a:r>
        </a:p>
        <a:p>
          <a:r>
            <a:rPr lang="es-ES" sz="1000" b="1">
              <a:latin typeface="Comic Sans MS" pitchFamily="66" charset="0"/>
              <a:cs typeface="Arial" charset="0"/>
            </a:rPr>
            <a:t>Tecnología</a:t>
          </a:r>
        </a:p>
        <a:p>
          <a:r>
            <a:rPr lang="es-ES" sz="1000" b="1">
              <a:latin typeface="Comic Sans MS" pitchFamily="66" charset="0"/>
              <a:cs typeface="Arial" charset="0"/>
            </a:rPr>
            <a:t>Información</a:t>
          </a:r>
          <a:endParaRPr lang="es-ES" sz="1000" b="1" dirty="0"/>
        </a:p>
      </dgm:t>
    </dgm:pt>
    <dgm:pt modelId="{F3D67652-D913-4E7D-B443-0E72F9DD94F4}" type="parTrans" cxnId="{34202A3E-79E9-4400-9E7F-598E6E3BD717}">
      <dgm:prSet/>
      <dgm:spPr/>
      <dgm:t>
        <a:bodyPr/>
        <a:lstStyle/>
        <a:p>
          <a:endParaRPr lang="es-ES"/>
        </a:p>
      </dgm:t>
    </dgm:pt>
    <dgm:pt modelId="{F5B2BCD9-DCD3-40A1-AAFA-A187CD81E05D}" type="sibTrans" cxnId="{34202A3E-79E9-4400-9E7F-598E6E3BD717}">
      <dgm:prSet/>
      <dgm:spPr/>
      <dgm:t>
        <a:bodyPr/>
        <a:lstStyle/>
        <a:p>
          <a:endParaRPr lang="es-ES"/>
        </a:p>
      </dgm:t>
    </dgm:pt>
    <dgm:pt modelId="{E2F327C6-B929-47F8-A483-A984E1FBD8F1}">
      <dgm:prSet/>
      <dgm:spPr/>
      <dgm:t>
        <a:bodyPr/>
        <a:lstStyle/>
        <a:p>
          <a:r>
            <a:rPr lang="es-ES" b="1" u="none" dirty="0"/>
            <a:t>TRANSFORMACIÓN</a:t>
          </a:r>
          <a:endParaRPr lang="es-ES" u="none" dirty="0"/>
        </a:p>
      </dgm:t>
    </dgm:pt>
    <dgm:pt modelId="{C5989B69-EDC4-47D6-93D6-6D093E6C3FAA}" type="parTrans" cxnId="{3E99CCBA-A72E-4D9D-A860-D41161C40BAA}">
      <dgm:prSet/>
      <dgm:spPr/>
      <dgm:t>
        <a:bodyPr/>
        <a:lstStyle/>
        <a:p>
          <a:endParaRPr lang="es-ES"/>
        </a:p>
      </dgm:t>
    </dgm:pt>
    <dgm:pt modelId="{98CC1D76-5BD4-45AC-9802-5602C12A2555}" type="sibTrans" cxnId="{3E99CCBA-A72E-4D9D-A860-D41161C40BAA}">
      <dgm:prSet/>
      <dgm:spPr/>
      <dgm:t>
        <a:bodyPr/>
        <a:lstStyle/>
        <a:p>
          <a:endParaRPr lang="es-ES"/>
        </a:p>
      </dgm:t>
    </dgm:pt>
    <dgm:pt modelId="{2C85B853-3C1A-4FD9-8958-EBB55EB29F4D}" type="pres">
      <dgm:prSet presAssocID="{FCA908E4-78CA-4E5D-A520-90D5288EADF8}" presName="linearFlow" presStyleCnt="0">
        <dgm:presLayoutVars>
          <dgm:resizeHandles val="exact"/>
        </dgm:presLayoutVars>
      </dgm:prSet>
      <dgm:spPr/>
    </dgm:pt>
    <dgm:pt modelId="{BA4BBEF9-90AA-4302-8C10-C4935FDE54BF}" type="pres">
      <dgm:prSet presAssocID="{F0C0C34C-EB6C-4290-90CD-B2B62BA17343}" presName="node" presStyleLbl="node1" presStyleIdx="0" presStyleCnt="3">
        <dgm:presLayoutVars>
          <dgm:bulletEnabled val="1"/>
        </dgm:presLayoutVars>
      </dgm:prSet>
      <dgm:spPr/>
    </dgm:pt>
    <dgm:pt modelId="{D6977C9D-00BE-4E8F-9502-E8A43BB9FC18}" type="pres">
      <dgm:prSet presAssocID="{ADA9CA35-EAE5-464C-AF16-39575D1DE97E}" presName="sibTrans" presStyleLbl="sibTrans2D1" presStyleIdx="0" presStyleCnt="2"/>
      <dgm:spPr/>
    </dgm:pt>
    <dgm:pt modelId="{9CE66529-AF0B-4EB2-B334-81953ABC4C34}" type="pres">
      <dgm:prSet presAssocID="{ADA9CA35-EAE5-464C-AF16-39575D1DE97E}" presName="connectorText" presStyleLbl="sibTrans2D1" presStyleIdx="0" presStyleCnt="2"/>
      <dgm:spPr/>
    </dgm:pt>
    <dgm:pt modelId="{BDBCF339-563E-40B9-879F-29B0578F1152}" type="pres">
      <dgm:prSet presAssocID="{1F988440-29A0-47BE-B645-E02BBCBEEC98}" presName="node" presStyleLbl="node1" presStyleIdx="1" presStyleCnt="3" custScaleX="161051" custScaleY="161051" custLinFactNeighborY="1844">
        <dgm:presLayoutVars>
          <dgm:bulletEnabled val="1"/>
        </dgm:presLayoutVars>
      </dgm:prSet>
      <dgm:spPr/>
    </dgm:pt>
    <dgm:pt modelId="{2E6BC670-6662-4870-BD5A-D1985461D1EB}" type="pres">
      <dgm:prSet presAssocID="{F5B2BCD9-DCD3-40A1-AAFA-A187CD81E05D}" presName="sibTrans" presStyleLbl="sibTrans2D1" presStyleIdx="1" presStyleCnt="2"/>
      <dgm:spPr/>
    </dgm:pt>
    <dgm:pt modelId="{AD72C9AB-965C-4E74-9568-70554F8DBA53}" type="pres">
      <dgm:prSet presAssocID="{F5B2BCD9-DCD3-40A1-AAFA-A187CD81E05D}" presName="connectorText" presStyleLbl="sibTrans2D1" presStyleIdx="1" presStyleCnt="2"/>
      <dgm:spPr/>
    </dgm:pt>
    <dgm:pt modelId="{EEE9FEDC-8056-435F-912B-E57A4CB65960}" type="pres">
      <dgm:prSet presAssocID="{E2F327C6-B929-47F8-A483-A984E1FBD8F1}" presName="node" presStyleLbl="node1" presStyleIdx="2" presStyleCnt="3">
        <dgm:presLayoutVars>
          <dgm:bulletEnabled val="1"/>
        </dgm:presLayoutVars>
      </dgm:prSet>
      <dgm:spPr/>
    </dgm:pt>
  </dgm:ptLst>
  <dgm:cxnLst>
    <dgm:cxn modelId="{80330F21-64EC-4A50-8765-053E5AB825A9}" type="presOf" srcId="{F5B2BCD9-DCD3-40A1-AAFA-A187CD81E05D}" destId="{AD72C9AB-965C-4E74-9568-70554F8DBA53}" srcOrd="1" destOrd="0" presId="urn:microsoft.com/office/officeart/2005/8/layout/process2"/>
    <dgm:cxn modelId="{000CCD24-3856-41D5-81FC-0085D7F8A6A8}" type="presOf" srcId="{E2F327C6-B929-47F8-A483-A984E1FBD8F1}" destId="{EEE9FEDC-8056-435F-912B-E57A4CB65960}" srcOrd="0" destOrd="0" presId="urn:microsoft.com/office/officeart/2005/8/layout/process2"/>
    <dgm:cxn modelId="{13A57D27-1BB8-45E4-9574-A1AD1A37BADF}" type="presOf" srcId="{FCA908E4-78CA-4E5D-A520-90D5288EADF8}" destId="{2C85B853-3C1A-4FD9-8958-EBB55EB29F4D}" srcOrd="0" destOrd="0" presId="urn:microsoft.com/office/officeart/2005/8/layout/process2"/>
    <dgm:cxn modelId="{8C047931-B22B-4CC0-A041-B0CAD96731BD}" type="presOf" srcId="{1F988440-29A0-47BE-B645-E02BBCBEEC98}" destId="{BDBCF339-563E-40B9-879F-29B0578F1152}" srcOrd="0" destOrd="0" presId="urn:microsoft.com/office/officeart/2005/8/layout/process2"/>
    <dgm:cxn modelId="{4E331034-64EB-4D1D-A77E-503EE5685459}" type="presOf" srcId="{ADA9CA35-EAE5-464C-AF16-39575D1DE97E}" destId="{9CE66529-AF0B-4EB2-B334-81953ABC4C34}" srcOrd="1" destOrd="0" presId="urn:microsoft.com/office/officeart/2005/8/layout/process2"/>
    <dgm:cxn modelId="{34202A3E-79E9-4400-9E7F-598E6E3BD717}" srcId="{FCA908E4-78CA-4E5D-A520-90D5288EADF8}" destId="{1F988440-29A0-47BE-B645-E02BBCBEEC98}" srcOrd="1" destOrd="0" parTransId="{F3D67652-D913-4E7D-B443-0E72F9DD94F4}" sibTransId="{F5B2BCD9-DCD3-40A1-AAFA-A187CD81E05D}"/>
    <dgm:cxn modelId="{25D9FA47-9643-447C-9D04-446AE4BC5567}" type="presOf" srcId="{F5B2BCD9-DCD3-40A1-AAFA-A187CD81E05D}" destId="{2E6BC670-6662-4870-BD5A-D1985461D1EB}" srcOrd="0" destOrd="0" presId="urn:microsoft.com/office/officeart/2005/8/layout/process2"/>
    <dgm:cxn modelId="{DD557859-F6EF-4A93-8A84-9E8D4FAD2BE3}" type="presOf" srcId="{ADA9CA35-EAE5-464C-AF16-39575D1DE97E}" destId="{D6977C9D-00BE-4E8F-9502-E8A43BB9FC18}" srcOrd="0" destOrd="0" presId="urn:microsoft.com/office/officeart/2005/8/layout/process2"/>
    <dgm:cxn modelId="{D4A46FA4-B73C-4592-A542-B8209DF898C6}" type="presOf" srcId="{F0C0C34C-EB6C-4290-90CD-B2B62BA17343}" destId="{BA4BBEF9-90AA-4302-8C10-C4935FDE54BF}" srcOrd="0" destOrd="0" presId="urn:microsoft.com/office/officeart/2005/8/layout/process2"/>
    <dgm:cxn modelId="{3E99CCBA-A72E-4D9D-A860-D41161C40BAA}" srcId="{FCA908E4-78CA-4E5D-A520-90D5288EADF8}" destId="{E2F327C6-B929-47F8-A483-A984E1FBD8F1}" srcOrd="2" destOrd="0" parTransId="{C5989B69-EDC4-47D6-93D6-6D093E6C3FAA}" sibTransId="{98CC1D76-5BD4-45AC-9802-5602C12A2555}"/>
    <dgm:cxn modelId="{F5DA88D9-1253-4112-9525-BF62B89F1029}" srcId="{FCA908E4-78CA-4E5D-A520-90D5288EADF8}" destId="{F0C0C34C-EB6C-4290-90CD-B2B62BA17343}" srcOrd="0" destOrd="0" parTransId="{0D6ECE5A-0702-46E7-8264-CA0A06B4BD26}" sibTransId="{ADA9CA35-EAE5-464C-AF16-39575D1DE97E}"/>
    <dgm:cxn modelId="{BA9A6BD5-90A9-4AA2-B159-92EA79039768}" type="presParOf" srcId="{2C85B853-3C1A-4FD9-8958-EBB55EB29F4D}" destId="{BA4BBEF9-90AA-4302-8C10-C4935FDE54BF}" srcOrd="0" destOrd="0" presId="urn:microsoft.com/office/officeart/2005/8/layout/process2"/>
    <dgm:cxn modelId="{6537216F-4116-44FB-A721-BB085765A7FE}" type="presParOf" srcId="{2C85B853-3C1A-4FD9-8958-EBB55EB29F4D}" destId="{D6977C9D-00BE-4E8F-9502-E8A43BB9FC18}" srcOrd="1" destOrd="0" presId="urn:microsoft.com/office/officeart/2005/8/layout/process2"/>
    <dgm:cxn modelId="{EC10A71A-3292-492A-9A19-C21B43D353C3}" type="presParOf" srcId="{D6977C9D-00BE-4E8F-9502-E8A43BB9FC18}" destId="{9CE66529-AF0B-4EB2-B334-81953ABC4C34}" srcOrd="0" destOrd="0" presId="urn:microsoft.com/office/officeart/2005/8/layout/process2"/>
    <dgm:cxn modelId="{636AC8C6-ACE1-4300-A7B2-46586BCA972D}" type="presParOf" srcId="{2C85B853-3C1A-4FD9-8958-EBB55EB29F4D}" destId="{BDBCF339-563E-40B9-879F-29B0578F1152}" srcOrd="2" destOrd="0" presId="urn:microsoft.com/office/officeart/2005/8/layout/process2"/>
    <dgm:cxn modelId="{A212E82D-25A8-4748-BC04-D8F6A80B382E}" type="presParOf" srcId="{2C85B853-3C1A-4FD9-8958-EBB55EB29F4D}" destId="{2E6BC670-6662-4870-BD5A-D1985461D1EB}" srcOrd="3" destOrd="0" presId="urn:microsoft.com/office/officeart/2005/8/layout/process2"/>
    <dgm:cxn modelId="{B0A717F5-4F05-4A2A-AD19-E9D07A1F16AB}" type="presParOf" srcId="{2E6BC670-6662-4870-BD5A-D1985461D1EB}" destId="{AD72C9AB-965C-4E74-9568-70554F8DBA53}" srcOrd="0" destOrd="0" presId="urn:microsoft.com/office/officeart/2005/8/layout/process2"/>
    <dgm:cxn modelId="{A58F75AE-624B-4A28-B61E-2E391885822A}" type="presParOf" srcId="{2C85B853-3C1A-4FD9-8958-EBB55EB29F4D}" destId="{EEE9FEDC-8056-435F-912B-E57A4CB65960}" srcOrd="4" destOrd="0" presId="urn:microsoft.com/office/officeart/2005/8/layout/process2"/>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A802BE8B-1BE7-4524-93C6-C6CC562BCEBD}" type="doc">
      <dgm:prSet loTypeId="urn:microsoft.com/office/officeart/2005/8/layout/list1" loCatId="list" qsTypeId="urn:microsoft.com/office/officeart/2005/8/quickstyle/simple1" qsCatId="simple" csTypeId="urn:microsoft.com/office/officeart/2005/8/colors/accent0_3" csCatId="mainScheme" phldr="1"/>
      <dgm:spPr/>
      <dgm:t>
        <a:bodyPr/>
        <a:lstStyle/>
        <a:p>
          <a:endParaRPr lang="es-ES"/>
        </a:p>
      </dgm:t>
    </dgm:pt>
    <dgm:pt modelId="{03F6C0DD-DD1C-4D47-B74E-A7B160F32412}">
      <dgm:prSet/>
      <dgm:spPr/>
      <dgm:t>
        <a:bodyPr/>
        <a:lstStyle/>
        <a:p>
          <a:r>
            <a:rPr lang="es-ES" dirty="0"/>
            <a:t>1. Proceso de producción</a:t>
          </a:r>
        </a:p>
      </dgm:t>
    </dgm:pt>
    <dgm:pt modelId="{C946EDD5-4D07-4D61-A603-2F0A196D4FED}" type="parTrans" cxnId="{EE9C5DDF-22D0-4839-9334-061CC7AE5055}">
      <dgm:prSet/>
      <dgm:spPr/>
      <dgm:t>
        <a:bodyPr/>
        <a:lstStyle/>
        <a:p>
          <a:endParaRPr lang="es-ES"/>
        </a:p>
      </dgm:t>
    </dgm:pt>
    <dgm:pt modelId="{FDE30FF6-9A36-41A4-93A5-0C391321930F}" type="sibTrans" cxnId="{EE9C5DDF-22D0-4839-9334-061CC7AE5055}">
      <dgm:prSet/>
      <dgm:spPr/>
      <dgm:t>
        <a:bodyPr/>
        <a:lstStyle/>
        <a:p>
          <a:endParaRPr lang="es-ES"/>
        </a:p>
      </dgm:t>
    </dgm:pt>
    <dgm:pt modelId="{D215BF02-E505-44D9-AC05-66B8EF662487}">
      <dgm:prSet/>
      <dgm:spPr/>
      <dgm:t>
        <a:bodyPr/>
        <a:lstStyle/>
        <a:p>
          <a:r>
            <a:rPr lang="es-ES" dirty="0"/>
            <a:t>Recursos materiales: instalaciones, materias primas, localización, tipo, cantidad. Aprovisionamiento.</a:t>
          </a:r>
        </a:p>
      </dgm:t>
    </dgm:pt>
    <dgm:pt modelId="{7A9A38F3-0830-4C7A-8886-61404DF3D238}" type="parTrans" cxnId="{97FCFD2F-B9E6-4966-8BC6-DE6BCD42596A}">
      <dgm:prSet/>
      <dgm:spPr/>
      <dgm:t>
        <a:bodyPr/>
        <a:lstStyle/>
        <a:p>
          <a:endParaRPr lang="es-ES"/>
        </a:p>
      </dgm:t>
    </dgm:pt>
    <dgm:pt modelId="{B11C77EA-A982-4908-A73F-9D3537475224}" type="sibTrans" cxnId="{97FCFD2F-B9E6-4966-8BC6-DE6BCD42596A}">
      <dgm:prSet/>
      <dgm:spPr/>
      <dgm:t>
        <a:bodyPr/>
        <a:lstStyle/>
        <a:p>
          <a:endParaRPr lang="es-ES"/>
        </a:p>
      </dgm:t>
    </dgm:pt>
    <dgm:pt modelId="{FA8A40C8-F7E6-4E4B-95DD-EF77E7FE3107}">
      <dgm:prSet/>
      <dgm:spPr/>
      <dgm:t>
        <a:bodyPr/>
        <a:lstStyle/>
        <a:p>
          <a:r>
            <a:rPr lang="es-ES" dirty="0"/>
            <a:t>Recursos humanos</a:t>
          </a:r>
        </a:p>
      </dgm:t>
    </dgm:pt>
    <dgm:pt modelId="{7D21A034-8D2C-4BA1-AD94-C69EBD1BE456}" type="parTrans" cxnId="{7DE90528-CF6C-4DCC-8FAA-7EC9F2C69323}">
      <dgm:prSet/>
      <dgm:spPr/>
      <dgm:t>
        <a:bodyPr/>
        <a:lstStyle/>
        <a:p>
          <a:endParaRPr lang="es-ES"/>
        </a:p>
      </dgm:t>
    </dgm:pt>
    <dgm:pt modelId="{E6CA887E-B1E2-425D-A8BE-AB876068313A}" type="sibTrans" cxnId="{7DE90528-CF6C-4DCC-8FAA-7EC9F2C69323}">
      <dgm:prSet/>
      <dgm:spPr/>
      <dgm:t>
        <a:bodyPr/>
        <a:lstStyle/>
        <a:p>
          <a:endParaRPr lang="es-ES"/>
        </a:p>
      </dgm:t>
    </dgm:pt>
    <dgm:pt modelId="{AF1769B2-7C6F-4430-8198-3DF520223BC1}">
      <dgm:prSet/>
      <dgm:spPr/>
      <dgm:t>
        <a:bodyPr/>
        <a:lstStyle/>
        <a:p>
          <a:r>
            <a:rPr lang="es-ES" dirty="0"/>
            <a:t>Análisis de proveedores</a:t>
          </a:r>
        </a:p>
      </dgm:t>
    </dgm:pt>
    <dgm:pt modelId="{7A065C77-C63B-4B9E-99AE-10166DABB8E6}" type="parTrans" cxnId="{998C968B-C1AD-4915-B781-1CFA10600660}">
      <dgm:prSet/>
      <dgm:spPr/>
      <dgm:t>
        <a:bodyPr/>
        <a:lstStyle/>
        <a:p>
          <a:endParaRPr lang="es-ES"/>
        </a:p>
      </dgm:t>
    </dgm:pt>
    <dgm:pt modelId="{0FEF567C-432A-46FD-8110-13B1BF66F1B3}" type="sibTrans" cxnId="{998C968B-C1AD-4915-B781-1CFA10600660}">
      <dgm:prSet/>
      <dgm:spPr/>
      <dgm:t>
        <a:bodyPr/>
        <a:lstStyle/>
        <a:p>
          <a:endParaRPr lang="es-ES"/>
        </a:p>
      </dgm:t>
    </dgm:pt>
    <dgm:pt modelId="{973B4B49-6D15-4E2E-B300-468E4C48F029}">
      <dgm:prSet/>
      <dgm:spPr/>
      <dgm:t>
        <a:bodyPr/>
        <a:lstStyle/>
        <a:p>
          <a:r>
            <a:rPr lang="es-ES" dirty="0"/>
            <a:t>2. Servicios post venta </a:t>
          </a:r>
        </a:p>
      </dgm:t>
    </dgm:pt>
    <dgm:pt modelId="{88F149C7-C2EB-4F93-89F8-56537CC243BD}" type="parTrans" cxnId="{C2739094-0828-47BE-A70A-90C0E47EC0CF}">
      <dgm:prSet/>
      <dgm:spPr/>
      <dgm:t>
        <a:bodyPr/>
        <a:lstStyle/>
        <a:p>
          <a:endParaRPr lang="es-ES"/>
        </a:p>
      </dgm:t>
    </dgm:pt>
    <dgm:pt modelId="{6FCFDDCB-A63D-4C21-AF70-5041E94F5F72}" type="sibTrans" cxnId="{C2739094-0828-47BE-A70A-90C0E47EC0CF}">
      <dgm:prSet/>
      <dgm:spPr/>
      <dgm:t>
        <a:bodyPr/>
        <a:lstStyle/>
        <a:p>
          <a:endParaRPr lang="es-ES"/>
        </a:p>
      </dgm:t>
    </dgm:pt>
    <dgm:pt modelId="{A249BD68-3DB0-44DB-BC79-E660772EC122}">
      <dgm:prSet/>
      <dgm:spPr/>
      <dgm:t>
        <a:bodyPr/>
        <a:lstStyle/>
        <a:p>
          <a:r>
            <a:rPr lang="es-ES" dirty="0"/>
            <a:t>Tecnología</a:t>
          </a:r>
        </a:p>
      </dgm:t>
    </dgm:pt>
    <dgm:pt modelId="{1386C2F2-8DCE-4FED-98B2-FDA98F33F4CB}" type="parTrans" cxnId="{C28B742A-F361-45F6-ACF2-8040BB2C16F0}">
      <dgm:prSet/>
      <dgm:spPr/>
      <dgm:t>
        <a:bodyPr/>
        <a:lstStyle/>
        <a:p>
          <a:endParaRPr lang="es-ES"/>
        </a:p>
      </dgm:t>
    </dgm:pt>
    <dgm:pt modelId="{C7FDCF87-A917-4D59-ADBE-015B1B4F1745}" type="sibTrans" cxnId="{C28B742A-F361-45F6-ACF2-8040BB2C16F0}">
      <dgm:prSet/>
      <dgm:spPr/>
      <dgm:t>
        <a:bodyPr/>
        <a:lstStyle/>
        <a:p>
          <a:endParaRPr lang="es-ES"/>
        </a:p>
      </dgm:t>
    </dgm:pt>
    <dgm:pt modelId="{6CB31695-0BBC-432D-87B4-021DE1DFFAAE}">
      <dgm:prSet/>
      <dgm:spPr/>
      <dgm:t>
        <a:bodyPr/>
        <a:lstStyle/>
        <a:p>
          <a:r>
            <a:rPr lang="es-ES" dirty="0"/>
            <a:t>4. Control de calidad</a:t>
          </a:r>
        </a:p>
      </dgm:t>
    </dgm:pt>
    <dgm:pt modelId="{069081E8-E832-4322-819F-A866F48F01F2}" type="parTrans" cxnId="{EC9BF2CF-68F9-4122-BFD1-394C1B983682}">
      <dgm:prSet/>
      <dgm:spPr/>
      <dgm:t>
        <a:bodyPr/>
        <a:lstStyle/>
        <a:p>
          <a:endParaRPr lang="es-ES"/>
        </a:p>
      </dgm:t>
    </dgm:pt>
    <dgm:pt modelId="{C71D9339-40E2-495E-A729-A04EE04271F0}" type="sibTrans" cxnId="{EC9BF2CF-68F9-4122-BFD1-394C1B983682}">
      <dgm:prSet/>
      <dgm:spPr/>
      <dgm:t>
        <a:bodyPr/>
        <a:lstStyle/>
        <a:p>
          <a:endParaRPr lang="es-ES"/>
        </a:p>
      </dgm:t>
    </dgm:pt>
    <dgm:pt modelId="{B8530007-2EB5-4506-B57F-C49F2CA5FCB6}">
      <dgm:prSet/>
      <dgm:spPr/>
      <dgm:t>
        <a:bodyPr/>
        <a:lstStyle/>
        <a:p>
          <a:r>
            <a:rPr lang="es-ES" dirty="0"/>
            <a:t>Descripción del proceso productivo: Flujograma</a:t>
          </a:r>
        </a:p>
      </dgm:t>
    </dgm:pt>
    <dgm:pt modelId="{BADFF84A-B422-4994-A7F5-149A7DB2E2A5}" type="parTrans" cxnId="{89A15DBE-5535-41B4-9016-EC0BE508986E}">
      <dgm:prSet/>
      <dgm:spPr/>
      <dgm:t>
        <a:bodyPr/>
        <a:lstStyle/>
        <a:p>
          <a:endParaRPr lang="es-ES"/>
        </a:p>
      </dgm:t>
    </dgm:pt>
    <dgm:pt modelId="{239E5189-F77C-4419-948E-F616B13BC332}" type="sibTrans" cxnId="{89A15DBE-5535-41B4-9016-EC0BE508986E}">
      <dgm:prSet/>
      <dgm:spPr/>
      <dgm:t>
        <a:bodyPr/>
        <a:lstStyle/>
        <a:p>
          <a:endParaRPr lang="es-ES"/>
        </a:p>
      </dgm:t>
    </dgm:pt>
    <dgm:pt modelId="{591F2A3C-685C-4485-8309-CADF5E52D230}">
      <dgm:prSet/>
      <dgm:spPr/>
      <dgm:t>
        <a:bodyPr/>
        <a:lstStyle/>
        <a:p>
          <a:r>
            <a:rPr lang="es-ES" dirty="0"/>
            <a:t>Ciclo operativo: el tiempo que tardas en producir y vender</a:t>
          </a:r>
        </a:p>
      </dgm:t>
    </dgm:pt>
    <dgm:pt modelId="{2F197A25-C98E-4C8D-BD90-FCD621EE762A}" type="parTrans" cxnId="{64C2F749-A5A0-4338-99EB-444051587F51}">
      <dgm:prSet/>
      <dgm:spPr/>
      <dgm:t>
        <a:bodyPr/>
        <a:lstStyle/>
        <a:p>
          <a:endParaRPr lang="es-ES"/>
        </a:p>
      </dgm:t>
    </dgm:pt>
    <dgm:pt modelId="{9784B104-FB1A-4B71-BF3C-C0D0E914888F}" type="sibTrans" cxnId="{64C2F749-A5A0-4338-99EB-444051587F51}">
      <dgm:prSet/>
      <dgm:spPr/>
      <dgm:t>
        <a:bodyPr/>
        <a:lstStyle/>
        <a:p>
          <a:endParaRPr lang="es-ES"/>
        </a:p>
      </dgm:t>
    </dgm:pt>
    <dgm:pt modelId="{5426CF93-3037-443F-B823-E6D3C8734605}">
      <dgm:prSet/>
      <dgm:spPr/>
      <dgm:t>
        <a:bodyPr/>
        <a:lstStyle/>
        <a:p>
          <a:r>
            <a:rPr lang="es-ES" dirty="0"/>
            <a:t>Número de unidades</a:t>
          </a:r>
        </a:p>
      </dgm:t>
    </dgm:pt>
    <dgm:pt modelId="{F1374E08-4EE6-404A-A291-BA0E1AA9E60F}" type="parTrans" cxnId="{6AE8859D-B455-4351-ABB4-52381204320B}">
      <dgm:prSet/>
      <dgm:spPr/>
      <dgm:t>
        <a:bodyPr/>
        <a:lstStyle/>
        <a:p>
          <a:endParaRPr lang="es-ES"/>
        </a:p>
      </dgm:t>
    </dgm:pt>
    <dgm:pt modelId="{261D5CBC-E699-4D0A-8A9A-3216B6598E46}" type="sibTrans" cxnId="{6AE8859D-B455-4351-ABB4-52381204320B}">
      <dgm:prSet/>
      <dgm:spPr/>
      <dgm:t>
        <a:bodyPr/>
        <a:lstStyle/>
        <a:p>
          <a:endParaRPr lang="es-ES"/>
        </a:p>
      </dgm:t>
    </dgm:pt>
    <dgm:pt modelId="{A611FD1D-5607-4E49-9BAE-88BE3A24C0CF}">
      <dgm:prSet/>
      <dgm:spPr/>
      <dgm:t>
        <a:bodyPr/>
        <a:lstStyle/>
        <a:p>
          <a:r>
            <a:rPr lang="es-ES" dirty="0"/>
            <a:t>3. Análisis de costes</a:t>
          </a:r>
        </a:p>
      </dgm:t>
    </dgm:pt>
    <dgm:pt modelId="{AFA5464C-9670-44B0-AB98-24698F278503}" type="parTrans" cxnId="{3E16E41B-DF01-42B9-9865-450E439C809E}">
      <dgm:prSet/>
      <dgm:spPr/>
      <dgm:t>
        <a:bodyPr/>
        <a:lstStyle/>
        <a:p>
          <a:endParaRPr lang="es-ES"/>
        </a:p>
      </dgm:t>
    </dgm:pt>
    <dgm:pt modelId="{A6C35CE3-4760-402C-B8EF-B959C8347C40}" type="sibTrans" cxnId="{3E16E41B-DF01-42B9-9865-450E439C809E}">
      <dgm:prSet/>
      <dgm:spPr/>
      <dgm:t>
        <a:bodyPr/>
        <a:lstStyle/>
        <a:p>
          <a:endParaRPr lang="es-ES"/>
        </a:p>
      </dgm:t>
    </dgm:pt>
    <dgm:pt modelId="{87BB4147-4133-4960-A251-0C58CD50E28A}" type="pres">
      <dgm:prSet presAssocID="{A802BE8B-1BE7-4524-93C6-C6CC562BCEBD}" presName="linear" presStyleCnt="0">
        <dgm:presLayoutVars>
          <dgm:dir/>
          <dgm:animLvl val="lvl"/>
          <dgm:resizeHandles val="exact"/>
        </dgm:presLayoutVars>
      </dgm:prSet>
      <dgm:spPr/>
    </dgm:pt>
    <dgm:pt modelId="{97CAC22D-E917-4637-A2A9-BC20FBA156DB}" type="pres">
      <dgm:prSet presAssocID="{03F6C0DD-DD1C-4D47-B74E-A7B160F32412}" presName="parentLin" presStyleCnt="0"/>
      <dgm:spPr/>
    </dgm:pt>
    <dgm:pt modelId="{BB0385C5-AC51-49BC-AB13-F4402A592003}" type="pres">
      <dgm:prSet presAssocID="{03F6C0DD-DD1C-4D47-B74E-A7B160F32412}" presName="parentLeftMargin" presStyleLbl="node1" presStyleIdx="0" presStyleCnt="4"/>
      <dgm:spPr/>
    </dgm:pt>
    <dgm:pt modelId="{0D30B4C8-ADDF-49CB-A4ED-98BB57A3D376}" type="pres">
      <dgm:prSet presAssocID="{03F6C0DD-DD1C-4D47-B74E-A7B160F32412}" presName="parentText" presStyleLbl="node1" presStyleIdx="0" presStyleCnt="4">
        <dgm:presLayoutVars>
          <dgm:chMax val="0"/>
          <dgm:bulletEnabled val="1"/>
        </dgm:presLayoutVars>
      </dgm:prSet>
      <dgm:spPr/>
    </dgm:pt>
    <dgm:pt modelId="{9464B37F-4CD3-4373-BBF5-619BD686B4E9}" type="pres">
      <dgm:prSet presAssocID="{03F6C0DD-DD1C-4D47-B74E-A7B160F32412}" presName="negativeSpace" presStyleCnt="0"/>
      <dgm:spPr/>
    </dgm:pt>
    <dgm:pt modelId="{C5AC9FF7-689D-42E0-B316-A93E36648DCB}" type="pres">
      <dgm:prSet presAssocID="{03F6C0DD-DD1C-4D47-B74E-A7B160F32412}" presName="childText" presStyleLbl="conFgAcc1" presStyleIdx="0" presStyleCnt="4" custLinFactY="14730" custLinFactNeighborY="100000">
        <dgm:presLayoutVars>
          <dgm:bulletEnabled val="1"/>
        </dgm:presLayoutVars>
      </dgm:prSet>
      <dgm:spPr/>
    </dgm:pt>
    <dgm:pt modelId="{6B19E56C-FA75-4AA1-838A-CCA157B820E7}" type="pres">
      <dgm:prSet presAssocID="{FDE30FF6-9A36-41A4-93A5-0C391321930F}" presName="spaceBetweenRectangles" presStyleCnt="0"/>
      <dgm:spPr/>
    </dgm:pt>
    <dgm:pt modelId="{8810EE71-2334-44A4-9C69-85B585100F07}" type="pres">
      <dgm:prSet presAssocID="{973B4B49-6D15-4E2E-B300-468E4C48F029}" presName="parentLin" presStyleCnt="0"/>
      <dgm:spPr/>
    </dgm:pt>
    <dgm:pt modelId="{C8E56978-FAF0-4307-83C0-EC71FABB9C4F}" type="pres">
      <dgm:prSet presAssocID="{973B4B49-6D15-4E2E-B300-468E4C48F029}" presName="parentLeftMargin" presStyleLbl="node1" presStyleIdx="0" presStyleCnt="4"/>
      <dgm:spPr/>
    </dgm:pt>
    <dgm:pt modelId="{E39C2439-2C76-4139-B575-0B144771C243}" type="pres">
      <dgm:prSet presAssocID="{973B4B49-6D15-4E2E-B300-468E4C48F029}" presName="parentText" presStyleLbl="node1" presStyleIdx="1" presStyleCnt="4">
        <dgm:presLayoutVars>
          <dgm:chMax val="0"/>
          <dgm:bulletEnabled val="1"/>
        </dgm:presLayoutVars>
      </dgm:prSet>
      <dgm:spPr/>
    </dgm:pt>
    <dgm:pt modelId="{D5C5D0E3-718A-46EC-AD53-BD6E1CE88A7C}" type="pres">
      <dgm:prSet presAssocID="{973B4B49-6D15-4E2E-B300-468E4C48F029}" presName="negativeSpace" presStyleCnt="0"/>
      <dgm:spPr/>
    </dgm:pt>
    <dgm:pt modelId="{AE122976-C88A-4FAC-825D-F1EBC473A065}" type="pres">
      <dgm:prSet presAssocID="{973B4B49-6D15-4E2E-B300-468E4C48F029}" presName="childText" presStyleLbl="conFgAcc1" presStyleIdx="1" presStyleCnt="4">
        <dgm:presLayoutVars>
          <dgm:bulletEnabled val="1"/>
        </dgm:presLayoutVars>
      </dgm:prSet>
      <dgm:spPr/>
    </dgm:pt>
    <dgm:pt modelId="{DC7DBF09-5038-4EE6-A5B3-DB18678A6A65}" type="pres">
      <dgm:prSet presAssocID="{6FCFDDCB-A63D-4C21-AF70-5041E94F5F72}" presName="spaceBetweenRectangles" presStyleCnt="0"/>
      <dgm:spPr/>
    </dgm:pt>
    <dgm:pt modelId="{2A2C329F-FE22-4446-97C9-E60868CF3F4E}" type="pres">
      <dgm:prSet presAssocID="{A611FD1D-5607-4E49-9BAE-88BE3A24C0CF}" presName="parentLin" presStyleCnt="0"/>
      <dgm:spPr/>
    </dgm:pt>
    <dgm:pt modelId="{A47A2653-3008-4625-94AA-4BF83A4A3CF0}" type="pres">
      <dgm:prSet presAssocID="{A611FD1D-5607-4E49-9BAE-88BE3A24C0CF}" presName="parentLeftMargin" presStyleLbl="node1" presStyleIdx="1" presStyleCnt="4"/>
      <dgm:spPr/>
    </dgm:pt>
    <dgm:pt modelId="{2AC547B2-D7A2-4798-A43D-AD6B312E8DCF}" type="pres">
      <dgm:prSet presAssocID="{A611FD1D-5607-4E49-9BAE-88BE3A24C0CF}" presName="parentText" presStyleLbl="node1" presStyleIdx="2" presStyleCnt="4">
        <dgm:presLayoutVars>
          <dgm:chMax val="0"/>
          <dgm:bulletEnabled val="1"/>
        </dgm:presLayoutVars>
      </dgm:prSet>
      <dgm:spPr/>
    </dgm:pt>
    <dgm:pt modelId="{EB3094B9-3B9B-45F7-9960-01C00627CAE2}" type="pres">
      <dgm:prSet presAssocID="{A611FD1D-5607-4E49-9BAE-88BE3A24C0CF}" presName="negativeSpace" presStyleCnt="0"/>
      <dgm:spPr/>
    </dgm:pt>
    <dgm:pt modelId="{C785CE95-A29A-40BB-A8D6-57D632823DFB}" type="pres">
      <dgm:prSet presAssocID="{A611FD1D-5607-4E49-9BAE-88BE3A24C0CF}" presName="childText" presStyleLbl="conFgAcc1" presStyleIdx="2" presStyleCnt="4">
        <dgm:presLayoutVars>
          <dgm:bulletEnabled val="1"/>
        </dgm:presLayoutVars>
      </dgm:prSet>
      <dgm:spPr/>
    </dgm:pt>
    <dgm:pt modelId="{A264990D-9CD5-4316-85B5-E37F25BF72ED}" type="pres">
      <dgm:prSet presAssocID="{A6C35CE3-4760-402C-B8EF-B959C8347C40}" presName="spaceBetweenRectangles" presStyleCnt="0"/>
      <dgm:spPr/>
    </dgm:pt>
    <dgm:pt modelId="{C00BFC71-7014-4CFB-A461-4526C2F46E72}" type="pres">
      <dgm:prSet presAssocID="{6CB31695-0BBC-432D-87B4-021DE1DFFAAE}" presName="parentLin" presStyleCnt="0"/>
      <dgm:spPr/>
    </dgm:pt>
    <dgm:pt modelId="{AF7AB04D-03ED-4C4E-912A-5B16D4592DD5}" type="pres">
      <dgm:prSet presAssocID="{6CB31695-0BBC-432D-87B4-021DE1DFFAAE}" presName="parentLeftMargin" presStyleLbl="node1" presStyleIdx="2" presStyleCnt="4"/>
      <dgm:spPr/>
    </dgm:pt>
    <dgm:pt modelId="{D4FF8FD9-4CE2-45DF-A3A0-5127CE9322A9}" type="pres">
      <dgm:prSet presAssocID="{6CB31695-0BBC-432D-87B4-021DE1DFFAAE}" presName="parentText" presStyleLbl="node1" presStyleIdx="3" presStyleCnt="4">
        <dgm:presLayoutVars>
          <dgm:chMax val="0"/>
          <dgm:bulletEnabled val="1"/>
        </dgm:presLayoutVars>
      </dgm:prSet>
      <dgm:spPr/>
    </dgm:pt>
    <dgm:pt modelId="{864A1304-8793-4DF6-B425-63B024BFEE5D}" type="pres">
      <dgm:prSet presAssocID="{6CB31695-0BBC-432D-87B4-021DE1DFFAAE}" presName="negativeSpace" presStyleCnt="0"/>
      <dgm:spPr/>
    </dgm:pt>
    <dgm:pt modelId="{E55F5985-7572-4CC3-AB8B-79988FC85B85}" type="pres">
      <dgm:prSet presAssocID="{6CB31695-0BBC-432D-87B4-021DE1DFFAAE}" presName="childText" presStyleLbl="conFgAcc1" presStyleIdx="3" presStyleCnt="4">
        <dgm:presLayoutVars>
          <dgm:bulletEnabled val="1"/>
        </dgm:presLayoutVars>
      </dgm:prSet>
      <dgm:spPr/>
    </dgm:pt>
  </dgm:ptLst>
  <dgm:cxnLst>
    <dgm:cxn modelId="{A5764D14-D37B-40C2-ACCB-AABC7E304842}" type="presOf" srcId="{03F6C0DD-DD1C-4D47-B74E-A7B160F32412}" destId="{BB0385C5-AC51-49BC-AB13-F4402A592003}" srcOrd="0" destOrd="0" presId="urn:microsoft.com/office/officeart/2005/8/layout/list1"/>
    <dgm:cxn modelId="{3E16E41B-DF01-42B9-9865-450E439C809E}" srcId="{A802BE8B-1BE7-4524-93C6-C6CC562BCEBD}" destId="{A611FD1D-5607-4E49-9BAE-88BE3A24C0CF}" srcOrd="2" destOrd="0" parTransId="{AFA5464C-9670-44B0-AB98-24698F278503}" sibTransId="{A6C35CE3-4760-402C-B8EF-B959C8347C40}"/>
    <dgm:cxn modelId="{7DE90528-CF6C-4DCC-8FAA-7EC9F2C69323}" srcId="{03F6C0DD-DD1C-4D47-B74E-A7B160F32412}" destId="{FA8A40C8-F7E6-4E4B-95DD-EF77E7FE3107}" srcOrd="1" destOrd="0" parTransId="{7D21A034-8D2C-4BA1-AD94-C69EBD1BE456}" sibTransId="{E6CA887E-B1E2-425D-A8BE-AB876068313A}"/>
    <dgm:cxn modelId="{C28B742A-F361-45F6-ACF2-8040BB2C16F0}" srcId="{03F6C0DD-DD1C-4D47-B74E-A7B160F32412}" destId="{A249BD68-3DB0-44DB-BC79-E660772EC122}" srcOrd="2" destOrd="0" parTransId="{1386C2F2-8DCE-4FED-98B2-FDA98F33F4CB}" sibTransId="{C7FDCF87-A917-4D59-ADBE-015B1B4F1745}"/>
    <dgm:cxn modelId="{97FCFD2F-B9E6-4966-8BC6-DE6BCD42596A}" srcId="{03F6C0DD-DD1C-4D47-B74E-A7B160F32412}" destId="{D215BF02-E505-44D9-AC05-66B8EF662487}" srcOrd="0" destOrd="0" parTransId="{7A9A38F3-0830-4C7A-8886-61404DF3D238}" sibTransId="{B11C77EA-A982-4908-A73F-9D3537475224}"/>
    <dgm:cxn modelId="{8BCCB262-472E-4ABB-8AE2-DCE82E2F7B8C}" type="presOf" srcId="{03F6C0DD-DD1C-4D47-B74E-A7B160F32412}" destId="{0D30B4C8-ADDF-49CB-A4ED-98BB57A3D376}" srcOrd="1" destOrd="0" presId="urn:microsoft.com/office/officeart/2005/8/layout/list1"/>
    <dgm:cxn modelId="{A036FB65-CC55-4585-AB79-F8540CBC14D4}" type="presOf" srcId="{973B4B49-6D15-4E2E-B300-468E4C48F029}" destId="{C8E56978-FAF0-4307-83C0-EC71FABB9C4F}" srcOrd="0" destOrd="0" presId="urn:microsoft.com/office/officeart/2005/8/layout/list1"/>
    <dgm:cxn modelId="{64C2F749-A5A0-4338-99EB-444051587F51}" srcId="{03F6C0DD-DD1C-4D47-B74E-A7B160F32412}" destId="{591F2A3C-685C-4485-8309-CADF5E52D230}" srcOrd="5" destOrd="0" parTransId="{2F197A25-C98E-4C8D-BD90-FCD621EE762A}" sibTransId="{9784B104-FB1A-4B71-BF3C-C0D0E914888F}"/>
    <dgm:cxn modelId="{439B1A4E-D471-4F2C-9D59-8617CD5707D4}" type="presOf" srcId="{A249BD68-3DB0-44DB-BC79-E660772EC122}" destId="{C5AC9FF7-689D-42E0-B316-A93E36648DCB}" srcOrd="0" destOrd="2" presId="urn:microsoft.com/office/officeart/2005/8/layout/list1"/>
    <dgm:cxn modelId="{D8FC4D6E-2D40-4424-8229-CE4F308B33CC}" type="presOf" srcId="{6CB31695-0BBC-432D-87B4-021DE1DFFAAE}" destId="{AF7AB04D-03ED-4C4E-912A-5B16D4592DD5}" srcOrd="0" destOrd="0" presId="urn:microsoft.com/office/officeart/2005/8/layout/list1"/>
    <dgm:cxn modelId="{8271BA51-F5BF-4F32-9326-0131E74AA44C}" type="presOf" srcId="{A611FD1D-5607-4E49-9BAE-88BE3A24C0CF}" destId="{A47A2653-3008-4625-94AA-4BF83A4A3CF0}" srcOrd="0" destOrd="0" presId="urn:microsoft.com/office/officeart/2005/8/layout/list1"/>
    <dgm:cxn modelId="{C331BF73-41D8-4BA4-B875-201B28C578B9}" type="presOf" srcId="{AF1769B2-7C6F-4430-8198-3DF520223BC1}" destId="{C5AC9FF7-689D-42E0-B316-A93E36648DCB}" srcOrd="0" destOrd="3" presId="urn:microsoft.com/office/officeart/2005/8/layout/list1"/>
    <dgm:cxn modelId="{41BBCD74-1DCF-4DA2-ADCB-EC64134084E9}" type="presOf" srcId="{A611FD1D-5607-4E49-9BAE-88BE3A24C0CF}" destId="{2AC547B2-D7A2-4798-A43D-AD6B312E8DCF}" srcOrd="1" destOrd="0" presId="urn:microsoft.com/office/officeart/2005/8/layout/list1"/>
    <dgm:cxn modelId="{EEA04986-A015-41AB-9992-646310AD741D}" type="presOf" srcId="{973B4B49-6D15-4E2E-B300-468E4C48F029}" destId="{E39C2439-2C76-4139-B575-0B144771C243}" srcOrd="1" destOrd="0" presId="urn:microsoft.com/office/officeart/2005/8/layout/list1"/>
    <dgm:cxn modelId="{FEE6EA89-B61D-4614-B5B6-6C1CF6D46CA3}" type="presOf" srcId="{591F2A3C-685C-4485-8309-CADF5E52D230}" destId="{C5AC9FF7-689D-42E0-B316-A93E36648DCB}" srcOrd="0" destOrd="5" presId="urn:microsoft.com/office/officeart/2005/8/layout/list1"/>
    <dgm:cxn modelId="{D1238E8B-1FB3-4E44-8EDE-E6546077499B}" type="presOf" srcId="{FA8A40C8-F7E6-4E4B-95DD-EF77E7FE3107}" destId="{C5AC9FF7-689D-42E0-B316-A93E36648DCB}" srcOrd="0" destOrd="1" presId="urn:microsoft.com/office/officeart/2005/8/layout/list1"/>
    <dgm:cxn modelId="{998C968B-C1AD-4915-B781-1CFA10600660}" srcId="{03F6C0DD-DD1C-4D47-B74E-A7B160F32412}" destId="{AF1769B2-7C6F-4430-8198-3DF520223BC1}" srcOrd="3" destOrd="0" parTransId="{7A065C77-C63B-4B9E-99AE-10166DABB8E6}" sibTransId="{0FEF567C-432A-46FD-8110-13B1BF66F1B3}"/>
    <dgm:cxn modelId="{FC4BFD8C-1137-461B-9E97-533F2C0A9A80}" type="presOf" srcId="{A802BE8B-1BE7-4524-93C6-C6CC562BCEBD}" destId="{87BB4147-4133-4960-A251-0C58CD50E28A}" srcOrd="0" destOrd="0" presId="urn:microsoft.com/office/officeart/2005/8/layout/list1"/>
    <dgm:cxn modelId="{C2739094-0828-47BE-A70A-90C0E47EC0CF}" srcId="{A802BE8B-1BE7-4524-93C6-C6CC562BCEBD}" destId="{973B4B49-6D15-4E2E-B300-468E4C48F029}" srcOrd="1" destOrd="0" parTransId="{88F149C7-C2EB-4F93-89F8-56537CC243BD}" sibTransId="{6FCFDDCB-A63D-4C21-AF70-5041E94F5F72}"/>
    <dgm:cxn modelId="{6AE8859D-B455-4351-ABB4-52381204320B}" srcId="{03F6C0DD-DD1C-4D47-B74E-A7B160F32412}" destId="{5426CF93-3037-443F-B823-E6D3C8734605}" srcOrd="6" destOrd="0" parTransId="{F1374E08-4EE6-404A-A291-BA0E1AA9E60F}" sibTransId="{261D5CBC-E699-4D0A-8A9A-3216B6598E46}"/>
    <dgm:cxn modelId="{1C02D6A0-B7C0-4333-8378-0B58EF3D755B}" type="presOf" srcId="{B8530007-2EB5-4506-B57F-C49F2CA5FCB6}" destId="{C5AC9FF7-689D-42E0-B316-A93E36648DCB}" srcOrd="0" destOrd="4" presId="urn:microsoft.com/office/officeart/2005/8/layout/list1"/>
    <dgm:cxn modelId="{8DF1D2A2-3274-4631-8AD5-381370CD6A6A}" type="presOf" srcId="{6CB31695-0BBC-432D-87B4-021DE1DFFAAE}" destId="{D4FF8FD9-4CE2-45DF-A3A0-5127CE9322A9}" srcOrd="1" destOrd="0" presId="urn:microsoft.com/office/officeart/2005/8/layout/list1"/>
    <dgm:cxn modelId="{89A15DBE-5535-41B4-9016-EC0BE508986E}" srcId="{03F6C0DD-DD1C-4D47-B74E-A7B160F32412}" destId="{B8530007-2EB5-4506-B57F-C49F2CA5FCB6}" srcOrd="4" destOrd="0" parTransId="{BADFF84A-B422-4994-A7F5-149A7DB2E2A5}" sibTransId="{239E5189-F77C-4419-948E-F616B13BC332}"/>
    <dgm:cxn modelId="{9DBD5ECB-A66E-422F-A62D-42FC85BC017A}" type="presOf" srcId="{5426CF93-3037-443F-B823-E6D3C8734605}" destId="{C5AC9FF7-689D-42E0-B316-A93E36648DCB}" srcOrd="0" destOrd="6" presId="urn:microsoft.com/office/officeart/2005/8/layout/list1"/>
    <dgm:cxn modelId="{EC9BF2CF-68F9-4122-BFD1-394C1B983682}" srcId="{A802BE8B-1BE7-4524-93C6-C6CC562BCEBD}" destId="{6CB31695-0BBC-432D-87B4-021DE1DFFAAE}" srcOrd="3" destOrd="0" parTransId="{069081E8-E832-4322-819F-A866F48F01F2}" sibTransId="{C71D9339-40E2-495E-A729-A04EE04271F0}"/>
    <dgm:cxn modelId="{EE9C5DDF-22D0-4839-9334-061CC7AE5055}" srcId="{A802BE8B-1BE7-4524-93C6-C6CC562BCEBD}" destId="{03F6C0DD-DD1C-4D47-B74E-A7B160F32412}" srcOrd="0" destOrd="0" parTransId="{C946EDD5-4D07-4D61-A603-2F0A196D4FED}" sibTransId="{FDE30FF6-9A36-41A4-93A5-0C391321930F}"/>
    <dgm:cxn modelId="{FE9085E1-0A88-4BCF-B15F-085E229DEAA5}" type="presOf" srcId="{D215BF02-E505-44D9-AC05-66B8EF662487}" destId="{C5AC9FF7-689D-42E0-B316-A93E36648DCB}" srcOrd="0" destOrd="0" presId="urn:microsoft.com/office/officeart/2005/8/layout/list1"/>
    <dgm:cxn modelId="{A00C27DF-0EF3-4EC5-BC32-DBAAB0688E4F}" type="presParOf" srcId="{87BB4147-4133-4960-A251-0C58CD50E28A}" destId="{97CAC22D-E917-4637-A2A9-BC20FBA156DB}" srcOrd="0" destOrd="0" presId="urn:microsoft.com/office/officeart/2005/8/layout/list1"/>
    <dgm:cxn modelId="{74F3885E-01C7-42F2-A029-5CC9758145FA}" type="presParOf" srcId="{97CAC22D-E917-4637-A2A9-BC20FBA156DB}" destId="{BB0385C5-AC51-49BC-AB13-F4402A592003}" srcOrd="0" destOrd="0" presId="urn:microsoft.com/office/officeart/2005/8/layout/list1"/>
    <dgm:cxn modelId="{F15F7308-1B51-47CD-8998-FF67E9DBCF48}" type="presParOf" srcId="{97CAC22D-E917-4637-A2A9-BC20FBA156DB}" destId="{0D30B4C8-ADDF-49CB-A4ED-98BB57A3D376}" srcOrd="1" destOrd="0" presId="urn:microsoft.com/office/officeart/2005/8/layout/list1"/>
    <dgm:cxn modelId="{FFB5E839-8C97-42E0-B999-5F5A8CDE1CE6}" type="presParOf" srcId="{87BB4147-4133-4960-A251-0C58CD50E28A}" destId="{9464B37F-4CD3-4373-BBF5-619BD686B4E9}" srcOrd="1" destOrd="0" presId="urn:microsoft.com/office/officeart/2005/8/layout/list1"/>
    <dgm:cxn modelId="{FF7A9033-6426-4647-BFB9-5E7C9B829CDD}" type="presParOf" srcId="{87BB4147-4133-4960-A251-0C58CD50E28A}" destId="{C5AC9FF7-689D-42E0-B316-A93E36648DCB}" srcOrd="2" destOrd="0" presId="urn:microsoft.com/office/officeart/2005/8/layout/list1"/>
    <dgm:cxn modelId="{E48F33A6-6C31-4DA7-A91E-BF50E489F542}" type="presParOf" srcId="{87BB4147-4133-4960-A251-0C58CD50E28A}" destId="{6B19E56C-FA75-4AA1-838A-CCA157B820E7}" srcOrd="3" destOrd="0" presId="urn:microsoft.com/office/officeart/2005/8/layout/list1"/>
    <dgm:cxn modelId="{582EEB09-A118-4598-8678-78CCFDE730A9}" type="presParOf" srcId="{87BB4147-4133-4960-A251-0C58CD50E28A}" destId="{8810EE71-2334-44A4-9C69-85B585100F07}" srcOrd="4" destOrd="0" presId="urn:microsoft.com/office/officeart/2005/8/layout/list1"/>
    <dgm:cxn modelId="{865243E9-EBE5-404A-B600-CE01A5E53740}" type="presParOf" srcId="{8810EE71-2334-44A4-9C69-85B585100F07}" destId="{C8E56978-FAF0-4307-83C0-EC71FABB9C4F}" srcOrd="0" destOrd="0" presId="urn:microsoft.com/office/officeart/2005/8/layout/list1"/>
    <dgm:cxn modelId="{964F94EA-52AA-477F-BA23-BA57A0A0BB60}" type="presParOf" srcId="{8810EE71-2334-44A4-9C69-85B585100F07}" destId="{E39C2439-2C76-4139-B575-0B144771C243}" srcOrd="1" destOrd="0" presId="urn:microsoft.com/office/officeart/2005/8/layout/list1"/>
    <dgm:cxn modelId="{C8B43BDC-6F8A-4268-8391-D2C659C254C0}" type="presParOf" srcId="{87BB4147-4133-4960-A251-0C58CD50E28A}" destId="{D5C5D0E3-718A-46EC-AD53-BD6E1CE88A7C}" srcOrd="5" destOrd="0" presId="urn:microsoft.com/office/officeart/2005/8/layout/list1"/>
    <dgm:cxn modelId="{E7D77689-1E40-4BB9-943E-A8C4267908EE}" type="presParOf" srcId="{87BB4147-4133-4960-A251-0C58CD50E28A}" destId="{AE122976-C88A-4FAC-825D-F1EBC473A065}" srcOrd="6" destOrd="0" presId="urn:microsoft.com/office/officeart/2005/8/layout/list1"/>
    <dgm:cxn modelId="{668E3CEB-313B-4FCF-9E9F-12142CA1124E}" type="presParOf" srcId="{87BB4147-4133-4960-A251-0C58CD50E28A}" destId="{DC7DBF09-5038-4EE6-A5B3-DB18678A6A65}" srcOrd="7" destOrd="0" presId="urn:microsoft.com/office/officeart/2005/8/layout/list1"/>
    <dgm:cxn modelId="{1AD5FACA-5F78-4594-A5AC-FE14C02941F8}" type="presParOf" srcId="{87BB4147-4133-4960-A251-0C58CD50E28A}" destId="{2A2C329F-FE22-4446-97C9-E60868CF3F4E}" srcOrd="8" destOrd="0" presId="urn:microsoft.com/office/officeart/2005/8/layout/list1"/>
    <dgm:cxn modelId="{E9BFA82A-0624-46D7-901F-6D263E584CDD}" type="presParOf" srcId="{2A2C329F-FE22-4446-97C9-E60868CF3F4E}" destId="{A47A2653-3008-4625-94AA-4BF83A4A3CF0}" srcOrd="0" destOrd="0" presId="urn:microsoft.com/office/officeart/2005/8/layout/list1"/>
    <dgm:cxn modelId="{D2A419B9-129D-4AC7-B7ED-6AADAF6080CB}" type="presParOf" srcId="{2A2C329F-FE22-4446-97C9-E60868CF3F4E}" destId="{2AC547B2-D7A2-4798-A43D-AD6B312E8DCF}" srcOrd="1" destOrd="0" presId="urn:microsoft.com/office/officeart/2005/8/layout/list1"/>
    <dgm:cxn modelId="{FDC5AED6-F49E-4202-9620-8F007B6EBE09}" type="presParOf" srcId="{87BB4147-4133-4960-A251-0C58CD50E28A}" destId="{EB3094B9-3B9B-45F7-9960-01C00627CAE2}" srcOrd="9" destOrd="0" presId="urn:microsoft.com/office/officeart/2005/8/layout/list1"/>
    <dgm:cxn modelId="{7A353019-DB1E-4F02-A22B-C94D9377E5AA}" type="presParOf" srcId="{87BB4147-4133-4960-A251-0C58CD50E28A}" destId="{C785CE95-A29A-40BB-A8D6-57D632823DFB}" srcOrd="10" destOrd="0" presId="urn:microsoft.com/office/officeart/2005/8/layout/list1"/>
    <dgm:cxn modelId="{C7271421-0D67-44FA-83F5-73D2BF24DD4D}" type="presParOf" srcId="{87BB4147-4133-4960-A251-0C58CD50E28A}" destId="{A264990D-9CD5-4316-85B5-E37F25BF72ED}" srcOrd="11" destOrd="0" presId="urn:microsoft.com/office/officeart/2005/8/layout/list1"/>
    <dgm:cxn modelId="{77C6E364-DA3F-4066-A0BB-E9E22A0E669F}" type="presParOf" srcId="{87BB4147-4133-4960-A251-0C58CD50E28A}" destId="{C00BFC71-7014-4CFB-A461-4526C2F46E72}" srcOrd="12" destOrd="0" presId="urn:microsoft.com/office/officeart/2005/8/layout/list1"/>
    <dgm:cxn modelId="{D0A29678-4D5C-40F4-92FF-264D5672FFA2}" type="presParOf" srcId="{C00BFC71-7014-4CFB-A461-4526C2F46E72}" destId="{AF7AB04D-03ED-4C4E-912A-5B16D4592DD5}" srcOrd="0" destOrd="0" presId="urn:microsoft.com/office/officeart/2005/8/layout/list1"/>
    <dgm:cxn modelId="{85E99043-87EB-4D72-948A-022BE9B60AB2}" type="presParOf" srcId="{C00BFC71-7014-4CFB-A461-4526C2F46E72}" destId="{D4FF8FD9-4CE2-45DF-A3A0-5127CE9322A9}" srcOrd="1" destOrd="0" presId="urn:microsoft.com/office/officeart/2005/8/layout/list1"/>
    <dgm:cxn modelId="{1A4F94A2-6ABB-447D-BE30-8309AD9EE269}" type="presParOf" srcId="{87BB4147-4133-4960-A251-0C58CD50E28A}" destId="{864A1304-8793-4DF6-B425-63B024BFEE5D}" srcOrd="13" destOrd="0" presId="urn:microsoft.com/office/officeart/2005/8/layout/list1"/>
    <dgm:cxn modelId="{89158515-142B-432C-AE16-AC3D423EC73B}" type="presParOf" srcId="{87BB4147-4133-4960-A251-0C58CD50E28A}" destId="{E55F5985-7572-4CC3-AB8B-79988FC85B85}" srcOrd="14"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AB805C97-3BB2-4782-8450-6CD6DC05B778}"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s-ES"/>
        </a:p>
      </dgm:t>
    </dgm:pt>
    <dgm:pt modelId="{DD8B6422-3735-4AA1-A2C0-7A5FA3899E3C}">
      <dgm:prSet/>
      <dgm:spPr/>
      <dgm:t>
        <a:bodyPr/>
        <a:lstStyle/>
        <a:p>
          <a:r>
            <a:rPr lang="es-ES" dirty="0"/>
            <a:t>¿Qué tipo de instalaciones necesito y dónde han de estar localizadas?  </a:t>
          </a:r>
        </a:p>
      </dgm:t>
    </dgm:pt>
    <dgm:pt modelId="{5EF13CEA-8F49-482D-AB7B-54D30A82911F}" type="parTrans" cxnId="{A478F906-6F1D-4BF4-9E0D-BFA8735DA7C5}">
      <dgm:prSet/>
      <dgm:spPr/>
      <dgm:t>
        <a:bodyPr/>
        <a:lstStyle/>
        <a:p>
          <a:endParaRPr lang="es-ES"/>
        </a:p>
      </dgm:t>
    </dgm:pt>
    <dgm:pt modelId="{72F23649-FEB2-4119-93A2-7041220F61B1}" type="sibTrans" cxnId="{A478F906-6F1D-4BF4-9E0D-BFA8735DA7C5}">
      <dgm:prSet/>
      <dgm:spPr/>
      <dgm:t>
        <a:bodyPr/>
        <a:lstStyle/>
        <a:p>
          <a:endParaRPr lang="es-ES"/>
        </a:p>
      </dgm:t>
    </dgm:pt>
    <dgm:pt modelId="{F8C96F3E-7414-43BF-BA6F-E3E5E6F92A80}">
      <dgm:prSet/>
      <dgm:spPr/>
      <dgm:t>
        <a:bodyPr/>
        <a:lstStyle/>
        <a:p>
          <a:r>
            <a:rPr lang="es-ES" dirty="0"/>
            <a:t>¿Qué tipo de recursos materiales necesito y en qué cantidad? ¿Cuál es su coste? </a:t>
          </a:r>
        </a:p>
      </dgm:t>
    </dgm:pt>
    <dgm:pt modelId="{CF5F4AC8-22CF-4A3D-86EF-17FD157F9612}" type="parTrans" cxnId="{2FDCB69A-B850-4FCD-817C-6CF2D8210CE1}">
      <dgm:prSet/>
      <dgm:spPr/>
      <dgm:t>
        <a:bodyPr/>
        <a:lstStyle/>
        <a:p>
          <a:endParaRPr lang="es-ES"/>
        </a:p>
      </dgm:t>
    </dgm:pt>
    <dgm:pt modelId="{6E89BFF1-023A-4F40-86C6-34B700445014}" type="sibTrans" cxnId="{2FDCB69A-B850-4FCD-817C-6CF2D8210CE1}">
      <dgm:prSet/>
      <dgm:spPr/>
      <dgm:t>
        <a:bodyPr/>
        <a:lstStyle/>
        <a:p>
          <a:endParaRPr lang="es-ES"/>
        </a:p>
      </dgm:t>
    </dgm:pt>
    <dgm:pt modelId="{93887F04-FEA9-43D8-8CC4-11E498B1D3C2}">
      <dgm:prSet/>
      <dgm:spPr/>
      <dgm:t>
        <a:bodyPr/>
        <a:lstStyle/>
        <a:p>
          <a:r>
            <a:rPr lang="es-ES" dirty="0"/>
            <a:t>Recursos materiales e instalaciones</a:t>
          </a:r>
        </a:p>
      </dgm:t>
    </dgm:pt>
    <dgm:pt modelId="{C607CBFF-B1C3-4D31-9D90-08E6B0129D19}" type="parTrans" cxnId="{4447C089-C539-46D8-9BDD-0ABCAC106D82}">
      <dgm:prSet/>
      <dgm:spPr/>
      <dgm:t>
        <a:bodyPr/>
        <a:lstStyle/>
        <a:p>
          <a:endParaRPr lang="es-ES"/>
        </a:p>
      </dgm:t>
    </dgm:pt>
    <dgm:pt modelId="{349BC11B-5FC9-41B3-B79A-AFB08C19F690}" type="sibTrans" cxnId="{4447C089-C539-46D8-9BDD-0ABCAC106D82}">
      <dgm:prSet/>
      <dgm:spPr/>
      <dgm:t>
        <a:bodyPr/>
        <a:lstStyle/>
        <a:p>
          <a:endParaRPr lang="es-ES"/>
        </a:p>
      </dgm:t>
    </dgm:pt>
    <dgm:pt modelId="{EFDCF1A9-E172-470C-93EE-0D4F9BB75C37}">
      <dgm:prSet/>
      <dgm:spPr/>
      <dgm:t>
        <a:bodyPr/>
        <a:lstStyle/>
        <a:p>
          <a:r>
            <a:rPr lang="es-ES" dirty="0"/>
            <a:t>Gestión de proveedores:</a:t>
          </a:r>
        </a:p>
      </dgm:t>
    </dgm:pt>
    <dgm:pt modelId="{6F59EA9A-9B25-48DF-80CA-241DEDD3B6F6}" type="parTrans" cxnId="{8DEEE506-8704-401F-B913-2B5D243A8391}">
      <dgm:prSet/>
      <dgm:spPr/>
      <dgm:t>
        <a:bodyPr/>
        <a:lstStyle/>
        <a:p>
          <a:endParaRPr lang="es-ES"/>
        </a:p>
      </dgm:t>
    </dgm:pt>
    <dgm:pt modelId="{59484ABC-B67C-4CB1-8A86-3B8729D29E4F}" type="sibTrans" cxnId="{8DEEE506-8704-401F-B913-2B5D243A8391}">
      <dgm:prSet/>
      <dgm:spPr/>
      <dgm:t>
        <a:bodyPr/>
        <a:lstStyle/>
        <a:p>
          <a:endParaRPr lang="es-ES"/>
        </a:p>
      </dgm:t>
    </dgm:pt>
    <dgm:pt modelId="{8D8CD6C4-28B4-40CA-A395-FCA36000AB53}">
      <dgm:prSet/>
      <dgm:spPr/>
      <dgm:t>
        <a:bodyPr/>
        <a:lstStyle/>
        <a:p>
          <a:r>
            <a:rPr lang="es-ES" dirty="0"/>
            <a:t>¿A quién le compro las materias primas, maquinaria, equipos, </a:t>
          </a:r>
          <a:r>
            <a:rPr lang="es-ES" dirty="0" err="1"/>
            <a:t>etc</a:t>
          </a:r>
          <a:r>
            <a:rPr lang="es-ES" dirty="0"/>
            <a:t> que necesito para el ejercicio de mi actividad?  Requisitos:</a:t>
          </a:r>
        </a:p>
      </dgm:t>
    </dgm:pt>
    <dgm:pt modelId="{3812302B-96B8-4DFC-8B34-E6C148F9A56B}" type="parTrans" cxnId="{F45F84CC-42A4-4D44-88BA-FE36791DB99A}">
      <dgm:prSet/>
      <dgm:spPr/>
      <dgm:t>
        <a:bodyPr/>
        <a:lstStyle/>
        <a:p>
          <a:endParaRPr lang="es-ES"/>
        </a:p>
      </dgm:t>
    </dgm:pt>
    <dgm:pt modelId="{38091BE2-7B09-4B2B-8A24-00E6223D2871}" type="sibTrans" cxnId="{F45F84CC-42A4-4D44-88BA-FE36791DB99A}">
      <dgm:prSet/>
      <dgm:spPr/>
      <dgm:t>
        <a:bodyPr/>
        <a:lstStyle/>
        <a:p>
          <a:endParaRPr lang="es-ES"/>
        </a:p>
      </dgm:t>
    </dgm:pt>
    <dgm:pt modelId="{A3C7DC2A-372B-4B94-9C1E-62C361915794}">
      <dgm:prSet/>
      <dgm:spPr/>
      <dgm:t>
        <a:bodyPr/>
        <a:lstStyle/>
        <a:p>
          <a:r>
            <a:rPr lang="es-ES" dirty="0"/>
            <a:t>Fiables en calidad y entrega. </a:t>
          </a:r>
        </a:p>
      </dgm:t>
    </dgm:pt>
    <dgm:pt modelId="{E87A18A6-CD1D-42A1-B144-E796B53EF466}" type="parTrans" cxnId="{2F55FDCC-CDD0-4E0E-873E-24E1BFA04F13}">
      <dgm:prSet/>
      <dgm:spPr/>
      <dgm:t>
        <a:bodyPr/>
        <a:lstStyle/>
        <a:p>
          <a:endParaRPr lang="es-ES"/>
        </a:p>
      </dgm:t>
    </dgm:pt>
    <dgm:pt modelId="{357BB390-76CB-44E3-9DA0-ABB6E9B8DF2F}" type="sibTrans" cxnId="{2F55FDCC-CDD0-4E0E-873E-24E1BFA04F13}">
      <dgm:prSet/>
      <dgm:spPr/>
      <dgm:t>
        <a:bodyPr/>
        <a:lstStyle/>
        <a:p>
          <a:endParaRPr lang="es-ES"/>
        </a:p>
      </dgm:t>
    </dgm:pt>
    <dgm:pt modelId="{843D0F23-35CC-47BE-BB16-E39A058EEAA1}">
      <dgm:prSet/>
      <dgm:spPr/>
      <dgm:t>
        <a:bodyPr/>
        <a:lstStyle/>
        <a:p>
          <a:r>
            <a:rPr lang="es-ES" dirty="0"/>
            <a:t>Mejor asistencia técnica.</a:t>
          </a:r>
        </a:p>
      </dgm:t>
    </dgm:pt>
    <dgm:pt modelId="{D84D9831-3CFA-4EDD-8F68-E41DFB70DAA4}" type="parTrans" cxnId="{B67D1839-A3B7-42D3-B56C-BF392F02D2A6}">
      <dgm:prSet/>
      <dgm:spPr/>
      <dgm:t>
        <a:bodyPr/>
        <a:lstStyle/>
        <a:p>
          <a:endParaRPr lang="es-ES"/>
        </a:p>
      </dgm:t>
    </dgm:pt>
    <dgm:pt modelId="{BC16C23D-7A66-4E1F-B19B-71EBBEA23D70}" type="sibTrans" cxnId="{B67D1839-A3B7-42D3-B56C-BF392F02D2A6}">
      <dgm:prSet/>
      <dgm:spPr/>
      <dgm:t>
        <a:bodyPr/>
        <a:lstStyle/>
        <a:p>
          <a:endParaRPr lang="es-ES"/>
        </a:p>
      </dgm:t>
    </dgm:pt>
    <dgm:pt modelId="{988F4995-2F56-483A-BD5D-ACE101C14E9A}">
      <dgm:prSet/>
      <dgm:spPr/>
      <dgm:t>
        <a:bodyPr/>
        <a:lstStyle/>
        <a:p>
          <a:r>
            <a:rPr lang="es-ES" dirty="0"/>
            <a:t>Flexibles en los tamaños y momentos de las entregas. Especializados en los productos que entregan. </a:t>
          </a:r>
        </a:p>
      </dgm:t>
    </dgm:pt>
    <dgm:pt modelId="{18C4877C-3549-4806-921B-04EB4F435861}" type="parTrans" cxnId="{35014A3D-0358-4521-9FB6-663FD86A8FDB}">
      <dgm:prSet/>
      <dgm:spPr/>
      <dgm:t>
        <a:bodyPr/>
        <a:lstStyle/>
        <a:p>
          <a:endParaRPr lang="es-ES"/>
        </a:p>
      </dgm:t>
    </dgm:pt>
    <dgm:pt modelId="{A40C9779-2E03-4AAD-97D1-51A79C8B55E9}" type="sibTrans" cxnId="{35014A3D-0358-4521-9FB6-663FD86A8FDB}">
      <dgm:prSet/>
      <dgm:spPr/>
      <dgm:t>
        <a:bodyPr/>
        <a:lstStyle/>
        <a:p>
          <a:endParaRPr lang="es-ES"/>
        </a:p>
      </dgm:t>
    </dgm:pt>
    <dgm:pt modelId="{6C711999-CF98-420B-8F8D-529F7CC34720}" type="pres">
      <dgm:prSet presAssocID="{AB805C97-3BB2-4782-8450-6CD6DC05B778}" presName="linear" presStyleCnt="0">
        <dgm:presLayoutVars>
          <dgm:animLvl val="lvl"/>
          <dgm:resizeHandles val="exact"/>
        </dgm:presLayoutVars>
      </dgm:prSet>
      <dgm:spPr/>
    </dgm:pt>
    <dgm:pt modelId="{E7F4DA5A-B1E3-436D-A2BE-41B01766F05C}" type="pres">
      <dgm:prSet presAssocID="{93887F04-FEA9-43D8-8CC4-11E498B1D3C2}" presName="parentText" presStyleLbl="node1" presStyleIdx="0" presStyleCnt="2">
        <dgm:presLayoutVars>
          <dgm:chMax val="0"/>
          <dgm:bulletEnabled val="1"/>
        </dgm:presLayoutVars>
      </dgm:prSet>
      <dgm:spPr/>
    </dgm:pt>
    <dgm:pt modelId="{81892744-1B71-43EF-895E-082E2D7AD23E}" type="pres">
      <dgm:prSet presAssocID="{93887F04-FEA9-43D8-8CC4-11E498B1D3C2}" presName="childText" presStyleLbl="revTx" presStyleIdx="0" presStyleCnt="2">
        <dgm:presLayoutVars>
          <dgm:bulletEnabled val="1"/>
        </dgm:presLayoutVars>
      </dgm:prSet>
      <dgm:spPr/>
    </dgm:pt>
    <dgm:pt modelId="{27D0DD93-C583-4F0A-A98B-A297B6E470A1}" type="pres">
      <dgm:prSet presAssocID="{EFDCF1A9-E172-470C-93EE-0D4F9BB75C37}" presName="parentText" presStyleLbl="node1" presStyleIdx="1" presStyleCnt="2">
        <dgm:presLayoutVars>
          <dgm:chMax val="0"/>
          <dgm:bulletEnabled val="1"/>
        </dgm:presLayoutVars>
      </dgm:prSet>
      <dgm:spPr/>
    </dgm:pt>
    <dgm:pt modelId="{5FABDD21-1E04-4B05-9E3C-DE1DE6A0765A}" type="pres">
      <dgm:prSet presAssocID="{EFDCF1A9-E172-470C-93EE-0D4F9BB75C37}" presName="childText" presStyleLbl="revTx" presStyleIdx="1" presStyleCnt="2">
        <dgm:presLayoutVars>
          <dgm:bulletEnabled val="1"/>
        </dgm:presLayoutVars>
      </dgm:prSet>
      <dgm:spPr/>
    </dgm:pt>
  </dgm:ptLst>
  <dgm:cxnLst>
    <dgm:cxn modelId="{7C7D1201-80E8-43B8-9923-A87485759449}" type="presOf" srcId="{AB805C97-3BB2-4782-8450-6CD6DC05B778}" destId="{6C711999-CF98-420B-8F8D-529F7CC34720}" srcOrd="0" destOrd="0" presId="urn:microsoft.com/office/officeart/2005/8/layout/vList2"/>
    <dgm:cxn modelId="{8DEEE506-8704-401F-B913-2B5D243A8391}" srcId="{AB805C97-3BB2-4782-8450-6CD6DC05B778}" destId="{EFDCF1A9-E172-470C-93EE-0D4F9BB75C37}" srcOrd="1" destOrd="0" parTransId="{6F59EA9A-9B25-48DF-80CA-241DEDD3B6F6}" sibTransId="{59484ABC-B67C-4CB1-8A86-3B8729D29E4F}"/>
    <dgm:cxn modelId="{A478F906-6F1D-4BF4-9E0D-BFA8735DA7C5}" srcId="{93887F04-FEA9-43D8-8CC4-11E498B1D3C2}" destId="{DD8B6422-3735-4AA1-A2C0-7A5FA3899E3C}" srcOrd="0" destOrd="0" parTransId="{5EF13CEA-8F49-482D-AB7B-54D30A82911F}" sibTransId="{72F23649-FEB2-4119-93A2-7041220F61B1}"/>
    <dgm:cxn modelId="{B67D1839-A3B7-42D3-B56C-BF392F02D2A6}" srcId="{8D8CD6C4-28B4-40CA-A395-FCA36000AB53}" destId="{843D0F23-35CC-47BE-BB16-E39A058EEAA1}" srcOrd="1" destOrd="0" parTransId="{D84D9831-3CFA-4EDD-8F68-E41DFB70DAA4}" sibTransId="{BC16C23D-7A66-4E1F-B19B-71EBBEA23D70}"/>
    <dgm:cxn modelId="{35014A3D-0358-4521-9FB6-663FD86A8FDB}" srcId="{8D8CD6C4-28B4-40CA-A395-FCA36000AB53}" destId="{988F4995-2F56-483A-BD5D-ACE101C14E9A}" srcOrd="2" destOrd="0" parTransId="{18C4877C-3549-4806-921B-04EB4F435861}" sibTransId="{A40C9779-2E03-4AAD-97D1-51A79C8B55E9}"/>
    <dgm:cxn modelId="{B1172540-60BA-4517-8133-ADA91FED5681}" type="presOf" srcId="{8D8CD6C4-28B4-40CA-A395-FCA36000AB53}" destId="{5FABDD21-1E04-4B05-9E3C-DE1DE6A0765A}" srcOrd="0" destOrd="0" presId="urn:microsoft.com/office/officeart/2005/8/layout/vList2"/>
    <dgm:cxn modelId="{93C37044-A9ED-4BD3-A786-B40FB58B80F0}" type="presOf" srcId="{988F4995-2F56-483A-BD5D-ACE101C14E9A}" destId="{5FABDD21-1E04-4B05-9E3C-DE1DE6A0765A}" srcOrd="0" destOrd="3" presId="urn:microsoft.com/office/officeart/2005/8/layout/vList2"/>
    <dgm:cxn modelId="{471DD349-416B-41CC-8304-0669BFF10817}" type="presOf" srcId="{93887F04-FEA9-43D8-8CC4-11E498B1D3C2}" destId="{E7F4DA5A-B1E3-436D-A2BE-41B01766F05C}" srcOrd="0" destOrd="0" presId="urn:microsoft.com/office/officeart/2005/8/layout/vList2"/>
    <dgm:cxn modelId="{4447C089-C539-46D8-9BDD-0ABCAC106D82}" srcId="{AB805C97-3BB2-4782-8450-6CD6DC05B778}" destId="{93887F04-FEA9-43D8-8CC4-11E498B1D3C2}" srcOrd="0" destOrd="0" parTransId="{C607CBFF-B1C3-4D31-9D90-08E6B0129D19}" sibTransId="{349BC11B-5FC9-41B3-B79A-AFB08C19F690}"/>
    <dgm:cxn modelId="{6DF3BA97-D065-4203-A779-6AF0CB093E77}" type="presOf" srcId="{F8C96F3E-7414-43BF-BA6F-E3E5E6F92A80}" destId="{81892744-1B71-43EF-895E-082E2D7AD23E}" srcOrd="0" destOrd="1" presId="urn:microsoft.com/office/officeart/2005/8/layout/vList2"/>
    <dgm:cxn modelId="{2FDCB69A-B850-4FCD-817C-6CF2D8210CE1}" srcId="{93887F04-FEA9-43D8-8CC4-11E498B1D3C2}" destId="{F8C96F3E-7414-43BF-BA6F-E3E5E6F92A80}" srcOrd="1" destOrd="0" parTransId="{CF5F4AC8-22CF-4A3D-86EF-17FD157F9612}" sibTransId="{6E89BFF1-023A-4F40-86C6-34B700445014}"/>
    <dgm:cxn modelId="{A46368B4-13A7-4DA6-B4DB-58FAA20BF480}" type="presOf" srcId="{A3C7DC2A-372B-4B94-9C1E-62C361915794}" destId="{5FABDD21-1E04-4B05-9E3C-DE1DE6A0765A}" srcOrd="0" destOrd="1" presId="urn:microsoft.com/office/officeart/2005/8/layout/vList2"/>
    <dgm:cxn modelId="{F45F84CC-42A4-4D44-88BA-FE36791DB99A}" srcId="{EFDCF1A9-E172-470C-93EE-0D4F9BB75C37}" destId="{8D8CD6C4-28B4-40CA-A395-FCA36000AB53}" srcOrd="0" destOrd="0" parTransId="{3812302B-96B8-4DFC-8B34-E6C148F9A56B}" sibTransId="{38091BE2-7B09-4B2B-8A24-00E6223D2871}"/>
    <dgm:cxn modelId="{2F55FDCC-CDD0-4E0E-873E-24E1BFA04F13}" srcId="{8D8CD6C4-28B4-40CA-A395-FCA36000AB53}" destId="{A3C7DC2A-372B-4B94-9C1E-62C361915794}" srcOrd="0" destOrd="0" parTransId="{E87A18A6-CD1D-42A1-B144-E796B53EF466}" sibTransId="{357BB390-76CB-44E3-9DA0-ABB6E9B8DF2F}"/>
    <dgm:cxn modelId="{A6FDBDD7-A450-48EA-9FBF-3900A9585C06}" type="presOf" srcId="{EFDCF1A9-E172-470C-93EE-0D4F9BB75C37}" destId="{27D0DD93-C583-4F0A-A98B-A297B6E470A1}" srcOrd="0" destOrd="0" presId="urn:microsoft.com/office/officeart/2005/8/layout/vList2"/>
    <dgm:cxn modelId="{D8FEE1F0-A3E7-4647-B0A1-5A26CE3204D9}" type="presOf" srcId="{843D0F23-35CC-47BE-BB16-E39A058EEAA1}" destId="{5FABDD21-1E04-4B05-9E3C-DE1DE6A0765A}" srcOrd="0" destOrd="2" presId="urn:microsoft.com/office/officeart/2005/8/layout/vList2"/>
    <dgm:cxn modelId="{BB8079F5-85E4-456E-8A29-F3D3450A5E8B}" type="presOf" srcId="{DD8B6422-3735-4AA1-A2C0-7A5FA3899E3C}" destId="{81892744-1B71-43EF-895E-082E2D7AD23E}" srcOrd="0" destOrd="0" presId="urn:microsoft.com/office/officeart/2005/8/layout/vList2"/>
    <dgm:cxn modelId="{AC9C6A6E-78B6-4EF6-A5B4-0DBCB80711A2}" type="presParOf" srcId="{6C711999-CF98-420B-8F8D-529F7CC34720}" destId="{E7F4DA5A-B1E3-436D-A2BE-41B01766F05C}" srcOrd="0" destOrd="0" presId="urn:microsoft.com/office/officeart/2005/8/layout/vList2"/>
    <dgm:cxn modelId="{D15CF8C0-61DB-4183-98CD-83BAEDAC93E7}" type="presParOf" srcId="{6C711999-CF98-420B-8F8D-529F7CC34720}" destId="{81892744-1B71-43EF-895E-082E2D7AD23E}" srcOrd="1" destOrd="0" presId="urn:microsoft.com/office/officeart/2005/8/layout/vList2"/>
    <dgm:cxn modelId="{807E93AB-ECE5-4B07-B6AD-CC3B22A99911}" type="presParOf" srcId="{6C711999-CF98-420B-8F8D-529F7CC34720}" destId="{27D0DD93-C583-4F0A-A98B-A297B6E470A1}" srcOrd="2" destOrd="0" presId="urn:microsoft.com/office/officeart/2005/8/layout/vList2"/>
    <dgm:cxn modelId="{393F49F9-8BB1-4A0B-AC53-9961D08C66EC}" type="presParOf" srcId="{6C711999-CF98-420B-8F8D-529F7CC34720}" destId="{5FABDD21-1E04-4B05-9E3C-DE1DE6A0765A}" srcOrd="3"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D11616E3-3FF6-4FA8-A901-B92B1EB07E48}" type="doc">
      <dgm:prSet loTypeId="urn:microsoft.com/office/officeart/2005/8/layout/vList2" loCatId="list" qsTypeId="urn:microsoft.com/office/officeart/2005/8/quickstyle/simple2" qsCatId="simple" csTypeId="urn:microsoft.com/office/officeart/2005/8/colors/accent1_1" csCatId="accent1" phldr="1"/>
      <dgm:spPr/>
      <dgm:t>
        <a:bodyPr/>
        <a:lstStyle/>
        <a:p>
          <a:endParaRPr lang="es-ES"/>
        </a:p>
      </dgm:t>
    </dgm:pt>
    <dgm:pt modelId="{8E874918-DEA8-4E0E-8C1B-2A7C9BD5D813}">
      <dgm:prSet/>
      <dgm:spPr/>
      <dgm:t>
        <a:bodyPr/>
        <a:lstStyle/>
        <a:p>
          <a:r>
            <a:rPr lang="es-ES" dirty="0"/>
            <a:t>El proceso de producción es </a:t>
          </a:r>
          <a:r>
            <a:rPr lang="es-ES" b="1" dirty="0"/>
            <a:t>una secuencia de tareas que se realizan de forma concatenada, es decir de forma seguida una detrás de la otra</a:t>
          </a:r>
          <a:r>
            <a:rPr lang="es-ES" dirty="0"/>
            <a:t> para alcanzar un objetivo o un fin concreto.</a:t>
          </a:r>
        </a:p>
      </dgm:t>
    </dgm:pt>
    <dgm:pt modelId="{67B4F611-621E-456C-A692-2ADD7B8E39AC}" type="parTrans" cxnId="{299ABBB8-5621-47F1-84A0-57CAF52BA32B}">
      <dgm:prSet/>
      <dgm:spPr/>
      <dgm:t>
        <a:bodyPr/>
        <a:lstStyle/>
        <a:p>
          <a:endParaRPr lang="es-ES"/>
        </a:p>
      </dgm:t>
    </dgm:pt>
    <dgm:pt modelId="{900CDADD-382E-4AC2-8E35-58F11643F3EE}" type="sibTrans" cxnId="{299ABBB8-5621-47F1-84A0-57CAF52BA32B}">
      <dgm:prSet/>
      <dgm:spPr/>
      <dgm:t>
        <a:bodyPr/>
        <a:lstStyle/>
        <a:p>
          <a:endParaRPr lang="es-ES"/>
        </a:p>
      </dgm:t>
    </dgm:pt>
    <dgm:pt modelId="{91CEAC7C-5B04-440A-923D-27C8CF3C5C90}">
      <dgm:prSet/>
      <dgm:spPr/>
      <dgm:t>
        <a:bodyPr/>
        <a:lstStyle/>
        <a:p>
          <a:r>
            <a:rPr lang="es-ES" dirty="0"/>
            <a:t>La suma de los procesos tendrá como resultado la entrega de un producto o servicio al cliente. </a:t>
          </a:r>
        </a:p>
      </dgm:t>
    </dgm:pt>
    <dgm:pt modelId="{9B23C251-CF30-4F8B-83D8-CE0BF9310403}" type="parTrans" cxnId="{8154F7C0-A76C-480A-A1C0-2353365C2E4F}">
      <dgm:prSet/>
      <dgm:spPr/>
      <dgm:t>
        <a:bodyPr/>
        <a:lstStyle/>
        <a:p>
          <a:endParaRPr lang="es-ES"/>
        </a:p>
      </dgm:t>
    </dgm:pt>
    <dgm:pt modelId="{05F71DC2-FC21-47E8-8D41-05C5FCBCCFE0}" type="sibTrans" cxnId="{8154F7C0-A76C-480A-A1C0-2353365C2E4F}">
      <dgm:prSet/>
      <dgm:spPr/>
      <dgm:t>
        <a:bodyPr/>
        <a:lstStyle/>
        <a:p>
          <a:endParaRPr lang="es-ES"/>
        </a:p>
      </dgm:t>
    </dgm:pt>
    <dgm:pt modelId="{FFDB908F-C58C-42D8-8E73-27C52E8CFCB4}">
      <dgm:prSet/>
      <dgm:spPr/>
      <dgm:t>
        <a:bodyPr/>
        <a:lstStyle/>
        <a:p>
          <a:r>
            <a:rPr lang="es-ES" dirty="0"/>
            <a:t>Las empresas establecerán sus procesos en base a los recursos que tengan disponibles (recursos humanos, recursos tecnológicos, recursos económicos) y el know-how adquirido durante sus años de existencia en el mercado.</a:t>
          </a:r>
        </a:p>
      </dgm:t>
    </dgm:pt>
    <dgm:pt modelId="{72CAF6D5-35D4-459F-A503-29DC87BD3741}" type="parTrans" cxnId="{93C73DA6-4552-45BB-B61A-F307F18CA534}">
      <dgm:prSet/>
      <dgm:spPr/>
      <dgm:t>
        <a:bodyPr/>
        <a:lstStyle/>
        <a:p>
          <a:endParaRPr lang="es-ES"/>
        </a:p>
      </dgm:t>
    </dgm:pt>
    <dgm:pt modelId="{FDA7422B-5F2D-401B-9DC7-1A57C3750722}" type="sibTrans" cxnId="{93C73DA6-4552-45BB-B61A-F307F18CA534}">
      <dgm:prSet/>
      <dgm:spPr/>
      <dgm:t>
        <a:bodyPr/>
        <a:lstStyle/>
        <a:p>
          <a:endParaRPr lang="es-ES"/>
        </a:p>
      </dgm:t>
    </dgm:pt>
    <dgm:pt modelId="{F7CEAACB-1A40-4793-B26A-6FAB279A0074}" type="pres">
      <dgm:prSet presAssocID="{D11616E3-3FF6-4FA8-A901-B92B1EB07E48}" presName="linear" presStyleCnt="0">
        <dgm:presLayoutVars>
          <dgm:animLvl val="lvl"/>
          <dgm:resizeHandles val="exact"/>
        </dgm:presLayoutVars>
      </dgm:prSet>
      <dgm:spPr/>
    </dgm:pt>
    <dgm:pt modelId="{2287B7CD-0D8D-4485-A8C2-75FA7510416D}" type="pres">
      <dgm:prSet presAssocID="{8E874918-DEA8-4E0E-8C1B-2A7C9BD5D813}" presName="parentText" presStyleLbl="node1" presStyleIdx="0" presStyleCnt="1">
        <dgm:presLayoutVars>
          <dgm:chMax val="0"/>
          <dgm:bulletEnabled val="1"/>
        </dgm:presLayoutVars>
      </dgm:prSet>
      <dgm:spPr/>
    </dgm:pt>
    <dgm:pt modelId="{FCAB87A8-99F1-4B23-8872-9029D9FD39B0}" type="pres">
      <dgm:prSet presAssocID="{8E874918-DEA8-4E0E-8C1B-2A7C9BD5D813}" presName="childText" presStyleLbl="revTx" presStyleIdx="0" presStyleCnt="1">
        <dgm:presLayoutVars>
          <dgm:bulletEnabled val="1"/>
        </dgm:presLayoutVars>
      </dgm:prSet>
      <dgm:spPr/>
    </dgm:pt>
  </dgm:ptLst>
  <dgm:cxnLst>
    <dgm:cxn modelId="{707C387C-0900-4E85-A849-B7076FD944FF}" type="presOf" srcId="{8E874918-DEA8-4E0E-8C1B-2A7C9BD5D813}" destId="{2287B7CD-0D8D-4485-A8C2-75FA7510416D}" srcOrd="0" destOrd="0" presId="urn:microsoft.com/office/officeart/2005/8/layout/vList2"/>
    <dgm:cxn modelId="{EDA22B84-6F1C-4058-A711-AD542BAE477E}" type="presOf" srcId="{D11616E3-3FF6-4FA8-A901-B92B1EB07E48}" destId="{F7CEAACB-1A40-4793-B26A-6FAB279A0074}" srcOrd="0" destOrd="0" presId="urn:microsoft.com/office/officeart/2005/8/layout/vList2"/>
    <dgm:cxn modelId="{93C73DA6-4552-45BB-B61A-F307F18CA534}" srcId="{8E874918-DEA8-4E0E-8C1B-2A7C9BD5D813}" destId="{FFDB908F-C58C-42D8-8E73-27C52E8CFCB4}" srcOrd="1" destOrd="0" parTransId="{72CAF6D5-35D4-459F-A503-29DC87BD3741}" sibTransId="{FDA7422B-5F2D-401B-9DC7-1A57C3750722}"/>
    <dgm:cxn modelId="{299ABBB8-5621-47F1-84A0-57CAF52BA32B}" srcId="{D11616E3-3FF6-4FA8-A901-B92B1EB07E48}" destId="{8E874918-DEA8-4E0E-8C1B-2A7C9BD5D813}" srcOrd="0" destOrd="0" parTransId="{67B4F611-621E-456C-A692-2ADD7B8E39AC}" sibTransId="{900CDADD-382E-4AC2-8E35-58F11643F3EE}"/>
    <dgm:cxn modelId="{8154F7C0-A76C-480A-A1C0-2353365C2E4F}" srcId="{8E874918-DEA8-4E0E-8C1B-2A7C9BD5D813}" destId="{91CEAC7C-5B04-440A-923D-27C8CF3C5C90}" srcOrd="0" destOrd="0" parTransId="{9B23C251-CF30-4F8B-83D8-CE0BF9310403}" sibTransId="{05F71DC2-FC21-47E8-8D41-05C5FCBCCFE0}"/>
    <dgm:cxn modelId="{299035C1-681F-4975-AC15-ADAA2639DD70}" type="presOf" srcId="{FFDB908F-C58C-42D8-8E73-27C52E8CFCB4}" destId="{FCAB87A8-99F1-4B23-8872-9029D9FD39B0}" srcOrd="0" destOrd="1" presId="urn:microsoft.com/office/officeart/2005/8/layout/vList2"/>
    <dgm:cxn modelId="{C68781FA-C256-498C-B1F2-F0D2AB97882E}" type="presOf" srcId="{91CEAC7C-5B04-440A-923D-27C8CF3C5C90}" destId="{FCAB87A8-99F1-4B23-8872-9029D9FD39B0}" srcOrd="0" destOrd="0" presId="urn:microsoft.com/office/officeart/2005/8/layout/vList2"/>
    <dgm:cxn modelId="{8F6691ED-90A0-4F5D-8111-ED0EF9D5172C}" type="presParOf" srcId="{F7CEAACB-1A40-4793-B26A-6FAB279A0074}" destId="{2287B7CD-0D8D-4485-A8C2-75FA7510416D}" srcOrd="0" destOrd="0" presId="urn:microsoft.com/office/officeart/2005/8/layout/vList2"/>
    <dgm:cxn modelId="{BD55E392-40E0-4622-895D-2DFB266B017E}" type="presParOf" srcId="{F7CEAACB-1A40-4793-B26A-6FAB279A0074}" destId="{FCAB87A8-99F1-4B23-8872-9029D9FD39B0}"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6DD51C72-45D0-4BCA-925A-1BC6BB9BDB15}" type="doc">
      <dgm:prSet loTypeId="urn:microsoft.com/office/officeart/2008/layout/LinedList" loCatId="list" qsTypeId="urn:microsoft.com/office/officeart/2005/8/quickstyle/simple1" qsCatId="simple" csTypeId="urn:microsoft.com/office/officeart/2005/8/colors/accent1_1" csCatId="accent1" phldr="1"/>
      <dgm:spPr/>
      <dgm:t>
        <a:bodyPr/>
        <a:lstStyle/>
        <a:p>
          <a:endParaRPr lang="es-ES"/>
        </a:p>
      </dgm:t>
    </dgm:pt>
    <dgm:pt modelId="{F1A43708-97DA-48B6-A119-12DB4899EC44}">
      <dgm:prSet/>
      <dgm:spPr/>
      <dgm:t>
        <a:bodyPr/>
        <a:lstStyle/>
        <a:p>
          <a:r>
            <a:rPr lang="es-ES" b="1" dirty="0"/>
            <a:t>PROCESOS OPERATIVOS: </a:t>
          </a:r>
          <a:r>
            <a:rPr lang="es-ES" dirty="0"/>
            <a:t>Se materializa el servicio. Son los procesos relacionados con la producción.</a:t>
          </a:r>
        </a:p>
      </dgm:t>
    </dgm:pt>
    <dgm:pt modelId="{CC7F9CF2-46CA-47B9-AF53-4071CF11FF5D}" type="parTrans" cxnId="{9DF48524-4956-4EF7-A27E-F22B1B1D40D8}">
      <dgm:prSet/>
      <dgm:spPr/>
      <dgm:t>
        <a:bodyPr/>
        <a:lstStyle/>
        <a:p>
          <a:endParaRPr lang="es-ES"/>
        </a:p>
      </dgm:t>
    </dgm:pt>
    <dgm:pt modelId="{74F2C894-3321-47B5-BDAE-95B86D429CFC}" type="sibTrans" cxnId="{9DF48524-4956-4EF7-A27E-F22B1B1D40D8}">
      <dgm:prSet/>
      <dgm:spPr/>
      <dgm:t>
        <a:bodyPr/>
        <a:lstStyle/>
        <a:p>
          <a:endParaRPr lang="es-ES"/>
        </a:p>
      </dgm:t>
    </dgm:pt>
    <dgm:pt modelId="{EDE6EDC0-EFC5-48E9-A66C-722E99E32C20}">
      <dgm:prSet/>
      <dgm:spPr/>
      <dgm:t>
        <a:bodyPr/>
        <a:lstStyle/>
        <a:p>
          <a:r>
            <a:rPr lang="es-ES" b="1" dirty="0"/>
            <a:t>PROCESOS DE APOYO</a:t>
          </a:r>
          <a:r>
            <a:rPr lang="es-ES" dirty="0"/>
            <a:t>: Ofrecen apoyo a los demás procesos para sacar adelante el trabajo del día a día (formación, comunicación, gestión de la información, mantenimiento de las instalaciones…).</a:t>
          </a:r>
        </a:p>
      </dgm:t>
    </dgm:pt>
    <dgm:pt modelId="{C264817D-265C-4488-B9A0-C6FBCA363C22}" type="parTrans" cxnId="{9028400F-1686-4FA7-AB88-7614C9B47732}">
      <dgm:prSet/>
      <dgm:spPr/>
      <dgm:t>
        <a:bodyPr/>
        <a:lstStyle/>
        <a:p>
          <a:endParaRPr lang="es-ES"/>
        </a:p>
      </dgm:t>
    </dgm:pt>
    <dgm:pt modelId="{F1571B1E-CBBA-481B-B8E6-2BC5303EB336}" type="sibTrans" cxnId="{9028400F-1686-4FA7-AB88-7614C9B47732}">
      <dgm:prSet/>
      <dgm:spPr/>
      <dgm:t>
        <a:bodyPr/>
        <a:lstStyle/>
        <a:p>
          <a:endParaRPr lang="es-ES"/>
        </a:p>
      </dgm:t>
    </dgm:pt>
    <dgm:pt modelId="{8A39284B-CC5F-4C11-B2E3-4F30801CEAF4}">
      <dgm:prSet/>
      <dgm:spPr/>
      <dgm:t>
        <a:bodyPr/>
        <a:lstStyle/>
        <a:p>
          <a:r>
            <a:rPr lang="es-ES" b="1"/>
            <a:t>PROCESOS DE GESTIÓN: </a:t>
          </a:r>
          <a:r>
            <a:rPr lang="es-ES"/>
            <a:t>Forman parte de la organización y administración del sistema de gestión de calidad de la empresa (gestión de proveedores, auditorias, acciones correctivas…).</a:t>
          </a:r>
        </a:p>
      </dgm:t>
    </dgm:pt>
    <dgm:pt modelId="{BB2CF9EE-F712-4E40-A7A9-4170DC5E1965}" type="parTrans" cxnId="{62E566B6-3362-4433-882E-A2B6706B9BE4}">
      <dgm:prSet/>
      <dgm:spPr/>
      <dgm:t>
        <a:bodyPr/>
        <a:lstStyle/>
        <a:p>
          <a:endParaRPr lang="es-ES"/>
        </a:p>
      </dgm:t>
    </dgm:pt>
    <dgm:pt modelId="{BE18F4F8-73FB-46EE-81DB-AA47AFE87776}" type="sibTrans" cxnId="{62E566B6-3362-4433-882E-A2B6706B9BE4}">
      <dgm:prSet/>
      <dgm:spPr/>
      <dgm:t>
        <a:bodyPr/>
        <a:lstStyle/>
        <a:p>
          <a:endParaRPr lang="es-ES"/>
        </a:p>
      </dgm:t>
    </dgm:pt>
    <dgm:pt modelId="{5B43FC7B-3013-4336-92C7-01EC6BF68873}" type="pres">
      <dgm:prSet presAssocID="{6DD51C72-45D0-4BCA-925A-1BC6BB9BDB15}" presName="vert0" presStyleCnt="0">
        <dgm:presLayoutVars>
          <dgm:dir/>
          <dgm:animOne val="branch"/>
          <dgm:animLvl val="lvl"/>
        </dgm:presLayoutVars>
      </dgm:prSet>
      <dgm:spPr/>
    </dgm:pt>
    <dgm:pt modelId="{CF0B5DB8-3F52-481B-8588-88CE7D799918}" type="pres">
      <dgm:prSet presAssocID="{F1A43708-97DA-48B6-A119-12DB4899EC44}" presName="thickLine" presStyleLbl="alignNode1" presStyleIdx="0" presStyleCnt="3"/>
      <dgm:spPr/>
    </dgm:pt>
    <dgm:pt modelId="{BFF20286-BD6C-4453-8EB0-D1731FC7C60E}" type="pres">
      <dgm:prSet presAssocID="{F1A43708-97DA-48B6-A119-12DB4899EC44}" presName="horz1" presStyleCnt="0"/>
      <dgm:spPr/>
    </dgm:pt>
    <dgm:pt modelId="{94F37B6F-FCC0-4969-93C1-70972B0DA47E}" type="pres">
      <dgm:prSet presAssocID="{F1A43708-97DA-48B6-A119-12DB4899EC44}" presName="tx1" presStyleLbl="revTx" presStyleIdx="0" presStyleCnt="3"/>
      <dgm:spPr/>
    </dgm:pt>
    <dgm:pt modelId="{68719982-866E-4D9C-A20E-A31208E7EC91}" type="pres">
      <dgm:prSet presAssocID="{F1A43708-97DA-48B6-A119-12DB4899EC44}" presName="vert1" presStyleCnt="0"/>
      <dgm:spPr/>
    </dgm:pt>
    <dgm:pt modelId="{2641B51A-554D-4058-9201-0ECEF2198A57}" type="pres">
      <dgm:prSet presAssocID="{EDE6EDC0-EFC5-48E9-A66C-722E99E32C20}" presName="thickLine" presStyleLbl="alignNode1" presStyleIdx="1" presStyleCnt="3"/>
      <dgm:spPr/>
    </dgm:pt>
    <dgm:pt modelId="{E75379E1-5BC7-4D5A-AF7A-316CD31DC439}" type="pres">
      <dgm:prSet presAssocID="{EDE6EDC0-EFC5-48E9-A66C-722E99E32C20}" presName="horz1" presStyleCnt="0"/>
      <dgm:spPr/>
    </dgm:pt>
    <dgm:pt modelId="{41FA31D2-57C9-42CB-81AD-1A8549351978}" type="pres">
      <dgm:prSet presAssocID="{EDE6EDC0-EFC5-48E9-A66C-722E99E32C20}" presName="tx1" presStyleLbl="revTx" presStyleIdx="1" presStyleCnt="3"/>
      <dgm:spPr/>
    </dgm:pt>
    <dgm:pt modelId="{DEC87D67-B612-4EB4-BB70-D2151843C3F9}" type="pres">
      <dgm:prSet presAssocID="{EDE6EDC0-EFC5-48E9-A66C-722E99E32C20}" presName="vert1" presStyleCnt="0"/>
      <dgm:spPr/>
    </dgm:pt>
    <dgm:pt modelId="{F94E017D-0F25-46BA-A928-8878B892442C}" type="pres">
      <dgm:prSet presAssocID="{8A39284B-CC5F-4C11-B2E3-4F30801CEAF4}" presName="thickLine" presStyleLbl="alignNode1" presStyleIdx="2" presStyleCnt="3"/>
      <dgm:spPr/>
    </dgm:pt>
    <dgm:pt modelId="{96832ACB-337B-4D16-9FE6-30D900B537F3}" type="pres">
      <dgm:prSet presAssocID="{8A39284B-CC5F-4C11-B2E3-4F30801CEAF4}" presName="horz1" presStyleCnt="0"/>
      <dgm:spPr/>
    </dgm:pt>
    <dgm:pt modelId="{3FFC9AC4-4C53-4866-A604-2E169E78E75D}" type="pres">
      <dgm:prSet presAssocID="{8A39284B-CC5F-4C11-B2E3-4F30801CEAF4}" presName="tx1" presStyleLbl="revTx" presStyleIdx="2" presStyleCnt="3"/>
      <dgm:spPr/>
    </dgm:pt>
    <dgm:pt modelId="{6E473910-3C6A-47E2-83CD-F39250C57FD4}" type="pres">
      <dgm:prSet presAssocID="{8A39284B-CC5F-4C11-B2E3-4F30801CEAF4}" presName="vert1" presStyleCnt="0"/>
      <dgm:spPr/>
    </dgm:pt>
  </dgm:ptLst>
  <dgm:cxnLst>
    <dgm:cxn modelId="{0F39A905-A87E-4A1B-B419-08FB0CC242E1}" type="presOf" srcId="{8A39284B-CC5F-4C11-B2E3-4F30801CEAF4}" destId="{3FFC9AC4-4C53-4866-A604-2E169E78E75D}" srcOrd="0" destOrd="0" presId="urn:microsoft.com/office/officeart/2008/layout/LinedList"/>
    <dgm:cxn modelId="{9028400F-1686-4FA7-AB88-7614C9B47732}" srcId="{6DD51C72-45D0-4BCA-925A-1BC6BB9BDB15}" destId="{EDE6EDC0-EFC5-48E9-A66C-722E99E32C20}" srcOrd="1" destOrd="0" parTransId="{C264817D-265C-4488-B9A0-C6FBCA363C22}" sibTransId="{F1571B1E-CBBA-481B-B8E6-2BC5303EB336}"/>
    <dgm:cxn modelId="{9DF48524-4956-4EF7-A27E-F22B1B1D40D8}" srcId="{6DD51C72-45D0-4BCA-925A-1BC6BB9BDB15}" destId="{F1A43708-97DA-48B6-A119-12DB4899EC44}" srcOrd="0" destOrd="0" parTransId="{CC7F9CF2-46CA-47B9-AF53-4071CF11FF5D}" sibTransId="{74F2C894-3321-47B5-BDAE-95B86D429CFC}"/>
    <dgm:cxn modelId="{2850E525-EE2F-4CCD-A026-D505E59DE1A4}" type="presOf" srcId="{EDE6EDC0-EFC5-48E9-A66C-722E99E32C20}" destId="{41FA31D2-57C9-42CB-81AD-1A8549351978}" srcOrd="0" destOrd="0" presId="urn:microsoft.com/office/officeart/2008/layout/LinedList"/>
    <dgm:cxn modelId="{23AB145E-0870-449B-8700-C795E562AEFF}" type="presOf" srcId="{6DD51C72-45D0-4BCA-925A-1BC6BB9BDB15}" destId="{5B43FC7B-3013-4336-92C7-01EC6BF68873}" srcOrd="0" destOrd="0" presId="urn:microsoft.com/office/officeart/2008/layout/LinedList"/>
    <dgm:cxn modelId="{95A74544-28A2-419F-B60D-6AD2DA682281}" type="presOf" srcId="{F1A43708-97DA-48B6-A119-12DB4899EC44}" destId="{94F37B6F-FCC0-4969-93C1-70972B0DA47E}" srcOrd="0" destOrd="0" presId="urn:microsoft.com/office/officeart/2008/layout/LinedList"/>
    <dgm:cxn modelId="{62E566B6-3362-4433-882E-A2B6706B9BE4}" srcId="{6DD51C72-45D0-4BCA-925A-1BC6BB9BDB15}" destId="{8A39284B-CC5F-4C11-B2E3-4F30801CEAF4}" srcOrd="2" destOrd="0" parTransId="{BB2CF9EE-F712-4E40-A7A9-4170DC5E1965}" sibTransId="{BE18F4F8-73FB-46EE-81DB-AA47AFE87776}"/>
    <dgm:cxn modelId="{3B6287DD-4475-47E7-8BF8-A70D6A6C3589}" type="presParOf" srcId="{5B43FC7B-3013-4336-92C7-01EC6BF68873}" destId="{CF0B5DB8-3F52-481B-8588-88CE7D799918}" srcOrd="0" destOrd="0" presId="urn:microsoft.com/office/officeart/2008/layout/LinedList"/>
    <dgm:cxn modelId="{8D01DC4D-9FC7-4E53-B7F1-5493B24D8AAB}" type="presParOf" srcId="{5B43FC7B-3013-4336-92C7-01EC6BF68873}" destId="{BFF20286-BD6C-4453-8EB0-D1731FC7C60E}" srcOrd="1" destOrd="0" presId="urn:microsoft.com/office/officeart/2008/layout/LinedList"/>
    <dgm:cxn modelId="{A7B1951D-5B22-42EF-8AEF-0EB6075F11FF}" type="presParOf" srcId="{BFF20286-BD6C-4453-8EB0-D1731FC7C60E}" destId="{94F37B6F-FCC0-4969-93C1-70972B0DA47E}" srcOrd="0" destOrd="0" presId="urn:microsoft.com/office/officeart/2008/layout/LinedList"/>
    <dgm:cxn modelId="{367D4350-F992-4A0D-8D52-246F8057C415}" type="presParOf" srcId="{BFF20286-BD6C-4453-8EB0-D1731FC7C60E}" destId="{68719982-866E-4D9C-A20E-A31208E7EC91}" srcOrd="1" destOrd="0" presId="urn:microsoft.com/office/officeart/2008/layout/LinedList"/>
    <dgm:cxn modelId="{DBE77716-3694-4A45-8F02-17059D9D404D}" type="presParOf" srcId="{5B43FC7B-3013-4336-92C7-01EC6BF68873}" destId="{2641B51A-554D-4058-9201-0ECEF2198A57}" srcOrd="2" destOrd="0" presId="urn:microsoft.com/office/officeart/2008/layout/LinedList"/>
    <dgm:cxn modelId="{3B2E8CD7-F843-469C-9133-DD7D7C843F40}" type="presParOf" srcId="{5B43FC7B-3013-4336-92C7-01EC6BF68873}" destId="{E75379E1-5BC7-4D5A-AF7A-316CD31DC439}" srcOrd="3" destOrd="0" presId="urn:microsoft.com/office/officeart/2008/layout/LinedList"/>
    <dgm:cxn modelId="{38FB357F-470C-4F04-A5C1-BCED7D24E1AC}" type="presParOf" srcId="{E75379E1-5BC7-4D5A-AF7A-316CD31DC439}" destId="{41FA31D2-57C9-42CB-81AD-1A8549351978}" srcOrd="0" destOrd="0" presId="urn:microsoft.com/office/officeart/2008/layout/LinedList"/>
    <dgm:cxn modelId="{01435872-1F04-48A0-B8E2-478F4B9E6482}" type="presParOf" srcId="{E75379E1-5BC7-4D5A-AF7A-316CD31DC439}" destId="{DEC87D67-B612-4EB4-BB70-D2151843C3F9}" srcOrd="1" destOrd="0" presId="urn:microsoft.com/office/officeart/2008/layout/LinedList"/>
    <dgm:cxn modelId="{3CF12D2F-C4B5-459A-BE9B-70F14D14EEE8}" type="presParOf" srcId="{5B43FC7B-3013-4336-92C7-01EC6BF68873}" destId="{F94E017D-0F25-46BA-A928-8878B892442C}" srcOrd="4" destOrd="0" presId="urn:microsoft.com/office/officeart/2008/layout/LinedList"/>
    <dgm:cxn modelId="{4ADCF7A4-C011-492A-BD58-C7E1B4815DA8}" type="presParOf" srcId="{5B43FC7B-3013-4336-92C7-01EC6BF68873}" destId="{96832ACB-337B-4D16-9FE6-30D900B537F3}" srcOrd="5" destOrd="0" presId="urn:microsoft.com/office/officeart/2008/layout/LinedList"/>
    <dgm:cxn modelId="{0760F9D2-F0EF-4975-95DD-A57BE653BEA2}" type="presParOf" srcId="{96832ACB-337B-4D16-9FE6-30D900B537F3}" destId="{3FFC9AC4-4C53-4866-A604-2E169E78E75D}" srcOrd="0" destOrd="0" presId="urn:microsoft.com/office/officeart/2008/layout/LinedList"/>
    <dgm:cxn modelId="{F853F098-D001-43C4-9F19-56B64C3A034B}" type="presParOf" srcId="{96832ACB-337B-4D16-9FE6-30D900B537F3}" destId="{6E473910-3C6A-47E2-83CD-F39250C57FD4}"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D73B1719-BDD8-4993-BAE8-7E38E1AF468A}" type="doc">
      <dgm:prSet loTypeId="urn:microsoft.com/office/officeart/2005/8/layout/chevron1" loCatId="process" qsTypeId="urn:microsoft.com/office/officeart/2005/8/quickstyle/simple1" qsCatId="simple" csTypeId="urn:microsoft.com/office/officeart/2005/8/colors/accent0_2" csCatId="mainScheme"/>
      <dgm:spPr/>
      <dgm:t>
        <a:bodyPr/>
        <a:lstStyle/>
        <a:p>
          <a:endParaRPr lang="es-ES"/>
        </a:p>
      </dgm:t>
    </dgm:pt>
    <dgm:pt modelId="{0467AC44-1DC9-4904-B4DD-81D289700869}">
      <dgm:prSet custT="1"/>
      <dgm:spPr/>
      <dgm:t>
        <a:bodyPr/>
        <a:lstStyle/>
        <a:p>
          <a:r>
            <a:rPr lang="es-ES" sz="1600" dirty="0"/>
            <a:t>Comercial</a:t>
          </a:r>
        </a:p>
      </dgm:t>
    </dgm:pt>
    <dgm:pt modelId="{599C7496-DFC7-42E7-AEEB-8DF3A3F90858}" type="parTrans" cxnId="{2BD2529F-620C-4654-8D4B-92B29714ABBF}">
      <dgm:prSet/>
      <dgm:spPr/>
      <dgm:t>
        <a:bodyPr/>
        <a:lstStyle/>
        <a:p>
          <a:endParaRPr lang="es-ES" sz="3600"/>
        </a:p>
      </dgm:t>
    </dgm:pt>
    <dgm:pt modelId="{DA85E271-1927-45BC-980C-157F470CAD93}" type="sibTrans" cxnId="{2BD2529F-620C-4654-8D4B-92B29714ABBF}">
      <dgm:prSet/>
      <dgm:spPr/>
      <dgm:t>
        <a:bodyPr/>
        <a:lstStyle/>
        <a:p>
          <a:endParaRPr lang="es-ES" sz="3600"/>
        </a:p>
      </dgm:t>
    </dgm:pt>
    <dgm:pt modelId="{72B31393-4BD9-4D39-A627-158FEBEBB34A}">
      <dgm:prSet custT="1"/>
      <dgm:spPr/>
      <dgm:t>
        <a:bodyPr/>
        <a:lstStyle/>
        <a:p>
          <a:r>
            <a:rPr lang="es-ES" sz="1600"/>
            <a:t>Análisis de la solicitud del cliente</a:t>
          </a:r>
        </a:p>
      </dgm:t>
    </dgm:pt>
    <dgm:pt modelId="{4369BB77-669D-4E96-AF33-08F57672357E}" type="parTrans" cxnId="{88A3DAE3-7D02-46A6-8429-00CC2585FA5A}">
      <dgm:prSet/>
      <dgm:spPr/>
      <dgm:t>
        <a:bodyPr/>
        <a:lstStyle/>
        <a:p>
          <a:endParaRPr lang="es-ES" sz="3600"/>
        </a:p>
      </dgm:t>
    </dgm:pt>
    <dgm:pt modelId="{74B667E6-CE9C-4EEA-B04E-92956BBF2184}" type="sibTrans" cxnId="{88A3DAE3-7D02-46A6-8429-00CC2585FA5A}">
      <dgm:prSet/>
      <dgm:spPr/>
      <dgm:t>
        <a:bodyPr/>
        <a:lstStyle/>
        <a:p>
          <a:endParaRPr lang="es-ES" sz="3600"/>
        </a:p>
      </dgm:t>
    </dgm:pt>
    <dgm:pt modelId="{6857E8E7-93BD-48A2-87F0-3BD404CBEE33}">
      <dgm:prSet custT="1"/>
      <dgm:spPr/>
      <dgm:t>
        <a:bodyPr/>
        <a:lstStyle/>
        <a:p>
          <a:r>
            <a:rPr lang="es-ES" sz="1600" dirty="0"/>
            <a:t>Producción</a:t>
          </a:r>
        </a:p>
      </dgm:t>
    </dgm:pt>
    <dgm:pt modelId="{DCA168BB-2C04-45BF-B5BD-76B30C7AEE48}" type="parTrans" cxnId="{83530D27-7C28-4A0B-ADA9-0967EC45FB73}">
      <dgm:prSet/>
      <dgm:spPr/>
      <dgm:t>
        <a:bodyPr/>
        <a:lstStyle/>
        <a:p>
          <a:endParaRPr lang="es-ES" sz="3600"/>
        </a:p>
      </dgm:t>
    </dgm:pt>
    <dgm:pt modelId="{5AFE4249-8C94-40FD-BF33-6A046835360C}" type="sibTrans" cxnId="{83530D27-7C28-4A0B-ADA9-0967EC45FB73}">
      <dgm:prSet/>
      <dgm:spPr/>
      <dgm:t>
        <a:bodyPr/>
        <a:lstStyle/>
        <a:p>
          <a:endParaRPr lang="es-ES" sz="3600"/>
        </a:p>
      </dgm:t>
    </dgm:pt>
    <dgm:pt modelId="{953E7AB5-F05D-40B0-AD80-0F418FAEE324}">
      <dgm:prSet custT="1"/>
      <dgm:spPr/>
      <dgm:t>
        <a:bodyPr/>
        <a:lstStyle/>
        <a:p>
          <a:r>
            <a:rPr lang="es-ES" sz="1600" dirty="0"/>
            <a:t>Entrega del producto o servicio</a:t>
          </a:r>
        </a:p>
      </dgm:t>
    </dgm:pt>
    <dgm:pt modelId="{94E60DDD-EEBB-423B-9ACF-8BA4D08D0D23}" type="parTrans" cxnId="{980DF310-5316-461F-9781-75E985DC187B}">
      <dgm:prSet/>
      <dgm:spPr/>
      <dgm:t>
        <a:bodyPr/>
        <a:lstStyle/>
        <a:p>
          <a:endParaRPr lang="es-ES" sz="3600"/>
        </a:p>
      </dgm:t>
    </dgm:pt>
    <dgm:pt modelId="{DE17AAB3-7143-4433-90F1-F25958340F41}" type="sibTrans" cxnId="{980DF310-5316-461F-9781-75E985DC187B}">
      <dgm:prSet/>
      <dgm:spPr/>
      <dgm:t>
        <a:bodyPr/>
        <a:lstStyle/>
        <a:p>
          <a:endParaRPr lang="es-ES" sz="3600"/>
        </a:p>
      </dgm:t>
    </dgm:pt>
    <dgm:pt modelId="{CD0ADFF2-3C80-4FAF-B92D-FEB7726FC9EC}">
      <dgm:prSet custT="1"/>
      <dgm:spPr/>
      <dgm:t>
        <a:bodyPr/>
        <a:lstStyle/>
        <a:p>
          <a:r>
            <a:rPr lang="es-ES" sz="1600" dirty="0"/>
            <a:t>Posventa</a:t>
          </a:r>
        </a:p>
      </dgm:t>
    </dgm:pt>
    <dgm:pt modelId="{188F5727-C961-438F-AD60-7CD7A923A2B5}" type="parTrans" cxnId="{69D98974-4B88-4211-8E4A-152825FA4A7E}">
      <dgm:prSet/>
      <dgm:spPr/>
      <dgm:t>
        <a:bodyPr/>
        <a:lstStyle/>
        <a:p>
          <a:endParaRPr lang="es-ES" sz="3600"/>
        </a:p>
      </dgm:t>
    </dgm:pt>
    <dgm:pt modelId="{44032C65-42B7-4A55-B88A-1C76B9BAF5D3}" type="sibTrans" cxnId="{69D98974-4B88-4211-8E4A-152825FA4A7E}">
      <dgm:prSet/>
      <dgm:spPr/>
      <dgm:t>
        <a:bodyPr/>
        <a:lstStyle/>
        <a:p>
          <a:endParaRPr lang="es-ES" sz="3600"/>
        </a:p>
      </dgm:t>
    </dgm:pt>
    <dgm:pt modelId="{57AADF8D-5349-426D-AFD3-BC0F7FAA54B9}" type="pres">
      <dgm:prSet presAssocID="{D73B1719-BDD8-4993-BAE8-7E38E1AF468A}" presName="Name0" presStyleCnt="0">
        <dgm:presLayoutVars>
          <dgm:dir/>
          <dgm:animLvl val="lvl"/>
          <dgm:resizeHandles val="exact"/>
        </dgm:presLayoutVars>
      </dgm:prSet>
      <dgm:spPr/>
    </dgm:pt>
    <dgm:pt modelId="{DC80C4D3-F1F4-428F-840F-8477B9C13EA0}" type="pres">
      <dgm:prSet presAssocID="{0467AC44-1DC9-4904-B4DD-81D289700869}" presName="parTxOnly" presStyleLbl="node1" presStyleIdx="0" presStyleCnt="5">
        <dgm:presLayoutVars>
          <dgm:chMax val="0"/>
          <dgm:chPref val="0"/>
          <dgm:bulletEnabled val="1"/>
        </dgm:presLayoutVars>
      </dgm:prSet>
      <dgm:spPr/>
    </dgm:pt>
    <dgm:pt modelId="{445AC8D7-4AAA-47A2-BFDC-D168E81A436C}" type="pres">
      <dgm:prSet presAssocID="{DA85E271-1927-45BC-980C-157F470CAD93}" presName="parTxOnlySpace" presStyleCnt="0"/>
      <dgm:spPr/>
    </dgm:pt>
    <dgm:pt modelId="{CB93EE98-83EE-4EE5-8BDF-520E950DC0BD}" type="pres">
      <dgm:prSet presAssocID="{72B31393-4BD9-4D39-A627-158FEBEBB34A}" presName="parTxOnly" presStyleLbl="node1" presStyleIdx="1" presStyleCnt="5">
        <dgm:presLayoutVars>
          <dgm:chMax val="0"/>
          <dgm:chPref val="0"/>
          <dgm:bulletEnabled val="1"/>
        </dgm:presLayoutVars>
      </dgm:prSet>
      <dgm:spPr/>
    </dgm:pt>
    <dgm:pt modelId="{AFFE7479-9661-4A9B-813B-2A39427A0D70}" type="pres">
      <dgm:prSet presAssocID="{74B667E6-CE9C-4EEA-B04E-92956BBF2184}" presName="parTxOnlySpace" presStyleCnt="0"/>
      <dgm:spPr/>
    </dgm:pt>
    <dgm:pt modelId="{358F8612-C8D0-43CC-8B57-518290BC7892}" type="pres">
      <dgm:prSet presAssocID="{6857E8E7-93BD-48A2-87F0-3BD404CBEE33}" presName="parTxOnly" presStyleLbl="node1" presStyleIdx="2" presStyleCnt="5">
        <dgm:presLayoutVars>
          <dgm:chMax val="0"/>
          <dgm:chPref val="0"/>
          <dgm:bulletEnabled val="1"/>
        </dgm:presLayoutVars>
      </dgm:prSet>
      <dgm:spPr/>
    </dgm:pt>
    <dgm:pt modelId="{3995160B-611F-474F-8A6F-DE6040C4F7CE}" type="pres">
      <dgm:prSet presAssocID="{5AFE4249-8C94-40FD-BF33-6A046835360C}" presName="parTxOnlySpace" presStyleCnt="0"/>
      <dgm:spPr/>
    </dgm:pt>
    <dgm:pt modelId="{46E19D9C-D1EB-4837-8FD9-337DD02A41B8}" type="pres">
      <dgm:prSet presAssocID="{953E7AB5-F05D-40B0-AD80-0F418FAEE324}" presName="parTxOnly" presStyleLbl="node1" presStyleIdx="3" presStyleCnt="5">
        <dgm:presLayoutVars>
          <dgm:chMax val="0"/>
          <dgm:chPref val="0"/>
          <dgm:bulletEnabled val="1"/>
        </dgm:presLayoutVars>
      </dgm:prSet>
      <dgm:spPr/>
    </dgm:pt>
    <dgm:pt modelId="{79C7C499-0F10-45D6-B964-FFF15483B024}" type="pres">
      <dgm:prSet presAssocID="{DE17AAB3-7143-4433-90F1-F25958340F41}" presName="parTxOnlySpace" presStyleCnt="0"/>
      <dgm:spPr/>
    </dgm:pt>
    <dgm:pt modelId="{2B6C2706-2049-41FD-8B9D-5AD8709C8897}" type="pres">
      <dgm:prSet presAssocID="{CD0ADFF2-3C80-4FAF-B92D-FEB7726FC9EC}" presName="parTxOnly" presStyleLbl="node1" presStyleIdx="4" presStyleCnt="5">
        <dgm:presLayoutVars>
          <dgm:chMax val="0"/>
          <dgm:chPref val="0"/>
          <dgm:bulletEnabled val="1"/>
        </dgm:presLayoutVars>
      </dgm:prSet>
      <dgm:spPr/>
    </dgm:pt>
  </dgm:ptLst>
  <dgm:cxnLst>
    <dgm:cxn modelId="{980DF310-5316-461F-9781-75E985DC187B}" srcId="{D73B1719-BDD8-4993-BAE8-7E38E1AF468A}" destId="{953E7AB5-F05D-40B0-AD80-0F418FAEE324}" srcOrd="3" destOrd="0" parTransId="{94E60DDD-EEBB-423B-9ACF-8BA4D08D0D23}" sibTransId="{DE17AAB3-7143-4433-90F1-F25958340F41}"/>
    <dgm:cxn modelId="{83530D27-7C28-4A0B-ADA9-0967EC45FB73}" srcId="{D73B1719-BDD8-4993-BAE8-7E38E1AF468A}" destId="{6857E8E7-93BD-48A2-87F0-3BD404CBEE33}" srcOrd="2" destOrd="0" parTransId="{DCA168BB-2C04-45BF-B5BD-76B30C7AEE48}" sibTransId="{5AFE4249-8C94-40FD-BF33-6A046835360C}"/>
    <dgm:cxn modelId="{218EBA29-9E2F-451E-A12A-91D311812BCA}" type="presOf" srcId="{CD0ADFF2-3C80-4FAF-B92D-FEB7726FC9EC}" destId="{2B6C2706-2049-41FD-8B9D-5AD8709C8897}" srcOrd="0" destOrd="0" presId="urn:microsoft.com/office/officeart/2005/8/layout/chevron1"/>
    <dgm:cxn modelId="{ACBE6139-260A-4459-B173-24CA032D2A38}" type="presOf" srcId="{0467AC44-1DC9-4904-B4DD-81D289700869}" destId="{DC80C4D3-F1F4-428F-840F-8477B9C13EA0}" srcOrd="0" destOrd="0" presId="urn:microsoft.com/office/officeart/2005/8/layout/chevron1"/>
    <dgm:cxn modelId="{69D98974-4B88-4211-8E4A-152825FA4A7E}" srcId="{D73B1719-BDD8-4993-BAE8-7E38E1AF468A}" destId="{CD0ADFF2-3C80-4FAF-B92D-FEB7726FC9EC}" srcOrd="4" destOrd="0" parTransId="{188F5727-C961-438F-AD60-7CD7A923A2B5}" sibTransId="{44032C65-42B7-4A55-B88A-1C76B9BAF5D3}"/>
    <dgm:cxn modelId="{C8272987-4CC1-41FA-B669-88087AFDDDC0}" type="presOf" srcId="{72B31393-4BD9-4D39-A627-158FEBEBB34A}" destId="{CB93EE98-83EE-4EE5-8BDF-520E950DC0BD}" srcOrd="0" destOrd="0" presId="urn:microsoft.com/office/officeart/2005/8/layout/chevron1"/>
    <dgm:cxn modelId="{2BD2529F-620C-4654-8D4B-92B29714ABBF}" srcId="{D73B1719-BDD8-4993-BAE8-7E38E1AF468A}" destId="{0467AC44-1DC9-4904-B4DD-81D289700869}" srcOrd="0" destOrd="0" parTransId="{599C7496-DFC7-42E7-AEEB-8DF3A3F90858}" sibTransId="{DA85E271-1927-45BC-980C-157F470CAD93}"/>
    <dgm:cxn modelId="{07C162C5-96B6-4DDE-93FD-37B4E2D39A00}" type="presOf" srcId="{D73B1719-BDD8-4993-BAE8-7E38E1AF468A}" destId="{57AADF8D-5349-426D-AFD3-BC0F7FAA54B9}" srcOrd="0" destOrd="0" presId="urn:microsoft.com/office/officeart/2005/8/layout/chevron1"/>
    <dgm:cxn modelId="{3126E0CC-7DCC-4EF4-92AD-FD7611E85F5E}" type="presOf" srcId="{6857E8E7-93BD-48A2-87F0-3BD404CBEE33}" destId="{358F8612-C8D0-43CC-8B57-518290BC7892}" srcOrd="0" destOrd="0" presId="urn:microsoft.com/office/officeart/2005/8/layout/chevron1"/>
    <dgm:cxn modelId="{47096ADF-4287-4D3C-AAD1-6E3442A51550}" type="presOf" srcId="{953E7AB5-F05D-40B0-AD80-0F418FAEE324}" destId="{46E19D9C-D1EB-4837-8FD9-337DD02A41B8}" srcOrd="0" destOrd="0" presId="urn:microsoft.com/office/officeart/2005/8/layout/chevron1"/>
    <dgm:cxn modelId="{88A3DAE3-7D02-46A6-8429-00CC2585FA5A}" srcId="{D73B1719-BDD8-4993-BAE8-7E38E1AF468A}" destId="{72B31393-4BD9-4D39-A627-158FEBEBB34A}" srcOrd="1" destOrd="0" parTransId="{4369BB77-669D-4E96-AF33-08F57672357E}" sibTransId="{74B667E6-CE9C-4EEA-B04E-92956BBF2184}"/>
    <dgm:cxn modelId="{A12A54EB-05FD-4C6D-81DA-7188518A5705}" type="presParOf" srcId="{57AADF8D-5349-426D-AFD3-BC0F7FAA54B9}" destId="{DC80C4D3-F1F4-428F-840F-8477B9C13EA0}" srcOrd="0" destOrd="0" presId="urn:microsoft.com/office/officeart/2005/8/layout/chevron1"/>
    <dgm:cxn modelId="{7D565EE2-6851-4740-A7AC-C683127B257A}" type="presParOf" srcId="{57AADF8D-5349-426D-AFD3-BC0F7FAA54B9}" destId="{445AC8D7-4AAA-47A2-BFDC-D168E81A436C}" srcOrd="1" destOrd="0" presId="urn:microsoft.com/office/officeart/2005/8/layout/chevron1"/>
    <dgm:cxn modelId="{B6679E36-16C1-4977-914D-877ABDFE0A41}" type="presParOf" srcId="{57AADF8D-5349-426D-AFD3-BC0F7FAA54B9}" destId="{CB93EE98-83EE-4EE5-8BDF-520E950DC0BD}" srcOrd="2" destOrd="0" presId="urn:microsoft.com/office/officeart/2005/8/layout/chevron1"/>
    <dgm:cxn modelId="{48409201-BFC6-486A-B13F-1C296438F6F2}" type="presParOf" srcId="{57AADF8D-5349-426D-AFD3-BC0F7FAA54B9}" destId="{AFFE7479-9661-4A9B-813B-2A39427A0D70}" srcOrd="3" destOrd="0" presId="urn:microsoft.com/office/officeart/2005/8/layout/chevron1"/>
    <dgm:cxn modelId="{5A0EE8D9-0509-4ED0-B04E-F3A5C8590847}" type="presParOf" srcId="{57AADF8D-5349-426D-AFD3-BC0F7FAA54B9}" destId="{358F8612-C8D0-43CC-8B57-518290BC7892}" srcOrd="4" destOrd="0" presId="urn:microsoft.com/office/officeart/2005/8/layout/chevron1"/>
    <dgm:cxn modelId="{DCF0CBC0-731A-49D9-A4E3-CD07F1707579}" type="presParOf" srcId="{57AADF8D-5349-426D-AFD3-BC0F7FAA54B9}" destId="{3995160B-611F-474F-8A6F-DE6040C4F7CE}" srcOrd="5" destOrd="0" presId="urn:microsoft.com/office/officeart/2005/8/layout/chevron1"/>
    <dgm:cxn modelId="{345C8613-6952-4B78-AC38-350F9CC14D7D}" type="presParOf" srcId="{57AADF8D-5349-426D-AFD3-BC0F7FAA54B9}" destId="{46E19D9C-D1EB-4837-8FD9-337DD02A41B8}" srcOrd="6" destOrd="0" presId="urn:microsoft.com/office/officeart/2005/8/layout/chevron1"/>
    <dgm:cxn modelId="{07C8010C-9076-47C4-9FA0-E5C03230EFDF}" type="presParOf" srcId="{57AADF8D-5349-426D-AFD3-BC0F7FAA54B9}" destId="{79C7C499-0F10-45D6-B964-FFF15483B024}" srcOrd="7" destOrd="0" presId="urn:microsoft.com/office/officeart/2005/8/layout/chevron1"/>
    <dgm:cxn modelId="{C2654BEC-5350-481C-A019-4DB4E64D48A9}" type="presParOf" srcId="{57AADF8D-5349-426D-AFD3-BC0F7FAA54B9}" destId="{2B6C2706-2049-41FD-8B9D-5AD8709C8897}" srcOrd="8"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D73B1719-BDD8-4993-BAE8-7E38E1AF468A}" type="doc">
      <dgm:prSet loTypeId="urn:microsoft.com/office/officeart/2005/8/layout/chevron1" loCatId="process" qsTypeId="urn:microsoft.com/office/officeart/2005/8/quickstyle/simple1" qsCatId="simple" csTypeId="urn:microsoft.com/office/officeart/2005/8/colors/accent0_2" csCatId="mainScheme" phldr="1"/>
      <dgm:spPr/>
      <dgm:t>
        <a:bodyPr/>
        <a:lstStyle/>
        <a:p>
          <a:endParaRPr lang="es-ES"/>
        </a:p>
      </dgm:t>
    </dgm:pt>
    <dgm:pt modelId="{72B31393-4BD9-4D39-A627-158FEBEBB34A}">
      <dgm:prSet custT="1"/>
      <dgm:spPr/>
      <dgm:t>
        <a:bodyPr/>
        <a:lstStyle/>
        <a:p>
          <a:r>
            <a:rPr lang="es-ES" sz="1600" dirty="0"/>
            <a:t>Análisis de la solicitud del cliente</a:t>
          </a:r>
        </a:p>
      </dgm:t>
    </dgm:pt>
    <dgm:pt modelId="{4369BB77-669D-4E96-AF33-08F57672357E}" type="parTrans" cxnId="{88A3DAE3-7D02-46A6-8429-00CC2585FA5A}">
      <dgm:prSet/>
      <dgm:spPr/>
      <dgm:t>
        <a:bodyPr/>
        <a:lstStyle/>
        <a:p>
          <a:endParaRPr lang="es-ES" sz="3600"/>
        </a:p>
      </dgm:t>
    </dgm:pt>
    <dgm:pt modelId="{74B667E6-CE9C-4EEA-B04E-92956BBF2184}" type="sibTrans" cxnId="{88A3DAE3-7D02-46A6-8429-00CC2585FA5A}">
      <dgm:prSet/>
      <dgm:spPr/>
      <dgm:t>
        <a:bodyPr/>
        <a:lstStyle/>
        <a:p>
          <a:endParaRPr lang="es-ES" sz="3600"/>
        </a:p>
      </dgm:t>
    </dgm:pt>
    <dgm:pt modelId="{6857E8E7-93BD-48A2-87F0-3BD404CBEE33}">
      <dgm:prSet custT="1"/>
      <dgm:spPr/>
      <dgm:t>
        <a:bodyPr/>
        <a:lstStyle/>
        <a:p>
          <a:r>
            <a:rPr lang="es-ES" sz="1600" dirty="0"/>
            <a:t>Producción(reparación)</a:t>
          </a:r>
        </a:p>
      </dgm:t>
    </dgm:pt>
    <dgm:pt modelId="{DCA168BB-2C04-45BF-B5BD-76B30C7AEE48}" type="parTrans" cxnId="{83530D27-7C28-4A0B-ADA9-0967EC45FB73}">
      <dgm:prSet/>
      <dgm:spPr/>
      <dgm:t>
        <a:bodyPr/>
        <a:lstStyle/>
        <a:p>
          <a:endParaRPr lang="es-ES" sz="3600"/>
        </a:p>
      </dgm:t>
    </dgm:pt>
    <dgm:pt modelId="{5AFE4249-8C94-40FD-BF33-6A046835360C}" type="sibTrans" cxnId="{83530D27-7C28-4A0B-ADA9-0967EC45FB73}">
      <dgm:prSet/>
      <dgm:spPr/>
      <dgm:t>
        <a:bodyPr/>
        <a:lstStyle/>
        <a:p>
          <a:endParaRPr lang="es-ES" sz="3600"/>
        </a:p>
      </dgm:t>
    </dgm:pt>
    <dgm:pt modelId="{953E7AB5-F05D-40B0-AD80-0F418FAEE324}">
      <dgm:prSet custT="1"/>
      <dgm:spPr/>
      <dgm:t>
        <a:bodyPr/>
        <a:lstStyle/>
        <a:p>
          <a:r>
            <a:rPr lang="es-ES" sz="1400" dirty="0"/>
            <a:t>Entrega del producto o servicio (trabajo de reparación)</a:t>
          </a:r>
        </a:p>
      </dgm:t>
    </dgm:pt>
    <dgm:pt modelId="{94E60DDD-EEBB-423B-9ACF-8BA4D08D0D23}" type="parTrans" cxnId="{980DF310-5316-461F-9781-75E985DC187B}">
      <dgm:prSet/>
      <dgm:spPr/>
      <dgm:t>
        <a:bodyPr/>
        <a:lstStyle/>
        <a:p>
          <a:endParaRPr lang="es-ES" sz="3600"/>
        </a:p>
      </dgm:t>
    </dgm:pt>
    <dgm:pt modelId="{DE17AAB3-7143-4433-90F1-F25958340F41}" type="sibTrans" cxnId="{980DF310-5316-461F-9781-75E985DC187B}">
      <dgm:prSet/>
      <dgm:spPr/>
      <dgm:t>
        <a:bodyPr/>
        <a:lstStyle/>
        <a:p>
          <a:endParaRPr lang="es-ES" sz="3600"/>
        </a:p>
      </dgm:t>
    </dgm:pt>
    <dgm:pt modelId="{CD0ADFF2-3C80-4FAF-B92D-FEB7726FC9EC}">
      <dgm:prSet custT="1"/>
      <dgm:spPr/>
      <dgm:t>
        <a:bodyPr/>
        <a:lstStyle/>
        <a:p>
          <a:r>
            <a:rPr lang="es-ES" sz="1600" dirty="0"/>
            <a:t>Posventa (garantía)</a:t>
          </a:r>
        </a:p>
      </dgm:t>
    </dgm:pt>
    <dgm:pt modelId="{188F5727-C961-438F-AD60-7CD7A923A2B5}" type="parTrans" cxnId="{69D98974-4B88-4211-8E4A-152825FA4A7E}">
      <dgm:prSet/>
      <dgm:spPr/>
      <dgm:t>
        <a:bodyPr/>
        <a:lstStyle/>
        <a:p>
          <a:endParaRPr lang="es-ES" sz="3600"/>
        </a:p>
      </dgm:t>
    </dgm:pt>
    <dgm:pt modelId="{44032C65-42B7-4A55-B88A-1C76B9BAF5D3}" type="sibTrans" cxnId="{69D98974-4B88-4211-8E4A-152825FA4A7E}">
      <dgm:prSet/>
      <dgm:spPr/>
      <dgm:t>
        <a:bodyPr/>
        <a:lstStyle/>
        <a:p>
          <a:endParaRPr lang="es-ES" sz="3600"/>
        </a:p>
      </dgm:t>
    </dgm:pt>
    <dgm:pt modelId="{6D310E01-CC8A-4A6B-9386-A7DE2132A9C8}">
      <dgm:prSet custT="1"/>
      <dgm:spPr/>
      <dgm:t>
        <a:bodyPr/>
        <a:lstStyle/>
        <a:p>
          <a:r>
            <a:rPr lang="es-ES" sz="1400" dirty="0"/>
            <a:t>Compra de materiales o componentes</a:t>
          </a:r>
        </a:p>
      </dgm:t>
    </dgm:pt>
    <dgm:pt modelId="{620FDEE9-F314-4FA4-8937-34189DD05127}" type="parTrans" cxnId="{02DFE61B-A754-47F8-95CA-37F9E3CC6193}">
      <dgm:prSet/>
      <dgm:spPr/>
      <dgm:t>
        <a:bodyPr/>
        <a:lstStyle/>
        <a:p>
          <a:endParaRPr lang="es-ES"/>
        </a:p>
      </dgm:t>
    </dgm:pt>
    <dgm:pt modelId="{1324FDA1-910A-4976-96AA-B8FD502F214A}" type="sibTrans" cxnId="{02DFE61B-A754-47F8-95CA-37F9E3CC6193}">
      <dgm:prSet/>
      <dgm:spPr/>
      <dgm:t>
        <a:bodyPr/>
        <a:lstStyle/>
        <a:p>
          <a:endParaRPr lang="es-ES"/>
        </a:p>
      </dgm:t>
    </dgm:pt>
    <dgm:pt modelId="{7983AA8C-B4A8-43E2-9678-BB50F045CED8}">
      <dgm:prSet custT="1"/>
      <dgm:spPr/>
      <dgm:t>
        <a:bodyPr/>
        <a:lstStyle/>
        <a:p>
          <a:r>
            <a:rPr lang="es-ES" sz="1600" dirty="0"/>
            <a:t>Solicitud del cliente</a:t>
          </a:r>
        </a:p>
      </dgm:t>
    </dgm:pt>
    <dgm:pt modelId="{CB47710A-A207-4739-BBB8-F7AA49AD9666}" type="parTrans" cxnId="{C086E64F-380F-4998-A1C6-3B4A6E3B031E}">
      <dgm:prSet/>
      <dgm:spPr/>
      <dgm:t>
        <a:bodyPr/>
        <a:lstStyle/>
        <a:p>
          <a:endParaRPr lang="es-ES"/>
        </a:p>
      </dgm:t>
    </dgm:pt>
    <dgm:pt modelId="{998B0BA2-81FE-44E5-8E09-2EFA2EEF8517}" type="sibTrans" cxnId="{C086E64F-380F-4998-A1C6-3B4A6E3B031E}">
      <dgm:prSet/>
      <dgm:spPr/>
      <dgm:t>
        <a:bodyPr/>
        <a:lstStyle/>
        <a:p>
          <a:endParaRPr lang="es-ES"/>
        </a:p>
      </dgm:t>
    </dgm:pt>
    <dgm:pt modelId="{57AADF8D-5349-426D-AFD3-BC0F7FAA54B9}" type="pres">
      <dgm:prSet presAssocID="{D73B1719-BDD8-4993-BAE8-7E38E1AF468A}" presName="Name0" presStyleCnt="0">
        <dgm:presLayoutVars>
          <dgm:dir/>
          <dgm:animLvl val="lvl"/>
          <dgm:resizeHandles val="exact"/>
        </dgm:presLayoutVars>
      </dgm:prSet>
      <dgm:spPr/>
    </dgm:pt>
    <dgm:pt modelId="{27AC005D-EF01-4693-B5C4-A3B092EC7534}" type="pres">
      <dgm:prSet presAssocID="{7983AA8C-B4A8-43E2-9678-BB50F045CED8}" presName="parTxOnly" presStyleLbl="node1" presStyleIdx="0" presStyleCnt="6">
        <dgm:presLayoutVars>
          <dgm:chMax val="0"/>
          <dgm:chPref val="0"/>
          <dgm:bulletEnabled val="1"/>
        </dgm:presLayoutVars>
      </dgm:prSet>
      <dgm:spPr/>
    </dgm:pt>
    <dgm:pt modelId="{2F6A7E55-3920-45E4-B155-47A91D6BE7C6}" type="pres">
      <dgm:prSet presAssocID="{998B0BA2-81FE-44E5-8E09-2EFA2EEF8517}" presName="parTxOnlySpace" presStyleCnt="0"/>
      <dgm:spPr/>
    </dgm:pt>
    <dgm:pt modelId="{CB93EE98-83EE-4EE5-8BDF-520E950DC0BD}" type="pres">
      <dgm:prSet presAssocID="{72B31393-4BD9-4D39-A627-158FEBEBB34A}" presName="parTxOnly" presStyleLbl="node1" presStyleIdx="1" presStyleCnt="6">
        <dgm:presLayoutVars>
          <dgm:chMax val="0"/>
          <dgm:chPref val="0"/>
          <dgm:bulletEnabled val="1"/>
        </dgm:presLayoutVars>
      </dgm:prSet>
      <dgm:spPr/>
    </dgm:pt>
    <dgm:pt modelId="{AFFE7479-9661-4A9B-813B-2A39427A0D70}" type="pres">
      <dgm:prSet presAssocID="{74B667E6-CE9C-4EEA-B04E-92956BBF2184}" presName="parTxOnlySpace" presStyleCnt="0"/>
      <dgm:spPr/>
    </dgm:pt>
    <dgm:pt modelId="{3401675F-87C3-4907-B00F-64CC3CDBBEDB}" type="pres">
      <dgm:prSet presAssocID="{6D310E01-CC8A-4A6B-9386-A7DE2132A9C8}" presName="parTxOnly" presStyleLbl="node1" presStyleIdx="2" presStyleCnt="6">
        <dgm:presLayoutVars>
          <dgm:chMax val="0"/>
          <dgm:chPref val="0"/>
          <dgm:bulletEnabled val="1"/>
        </dgm:presLayoutVars>
      </dgm:prSet>
      <dgm:spPr/>
    </dgm:pt>
    <dgm:pt modelId="{7E8A646D-5CFE-4CEE-ABBA-7AD6DC31077A}" type="pres">
      <dgm:prSet presAssocID="{1324FDA1-910A-4976-96AA-B8FD502F214A}" presName="parTxOnlySpace" presStyleCnt="0"/>
      <dgm:spPr/>
    </dgm:pt>
    <dgm:pt modelId="{358F8612-C8D0-43CC-8B57-518290BC7892}" type="pres">
      <dgm:prSet presAssocID="{6857E8E7-93BD-48A2-87F0-3BD404CBEE33}" presName="parTxOnly" presStyleLbl="node1" presStyleIdx="3" presStyleCnt="6">
        <dgm:presLayoutVars>
          <dgm:chMax val="0"/>
          <dgm:chPref val="0"/>
          <dgm:bulletEnabled val="1"/>
        </dgm:presLayoutVars>
      </dgm:prSet>
      <dgm:spPr/>
    </dgm:pt>
    <dgm:pt modelId="{3995160B-611F-474F-8A6F-DE6040C4F7CE}" type="pres">
      <dgm:prSet presAssocID="{5AFE4249-8C94-40FD-BF33-6A046835360C}" presName="parTxOnlySpace" presStyleCnt="0"/>
      <dgm:spPr/>
    </dgm:pt>
    <dgm:pt modelId="{46E19D9C-D1EB-4837-8FD9-337DD02A41B8}" type="pres">
      <dgm:prSet presAssocID="{953E7AB5-F05D-40B0-AD80-0F418FAEE324}" presName="parTxOnly" presStyleLbl="node1" presStyleIdx="4" presStyleCnt="6" custScaleY="118135">
        <dgm:presLayoutVars>
          <dgm:chMax val="0"/>
          <dgm:chPref val="0"/>
          <dgm:bulletEnabled val="1"/>
        </dgm:presLayoutVars>
      </dgm:prSet>
      <dgm:spPr/>
    </dgm:pt>
    <dgm:pt modelId="{79C7C499-0F10-45D6-B964-FFF15483B024}" type="pres">
      <dgm:prSet presAssocID="{DE17AAB3-7143-4433-90F1-F25958340F41}" presName="parTxOnlySpace" presStyleCnt="0"/>
      <dgm:spPr/>
    </dgm:pt>
    <dgm:pt modelId="{2B6C2706-2049-41FD-8B9D-5AD8709C8897}" type="pres">
      <dgm:prSet presAssocID="{CD0ADFF2-3C80-4FAF-B92D-FEB7726FC9EC}" presName="parTxOnly" presStyleLbl="node1" presStyleIdx="5" presStyleCnt="6">
        <dgm:presLayoutVars>
          <dgm:chMax val="0"/>
          <dgm:chPref val="0"/>
          <dgm:bulletEnabled val="1"/>
        </dgm:presLayoutVars>
      </dgm:prSet>
      <dgm:spPr/>
    </dgm:pt>
  </dgm:ptLst>
  <dgm:cxnLst>
    <dgm:cxn modelId="{980DF310-5316-461F-9781-75E985DC187B}" srcId="{D73B1719-BDD8-4993-BAE8-7E38E1AF468A}" destId="{953E7AB5-F05D-40B0-AD80-0F418FAEE324}" srcOrd="4" destOrd="0" parTransId="{94E60DDD-EEBB-423B-9ACF-8BA4D08D0D23}" sibTransId="{DE17AAB3-7143-4433-90F1-F25958340F41}"/>
    <dgm:cxn modelId="{02DFE61B-A754-47F8-95CA-37F9E3CC6193}" srcId="{D73B1719-BDD8-4993-BAE8-7E38E1AF468A}" destId="{6D310E01-CC8A-4A6B-9386-A7DE2132A9C8}" srcOrd="2" destOrd="0" parTransId="{620FDEE9-F314-4FA4-8937-34189DD05127}" sibTransId="{1324FDA1-910A-4976-96AA-B8FD502F214A}"/>
    <dgm:cxn modelId="{7981AE1D-7597-4A8F-931C-62E5215A0194}" type="presOf" srcId="{7983AA8C-B4A8-43E2-9678-BB50F045CED8}" destId="{27AC005D-EF01-4693-B5C4-A3B092EC7534}" srcOrd="0" destOrd="0" presId="urn:microsoft.com/office/officeart/2005/8/layout/chevron1"/>
    <dgm:cxn modelId="{83530D27-7C28-4A0B-ADA9-0967EC45FB73}" srcId="{D73B1719-BDD8-4993-BAE8-7E38E1AF468A}" destId="{6857E8E7-93BD-48A2-87F0-3BD404CBEE33}" srcOrd="3" destOrd="0" parTransId="{DCA168BB-2C04-45BF-B5BD-76B30C7AEE48}" sibTransId="{5AFE4249-8C94-40FD-BF33-6A046835360C}"/>
    <dgm:cxn modelId="{218EBA29-9E2F-451E-A12A-91D311812BCA}" type="presOf" srcId="{CD0ADFF2-3C80-4FAF-B92D-FEB7726FC9EC}" destId="{2B6C2706-2049-41FD-8B9D-5AD8709C8897}" srcOrd="0" destOrd="0" presId="urn:microsoft.com/office/officeart/2005/8/layout/chevron1"/>
    <dgm:cxn modelId="{C086E64F-380F-4998-A1C6-3B4A6E3B031E}" srcId="{D73B1719-BDD8-4993-BAE8-7E38E1AF468A}" destId="{7983AA8C-B4A8-43E2-9678-BB50F045CED8}" srcOrd="0" destOrd="0" parTransId="{CB47710A-A207-4739-BBB8-F7AA49AD9666}" sibTransId="{998B0BA2-81FE-44E5-8E09-2EFA2EEF8517}"/>
    <dgm:cxn modelId="{69D98974-4B88-4211-8E4A-152825FA4A7E}" srcId="{D73B1719-BDD8-4993-BAE8-7E38E1AF468A}" destId="{CD0ADFF2-3C80-4FAF-B92D-FEB7726FC9EC}" srcOrd="5" destOrd="0" parTransId="{188F5727-C961-438F-AD60-7CD7A923A2B5}" sibTransId="{44032C65-42B7-4A55-B88A-1C76B9BAF5D3}"/>
    <dgm:cxn modelId="{C8272987-4CC1-41FA-B669-88087AFDDDC0}" type="presOf" srcId="{72B31393-4BD9-4D39-A627-158FEBEBB34A}" destId="{CB93EE98-83EE-4EE5-8BDF-520E950DC0BD}" srcOrd="0" destOrd="0" presId="urn:microsoft.com/office/officeart/2005/8/layout/chevron1"/>
    <dgm:cxn modelId="{07C162C5-96B6-4DDE-93FD-37B4E2D39A00}" type="presOf" srcId="{D73B1719-BDD8-4993-BAE8-7E38E1AF468A}" destId="{57AADF8D-5349-426D-AFD3-BC0F7FAA54B9}" srcOrd="0" destOrd="0" presId="urn:microsoft.com/office/officeart/2005/8/layout/chevron1"/>
    <dgm:cxn modelId="{3126E0CC-7DCC-4EF4-92AD-FD7611E85F5E}" type="presOf" srcId="{6857E8E7-93BD-48A2-87F0-3BD404CBEE33}" destId="{358F8612-C8D0-43CC-8B57-518290BC7892}" srcOrd="0" destOrd="0" presId="urn:microsoft.com/office/officeart/2005/8/layout/chevron1"/>
    <dgm:cxn modelId="{B6CDF2D8-3F47-4645-9E9B-EAFBE524DBAC}" type="presOf" srcId="{6D310E01-CC8A-4A6B-9386-A7DE2132A9C8}" destId="{3401675F-87C3-4907-B00F-64CC3CDBBEDB}" srcOrd="0" destOrd="0" presId="urn:microsoft.com/office/officeart/2005/8/layout/chevron1"/>
    <dgm:cxn modelId="{47096ADF-4287-4D3C-AAD1-6E3442A51550}" type="presOf" srcId="{953E7AB5-F05D-40B0-AD80-0F418FAEE324}" destId="{46E19D9C-D1EB-4837-8FD9-337DD02A41B8}" srcOrd="0" destOrd="0" presId="urn:microsoft.com/office/officeart/2005/8/layout/chevron1"/>
    <dgm:cxn modelId="{88A3DAE3-7D02-46A6-8429-00CC2585FA5A}" srcId="{D73B1719-BDD8-4993-BAE8-7E38E1AF468A}" destId="{72B31393-4BD9-4D39-A627-158FEBEBB34A}" srcOrd="1" destOrd="0" parTransId="{4369BB77-669D-4E96-AF33-08F57672357E}" sibTransId="{74B667E6-CE9C-4EEA-B04E-92956BBF2184}"/>
    <dgm:cxn modelId="{3A16B5FE-6F42-4DD9-90A7-B1726DACAC2F}" type="presParOf" srcId="{57AADF8D-5349-426D-AFD3-BC0F7FAA54B9}" destId="{27AC005D-EF01-4693-B5C4-A3B092EC7534}" srcOrd="0" destOrd="0" presId="urn:microsoft.com/office/officeart/2005/8/layout/chevron1"/>
    <dgm:cxn modelId="{6E487373-56A6-4309-861E-02E8076A701B}" type="presParOf" srcId="{57AADF8D-5349-426D-AFD3-BC0F7FAA54B9}" destId="{2F6A7E55-3920-45E4-B155-47A91D6BE7C6}" srcOrd="1" destOrd="0" presId="urn:microsoft.com/office/officeart/2005/8/layout/chevron1"/>
    <dgm:cxn modelId="{B6679E36-16C1-4977-914D-877ABDFE0A41}" type="presParOf" srcId="{57AADF8D-5349-426D-AFD3-BC0F7FAA54B9}" destId="{CB93EE98-83EE-4EE5-8BDF-520E950DC0BD}" srcOrd="2" destOrd="0" presId="urn:microsoft.com/office/officeart/2005/8/layout/chevron1"/>
    <dgm:cxn modelId="{48409201-BFC6-486A-B13F-1C296438F6F2}" type="presParOf" srcId="{57AADF8D-5349-426D-AFD3-BC0F7FAA54B9}" destId="{AFFE7479-9661-4A9B-813B-2A39427A0D70}" srcOrd="3" destOrd="0" presId="urn:microsoft.com/office/officeart/2005/8/layout/chevron1"/>
    <dgm:cxn modelId="{B04DD452-0D96-48C8-82C3-08F5AD7DB2B5}" type="presParOf" srcId="{57AADF8D-5349-426D-AFD3-BC0F7FAA54B9}" destId="{3401675F-87C3-4907-B00F-64CC3CDBBEDB}" srcOrd="4" destOrd="0" presId="urn:microsoft.com/office/officeart/2005/8/layout/chevron1"/>
    <dgm:cxn modelId="{C8B810D1-E6D5-4322-865D-E88EE598B7AB}" type="presParOf" srcId="{57AADF8D-5349-426D-AFD3-BC0F7FAA54B9}" destId="{7E8A646D-5CFE-4CEE-ABBA-7AD6DC31077A}" srcOrd="5" destOrd="0" presId="urn:microsoft.com/office/officeart/2005/8/layout/chevron1"/>
    <dgm:cxn modelId="{5A0EE8D9-0509-4ED0-B04E-F3A5C8590847}" type="presParOf" srcId="{57AADF8D-5349-426D-AFD3-BC0F7FAA54B9}" destId="{358F8612-C8D0-43CC-8B57-518290BC7892}" srcOrd="6" destOrd="0" presId="urn:microsoft.com/office/officeart/2005/8/layout/chevron1"/>
    <dgm:cxn modelId="{DCF0CBC0-731A-49D9-A4E3-CD07F1707579}" type="presParOf" srcId="{57AADF8D-5349-426D-AFD3-BC0F7FAA54B9}" destId="{3995160B-611F-474F-8A6F-DE6040C4F7CE}" srcOrd="7" destOrd="0" presId="urn:microsoft.com/office/officeart/2005/8/layout/chevron1"/>
    <dgm:cxn modelId="{345C8613-6952-4B78-AC38-350F9CC14D7D}" type="presParOf" srcId="{57AADF8D-5349-426D-AFD3-BC0F7FAA54B9}" destId="{46E19D9C-D1EB-4837-8FD9-337DD02A41B8}" srcOrd="8" destOrd="0" presId="urn:microsoft.com/office/officeart/2005/8/layout/chevron1"/>
    <dgm:cxn modelId="{07C8010C-9076-47C4-9FA0-E5C03230EFDF}" type="presParOf" srcId="{57AADF8D-5349-426D-AFD3-BC0F7FAA54B9}" destId="{79C7C499-0F10-45D6-B964-FFF15483B024}" srcOrd="9" destOrd="0" presId="urn:microsoft.com/office/officeart/2005/8/layout/chevron1"/>
    <dgm:cxn modelId="{C2654BEC-5350-481C-A019-4DB4E64D48A9}" type="presParOf" srcId="{57AADF8D-5349-426D-AFD3-BC0F7FAA54B9}" destId="{2B6C2706-2049-41FD-8B9D-5AD8709C8897}" srcOrd="10" destOrd="0" presId="urn:microsoft.com/office/officeart/2005/8/layout/chevron1"/>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D73B1719-BDD8-4993-BAE8-7E38E1AF468A}" type="doc">
      <dgm:prSet loTypeId="urn:microsoft.com/office/officeart/2005/8/layout/chevron1" loCatId="process" qsTypeId="urn:microsoft.com/office/officeart/2005/8/quickstyle/simple1" qsCatId="simple" csTypeId="urn:microsoft.com/office/officeart/2005/8/colors/accent0_2" csCatId="mainScheme" phldr="1"/>
      <dgm:spPr/>
      <dgm:t>
        <a:bodyPr/>
        <a:lstStyle/>
        <a:p>
          <a:endParaRPr lang="es-ES"/>
        </a:p>
      </dgm:t>
    </dgm:pt>
    <dgm:pt modelId="{0467AC44-1DC9-4904-B4DD-81D289700869}">
      <dgm:prSet custT="1"/>
      <dgm:spPr/>
      <dgm:t>
        <a:bodyPr/>
        <a:lstStyle/>
        <a:p>
          <a:r>
            <a:rPr lang="es-ES" sz="1600" dirty="0"/>
            <a:t>Comercial</a:t>
          </a:r>
        </a:p>
      </dgm:t>
    </dgm:pt>
    <dgm:pt modelId="{599C7496-DFC7-42E7-AEEB-8DF3A3F90858}" type="parTrans" cxnId="{2BD2529F-620C-4654-8D4B-92B29714ABBF}">
      <dgm:prSet/>
      <dgm:spPr/>
      <dgm:t>
        <a:bodyPr/>
        <a:lstStyle/>
        <a:p>
          <a:endParaRPr lang="es-ES" sz="3600"/>
        </a:p>
      </dgm:t>
    </dgm:pt>
    <dgm:pt modelId="{DA85E271-1927-45BC-980C-157F470CAD93}" type="sibTrans" cxnId="{2BD2529F-620C-4654-8D4B-92B29714ABBF}">
      <dgm:prSet/>
      <dgm:spPr/>
      <dgm:t>
        <a:bodyPr/>
        <a:lstStyle/>
        <a:p>
          <a:endParaRPr lang="es-ES" sz="3600"/>
        </a:p>
      </dgm:t>
    </dgm:pt>
    <dgm:pt modelId="{72B31393-4BD9-4D39-A627-158FEBEBB34A}">
      <dgm:prSet custT="1"/>
      <dgm:spPr/>
      <dgm:t>
        <a:bodyPr/>
        <a:lstStyle/>
        <a:p>
          <a:r>
            <a:rPr lang="es-ES" sz="1600" dirty="0"/>
            <a:t>Análisis de la solicitud del cliente</a:t>
          </a:r>
        </a:p>
      </dgm:t>
    </dgm:pt>
    <dgm:pt modelId="{4369BB77-669D-4E96-AF33-08F57672357E}" type="parTrans" cxnId="{88A3DAE3-7D02-46A6-8429-00CC2585FA5A}">
      <dgm:prSet/>
      <dgm:spPr/>
      <dgm:t>
        <a:bodyPr/>
        <a:lstStyle/>
        <a:p>
          <a:endParaRPr lang="es-ES" sz="3600"/>
        </a:p>
      </dgm:t>
    </dgm:pt>
    <dgm:pt modelId="{74B667E6-CE9C-4EEA-B04E-92956BBF2184}" type="sibTrans" cxnId="{88A3DAE3-7D02-46A6-8429-00CC2585FA5A}">
      <dgm:prSet/>
      <dgm:spPr/>
      <dgm:t>
        <a:bodyPr/>
        <a:lstStyle/>
        <a:p>
          <a:endParaRPr lang="es-ES" sz="3600"/>
        </a:p>
      </dgm:t>
    </dgm:pt>
    <dgm:pt modelId="{6857E8E7-93BD-48A2-87F0-3BD404CBEE33}">
      <dgm:prSet custT="1"/>
      <dgm:spPr/>
      <dgm:t>
        <a:bodyPr/>
        <a:lstStyle/>
        <a:p>
          <a:r>
            <a:rPr lang="es-ES" sz="1400" dirty="0"/>
            <a:t>Producción: diseño y desarrollo de la aplicación</a:t>
          </a:r>
        </a:p>
      </dgm:t>
    </dgm:pt>
    <dgm:pt modelId="{DCA168BB-2C04-45BF-B5BD-76B30C7AEE48}" type="parTrans" cxnId="{83530D27-7C28-4A0B-ADA9-0967EC45FB73}">
      <dgm:prSet/>
      <dgm:spPr/>
      <dgm:t>
        <a:bodyPr/>
        <a:lstStyle/>
        <a:p>
          <a:endParaRPr lang="es-ES" sz="3600"/>
        </a:p>
      </dgm:t>
    </dgm:pt>
    <dgm:pt modelId="{5AFE4249-8C94-40FD-BF33-6A046835360C}" type="sibTrans" cxnId="{83530D27-7C28-4A0B-ADA9-0967EC45FB73}">
      <dgm:prSet/>
      <dgm:spPr/>
      <dgm:t>
        <a:bodyPr/>
        <a:lstStyle/>
        <a:p>
          <a:endParaRPr lang="es-ES" sz="3600"/>
        </a:p>
      </dgm:t>
    </dgm:pt>
    <dgm:pt modelId="{953E7AB5-F05D-40B0-AD80-0F418FAEE324}">
      <dgm:prSet custT="1"/>
      <dgm:spPr/>
      <dgm:t>
        <a:bodyPr/>
        <a:lstStyle/>
        <a:p>
          <a:r>
            <a:rPr lang="es-ES" sz="1600" dirty="0"/>
            <a:t>Entrega del producto o servicio</a:t>
          </a:r>
        </a:p>
      </dgm:t>
    </dgm:pt>
    <dgm:pt modelId="{94E60DDD-EEBB-423B-9ACF-8BA4D08D0D23}" type="parTrans" cxnId="{980DF310-5316-461F-9781-75E985DC187B}">
      <dgm:prSet/>
      <dgm:spPr/>
      <dgm:t>
        <a:bodyPr/>
        <a:lstStyle/>
        <a:p>
          <a:endParaRPr lang="es-ES" sz="3600"/>
        </a:p>
      </dgm:t>
    </dgm:pt>
    <dgm:pt modelId="{DE17AAB3-7143-4433-90F1-F25958340F41}" type="sibTrans" cxnId="{980DF310-5316-461F-9781-75E985DC187B}">
      <dgm:prSet/>
      <dgm:spPr/>
      <dgm:t>
        <a:bodyPr/>
        <a:lstStyle/>
        <a:p>
          <a:endParaRPr lang="es-ES" sz="3600"/>
        </a:p>
      </dgm:t>
    </dgm:pt>
    <dgm:pt modelId="{CD0ADFF2-3C80-4FAF-B92D-FEB7726FC9EC}">
      <dgm:prSet custT="1"/>
      <dgm:spPr/>
      <dgm:t>
        <a:bodyPr/>
        <a:lstStyle/>
        <a:p>
          <a:r>
            <a:rPr lang="es-ES" sz="1600" dirty="0"/>
            <a:t>Posventa</a:t>
          </a:r>
        </a:p>
      </dgm:t>
    </dgm:pt>
    <dgm:pt modelId="{188F5727-C961-438F-AD60-7CD7A923A2B5}" type="parTrans" cxnId="{69D98974-4B88-4211-8E4A-152825FA4A7E}">
      <dgm:prSet/>
      <dgm:spPr/>
      <dgm:t>
        <a:bodyPr/>
        <a:lstStyle/>
        <a:p>
          <a:endParaRPr lang="es-ES" sz="3600"/>
        </a:p>
      </dgm:t>
    </dgm:pt>
    <dgm:pt modelId="{44032C65-42B7-4A55-B88A-1C76B9BAF5D3}" type="sibTrans" cxnId="{69D98974-4B88-4211-8E4A-152825FA4A7E}">
      <dgm:prSet/>
      <dgm:spPr/>
      <dgm:t>
        <a:bodyPr/>
        <a:lstStyle/>
        <a:p>
          <a:endParaRPr lang="es-ES" sz="3600"/>
        </a:p>
      </dgm:t>
    </dgm:pt>
    <dgm:pt modelId="{57AADF8D-5349-426D-AFD3-BC0F7FAA54B9}" type="pres">
      <dgm:prSet presAssocID="{D73B1719-BDD8-4993-BAE8-7E38E1AF468A}" presName="Name0" presStyleCnt="0">
        <dgm:presLayoutVars>
          <dgm:dir/>
          <dgm:animLvl val="lvl"/>
          <dgm:resizeHandles val="exact"/>
        </dgm:presLayoutVars>
      </dgm:prSet>
      <dgm:spPr/>
    </dgm:pt>
    <dgm:pt modelId="{DC80C4D3-F1F4-428F-840F-8477B9C13EA0}" type="pres">
      <dgm:prSet presAssocID="{0467AC44-1DC9-4904-B4DD-81D289700869}" presName="parTxOnly" presStyleLbl="node1" presStyleIdx="0" presStyleCnt="5">
        <dgm:presLayoutVars>
          <dgm:chMax val="0"/>
          <dgm:chPref val="0"/>
          <dgm:bulletEnabled val="1"/>
        </dgm:presLayoutVars>
      </dgm:prSet>
      <dgm:spPr/>
    </dgm:pt>
    <dgm:pt modelId="{445AC8D7-4AAA-47A2-BFDC-D168E81A436C}" type="pres">
      <dgm:prSet presAssocID="{DA85E271-1927-45BC-980C-157F470CAD93}" presName="parTxOnlySpace" presStyleCnt="0"/>
      <dgm:spPr/>
    </dgm:pt>
    <dgm:pt modelId="{CB93EE98-83EE-4EE5-8BDF-520E950DC0BD}" type="pres">
      <dgm:prSet presAssocID="{72B31393-4BD9-4D39-A627-158FEBEBB34A}" presName="parTxOnly" presStyleLbl="node1" presStyleIdx="1" presStyleCnt="5">
        <dgm:presLayoutVars>
          <dgm:chMax val="0"/>
          <dgm:chPref val="0"/>
          <dgm:bulletEnabled val="1"/>
        </dgm:presLayoutVars>
      </dgm:prSet>
      <dgm:spPr/>
    </dgm:pt>
    <dgm:pt modelId="{AFFE7479-9661-4A9B-813B-2A39427A0D70}" type="pres">
      <dgm:prSet presAssocID="{74B667E6-CE9C-4EEA-B04E-92956BBF2184}" presName="parTxOnlySpace" presStyleCnt="0"/>
      <dgm:spPr/>
    </dgm:pt>
    <dgm:pt modelId="{358F8612-C8D0-43CC-8B57-518290BC7892}" type="pres">
      <dgm:prSet presAssocID="{6857E8E7-93BD-48A2-87F0-3BD404CBEE33}" presName="parTxOnly" presStyleLbl="node1" presStyleIdx="2" presStyleCnt="5" custScaleX="113462" custScaleY="142937">
        <dgm:presLayoutVars>
          <dgm:chMax val="0"/>
          <dgm:chPref val="0"/>
          <dgm:bulletEnabled val="1"/>
        </dgm:presLayoutVars>
      </dgm:prSet>
      <dgm:spPr/>
    </dgm:pt>
    <dgm:pt modelId="{3995160B-611F-474F-8A6F-DE6040C4F7CE}" type="pres">
      <dgm:prSet presAssocID="{5AFE4249-8C94-40FD-BF33-6A046835360C}" presName="parTxOnlySpace" presStyleCnt="0"/>
      <dgm:spPr/>
    </dgm:pt>
    <dgm:pt modelId="{46E19D9C-D1EB-4837-8FD9-337DD02A41B8}" type="pres">
      <dgm:prSet presAssocID="{953E7AB5-F05D-40B0-AD80-0F418FAEE324}" presName="parTxOnly" presStyleLbl="node1" presStyleIdx="3" presStyleCnt="5">
        <dgm:presLayoutVars>
          <dgm:chMax val="0"/>
          <dgm:chPref val="0"/>
          <dgm:bulletEnabled val="1"/>
        </dgm:presLayoutVars>
      </dgm:prSet>
      <dgm:spPr/>
    </dgm:pt>
    <dgm:pt modelId="{79C7C499-0F10-45D6-B964-FFF15483B024}" type="pres">
      <dgm:prSet presAssocID="{DE17AAB3-7143-4433-90F1-F25958340F41}" presName="parTxOnlySpace" presStyleCnt="0"/>
      <dgm:spPr/>
    </dgm:pt>
    <dgm:pt modelId="{2B6C2706-2049-41FD-8B9D-5AD8709C8897}" type="pres">
      <dgm:prSet presAssocID="{CD0ADFF2-3C80-4FAF-B92D-FEB7726FC9EC}" presName="parTxOnly" presStyleLbl="node1" presStyleIdx="4" presStyleCnt="5">
        <dgm:presLayoutVars>
          <dgm:chMax val="0"/>
          <dgm:chPref val="0"/>
          <dgm:bulletEnabled val="1"/>
        </dgm:presLayoutVars>
      </dgm:prSet>
      <dgm:spPr/>
    </dgm:pt>
  </dgm:ptLst>
  <dgm:cxnLst>
    <dgm:cxn modelId="{980DF310-5316-461F-9781-75E985DC187B}" srcId="{D73B1719-BDD8-4993-BAE8-7E38E1AF468A}" destId="{953E7AB5-F05D-40B0-AD80-0F418FAEE324}" srcOrd="3" destOrd="0" parTransId="{94E60DDD-EEBB-423B-9ACF-8BA4D08D0D23}" sibTransId="{DE17AAB3-7143-4433-90F1-F25958340F41}"/>
    <dgm:cxn modelId="{83530D27-7C28-4A0B-ADA9-0967EC45FB73}" srcId="{D73B1719-BDD8-4993-BAE8-7E38E1AF468A}" destId="{6857E8E7-93BD-48A2-87F0-3BD404CBEE33}" srcOrd="2" destOrd="0" parTransId="{DCA168BB-2C04-45BF-B5BD-76B30C7AEE48}" sibTransId="{5AFE4249-8C94-40FD-BF33-6A046835360C}"/>
    <dgm:cxn modelId="{218EBA29-9E2F-451E-A12A-91D311812BCA}" type="presOf" srcId="{CD0ADFF2-3C80-4FAF-B92D-FEB7726FC9EC}" destId="{2B6C2706-2049-41FD-8B9D-5AD8709C8897}" srcOrd="0" destOrd="0" presId="urn:microsoft.com/office/officeart/2005/8/layout/chevron1"/>
    <dgm:cxn modelId="{ACBE6139-260A-4459-B173-24CA032D2A38}" type="presOf" srcId="{0467AC44-1DC9-4904-B4DD-81D289700869}" destId="{DC80C4D3-F1F4-428F-840F-8477B9C13EA0}" srcOrd="0" destOrd="0" presId="urn:microsoft.com/office/officeart/2005/8/layout/chevron1"/>
    <dgm:cxn modelId="{69D98974-4B88-4211-8E4A-152825FA4A7E}" srcId="{D73B1719-BDD8-4993-BAE8-7E38E1AF468A}" destId="{CD0ADFF2-3C80-4FAF-B92D-FEB7726FC9EC}" srcOrd="4" destOrd="0" parTransId="{188F5727-C961-438F-AD60-7CD7A923A2B5}" sibTransId="{44032C65-42B7-4A55-B88A-1C76B9BAF5D3}"/>
    <dgm:cxn modelId="{C8272987-4CC1-41FA-B669-88087AFDDDC0}" type="presOf" srcId="{72B31393-4BD9-4D39-A627-158FEBEBB34A}" destId="{CB93EE98-83EE-4EE5-8BDF-520E950DC0BD}" srcOrd="0" destOrd="0" presId="urn:microsoft.com/office/officeart/2005/8/layout/chevron1"/>
    <dgm:cxn modelId="{2BD2529F-620C-4654-8D4B-92B29714ABBF}" srcId="{D73B1719-BDD8-4993-BAE8-7E38E1AF468A}" destId="{0467AC44-1DC9-4904-B4DD-81D289700869}" srcOrd="0" destOrd="0" parTransId="{599C7496-DFC7-42E7-AEEB-8DF3A3F90858}" sibTransId="{DA85E271-1927-45BC-980C-157F470CAD93}"/>
    <dgm:cxn modelId="{07C162C5-96B6-4DDE-93FD-37B4E2D39A00}" type="presOf" srcId="{D73B1719-BDD8-4993-BAE8-7E38E1AF468A}" destId="{57AADF8D-5349-426D-AFD3-BC0F7FAA54B9}" srcOrd="0" destOrd="0" presId="urn:microsoft.com/office/officeart/2005/8/layout/chevron1"/>
    <dgm:cxn modelId="{3126E0CC-7DCC-4EF4-92AD-FD7611E85F5E}" type="presOf" srcId="{6857E8E7-93BD-48A2-87F0-3BD404CBEE33}" destId="{358F8612-C8D0-43CC-8B57-518290BC7892}" srcOrd="0" destOrd="0" presId="urn:microsoft.com/office/officeart/2005/8/layout/chevron1"/>
    <dgm:cxn modelId="{47096ADF-4287-4D3C-AAD1-6E3442A51550}" type="presOf" srcId="{953E7AB5-F05D-40B0-AD80-0F418FAEE324}" destId="{46E19D9C-D1EB-4837-8FD9-337DD02A41B8}" srcOrd="0" destOrd="0" presId="urn:microsoft.com/office/officeart/2005/8/layout/chevron1"/>
    <dgm:cxn modelId="{88A3DAE3-7D02-46A6-8429-00CC2585FA5A}" srcId="{D73B1719-BDD8-4993-BAE8-7E38E1AF468A}" destId="{72B31393-4BD9-4D39-A627-158FEBEBB34A}" srcOrd="1" destOrd="0" parTransId="{4369BB77-669D-4E96-AF33-08F57672357E}" sibTransId="{74B667E6-CE9C-4EEA-B04E-92956BBF2184}"/>
    <dgm:cxn modelId="{A12A54EB-05FD-4C6D-81DA-7188518A5705}" type="presParOf" srcId="{57AADF8D-5349-426D-AFD3-BC0F7FAA54B9}" destId="{DC80C4D3-F1F4-428F-840F-8477B9C13EA0}" srcOrd="0" destOrd="0" presId="urn:microsoft.com/office/officeart/2005/8/layout/chevron1"/>
    <dgm:cxn modelId="{7D565EE2-6851-4740-A7AC-C683127B257A}" type="presParOf" srcId="{57AADF8D-5349-426D-AFD3-BC0F7FAA54B9}" destId="{445AC8D7-4AAA-47A2-BFDC-D168E81A436C}" srcOrd="1" destOrd="0" presId="urn:microsoft.com/office/officeart/2005/8/layout/chevron1"/>
    <dgm:cxn modelId="{B6679E36-16C1-4977-914D-877ABDFE0A41}" type="presParOf" srcId="{57AADF8D-5349-426D-AFD3-BC0F7FAA54B9}" destId="{CB93EE98-83EE-4EE5-8BDF-520E950DC0BD}" srcOrd="2" destOrd="0" presId="urn:microsoft.com/office/officeart/2005/8/layout/chevron1"/>
    <dgm:cxn modelId="{48409201-BFC6-486A-B13F-1C296438F6F2}" type="presParOf" srcId="{57AADF8D-5349-426D-AFD3-BC0F7FAA54B9}" destId="{AFFE7479-9661-4A9B-813B-2A39427A0D70}" srcOrd="3" destOrd="0" presId="urn:microsoft.com/office/officeart/2005/8/layout/chevron1"/>
    <dgm:cxn modelId="{5A0EE8D9-0509-4ED0-B04E-F3A5C8590847}" type="presParOf" srcId="{57AADF8D-5349-426D-AFD3-BC0F7FAA54B9}" destId="{358F8612-C8D0-43CC-8B57-518290BC7892}" srcOrd="4" destOrd="0" presId="urn:microsoft.com/office/officeart/2005/8/layout/chevron1"/>
    <dgm:cxn modelId="{DCF0CBC0-731A-49D9-A4E3-CD07F1707579}" type="presParOf" srcId="{57AADF8D-5349-426D-AFD3-BC0F7FAA54B9}" destId="{3995160B-611F-474F-8A6F-DE6040C4F7CE}" srcOrd="5" destOrd="0" presId="urn:microsoft.com/office/officeart/2005/8/layout/chevron1"/>
    <dgm:cxn modelId="{345C8613-6952-4B78-AC38-350F9CC14D7D}" type="presParOf" srcId="{57AADF8D-5349-426D-AFD3-BC0F7FAA54B9}" destId="{46E19D9C-D1EB-4837-8FD9-337DD02A41B8}" srcOrd="6" destOrd="0" presId="urn:microsoft.com/office/officeart/2005/8/layout/chevron1"/>
    <dgm:cxn modelId="{07C8010C-9076-47C4-9FA0-E5C03230EFDF}" type="presParOf" srcId="{57AADF8D-5349-426D-AFD3-BC0F7FAA54B9}" destId="{79C7C499-0F10-45D6-B964-FFF15483B024}" srcOrd="7" destOrd="0" presId="urn:microsoft.com/office/officeart/2005/8/layout/chevron1"/>
    <dgm:cxn modelId="{C2654BEC-5350-481C-A019-4DB4E64D48A9}" type="presParOf" srcId="{57AADF8D-5349-426D-AFD3-BC0F7FAA54B9}" destId="{2B6C2706-2049-41FD-8B9D-5AD8709C8897}" srcOrd="8" destOrd="0" presId="urn:microsoft.com/office/officeart/2005/8/layout/chevron1"/>
  </dgm:cxnLst>
  <dgm:bg/>
  <dgm:whole/>
  <dgm:extLst>
    <a:ext uri="http://schemas.microsoft.com/office/drawing/2008/diagram">
      <dsp:dataModelExt xmlns:dsp="http://schemas.microsoft.com/office/drawing/2008/diagram" relId="rId17"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A64897B0-A660-40AD-9BC0-3890C22C1F16}"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77ACAC3E-F20A-4C61-BA68-B970DFE858E5}">
      <dgm:prSet/>
      <dgm:spPr/>
      <dgm:t>
        <a:bodyPr/>
        <a:lstStyle/>
        <a:p>
          <a:pPr>
            <a:lnSpc>
              <a:spcPct val="100000"/>
            </a:lnSpc>
          </a:pPr>
          <a:r>
            <a:rPr lang="es-ES" dirty="0"/>
            <a:t>La función de producción desarrolla actividades y decisiones para alcanzar unos objetivos previamente establecidos.</a:t>
          </a:r>
          <a:endParaRPr lang="en-US" dirty="0"/>
        </a:p>
      </dgm:t>
    </dgm:pt>
    <dgm:pt modelId="{8E71B9BC-5EA6-4FDC-895A-60B85D1BAEB4}" type="parTrans" cxnId="{E8963386-1B00-4C47-957A-E7FF81EEF1C4}">
      <dgm:prSet/>
      <dgm:spPr/>
      <dgm:t>
        <a:bodyPr/>
        <a:lstStyle/>
        <a:p>
          <a:endParaRPr lang="en-US"/>
        </a:p>
      </dgm:t>
    </dgm:pt>
    <dgm:pt modelId="{81686D47-4DAF-4A98-B41C-FF6E3FE858E8}" type="sibTrans" cxnId="{E8963386-1B00-4C47-957A-E7FF81EEF1C4}">
      <dgm:prSet/>
      <dgm:spPr/>
      <dgm:t>
        <a:bodyPr/>
        <a:lstStyle/>
        <a:p>
          <a:endParaRPr lang="en-US"/>
        </a:p>
      </dgm:t>
    </dgm:pt>
    <dgm:pt modelId="{BE4972A2-BBFD-4F5A-9AFB-33902DB57E1F}">
      <dgm:prSet/>
      <dgm:spPr/>
      <dgm:t>
        <a:bodyPr/>
        <a:lstStyle/>
        <a:p>
          <a:pPr>
            <a:lnSpc>
              <a:spcPct val="100000"/>
            </a:lnSpc>
          </a:pPr>
          <a:r>
            <a:rPr lang="es-ES"/>
            <a:t>Los objetivos de producción orientan a la estrategia de producción (nivel funcional) y permiten la consecución de objetivos y estrategias más amplias (competitivas y corporativas).</a:t>
          </a:r>
          <a:endParaRPr lang="en-US"/>
        </a:p>
      </dgm:t>
    </dgm:pt>
    <dgm:pt modelId="{FDC20A1B-F39A-432A-B006-1EBD7AA8FB67}" type="parTrans" cxnId="{0D0961CF-B44D-4AF2-A31B-98CFD97B1155}">
      <dgm:prSet/>
      <dgm:spPr/>
      <dgm:t>
        <a:bodyPr/>
        <a:lstStyle/>
        <a:p>
          <a:endParaRPr lang="en-US"/>
        </a:p>
      </dgm:t>
    </dgm:pt>
    <dgm:pt modelId="{3C7577D1-D0FC-496F-ACAF-97E2C8982675}" type="sibTrans" cxnId="{0D0961CF-B44D-4AF2-A31B-98CFD97B1155}">
      <dgm:prSet/>
      <dgm:spPr/>
      <dgm:t>
        <a:bodyPr/>
        <a:lstStyle/>
        <a:p>
          <a:endParaRPr lang="en-US"/>
        </a:p>
      </dgm:t>
    </dgm:pt>
    <dgm:pt modelId="{5C50323E-3ADA-4B69-991B-D6458132693D}" type="pres">
      <dgm:prSet presAssocID="{A64897B0-A660-40AD-9BC0-3890C22C1F16}" presName="root" presStyleCnt="0">
        <dgm:presLayoutVars>
          <dgm:dir/>
          <dgm:resizeHandles val="exact"/>
        </dgm:presLayoutVars>
      </dgm:prSet>
      <dgm:spPr/>
    </dgm:pt>
    <dgm:pt modelId="{C43CE36B-B617-435C-BCDC-E31AC4A9F0E3}" type="pres">
      <dgm:prSet presAssocID="{77ACAC3E-F20A-4C61-BA68-B970DFE858E5}" presName="compNode" presStyleCnt="0"/>
      <dgm:spPr/>
    </dgm:pt>
    <dgm:pt modelId="{C2CE1E8E-AEF2-4511-99EB-EE06B63C3882}" type="pres">
      <dgm:prSet presAssocID="{77ACAC3E-F20A-4C61-BA68-B970DFE858E5}" presName="bgRect" presStyleLbl="bgShp" presStyleIdx="0" presStyleCnt="2"/>
      <dgm:spPr/>
    </dgm:pt>
    <dgm:pt modelId="{743F609A-3C59-4094-B93A-D303B09D0663}" type="pres">
      <dgm:prSet presAssocID="{77ACAC3E-F20A-4C61-BA68-B970DFE858E5}"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Diana"/>
        </a:ext>
      </dgm:extLst>
    </dgm:pt>
    <dgm:pt modelId="{4DEBC652-7E0F-4C8E-A222-BCA598C7D42C}" type="pres">
      <dgm:prSet presAssocID="{77ACAC3E-F20A-4C61-BA68-B970DFE858E5}" presName="spaceRect" presStyleCnt="0"/>
      <dgm:spPr/>
    </dgm:pt>
    <dgm:pt modelId="{B18CE0D3-FAC6-4EE3-8A4A-67EFF6870518}" type="pres">
      <dgm:prSet presAssocID="{77ACAC3E-F20A-4C61-BA68-B970DFE858E5}" presName="parTx" presStyleLbl="revTx" presStyleIdx="0" presStyleCnt="2">
        <dgm:presLayoutVars>
          <dgm:chMax val="0"/>
          <dgm:chPref val="0"/>
        </dgm:presLayoutVars>
      </dgm:prSet>
      <dgm:spPr/>
    </dgm:pt>
    <dgm:pt modelId="{6C4B5AA9-C067-47CE-B90C-D6867584F5E2}" type="pres">
      <dgm:prSet presAssocID="{81686D47-4DAF-4A98-B41C-FF6E3FE858E8}" presName="sibTrans" presStyleCnt="0"/>
      <dgm:spPr/>
    </dgm:pt>
    <dgm:pt modelId="{F172F9DB-49ED-4FEC-AB99-0360B64760E5}" type="pres">
      <dgm:prSet presAssocID="{BE4972A2-BBFD-4F5A-9AFB-33902DB57E1F}" presName="compNode" presStyleCnt="0"/>
      <dgm:spPr/>
    </dgm:pt>
    <dgm:pt modelId="{BB7847BF-642C-4414-9115-597726CD7D83}" type="pres">
      <dgm:prSet presAssocID="{BE4972A2-BBFD-4F5A-9AFB-33902DB57E1F}" presName="bgRect" presStyleLbl="bgShp" presStyleIdx="1" presStyleCnt="2"/>
      <dgm:spPr/>
    </dgm:pt>
    <dgm:pt modelId="{A92B3337-7873-40ED-AB24-DBE4515E8C61}" type="pres">
      <dgm:prSet presAssocID="{BE4972A2-BBFD-4F5A-9AFB-33902DB57E1F}"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Upward trend"/>
        </a:ext>
      </dgm:extLst>
    </dgm:pt>
    <dgm:pt modelId="{8F322B93-2281-4C62-B371-9BC78BDBE2AB}" type="pres">
      <dgm:prSet presAssocID="{BE4972A2-BBFD-4F5A-9AFB-33902DB57E1F}" presName="spaceRect" presStyleCnt="0"/>
      <dgm:spPr/>
    </dgm:pt>
    <dgm:pt modelId="{C9D0F76D-F50E-421E-831C-6B1E7132DA8D}" type="pres">
      <dgm:prSet presAssocID="{BE4972A2-BBFD-4F5A-9AFB-33902DB57E1F}" presName="parTx" presStyleLbl="revTx" presStyleIdx="1" presStyleCnt="2">
        <dgm:presLayoutVars>
          <dgm:chMax val="0"/>
          <dgm:chPref val="0"/>
        </dgm:presLayoutVars>
      </dgm:prSet>
      <dgm:spPr/>
    </dgm:pt>
  </dgm:ptLst>
  <dgm:cxnLst>
    <dgm:cxn modelId="{7C3BC928-2671-4C13-B09C-82F280E2409C}" type="presOf" srcId="{A64897B0-A660-40AD-9BC0-3890C22C1F16}" destId="{5C50323E-3ADA-4B69-991B-D6458132693D}" srcOrd="0" destOrd="0" presId="urn:microsoft.com/office/officeart/2018/2/layout/IconVerticalSolidList"/>
    <dgm:cxn modelId="{E8963386-1B00-4C47-957A-E7FF81EEF1C4}" srcId="{A64897B0-A660-40AD-9BC0-3890C22C1F16}" destId="{77ACAC3E-F20A-4C61-BA68-B970DFE858E5}" srcOrd="0" destOrd="0" parTransId="{8E71B9BC-5EA6-4FDC-895A-60B85D1BAEB4}" sibTransId="{81686D47-4DAF-4A98-B41C-FF6E3FE858E8}"/>
    <dgm:cxn modelId="{6FCF9DB0-76BF-4866-A694-B1C79182CCB3}" type="presOf" srcId="{77ACAC3E-F20A-4C61-BA68-B970DFE858E5}" destId="{B18CE0D3-FAC6-4EE3-8A4A-67EFF6870518}" srcOrd="0" destOrd="0" presId="urn:microsoft.com/office/officeart/2018/2/layout/IconVerticalSolidList"/>
    <dgm:cxn modelId="{0D0961CF-B44D-4AF2-A31B-98CFD97B1155}" srcId="{A64897B0-A660-40AD-9BC0-3890C22C1F16}" destId="{BE4972A2-BBFD-4F5A-9AFB-33902DB57E1F}" srcOrd="1" destOrd="0" parTransId="{FDC20A1B-F39A-432A-B006-1EBD7AA8FB67}" sibTransId="{3C7577D1-D0FC-496F-ACAF-97E2C8982675}"/>
    <dgm:cxn modelId="{184ED6F5-3B44-45B9-98B5-F641F08EB861}" type="presOf" srcId="{BE4972A2-BBFD-4F5A-9AFB-33902DB57E1F}" destId="{C9D0F76D-F50E-421E-831C-6B1E7132DA8D}" srcOrd="0" destOrd="0" presId="urn:microsoft.com/office/officeart/2018/2/layout/IconVerticalSolidList"/>
    <dgm:cxn modelId="{66107060-FDAB-4C97-B19C-D6211FA3C2D5}" type="presParOf" srcId="{5C50323E-3ADA-4B69-991B-D6458132693D}" destId="{C43CE36B-B617-435C-BCDC-E31AC4A9F0E3}" srcOrd="0" destOrd="0" presId="urn:microsoft.com/office/officeart/2018/2/layout/IconVerticalSolidList"/>
    <dgm:cxn modelId="{948E86C9-2655-498F-9DE4-A2F3B311F431}" type="presParOf" srcId="{C43CE36B-B617-435C-BCDC-E31AC4A9F0E3}" destId="{C2CE1E8E-AEF2-4511-99EB-EE06B63C3882}" srcOrd="0" destOrd="0" presId="urn:microsoft.com/office/officeart/2018/2/layout/IconVerticalSolidList"/>
    <dgm:cxn modelId="{F3F22916-B48C-4C32-931D-A21AFD8D90B3}" type="presParOf" srcId="{C43CE36B-B617-435C-BCDC-E31AC4A9F0E3}" destId="{743F609A-3C59-4094-B93A-D303B09D0663}" srcOrd="1" destOrd="0" presId="urn:microsoft.com/office/officeart/2018/2/layout/IconVerticalSolidList"/>
    <dgm:cxn modelId="{2741050D-3E59-4C50-8683-EC4974F4F02F}" type="presParOf" srcId="{C43CE36B-B617-435C-BCDC-E31AC4A9F0E3}" destId="{4DEBC652-7E0F-4C8E-A222-BCA598C7D42C}" srcOrd="2" destOrd="0" presId="urn:microsoft.com/office/officeart/2018/2/layout/IconVerticalSolidList"/>
    <dgm:cxn modelId="{831CFE13-0715-4E75-82BC-2D254F9832C1}" type="presParOf" srcId="{C43CE36B-B617-435C-BCDC-E31AC4A9F0E3}" destId="{B18CE0D3-FAC6-4EE3-8A4A-67EFF6870518}" srcOrd="3" destOrd="0" presId="urn:microsoft.com/office/officeart/2018/2/layout/IconVerticalSolidList"/>
    <dgm:cxn modelId="{0AC6C7D9-594B-490E-9161-9161F00FF9C9}" type="presParOf" srcId="{5C50323E-3ADA-4B69-991B-D6458132693D}" destId="{6C4B5AA9-C067-47CE-B90C-D6867584F5E2}" srcOrd="1" destOrd="0" presId="urn:microsoft.com/office/officeart/2018/2/layout/IconVerticalSolidList"/>
    <dgm:cxn modelId="{9B521D4F-8972-474F-B525-D3CCDB7906B0}" type="presParOf" srcId="{5C50323E-3ADA-4B69-991B-D6458132693D}" destId="{F172F9DB-49ED-4FEC-AB99-0360B64760E5}" srcOrd="2" destOrd="0" presId="urn:microsoft.com/office/officeart/2018/2/layout/IconVerticalSolidList"/>
    <dgm:cxn modelId="{599685E4-AFE0-4004-9398-AFA452BEEDBE}" type="presParOf" srcId="{F172F9DB-49ED-4FEC-AB99-0360B64760E5}" destId="{BB7847BF-642C-4414-9115-597726CD7D83}" srcOrd="0" destOrd="0" presId="urn:microsoft.com/office/officeart/2018/2/layout/IconVerticalSolidList"/>
    <dgm:cxn modelId="{DA617AA0-EA4A-4085-A69F-D0D9F0AFAD1F}" type="presParOf" srcId="{F172F9DB-49ED-4FEC-AB99-0360B64760E5}" destId="{A92B3337-7873-40ED-AB24-DBE4515E8C61}" srcOrd="1" destOrd="0" presId="urn:microsoft.com/office/officeart/2018/2/layout/IconVerticalSolidList"/>
    <dgm:cxn modelId="{95357E36-EC99-4F57-97A0-FDB5D58F09E2}" type="presParOf" srcId="{F172F9DB-49ED-4FEC-AB99-0360B64760E5}" destId="{8F322B93-2281-4C62-B371-9BC78BDBE2AB}" srcOrd="2" destOrd="0" presId="urn:microsoft.com/office/officeart/2018/2/layout/IconVerticalSolidList"/>
    <dgm:cxn modelId="{BFADCCAD-C887-493E-A898-DAF5512F5120}" type="presParOf" srcId="{F172F9DB-49ED-4FEC-AB99-0360B64760E5}" destId="{C9D0F76D-F50E-421E-831C-6B1E7132DA8D}"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67AAC2C2-1109-4776-9CE9-2398701F69C5}" type="doc">
      <dgm:prSet loTypeId="urn:microsoft.com/office/officeart/2005/8/layout/vList2" loCatId="list" qsTypeId="urn:microsoft.com/office/officeart/2005/8/quickstyle/simple3" qsCatId="simple" csTypeId="urn:microsoft.com/office/officeart/2005/8/colors/accent1_1" csCatId="accent1" phldr="1"/>
      <dgm:spPr/>
      <dgm:t>
        <a:bodyPr/>
        <a:lstStyle/>
        <a:p>
          <a:endParaRPr lang="es-ES"/>
        </a:p>
      </dgm:t>
    </dgm:pt>
    <dgm:pt modelId="{1031FE16-8C2E-4094-AC39-01E3805AFAD8}">
      <dgm:prSet custT="1"/>
      <dgm:spPr/>
      <dgm:t>
        <a:bodyPr/>
        <a:lstStyle/>
        <a:p>
          <a:r>
            <a:rPr lang="es-ES_tradnl" sz="2000" b="1" dirty="0"/>
            <a:t>COSTE</a:t>
          </a:r>
          <a:endParaRPr lang="es-ES" sz="2000" dirty="0"/>
        </a:p>
      </dgm:t>
    </dgm:pt>
    <dgm:pt modelId="{D4420C12-C498-4C5E-8C6E-C099D7ACBA2B}" type="parTrans" cxnId="{EFD094CE-E17E-45E0-B4C8-A980B42379BE}">
      <dgm:prSet/>
      <dgm:spPr/>
      <dgm:t>
        <a:bodyPr/>
        <a:lstStyle/>
        <a:p>
          <a:endParaRPr lang="es-ES" sz="3200"/>
        </a:p>
      </dgm:t>
    </dgm:pt>
    <dgm:pt modelId="{33B9453A-75A5-47CC-BEBB-F36A1BDF79C4}" type="sibTrans" cxnId="{EFD094CE-E17E-45E0-B4C8-A980B42379BE}">
      <dgm:prSet/>
      <dgm:spPr/>
      <dgm:t>
        <a:bodyPr/>
        <a:lstStyle/>
        <a:p>
          <a:endParaRPr lang="es-ES" sz="3200"/>
        </a:p>
      </dgm:t>
    </dgm:pt>
    <dgm:pt modelId="{696FB15D-A841-4414-8FB6-849CB0189DFE}">
      <dgm:prSet custT="1"/>
      <dgm:spPr/>
      <dgm:t>
        <a:bodyPr/>
        <a:lstStyle/>
        <a:p>
          <a:r>
            <a:rPr lang="es-ES_tradnl" sz="1400"/>
            <a:t>Un menor coste de producción permite: </a:t>
          </a:r>
          <a:endParaRPr lang="es-ES" sz="1400"/>
        </a:p>
      </dgm:t>
    </dgm:pt>
    <dgm:pt modelId="{47BD1132-F7A5-4BF5-8AE7-8D41F007D0BE}" type="parTrans" cxnId="{0307F4C4-1661-4286-8DB8-B1914699FA35}">
      <dgm:prSet/>
      <dgm:spPr/>
      <dgm:t>
        <a:bodyPr/>
        <a:lstStyle/>
        <a:p>
          <a:endParaRPr lang="es-ES" sz="3200"/>
        </a:p>
      </dgm:t>
    </dgm:pt>
    <dgm:pt modelId="{9F28B3FA-C0D1-4F8C-AEFA-893F802D40DB}" type="sibTrans" cxnId="{0307F4C4-1661-4286-8DB8-B1914699FA35}">
      <dgm:prSet/>
      <dgm:spPr/>
      <dgm:t>
        <a:bodyPr/>
        <a:lstStyle/>
        <a:p>
          <a:endParaRPr lang="es-ES" sz="3200"/>
        </a:p>
      </dgm:t>
    </dgm:pt>
    <dgm:pt modelId="{E7BA028C-0A7D-4AD1-9B1F-808709FCB620}">
      <dgm:prSet custT="1"/>
      <dgm:spPr/>
      <dgm:t>
        <a:bodyPr/>
        <a:lstStyle/>
        <a:p>
          <a:r>
            <a:rPr lang="es-ES_tradnl" sz="1400"/>
            <a:t>Fijar precios de venta más bajos y obtener una mayor cuota de mercado.</a:t>
          </a:r>
          <a:endParaRPr lang="es-ES" sz="1400"/>
        </a:p>
      </dgm:t>
    </dgm:pt>
    <dgm:pt modelId="{57C1859E-C737-41C5-85EA-37F36C3F7ADB}" type="parTrans" cxnId="{CCBA1F47-453A-4F17-916E-F30758054E95}">
      <dgm:prSet/>
      <dgm:spPr/>
      <dgm:t>
        <a:bodyPr/>
        <a:lstStyle/>
        <a:p>
          <a:endParaRPr lang="es-ES" sz="3200"/>
        </a:p>
      </dgm:t>
    </dgm:pt>
    <dgm:pt modelId="{468A7689-DC61-464B-A28A-CF7800E25613}" type="sibTrans" cxnId="{CCBA1F47-453A-4F17-916E-F30758054E95}">
      <dgm:prSet/>
      <dgm:spPr/>
      <dgm:t>
        <a:bodyPr/>
        <a:lstStyle/>
        <a:p>
          <a:endParaRPr lang="es-ES" sz="3200"/>
        </a:p>
      </dgm:t>
    </dgm:pt>
    <dgm:pt modelId="{28E126AC-BAB4-4A41-987D-717BB03D9B4B}">
      <dgm:prSet custT="1"/>
      <dgm:spPr/>
      <dgm:t>
        <a:bodyPr/>
        <a:lstStyle/>
        <a:p>
          <a:r>
            <a:rPr lang="es-ES_tradnl" sz="1400"/>
            <a:t>Fijar el mismo precio y obtener mayor margen de beneficios.</a:t>
          </a:r>
          <a:endParaRPr lang="es-ES" sz="1400"/>
        </a:p>
      </dgm:t>
    </dgm:pt>
    <dgm:pt modelId="{F97517DD-0691-4B8D-9F12-EC05F7329E19}" type="parTrans" cxnId="{D2248905-366E-450F-A36D-317103422897}">
      <dgm:prSet/>
      <dgm:spPr/>
      <dgm:t>
        <a:bodyPr/>
        <a:lstStyle/>
        <a:p>
          <a:endParaRPr lang="es-ES" sz="3200"/>
        </a:p>
      </dgm:t>
    </dgm:pt>
    <dgm:pt modelId="{6CA18B7E-8E53-417F-818F-8E792A4022AA}" type="sibTrans" cxnId="{D2248905-366E-450F-A36D-317103422897}">
      <dgm:prSet/>
      <dgm:spPr/>
      <dgm:t>
        <a:bodyPr/>
        <a:lstStyle/>
        <a:p>
          <a:endParaRPr lang="es-ES" sz="3200"/>
        </a:p>
      </dgm:t>
    </dgm:pt>
    <dgm:pt modelId="{5089A396-B5B2-49BA-862E-6DE3BCB036B8}">
      <dgm:prSet custT="1"/>
      <dgm:spPr/>
      <dgm:t>
        <a:bodyPr/>
        <a:lstStyle/>
        <a:p>
          <a:r>
            <a:rPr lang="es-ES_tradnl" sz="2000" b="1" dirty="0"/>
            <a:t>CALIDAD</a:t>
          </a:r>
          <a:endParaRPr lang="es-ES" sz="2000" dirty="0"/>
        </a:p>
      </dgm:t>
    </dgm:pt>
    <dgm:pt modelId="{FE1901D9-E5A6-42F6-AE6B-3D26AF1A31DF}" type="parTrans" cxnId="{CBF5D648-BDCE-4E38-B9E0-8D7CDCDE3114}">
      <dgm:prSet/>
      <dgm:spPr/>
      <dgm:t>
        <a:bodyPr/>
        <a:lstStyle/>
        <a:p>
          <a:endParaRPr lang="es-ES" sz="3200"/>
        </a:p>
      </dgm:t>
    </dgm:pt>
    <dgm:pt modelId="{3CBF5678-446F-4D59-B93A-2BC2D0363749}" type="sibTrans" cxnId="{CBF5D648-BDCE-4E38-B9E0-8D7CDCDE3114}">
      <dgm:prSet/>
      <dgm:spPr/>
      <dgm:t>
        <a:bodyPr/>
        <a:lstStyle/>
        <a:p>
          <a:endParaRPr lang="es-ES" sz="3200"/>
        </a:p>
      </dgm:t>
    </dgm:pt>
    <dgm:pt modelId="{4A8BB37B-F82D-4E42-AC7B-D08290291AC6}">
      <dgm:prSet custT="1"/>
      <dgm:spPr/>
      <dgm:t>
        <a:bodyPr/>
        <a:lstStyle/>
        <a:p>
          <a:r>
            <a:rPr lang="es-ES_tradnl" sz="1400"/>
            <a:t>Es el grado de adecuación al uso de los clientes </a:t>
          </a:r>
          <a:r>
            <a:rPr lang="es-ES_tradnl" sz="1400">
              <a:sym typeface="Wingdings" panose="05000000000000000000" pitchFamily="2" charset="2"/>
            </a:rPr>
            <a:t></a:t>
          </a:r>
          <a:r>
            <a:rPr lang="es-ES_tradnl" sz="1400"/>
            <a:t> satisfacción de las necesidades.</a:t>
          </a:r>
          <a:endParaRPr lang="es-ES" sz="1400"/>
        </a:p>
      </dgm:t>
    </dgm:pt>
    <dgm:pt modelId="{9E160635-F69C-4985-AE32-56044B9BD3FB}" type="parTrans" cxnId="{5DC37601-B4CC-4B49-858A-C45C3D8B0CD1}">
      <dgm:prSet/>
      <dgm:spPr/>
      <dgm:t>
        <a:bodyPr/>
        <a:lstStyle/>
        <a:p>
          <a:endParaRPr lang="es-ES" sz="3200"/>
        </a:p>
      </dgm:t>
    </dgm:pt>
    <dgm:pt modelId="{1879CDC6-4CF6-4830-AB70-C1C850153A83}" type="sibTrans" cxnId="{5DC37601-B4CC-4B49-858A-C45C3D8B0CD1}">
      <dgm:prSet/>
      <dgm:spPr/>
      <dgm:t>
        <a:bodyPr/>
        <a:lstStyle/>
        <a:p>
          <a:endParaRPr lang="es-ES" sz="3200"/>
        </a:p>
      </dgm:t>
    </dgm:pt>
    <dgm:pt modelId="{C862FF36-D20A-4C62-8CF1-6FE64C6D3740}">
      <dgm:prSet custT="1"/>
      <dgm:spPr/>
      <dgm:t>
        <a:bodyPr/>
        <a:lstStyle/>
        <a:p>
          <a:r>
            <a:rPr lang="es-ES_tradnl" sz="1400" dirty="0"/>
            <a:t>Concepto subjetivo (estética, prestaciones…).</a:t>
          </a:r>
          <a:endParaRPr lang="es-ES" sz="1400" dirty="0"/>
        </a:p>
      </dgm:t>
    </dgm:pt>
    <dgm:pt modelId="{5682BFC0-EF79-48C7-8A4F-4A4E91BD85F9}" type="parTrans" cxnId="{BB065331-598A-4EE6-A8C7-84E1D3782537}">
      <dgm:prSet/>
      <dgm:spPr/>
      <dgm:t>
        <a:bodyPr/>
        <a:lstStyle/>
        <a:p>
          <a:endParaRPr lang="es-ES" sz="3200"/>
        </a:p>
      </dgm:t>
    </dgm:pt>
    <dgm:pt modelId="{F0788F11-FE04-4160-B83D-BADBD6EC77DE}" type="sibTrans" cxnId="{BB065331-598A-4EE6-A8C7-84E1D3782537}">
      <dgm:prSet/>
      <dgm:spPr/>
      <dgm:t>
        <a:bodyPr/>
        <a:lstStyle/>
        <a:p>
          <a:endParaRPr lang="es-ES" sz="3200"/>
        </a:p>
      </dgm:t>
    </dgm:pt>
    <dgm:pt modelId="{23FD8245-1898-4988-A2CC-543D39B2FC00}">
      <dgm:prSet custT="1"/>
      <dgm:spPr/>
      <dgm:t>
        <a:bodyPr/>
        <a:lstStyle/>
        <a:p>
          <a:r>
            <a:rPr lang="es-ES_tradnl" sz="2000" b="1"/>
            <a:t>TIEMPO</a:t>
          </a:r>
          <a:endParaRPr lang="es-ES" sz="2000"/>
        </a:p>
      </dgm:t>
    </dgm:pt>
    <dgm:pt modelId="{5E80183E-A5A3-48F0-B7F8-73B5C854BDA0}" type="parTrans" cxnId="{0C49F763-E83B-45CA-A4BF-3754DFAA9FAD}">
      <dgm:prSet/>
      <dgm:spPr/>
      <dgm:t>
        <a:bodyPr/>
        <a:lstStyle/>
        <a:p>
          <a:endParaRPr lang="es-ES" sz="3200"/>
        </a:p>
      </dgm:t>
    </dgm:pt>
    <dgm:pt modelId="{8D8CAAE9-1453-4903-8D39-4DBD4D5F19B3}" type="sibTrans" cxnId="{0C49F763-E83B-45CA-A4BF-3754DFAA9FAD}">
      <dgm:prSet/>
      <dgm:spPr/>
      <dgm:t>
        <a:bodyPr/>
        <a:lstStyle/>
        <a:p>
          <a:endParaRPr lang="es-ES" sz="3200"/>
        </a:p>
      </dgm:t>
    </dgm:pt>
    <dgm:pt modelId="{A104E669-5428-4BBE-92DE-8574A211EA34}">
      <dgm:prSet custT="1"/>
      <dgm:spPr/>
      <dgm:t>
        <a:bodyPr/>
        <a:lstStyle/>
        <a:p>
          <a:r>
            <a:rPr lang="es-ES_tradnl" sz="1400" b="1"/>
            <a:t>Entregas rápidas</a:t>
          </a:r>
          <a:r>
            <a:rPr lang="es-ES_tradnl" sz="1400"/>
            <a:t>: el producto llega al cliente antes que el de la competencia.</a:t>
          </a:r>
          <a:endParaRPr lang="es-ES" sz="1400"/>
        </a:p>
      </dgm:t>
    </dgm:pt>
    <dgm:pt modelId="{8FFE74E7-87E6-450A-B6C5-C293AA2417E2}" type="parTrans" cxnId="{AB15A0CA-95CC-4E2D-B571-373A445BC50F}">
      <dgm:prSet/>
      <dgm:spPr/>
      <dgm:t>
        <a:bodyPr/>
        <a:lstStyle/>
        <a:p>
          <a:endParaRPr lang="es-ES" sz="3200"/>
        </a:p>
      </dgm:t>
    </dgm:pt>
    <dgm:pt modelId="{FA03A002-03C3-4E52-AAA3-F312FDCDFEBF}" type="sibTrans" cxnId="{AB15A0CA-95CC-4E2D-B571-373A445BC50F}">
      <dgm:prSet/>
      <dgm:spPr/>
      <dgm:t>
        <a:bodyPr/>
        <a:lstStyle/>
        <a:p>
          <a:endParaRPr lang="es-ES" sz="3200"/>
        </a:p>
      </dgm:t>
    </dgm:pt>
    <dgm:pt modelId="{65FC9C5A-1563-4F05-AFEF-9AFA0F75C070}">
      <dgm:prSet custT="1"/>
      <dgm:spPr/>
      <dgm:t>
        <a:bodyPr/>
        <a:lstStyle/>
        <a:p>
          <a:r>
            <a:rPr lang="es-ES_tradnl" sz="1400" b="1"/>
            <a:t>Entregas a tiempo</a:t>
          </a:r>
          <a:r>
            <a:rPr lang="es-ES_tradnl" sz="1400"/>
            <a:t>: la empresa cumple con la fecha de entrega que previamente había acordado. Su cumplimiento se relaciona con la fiabilidad y confianza.</a:t>
          </a:r>
          <a:endParaRPr lang="es-ES" sz="1400"/>
        </a:p>
      </dgm:t>
    </dgm:pt>
    <dgm:pt modelId="{499DC8A2-8FE6-4E8D-8733-44C1A0DA9757}" type="parTrans" cxnId="{A2FDF3E0-96C9-44DE-B3E3-8887B688FB61}">
      <dgm:prSet/>
      <dgm:spPr/>
      <dgm:t>
        <a:bodyPr/>
        <a:lstStyle/>
        <a:p>
          <a:endParaRPr lang="es-ES" sz="3200"/>
        </a:p>
      </dgm:t>
    </dgm:pt>
    <dgm:pt modelId="{B4136E39-2634-4088-BF11-A90692D41100}" type="sibTrans" cxnId="{A2FDF3E0-96C9-44DE-B3E3-8887B688FB61}">
      <dgm:prSet/>
      <dgm:spPr/>
      <dgm:t>
        <a:bodyPr/>
        <a:lstStyle/>
        <a:p>
          <a:endParaRPr lang="es-ES" sz="3200"/>
        </a:p>
      </dgm:t>
    </dgm:pt>
    <dgm:pt modelId="{12177FF2-6AB4-4000-9CAD-B3853AA66A1E}" type="pres">
      <dgm:prSet presAssocID="{67AAC2C2-1109-4776-9CE9-2398701F69C5}" presName="linear" presStyleCnt="0">
        <dgm:presLayoutVars>
          <dgm:animLvl val="lvl"/>
          <dgm:resizeHandles val="exact"/>
        </dgm:presLayoutVars>
      </dgm:prSet>
      <dgm:spPr/>
    </dgm:pt>
    <dgm:pt modelId="{EECFF7DD-67CB-42A0-B973-764D19CCC37E}" type="pres">
      <dgm:prSet presAssocID="{1031FE16-8C2E-4094-AC39-01E3805AFAD8}" presName="parentText" presStyleLbl="node1" presStyleIdx="0" presStyleCnt="3" custLinFactNeighborX="157" custLinFactNeighborY="-4615">
        <dgm:presLayoutVars>
          <dgm:chMax val="0"/>
          <dgm:bulletEnabled val="1"/>
        </dgm:presLayoutVars>
      </dgm:prSet>
      <dgm:spPr/>
    </dgm:pt>
    <dgm:pt modelId="{C098D709-56F9-4A55-A175-B760587ACFDD}" type="pres">
      <dgm:prSet presAssocID="{1031FE16-8C2E-4094-AC39-01E3805AFAD8}" presName="childText" presStyleLbl="revTx" presStyleIdx="0" presStyleCnt="3">
        <dgm:presLayoutVars>
          <dgm:bulletEnabled val="1"/>
        </dgm:presLayoutVars>
      </dgm:prSet>
      <dgm:spPr/>
    </dgm:pt>
    <dgm:pt modelId="{63330D7A-FB10-4EEF-B020-5B59E4AD294B}" type="pres">
      <dgm:prSet presAssocID="{5089A396-B5B2-49BA-862E-6DE3BCB036B8}" presName="parentText" presStyleLbl="node1" presStyleIdx="1" presStyleCnt="3">
        <dgm:presLayoutVars>
          <dgm:chMax val="0"/>
          <dgm:bulletEnabled val="1"/>
        </dgm:presLayoutVars>
      </dgm:prSet>
      <dgm:spPr/>
    </dgm:pt>
    <dgm:pt modelId="{B2B897C0-53D4-4FD3-8273-25B2048E0305}" type="pres">
      <dgm:prSet presAssocID="{5089A396-B5B2-49BA-862E-6DE3BCB036B8}" presName="childText" presStyleLbl="revTx" presStyleIdx="1" presStyleCnt="3">
        <dgm:presLayoutVars>
          <dgm:bulletEnabled val="1"/>
        </dgm:presLayoutVars>
      </dgm:prSet>
      <dgm:spPr/>
    </dgm:pt>
    <dgm:pt modelId="{CCCF821A-BA49-44DE-86D7-19581D23FBDE}" type="pres">
      <dgm:prSet presAssocID="{23FD8245-1898-4988-A2CC-543D39B2FC00}" presName="parentText" presStyleLbl="node1" presStyleIdx="2" presStyleCnt="3">
        <dgm:presLayoutVars>
          <dgm:chMax val="0"/>
          <dgm:bulletEnabled val="1"/>
        </dgm:presLayoutVars>
      </dgm:prSet>
      <dgm:spPr/>
    </dgm:pt>
    <dgm:pt modelId="{964DCEE9-E009-4D00-A32B-E9A3D1902113}" type="pres">
      <dgm:prSet presAssocID="{23FD8245-1898-4988-A2CC-543D39B2FC00}" presName="childText" presStyleLbl="revTx" presStyleIdx="2" presStyleCnt="3">
        <dgm:presLayoutVars>
          <dgm:bulletEnabled val="1"/>
        </dgm:presLayoutVars>
      </dgm:prSet>
      <dgm:spPr/>
    </dgm:pt>
  </dgm:ptLst>
  <dgm:cxnLst>
    <dgm:cxn modelId="{5DC37601-B4CC-4B49-858A-C45C3D8B0CD1}" srcId="{5089A396-B5B2-49BA-862E-6DE3BCB036B8}" destId="{4A8BB37B-F82D-4E42-AC7B-D08290291AC6}" srcOrd="0" destOrd="0" parTransId="{9E160635-F69C-4985-AE32-56044B9BD3FB}" sibTransId="{1879CDC6-4CF6-4830-AB70-C1C850153A83}"/>
    <dgm:cxn modelId="{D2248905-366E-450F-A36D-317103422897}" srcId="{1031FE16-8C2E-4094-AC39-01E3805AFAD8}" destId="{28E126AC-BAB4-4A41-987D-717BB03D9B4B}" srcOrd="2" destOrd="0" parTransId="{F97517DD-0691-4B8D-9F12-EC05F7329E19}" sibTransId="{6CA18B7E-8E53-417F-818F-8E792A4022AA}"/>
    <dgm:cxn modelId="{4915BC07-A098-46AF-A20B-A9D5F5CD1213}" type="presOf" srcId="{C862FF36-D20A-4C62-8CF1-6FE64C6D3740}" destId="{B2B897C0-53D4-4FD3-8273-25B2048E0305}" srcOrd="0" destOrd="1" presId="urn:microsoft.com/office/officeart/2005/8/layout/vList2"/>
    <dgm:cxn modelId="{E670D907-57CA-4064-8FEB-DE7F7A2BD75F}" type="presOf" srcId="{1031FE16-8C2E-4094-AC39-01E3805AFAD8}" destId="{EECFF7DD-67CB-42A0-B973-764D19CCC37E}" srcOrd="0" destOrd="0" presId="urn:microsoft.com/office/officeart/2005/8/layout/vList2"/>
    <dgm:cxn modelId="{0A703E2A-67D9-4754-BEF1-626B45AF92E4}" type="presOf" srcId="{28E126AC-BAB4-4A41-987D-717BB03D9B4B}" destId="{C098D709-56F9-4A55-A175-B760587ACFDD}" srcOrd="0" destOrd="2" presId="urn:microsoft.com/office/officeart/2005/8/layout/vList2"/>
    <dgm:cxn modelId="{BB065331-598A-4EE6-A8C7-84E1D3782537}" srcId="{5089A396-B5B2-49BA-862E-6DE3BCB036B8}" destId="{C862FF36-D20A-4C62-8CF1-6FE64C6D3740}" srcOrd="1" destOrd="0" parTransId="{5682BFC0-EF79-48C7-8A4F-4A4E91BD85F9}" sibTransId="{F0788F11-FE04-4160-B83D-BADBD6EC77DE}"/>
    <dgm:cxn modelId="{1360B25D-86B8-439D-AABE-C51FD1FD66DA}" type="presOf" srcId="{65FC9C5A-1563-4F05-AFEF-9AFA0F75C070}" destId="{964DCEE9-E009-4D00-A32B-E9A3D1902113}" srcOrd="0" destOrd="1" presId="urn:microsoft.com/office/officeart/2005/8/layout/vList2"/>
    <dgm:cxn modelId="{0C49F763-E83B-45CA-A4BF-3754DFAA9FAD}" srcId="{67AAC2C2-1109-4776-9CE9-2398701F69C5}" destId="{23FD8245-1898-4988-A2CC-543D39B2FC00}" srcOrd="2" destOrd="0" parTransId="{5E80183E-A5A3-48F0-B7F8-73B5C854BDA0}" sibTransId="{8D8CAAE9-1453-4903-8D39-4DBD4D5F19B3}"/>
    <dgm:cxn modelId="{545DCC64-F875-4D96-AF6D-A604B1C45448}" type="presOf" srcId="{23FD8245-1898-4988-A2CC-543D39B2FC00}" destId="{CCCF821A-BA49-44DE-86D7-19581D23FBDE}" srcOrd="0" destOrd="0" presId="urn:microsoft.com/office/officeart/2005/8/layout/vList2"/>
    <dgm:cxn modelId="{CCBA1F47-453A-4F17-916E-F30758054E95}" srcId="{1031FE16-8C2E-4094-AC39-01E3805AFAD8}" destId="{E7BA028C-0A7D-4AD1-9B1F-808709FCB620}" srcOrd="1" destOrd="0" parTransId="{57C1859E-C737-41C5-85EA-37F36C3F7ADB}" sibTransId="{468A7689-DC61-464B-A28A-CF7800E25613}"/>
    <dgm:cxn modelId="{8D6D7F47-D4AA-42AC-9862-52C772083668}" type="presOf" srcId="{A104E669-5428-4BBE-92DE-8574A211EA34}" destId="{964DCEE9-E009-4D00-A32B-E9A3D1902113}" srcOrd="0" destOrd="0" presId="urn:microsoft.com/office/officeart/2005/8/layout/vList2"/>
    <dgm:cxn modelId="{CBF5D648-BDCE-4E38-B9E0-8D7CDCDE3114}" srcId="{67AAC2C2-1109-4776-9CE9-2398701F69C5}" destId="{5089A396-B5B2-49BA-862E-6DE3BCB036B8}" srcOrd="1" destOrd="0" parTransId="{FE1901D9-E5A6-42F6-AE6B-3D26AF1A31DF}" sibTransId="{3CBF5678-446F-4D59-B93A-2BC2D0363749}"/>
    <dgm:cxn modelId="{9B727074-85FD-4ED6-B132-14E746C7F0E1}" type="presOf" srcId="{5089A396-B5B2-49BA-862E-6DE3BCB036B8}" destId="{63330D7A-FB10-4EEF-B020-5B59E4AD294B}" srcOrd="0" destOrd="0" presId="urn:microsoft.com/office/officeart/2005/8/layout/vList2"/>
    <dgm:cxn modelId="{C54AD681-B973-4977-B21C-3B6EF1712619}" type="presOf" srcId="{696FB15D-A841-4414-8FB6-849CB0189DFE}" destId="{C098D709-56F9-4A55-A175-B760587ACFDD}" srcOrd="0" destOrd="0" presId="urn:microsoft.com/office/officeart/2005/8/layout/vList2"/>
    <dgm:cxn modelId="{69B96384-02D5-4AF9-B85A-E6EDDD5EAB5A}" type="presOf" srcId="{67AAC2C2-1109-4776-9CE9-2398701F69C5}" destId="{12177FF2-6AB4-4000-9CAD-B3853AA66A1E}" srcOrd="0" destOrd="0" presId="urn:microsoft.com/office/officeart/2005/8/layout/vList2"/>
    <dgm:cxn modelId="{D9057EC3-25F3-49E2-AE54-290FC7EAEFDB}" type="presOf" srcId="{4A8BB37B-F82D-4E42-AC7B-D08290291AC6}" destId="{B2B897C0-53D4-4FD3-8273-25B2048E0305}" srcOrd="0" destOrd="0" presId="urn:microsoft.com/office/officeart/2005/8/layout/vList2"/>
    <dgm:cxn modelId="{0307F4C4-1661-4286-8DB8-B1914699FA35}" srcId="{1031FE16-8C2E-4094-AC39-01E3805AFAD8}" destId="{696FB15D-A841-4414-8FB6-849CB0189DFE}" srcOrd="0" destOrd="0" parTransId="{47BD1132-F7A5-4BF5-8AE7-8D41F007D0BE}" sibTransId="{9F28B3FA-C0D1-4F8C-AEFA-893F802D40DB}"/>
    <dgm:cxn modelId="{AB15A0CA-95CC-4E2D-B571-373A445BC50F}" srcId="{23FD8245-1898-4988-A2CC-543D39B2FC00}" destId="{A104E669-5428-4BBE-92DE-8574A211EA34}" srcOrd="0" destOrd="0" parTransId="{8FFE74E7-87E6-450A-B6C5-C293AA2417E2}" sibTransId="{FA03A002-03C3-4E52-AAA3-F312FDCDFEBF}"/>
    <dgm:cxn modelId="{EFD094CE-E17E-45E0-B4C8-A980B42379BE}" srcId="{67AAC2C2-1109-4776-9CE9-2398701F69C5}" destId="{1031FE16-8C2E-4094-AC39-01E3805AFAD8}" srcOrd="0" destOrd="0" parTransId="{D4420C12-C498-4C5E-8C6E-C099D7ACBA2B}" sibTransId="{33B9453A-75A5-47CC-BEBB-F36A1BDF79C4}"/>
    <dgm:cxn modelId="{2AE9CADA-867D-46F3-BD04-4488ECFB4187}" type="presOf" srcId="{E7BA028C-0A7D-4AD1-9B1F-808709FCB620}" destId="{C098D709-56F9-4A55-A175-B760587ACFDD}" srcOrd="0" destOrd="1" presId="urn:microsoft.com/office/officeart/2005/8/layout/vList2"/>
    <dgm:cxn modelId="{A2FDF3E0-96C9-44DE-B3E3-8887B688FB61}" srcId="{23FD8245-1898-4988-A2CC-543D39B2FC00}" destId="{65FC9C5A-1563-4F05-AFEF-9AFA0F75C070}" srcOrd="1" destOrd="0" parTransId="{499DC8A2-8FE6-4E8D-8733-44C1A0DA9757}" sibTransId="{B4136E39-2634-4088-BF11-A90692D41100}"/>
    <dgm:cxn modelId="{4B1053BF-15FE-43A8-83BD-5CAC6764B820}" type="presParOf" srcId="{12177FF2-6AB4-4000-9CAD-B3853AA66A1E}" destId="{EECFF7DD-67CB-42A0-B973-764D19CCC37E}" srcOrd="0" destOrd="0" presId="urn:microsoft.com/office/officeart/2005/8/layout/vList2"/>
    <dgm:cxn modelId="{6E7A63E1-CFC3-4C0A-B615-E75D5E614A51}" type="presParOf" srcId="{12177FF2-6AB4-4000-9CAD-B3853AA66A1E}" destId="{C098D709-56F9-4A55-A175-B760587ACFDD}" srcOrd="1" destOrd="0" presId="urn:microsoft.com/office/officeart/2005/8/layout/vList2"/>
    <dgm:cxn modelId="{BDAF6E11-94D4-478C-8A59-C5C606155ECF}" type="presParOf" srcId="{12177FF2-6AB4-4000-9CAD-B3853AA66A1E}" destId="{63330D7A-FB10-4EEF-B020-5B59E4AD294B}" srcOrd="2" destOrd="0" presId="urn:microsoft.com/office/officeart/2005/8/layout/vList2"/>
    <dgm:cxn modelId="{C44A1D37-3B60-4CE8-B933-D317D03597C0}" type="presParOf" srcId="{12177FF2-6AB4-4000-9CAD-B3853AA66A1E}" destId="{B2B897C0-53D4-4FD3-8273-25B2048E0305}" srcOrd="3" destOrd="0" presId="urn:microsoft.com/office/officeart/2005/8/layout/vList2"/>
    <dgm:cxn modelId="{B6F0F998-FC39-4B4D-842D-6EF26A3AA9B5}" type="presParOf" srcId="{12177FF2-6AB4-4000-9CAD-B3853AA66A1E}" destId="{CCCF821A-BA49-44DE-86D7-19581D23FBDE}" srcOrd="4" destOrd="0" presId="urn:microsoft.com/office/officeart/2005/8/layout/vList2"/>
    <dgm:cxn modelId="{EEDCA6B3-B854-447E-AC94-84D8E25BBE7C}" type="presParOf" srcId="{12177FF2-6AB4-4000-9CAD-B3853AA66A1E}" destId="{964DCEE9-E009-4D00-A32B-E9A3D1902113}" srcOrd="5"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67AAC2C2-1109-4776-9CE9-2398701F69C5}" type="doc">
      <dgm:prSet loTypeId="urn:microsoft.com/office/officeart/2005/8/layout/vList2" loCatId="list" qsTypeId="urn:microsoft.com/office/officeart/2005/8/quickstyle/simple3" qsCatId="simple" csTypeId="urn:microsoft.com/office/officeart/2005/8/colors/accent1_1" csCatId="accent1" phldr="1"/>
      <dgm:spPr/>
      <dgm:t>
        <a:bodyPr/>
        <a:lstStyle/>
        <a:p>
          <a:endParaRPr lang="es-ES"/>
        </a:p>
      </dgm:t>
    </dgm:pt>
    <dgm:pt modelId="{BB7A52A8-F25D-4CF8-80C6-2FF2266C14C8}">
      <dgm:prSet custT="1"/>
      <dgm:spPr/>
      <dgm:t>
        <a:bodyPr/>
        <a:lstStyle/>
        <a:p>
          <a:r>
            <a:rPr lang="es-ES_tradnl" sz="2000" b="1" dirty="0"/>
            <a:t>FLEXIBILIDAD</a:t>
          </a:r>
          <a:endParaRPr lang="es-ES" sz="2000" dirty="0"/>
        </a:p>
      </dgm:t>
    </dgm:pt>
    <dgm:pt modelId="{30B9704A-1D14-4BAA-9304-D636CB55CBBC}" type="parTrans" cxnId="{C52CA959-127E-405F-904D-E993916E19AA}">
      <dgm:prSet/>
      <dgm:spPr/>
      <dgm:t>
        <a:bodyPr/>
        <a:lstStyle/>
        <a:p>
          <a:endParaRPr lang="es-ES" sz="3200"/>
        </a:p>
      </dgm:t>
    </dgm:pt>
    <dgm:pt modelId="{CACF599B-4976-41DC-8114-F3F3C38C8A6B}" type="sibTrans" cxnId="{C52CA959-127E-405F-904D-E993916E19AA}">
      <dgm:prSet/>
      <dgm:spPr/>
      <dgm:t>
        <a:bodyPr/>
        <a:lstStyle/>
        <a:p>
          <a:endParaRPr lang="es-ES" sz="3200"/>
        </a:p>
      </dgm:t>
    </dgm:pt>
    <dgm:pt modelId="{C71E31B5-0CEB-4C22-91B0-5A28BBF8191C}">
      <dgm:prSet custT="1"/>
      <dgm:spPr/>
      <dgm:t>
        <a:bodyPr/>
        <a:lstStyle/>
        <a:p>
          <a:r>
            <a:rPr lang="es-ES_tradnl" sz="1400" dirty="0"/>
            <a:t>Para responder con rapidez a los cambios del entorno.</a:t>
          </a:r>
          <a:endParaRPr lang="es-ES" sz="1400" dirty="0"/>
        </a:p>
      </dgm:t>
    </dgm:pt>
    <dgm:pt modelId="{BE09EC3A-D119-4E96-9874-CC004047D01A}" type="parTrans" cxnId="{20027702-8B3D-4CA7-9C95-01D31FF09E4C}">
      <dgm:prSet/>
      <dgm:spPr/>
      <dgm:t>
        <a:bodyPr/>
        <a:lstStyle/>
        <a:p>
          <a:endParaRPr lang="es-ES" sz="3200"/>
        </a:p>
      </dgm:t>
    </dgm:pt>
    <dgm:pt modelId="{91A59078-48AF-4BED-BD50-3AEB76240CDE}" type="sibTrans" cxnId="{20027702-8B3D-4CA7-9C95-01D31FF09E4C}">
      <dgm:prSet/>
      <dgm:spPr/>
      <dgm:t>
        <a:bodyPr/>
        <a:lstStyle/>
        <a:p>
          <a:endParaRPr lang="es-ES" sz="3200"/>
        </a:p>
      </dgm:t>
    </dgm:pt>
    <dgm:pt modelId="{ADA39A2C-D973-47D9-AD87-8E8E0784EDA4}">
      <dgm:prSet custT="1"/>
      <dgm:spPr/>
      <dgm:t>
        <a:bodyPr/>
        <a:lstStyle/>
        <a:p>
          <a:r>
            <a:rPr lang="es-ES_tradnl" sz="1400"/>
            <a:t>Para modificar el proceso de producción y ante cambios en la demanda.</a:t>
          </a:r>
          <a:endParaRPr lang="es-ES" sz="1400"/>
        </a:p>
      </dgm:t>
    </dgm:pt>
    <dgm:pt modelId="{09B4DCFA-14FD-4568-AEB2-0B1267323EB4}" type="parTrans" cxnId="{F59C180D-52B1-4EB3-8684-6B0B2173DE7B}">
      <dgm:prSet/>
      <dgm:spPr/>
      <dgm:t>
        <a:bodyPr/>
        <a:lstStyle/>
        <a:p>
          <a:endParaRPr lang="es-ES" sz="3200"/>
        </a:p>
      </dgm:t>
    </dgm:pt>
    <dgm:pt modelId="{CAFA8B42-D67B-44CF-9A53-2D2E26ED8EB3}" type="sibTrans" cxnId="{F59C180D-52B1-4EB3-8684-6B0B2173DE7B}">
      <dgm:prSet/>
      <dgm:spPr/>
      <dgm:t>
        <a:bodyPr/>
        <a:lstStyle/>
        <a:p>
          <a:endParaRPr lang="es-ES" sz="3200"/>
        </a:p>
      </dgm:t>
    </dgm:pt>
    <dgm:pt modelId="{F758ACE3-E7B3-4783-81B4-C80317963892}">
      <dgm:prSet custT="1"/>
      <dgm:spPr/>
      <dgm:t>
        <a:bodyPr/>
        <a:lstStyle/>
        <a:p>
          <a:r>
            <a:rPr lang="es-ES_tradnl" sz="1400" dirty="0"/>
            <a:t>Puede ser: en volumen, en número de productos y/o servicios y en gama.</a:t>
          </a:r>
          <a:endParaRPr lang="es-ES" sz="1400" dirty="0"/>
        </a:p>
      </dgm:t>
    </dgm:pt>
    <dgm:pt modelId="{08897FEE-885E-4FB5-9484-90B8EC99AF59}" type="parTrans" cxnId="{098CDD25-582B-4CC5-8186-67F57496AFE5}">
      <dgm:prSet/>
      <dgm:spPr/>
      <dgm:t>
        <a:bodyPr/>
        <a:lstStyle/>
        <a:p>
          <a:endParaRPr lang="es-ES" sz="3200"/>
        </a:p>
      </dgm:t>
    </dgm:pt>
    <dgm:pt modelId="{6DAD953F-C39D-4AB7-99BD-D204ADE06727}" type="sibTrans" cxnId="{098CDD25-582B-4CC5-8186-67F57496AFE5}">
      <dgm:prSet/>
      <dgm:spPr/>
      <dgm:t>
        <a:bodyPr/>
        <a:lstStyle/>
        <a:p>
          <a:endParaRPr lang="es-ES" sz="3200"/>
        </a:p>
      </dgm:t>
    </dgm:pt>
    <dgm:pt modelId="{54CF9519-A27E-4165-8695-FEB5F46EAC56}">
      <dgm:prSet custT="1"/>
      <dgm:spPr/>
      <dgm:t>
        <a:bodyPr/>
        <a:lstStyle/>
        <a:p>
          <a:r>
            <a:rPr lang="es-ES" sz="2000" b="1" dirty="0"/>
            <a:t>SERVICIO</a:t>
          </a:r>
        </a:p>
      </dgm:t>
    </dgm:pt>
    <dgm:pt modelId="{DEC8FD40-DAD0-4354-9DDE-7FB19D9A09C6}" type="parTrans" cxnId="{CF00B110-C168-4D26-9DB4-8DB90813DB2C}">
      <dgm:prSet/>
      <dgm:spPr/>
      <dgm:t>
        <a:bodyPr/>
        <a:lstStyle/>
        <a:p>
          <a:endParaRPr lang="es-ES" sz="3200"/>
        </a:p>
      </dgm:t>
    </dgm:pt>
    <dgm:pt modelId="{944A7A1D-52FD-4327-BDE0-ACED5CDC3309}" type="sibTrans" cxnId="{CF00B110-C168-4D26-9DB4-8DB90813DB2C}">
      <dgm:prSet/>
      <dgm:spPr/>
      <dgm:t>
        <a:bodyPr/>
        <a:lstStyle/>
        <a:p>
          <a:endParaRPr lang="es-ES" sz="3200"/>
        </a:p>
      </dgm:t>
    </dgm:pt>
    <dgm:pt modelId="{258BD4DF-8DA7-429E-9872-65546A5980C9}">
      <dgm:prSet custT="1"/>
      <dgm:spPr/>
      <dgm:t>
        <a:bodyPr/>
        <a:lstStyle/>
        <a:p>
          <a:r>
            <a:rPr lang="es-ES" sz="1400" dirty="0"/>
            <a:t>Preventa: sencillez de uso, facilidades de financiación, etc.</a:t>
          </a:r>
        </a:p>
      </dgm:t>
    </dgm:pt>
    <dgm:pt modelId="{8DC666EC-1B7A-4B61-8B9B-184FAD004141}" type="parTrans" cxnId="{EA3CA00D-E0C2-4BA4-99D2-47DD25D18D0B}">
      <dgm:prSet/>
      <dgm:spPr/>
      <dgm:t>
        <a:bodyPr/>
        <a:lstStyle/>
        <a:p>
          <a:endParaRPr lang="es-ES" sz="3200"/>
        </a:p>
      </dgm:t>
    </dgm:pt>
    <dgm:pt modelId="{8280A264-2D97-4BAE-A17D-35BEB908A3B0}" type="sibTrans" cxnId="{EA3CA00D-E0C2-4BA4-99D2-47DD25D18D0B}">
      <dgm:prSet/>
      <dgm:spPr/>
      <dgm:t>
        <a:bodyPr/>
        <a:lstStyle/>
        <a:p>
          <a:endParaRPr lang="es-ES" sz="3200"/>
        </a:p>
      </dgm:t>
    </dgm:pt>
    <dgm:pt modelId="{353B2029-CFBC-4839-8FEB-81860DDDD435}">
      <dgm:prSet custT="1"/>
      <dgm:spPr/>
      <dgm:t>
        <a:bodyPr/>
        <a:lstStyle/>
        <a:p>
          <a:r>
            <a:rPr lang="es-ES" sz="1400" dirty="0"/>
            <a:t>Posventa: no defectos, servicio de reparaciones, mantenimiento, consultas…</a:t>
          </a:r>
        </a:p>
      </dgm:t>
    </dgm:pt>
    <dgm:pt modelId="{F4BED378-FFFE-4519-8E74-FA2E92B11B07}" type="parTrans" cxnId="{773FFB0C-EA83-4D17-96EA-2C544CDD8109}">
      <dgm:prSet/>
      <dgm:spPr/>
      <dgm:t>
        <a:bodyPr/>
        <a:lstStyle/>
        <a:p>
          <a:endParaRPr lang="es-ES" sz="3200"/>
        </a:p>
      </dgm:t>
    </dgm:pt>
    <dgm:pt modelId="{6482781A-E4AB-460D-93DE-33DA474804F0}" type="sibTrans" cxnId="{773FFB0C-EA83-4D17-96EA-2C544CDD8109}">
      <dgm:prSet/>
      <dgm:spPr/>
      <dgm:t>
        <a:bodyPr/>
        <a:lstStyle/>
        <a:p>
          <a:endParaRPr lang="es-ES" sz="3200"/>
        </a:p>
      </dgm:t>
    </dgm:pt>
    <dgm:pt modelId="{A1F5D6CF-BAE4-4912-9747-9DB2295EDC27}">
      <dgm:prSet custT="1"/>
      <dgm:spPr/>
      <dgm:t>
        <a:bodyPr/>
        <a:lstStyle/>
        <a:p>
          <a:r>
            <a:rPr lang="es-ES" sz="2000" b="1" dirty="0"/>
            <a:t>INNOVACIÓN</a:t>
          </a:r>
        </a:p>
      </dgm:t>
    </dgm:pt>
    <dgm:pt modelId="{E5F03AA0-334F-49D1-9E9B-87715F357D72}" type="parTrans" cxnId="{7D9B85E7-EBD3-4739-8875-BB8014CE2F5B}">
      <dgm:prSet/>
      <dgm:spPr/>
      <dgm:t>
        <a:bodyPr/>
        <a:lstStyle/>
        <a:p>
          <a:endParaRPr lang="es-ES" sz="3200"/>
        </a:p>
      </dgm:t>
    </dgm:pt>
    <dgm:pt modelId="{817C8860-8CBF-40EE-9D0D-5C1B1FEF5CF6}" type="sibTrans" cxnId="{7D9B85E7-EBD3-4739-8875-BB8014CE2F5B}">
      <dgm:prSet/>
      <dgm:spPr/>
      <dgm:t>
        <a:bodyPr/>
        <a:lstStyle/>
        <a:p>
          <a:endParaRPr lang="es-ES" sz="3200"/>
        </a:p>
      </dgm:t>
    </dgm:pt>
    <dgm:pt modelId="{DDE56592-B838-428D-9D63-3C2137865D1A}">
      <dgm:prSet custT="1"/>
      <dgm:spPr/>
      <dgm:t>
        <a:bodyPr/>
        <a:lstStyle/>
        <a:p>
          <a:r>
            <a:rPr lang="es-ES" sz="2000" b="1" dirty="0"/>
            <a:t>ECOEFICIENCIA</a:t>
          </a:r>
        </a:p>
      </dgm:t>
    </dgm:pt>
    <dgm:pt modelId="{BAD28342-AC10-405B-8443-728779005C0A}" type="parTrans" cxnId="{B0904261-60B2-444C-8731-126FFC0F1CCA}">
      <dgm:prSet/>
      <dgm:spPr/>
      <dgm:t>
        <a:bodyPr/>
        <a:lstStyle/>
        <a:p>
          <a:endParaRPr lang="es-ES" sz="3200"/>
        </a:p>
      </dgm:t>
    </dgm:pt>
    <dgm:pt modelId="{907D96D4-EEF3-4A1B-9256-E145671BA2CC}" type="sibTrans" cxnId="{B0904261-60B2-444C-8731-126FFC0F1CCA}">
      <dgm:prSet/>
      <dgm:spPr/>
      <dgm:t>
        <a:bodyPr/>
        <a:lstStyle/>
        <a:p>
          <a:endParaRPr lang="es-ES" sz="3200"/>
        </a:p>
      </dgm:t>
    </dgm:pt>
    <dgm:pt modelId="{12177FF2-6AB4-4000-9CAD-B3853AA66A1E}" type="pres">
      <dgm:prSet presAssocID="{67AAC2C2-1109-4776-9CE9-2398701F69C5}" presName="linear" presStyleCnt="0">
        <dgm:presLayoutVars>
          <dgm:animLvl val="lvl"/>
          <dgm:resizeHandles val="exact"/>
        </dgm:presLayoutVars>
      </dgm:prSet>
      <dgm:spPr/>
    </dgm:pt>
    <dgm:pt modelId="{F47D6395-ACA7-4F18-BF47-BD34B4E5EA91}" type="pres">
      <dgm:prSet presAssocID="{BB7A52A8-F25D-4CF8-80C6-2FF2266C14C8}" presName="parentText" presStyleLbl="node1" presStyleIdx="0" presStyleCnt="4" custLinFactNeighborY="-1753">
        <dgm:presLayoutVars>
          <dgm:chMax val="0"/>
          <dgm:bulletEnabled val="1"/>
        </dgm:presLayoutVars>
      </dgm:prSet>
      <dgm:spPr/>
    </dgm:pt>
    <dgm:pt modelId="{022E4AF5-563F-4BAC-81FE-6B1AFDA93C26}" type="pres">
      <dgm:prSet presAssocID="{BB7A52A8-F25D-4CF8-80C6-2FF2266C14C8}" presName="childText" presStyleLbl="revTx" presStyleIdx="0" presStyleCnt="2">
        <dgm:presLayoutVars>
          <dgm:bulletEnabled val="1"/>
        </dgm:presLayoutVars>
      </dgm:prSet>
      <dgm:spPr/>
    </dgm:pt>
    <dgm:pt modelId="{2B348A27-2D20-4872-8BFD-10F2AA4ABD37}" type="pres">
      <dgm:prSet presAssocID="{54CF9519-A27E-4165-8695-FEB5F46EAC56}" presName="parentText" presStyleLbl="node1" presStyleIdx="1" presStyleCnt="4">
        <dgm:presLayoutVars>
          <dgm:chMax val="0"/>
          <dgm:bulletEnabled val="1"/>
        </dgm:presLayoutVars>
      </dgm:prSet>
      <dgm:spPr/>
    </dgm:pt>
    <dgm:pt modelId="{EA8414D2-1598-44A9-94E1-8E9729FE0DEE}" type="pres">
      <dgm:prSet presAssocID="{54CF9519-A27E-4165-8695-FEB5F46EAC56}" presName="childText" presStyleLbl="revTx" presStyleIdx="1" presStyleCnt="2">
        <dgm:presLayoutVars>
          <dgm:bulletEnabled val="1"/>
        </dgm:presLayoutVars>
      </dgm:prSet>
      <dgm:spPr/>
    </dgm:pt>
    <dgm:pt modelId="{0B0F45BD-A7C9-47CD-892D-53B921F4C2E5}" type="pres">
      <dgm:prSet presAssocID="{A1F5D6CF-BAE4-4912-9747-9DB2295EDC27}" presName="parentText" presStyleLbl="node1" presStyleIdx="2" presStyleCnt="4">
        <dgm:presLayoutVars>
          <dgm:chMax val="0"/>
          <dgm:bulletEnabled val="1"/>
        </dgm:presLayoutVars>
      </dgm:prSet>
      <dgm:spPr/>
    </dgm:pt>
    <dgm:pt modelId="{71CF6291-0458-47E9-BD27-9FF1AE9371E7}" type="pres">
      <dgm:prSet presAssocID="{817C8860-8CBF-40EE-9D0D-5C1B1FEF5CF6}" presName="spacer" presStyleCnt="0"/>
      <dgm:spPr/>
    </dgm:pt>
    <dgm:pt modelId="{5C273C35-A4EB-4D72-9EEA-1B8FC369AD93}" type="pres">
      <dgm:prSet presAssocID="{DDE56592-B838-428D-9D63-3C2137865D1A}" presName="parentText" presStyleLbl="node1" presStyleIdx="3" presStyleCnt="4">
        <dgm:presLayoutVars>
          <dgm:chMax val="0"/>
          <dgm:bulletEnabled val="1"/>
        </dgm:presLayoutVars>
      </dgm:prSet>
      <dgm:spPr/>
    </dgm:pt>
  </dgm:ptLst>
  <dgm:cxnLst>
    <dgm:cxn modelId="{20027702-8B3D-4CA7-9C95-01D31FF09E4C}" srcId="{BB7A52A8-F25D-4CF8-80C6-2FF2266C14C8}" destId="{C71E31B5-0CEB-4C22-91B0-5A28BBF8191C}" srcOrd="0" destOrd="0" parTransId="{BE09EC3A-D119-4E96-9874-CC004047D01A}" sibTransId="{91A59078-48AF-4BED-BD50-3AEB76240CDE}"/>
    <dgm:cxn modelId="{773FFB0C-EA83-4D17-96EA-2C544CDD8109}" srcId="{54CF9519-A27E-4165-8695-FEB5F46EAC56}" destId="{353B2029-CFBC-4839-8FEB-81860DDDD435}" srcOrd="1" destOrd="0" parTransId="{F4BED378-FFFE-4519-8E74-FA2E92B11B07}" sibTransId="{6482781A-E4AB-460D-93DE-33DA474804F0}"/>
    <dgm:cxn modelId="{F59C180D-52B1-4EB3-8684-6B0B2173DE7B}" srcId="{BB7A52A8-F25D-4CF8-80C6-2FF2266C14C8}" destId="{ADA39A2C-D973-47D9-AD87-8E8E0784EDA4}" srcOrd="1" destOrd="0" parTransId="{09B4DCFA-14FD-4568-AEB2-0B1267323EB4}" sibTransId="{CAFA8B42-D67B-44CF-9A53-2D2E26ED8EB3}"/>
    <dgm:cxn modelId="{EA3CA00D-E0C2-4BA4-99D2-47DD25D18D0B}" srcId="{54CF9519-A27E-4165-8695-FEB5F46EAC56}" destId="{258BD4DF-8DA7-429E-9872-65546A5980C9}" srcOrd="0" destOrd="0" parTransId="{8DC666EC-1B7A-4B61-8B9B-184FAD004141}" sibTransId="{8280A264-2D97-4BAE-A17D-35BEB908A3B0}"/>
    <dgm:cxn modelId="{CF00B110-C168-4D26-9DB4-8DB90813DB2C}" srcId="{67AAC2C2-1109-4776-9CE9-2398701F69C5}" destId="{54CF9519-A27E-4165-8695-FEB5F46EAC56}" srcOrd="1" destOrd="0" parTransId="{DEC8FD40-DAD0-4354-9DDE-7FB19D9A09C6}" sibTransId="{944A7A1D-52FD-4327-BDE0-ACED5CDC3309}"/>
    <dgm:cxn modelId="{FA638222-719B-4086-A548-A1EE98A0D017}" type="presOf" srcId="{258BD4DF-8DA7-429E-9872-65546A5980C9}" destId="{EA8414D2-1598-44A9-94E1-8E9729FE0DEE}" srcOrd="0" destOrd="0" presId="urn:microsoft.com/office/officeart/2005/8/layout/vList2"/>
    <dgm:cxn modelId="{098CDD25-582B-4CC5-8186-67F57496AFE5}" srcId="{BB7A52A8-F25D-4CF8-80C6-2FF2266C14C8}" destId="{F758ACE3-E7B3-4783-81B4-C80317963892}" srcOrd="2" destOrd="0" parTransId="{08897FEE-885E-4FB5-9484-90B8EC99AF59}" sibTransId="{6DAD953F-C39D-4AB7-99BD-D204ADE06727}"/>
    <dgm:cxn modelId="{BFA88236-C25E-4FB5-B5EC-DFE6AA7E03E6}" type="presOf" srcId="{A1F5D6CF-BAE4-4912-9747-9DB2295EDC27}" destId="{0B0F45BD-A7C9-47CD-892D-53B921F4C2E5}" srcOrd="0" destOrd="0" presId="urn:microsoft.com/office/officeart/2005/8/layout/vList2"/>
    <dgm:cxn modelId="{E1074338-F5A7-41A5-A21A-A4D782EE2F76}" type="presOf" srcId="{ADA39A2C-D973-47D9-AD87-8E8E0784EDA4}" destId="{022E4AF5-563F-4BAC-81FE-6B1AFDA93C26}" srcOrd="0" destOrd="1" presId="urn:microsoft.com/office/officeart/2005/8/layout/vList2"/>
    <dgm:cxn modelId="{B0904261-60B2-444C-8731-126FFC0F1CCA}" srcId="{67AAC2C2-1109-4776-9CE9-2398701F69C5}" destId="{DDE56592-B838-428D-9D63-3C2137865D1A}" srcOrd="3" destOrd="0" parTransId="{BAD28342-AC10-405B-8443-728779005C0A}" sibTransId="{907D96D4-EEF3-4A1B-9256-E145671BA2CC}"/>
    <dgm:cxn modelId="{61D35F4B-6A78-4BAD-8684-664FECB81A88}" type="presOf" srcId="{DDE56592-B838-428D-9D63-3C2137865D1A}" destId="{5C273C35-A4EB-4D72-9EEA-1B8FC369AD93}" srcOrd="0" destOrd="0" presId="urn:microsoft.com/office/officeart/2005/8/layout/vList2"/>
    <dgm:cxn modelId="{DCB3C66F-CE46-4341-9262-97575D7A0819}" type="presOf" srcId="{54CF9519-A27E-4165-8695-FEB5F46EAC56}" destId="{2B348A27-2D20-4872-8BFD-10F2AA4ABD37}" srcOrd="0" destOrd="0" presId="urn:microsoft.com/office/officeart/2005/8/layout/vList2"/>
    <dgm:cxn modelId="{C52CA959-127E-405F-904D-E993916E19AA}" srcId="{67AAC2C2-1109-4776-9CE9-2398701F69C5}" destId="{BB7A52A8-F25D-4CF8-80C6-2FF2266C14C8}" srcOrd="0" destOrd="0" parTransId="{30B9704A-1D14-4BAA-9304-D636CB55CBBC}" sibTransId="{CACF599B-4976-41DC-8114-F3F3C38C8A6B}"/>
    <dgm:cxn modelId="{69B96384-02D5-4AF9-B85A-E6EDDD5EAB5A}" type="presOf" srcId="{67AAC2C2-1109-4776-9CE9-2398701F69C5}" destId="{12177FF2-6AB4-4000-9CAD-B3853AA66A1E}" srcOrd="0" destOrd="0" presId="urn:microsoft.com/office/officeart/2005/8/layout/vList2"/>
    <dgm:cxn modelId="{E4CEF5CA-CD5B-4C26-ABBE-BD56DE6FBD77}" type="presOf" srcId="{BB7A52A8-F25D-4CF8-80C6-2FF2266C14C8}" destId="{F47D6395-ACA7-4F18-BF47-BD34B4E5EA91}" srcOrd="0" destOrd="0" presId="urn:microsoft.com/office/officeart/2005/8/layout/vList2"/>
    <dgm:cxn modelId="{1CB7FFD2-60F4-4831-A474-58839DBC6948}" type="presOf" srcId="{F758ACE3-E7B3-4783-81B4-C80317963892}" destId="{022E4AF5-563F-4BAC-81FE-6B1AFDA93C26}" srcOrd="0" destOrd="2" presId="urn:microsoft.com/office/officeart/2005/8/layout/vList2"/>
    <dgm:cxn modelId="{530F27D7-28AB-4089-B625-61C8B62F87EC}" type="presOf" srcId="{C71E31B5-0CEB-4C22-91B0-5A28BBF8191C}" destId="{022E4AF5-563F-4BAC-81FE-6B1AFDA93C26}" srcOrd="0" destOrd="0" presId="urn:microsoft.com/office/officeart/2005/8/layout/vList2"/>
    <dgm:cxn modelId="{7D9B85E7-EBD3-4739-8875-BB8014CE2F5B}" srcId="{67AAC2C2-1109-4776-9CE9-2398701F69C5}" destId="{A1F5D6CF-BAE4-4912-9747-9DB2295EDC27}" srcOrd="2" destOrd="0" parTransId="{E5F03AA0-334F-49D1-9E9B-87715F357D72}" sibTransId="{817C8860-8CBF-40EE-9D0D-5C1B1FEF5CF6}"/>
    <dgm:cxn modelId="{ADFFD7EA-0D51-4369-87E3-9DC3CE2E3DFB}" type="presOf" srcId="{353B2029-CFBC-4839-8FEB-81860DDDD435}" destId="{EA8414D2-1598-44A9-94E1-8E9729FE0DEE}" srcOrd="0" destOrd="1" presId="urn:microsoft.com/office/officeart/2005/8/layout/vList2"/>
    <dgm:cxn modelId="{6A5075D5-698C-45FB-96D4-CCB7931D18A3}" type="presParOf" srcId="{12177FF2-6AB4-4000-9CAD-B3853AA66A1E}" destId="{F47D6395-ACA7-4F18-BF47-BD34B4E5EA91}" srcOrd="0" destOrd="0" presId="urn:microsoft.com/office/officeart/2005/8/layout/vList2"/>
    <dgm:cxn modelId="{965AD5A6-30E5-4AAD-AF3F-6D690D53A79E}" type="presParOf" srcId="{12177FF2-6AB4-4000-9CAD-B3853AA66A1E}" destId="{022E4AF5-563F-4BAC-81FE-6B1AFDA93C26}" srcOrd="1" destOrd="0" presId="urn:microsoft.com/office/officeart/2005/8/layout/vList2"/>
    <dgm:cxn modelId="{D42C5CE2-AEB7-46AF-B1B2-4509F8F8BA00}" type="presParOf" srcId="{12177FF2-6AB4-4000-9CAD-B3853AA66A1E}" destId="{2B348A27-2D20-4872-8BFD-10F2AA4ABD37}" srcOrd="2" destOrd="0" presId="urn:microsoft.com/office/officeart/2005/8/layout/vList2"/>
    <dgm:cxn modelId="{E5479434-CDC1-443C-A214-C5764DF3078D}" type="presParOf" srcId="{12177FF2-6AB4-4000-9CAD-B3853AA66A1E}" destId="{EA8414D2-1598-44A9-94E1-8E9729FE0DEE}" srcOrd="3" destOrd="0" presId="urn:microsoft.com/office/officeart/2005/8/layout/vList2"/>
    <dgm:cxn modelId="{A0A3A3C1-CFDF-4D92-B7BA-377A8CB5F97B}" type="presParOf" srcId="{12177FF2-6AB4-4000-9CAD-B3853AA66A1E}" destId="{0B0F45BD-A7C9-47CD-892D-53B921F4C2E5}" srcOrd="4" destOrd="0" presId="urn:microsoft.com/office/officeart/2005/8/layout/vList2"/>
    <dgm:cxn modelId="{8DFACEA4-8F3A-4432-BB40-05B83F9B8EE3}" type="presParOf" srcId="{12177FF2-6AB4-4000-9CAD-B3853AA66A1E}" destId="{71CF6291-0458-47E9-BD27-9FF1AE9371E7}" srcOrd="5" destOrd="0" presId="urn:microsoft.com/office/officeart/2005/8/layout/vList2"/>
    <dgm:cxn modelId="{253B8EC3-0132-4E53-8521-54321E182E11}" type="presParOf" srcId="{12177FF2-6AB4-4000-9CAD-B3853AA66A1E}" destId="{5C273C35-A4EB-4D72-9EEA-1B8FC369AD93}" srcOrd="6" destOrd="0" presId="urn:microsoft.com/office/officeart/2005/8/layout/vList2"/>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31F4E7CA-60BC-42DD-A69D-F1977F4B1942}" type="doc">
      <dgm:prSet loTypeId="urn:microsoft.com/office/officeart/2005/8/layout/vList2" loCatId="list" qsTypeId="urn:microsoft.com/office/officeart/2005/8/quickstyle/simple1" qsCatId="simple" csTypeId="urn:microsoft.com/office/officeart/2005/8/colors/accent2_1" csCatId="accent2" phldr="1"/>
      <dgm:spPr/>
      <dgm:t>
        <a:bodyPr/>
        <a:lstStyle/>
        <a:p>
          <a:endParaRPr lang="es-ES"/>
        </a:p>
      </dgm:t>
    </dgm:pt>
    <dgm:pt modelId="{699E09ED-5C1A-446A-87FA-38E0740ADDE1}">
      <dgm:prSet/>
      <dgm:spPr/>
      <dgm:t>
        <a:bodyPr/>
        <a:lstStyle/>
        <a:p>
          <a:r>
            <a:rPr lang="es-ES" dirty="0"/>
            <a:t>Diseño de los bienes y servicios</a:t>
          </a:r>
        </a:p>
      </dgm:t>
    </dgm:pt>
    <dgm:pt modelId="{6C16D778-B281-4EEE-B0D4-D1129BCF676F}" type="parTrans" cxnId="{C4077C92-A59C-41BE-8485-654C94360A2A}">
      <dgm:prSet/>
      <dgm:spPr/>
      <dgm:t>
        <a:bodyPr/>
        <a:lstStyle/>
        <a:p>
          <a:endParaRPr lang="es-ES"/>
        </a:p>
      </dgm:t>
    </dgm:pt>
    <dgm:pt modelId="{339F9DC2-6FFC-4CE9-99CA-B0866891C2E0}" type="sibTrans" cxnId="{C4077C92-A59C-41BE-8485-654C94360A2A}">
      <dgm:prSet/>
      <dgm:spPr/>
      <dgm:t>
        <a:bodyPr/>
        <a:lstStyle/>
        <a:p>
          <a:endParaRPr lang="es-ES"/>
        </a:p>
      </dgm:t>
    </dgm:pt>
    <dgm:pt modelId="{38D9EE4A-3C89-43AF-8D60-2387B82DFC04}">
      <dgm:prSet/>
      <dgm:spPr/>
      <dgm:t>
        <a:bodyPr/>
        <a:lstStyle/>
        <a:p>
          <a:r>
            <a:rPr lang="es-ES" dirty="0"/>
            <a:t>Proceso Productivo y capacidad</a:t>
          </a:r>
        </a:p>
      </dgm:t>
    </dgm:pt>
    <dgm:pt modelId="{DF89AA77-3A43-4ADA-A905-4DFD8F834971}" type="parTrans" cxnId="{767649EF-B15D-4756-B00B-4652363F3D75}">
      <dgm:prSet/>
      <dgm:spPr/>
      <dgm:t>
        <a:bodyPr/>
        <a:lstStyle/>
        <a:p>
          <a:endParaRPr lang="es-ES"/>
        </a:p>
      </dgm:t>
    </dgm:pt>
    <dgm:pt modelId="{7CFB13A0-9E0A-493A-8B07-0B2022CFEB39}" type="sibTrans" cxnId="{767649EF-B15D-4756-B00B-4652363F3D75}">
      <dgm:prSet/>
      <dgm:spPr/>
      <dgm:t>
        <a:bodyPr/>
        <a:lstStyle/>
        <a:p>
          <a:endParaRPr lang="es-ES"/>
        </a:p>
      </dgm:t>
    </dgm:pt>
    <dgm:pt modelId="{FE9A9B52-EE4C-43B5-9444-463868D62ADD}">
      <dgm:prSet/>
      <dgm:spPr/>
      <dgm:t>
        <a:bodyPr/>
        <a:lstStyle/>
        <a:p>
          <a:r>
            <a:rPr lang="es-ES" dirty="0"/>
            <a:t>Localización de las instalaciones</a:t>
          </a:r>
        </a:p>
      </dgm:t>
    </dgm:pt>
    <dgm:pt modelId="{53BD8070-A617-4F02-9768-A394CFD27411}" type="parTrans" cxnId="{D347F631-06EC-4186-A9F0-554D4A4C5DD4}">
      <dgm:prSet/>
      <dgm:spPr/>
      <dgm:t>
        <a:bodyPr/>
        <a:lstStyle/>
        <a:p>
          <a:endParaRPr lang="es-ES"/>
        </a:p>
      </dgm:t>
    </dgm:pt>
    <dgm:pt modelId="{B490A9D3-B215-45FD-BB8F-70846ACA6D2C}" type="sibTrans" cxnId="{D347F631-06EC-4186-A9F0-554D4A4C5DD4}">
      <dgm:prSet/>
      <dgm:spPr/>
      <dgm:t>
        <a:bodyPr/>
        <a:lstStyle/>
        <a:p>
          <a:endParaRPr lang="es-ES"/>
        </a:p>
      </dgm:t>
    </dgm:pt>
    <dgm:pt modelId="{09BBDC4C-78E1-4CFC-8BF3-D384B04B726F}">
      <dgm:prSet/>
      <dgm:spPr/>
      <dgm:t>
        <a:bodyPr/>
        <a:lstStyle/>
        <a:p>
          <a:r>
            <a:rPr lang="es-ES" dirty="0"/>
            <a:t>Distribución en planta</a:t>
          </a:r>
        </a:p>
      </dgm:t>
    </dgm:pt>
    <dgm:pt modelId="{A6D757E3-C9AF-499C-B1D1-C5F182672374}" type="parTrans" cxnId="{088D756C-FAC0-47C9-83CE-D1F99C5E4250}">
      <dgm:prSet/>
      <dgm:spPr/>
      <dgm:t>
        <a:bodyPr/>
        <a:lstStyle/>
        <a:p>
          <a:endParaRPr lang="es-ES"/>
        </a:p>
      </dgm:t>
    </dgm:pt>
    <dgm:pt modelId="{010B6392-9726-4004-B33F-9867FCCA9C32}" type="sibTrans" cxnId="{088D756C-FAC0-47C9-83CE-D1F99C5E4250}">
      <dgm:prSet/>
      <dgm:spPr/>
      <dgm:t>
        <a:bodyPr/>
        <a:lstStyle/>
        <a:p>
          <a:endParaRPr lang="es-ES"/>
        </a:p>
      </dgm:t>
    </dgm:pt>
    <dgm:pt modelId="{5F59127B-8D99-4FF0-BC45-5C7E9A7315F4}">
      <dgm:prSet/>
      <dgm:spPr/>
      <dgm:t>
        <a:bodyPr/>
        <a:lstStyle/>
        <a:p>
          <a:r>
            <a:rPr lang="es-ES" dirty="0"/>
            <a:t>Recursos humanos y diseño del trabajo</a:t>
          </a:r>
        </a:p>
      </dgm:t>
    </dgm:pt>
    <dgm:pt modelId="{A50957A4-B637-4CB6-9896-D481C3F064E1}" type="parTrans" cxnId="{D3BE9E59-B50D-4FD2-AF8A-3638042B9EF0}">
      <dgm:prSet/>
      <dgm:spPr/>
      <dgm:t>
        <a:bodyPr/>
        <a:lstStyle/>
        <a:p>
          <a:endParaRPr lang="es-ES"/>
        </a:p>
      </dgm:t>
    </dgm:pt>
    <dgm:pt modelId="{816820CA-9C98-4C71-A240-0B0572E419B7}" type="sibTrans" cxnId="{D3BE9E59-B50D-4FD2-AF8A-3638042B9EF0}">
      <dgm:prSet/>
      <dgm:spPr/>
      <dgm:t>
        <a:bodyPr/>
        <a:lstStyle/>
        <a:p>
          <a:endParaRPr lang="es-ES"/>
        </a:p>
      </dgm:t>
    </dgm:pt>
    <dgm:pt modelId="{FBF34E60-1AEF-4139-A650-08D5F69DE21C}">
      <dgm:prSet/>
      <dgm:spPr/>
      <dgm:t>
        <a:bodyPr/>
        <a:lstStyle/>
        <a:p>
          <a:r>
            <a:rPr lang="es-ES" dirty="0"/>
            <a:t>Gestión de Calidad</a:t>
          </a:r>
        </a:p>
      </dgm:t>
    </dgm:pt>
    <dgm:pt modelId="{5488E161-CA3B-4C9E-8479-30C3BDBD427B}" type="parTrans" cxnId="{02347027-CAC8-469C-97BC-BE208E67D8EC}">
      <dgm:prSet/>
      <dgm:spPr/>
      <dgm:t>
        <a:bodyPr/>
        <a:lstStyle/>
        <a:p>
          <a:endParaRPr lang="es-ES"/>
        </a:p>
      </dgm:t>
    </dgm:pt>
    <dgm:pt modelId="{02335BB3-DB62-4C6A-8DFC-F25D3282EC80}" type="sibTrans" cxnId="{02347027-CAC8-469C-97BC-BE208E67D8EC}">
      <dgm:prSet/>
      <dgm:spPr/>
      <dgm:t>
        <a:bodyPr/>
        <a:lstStyle/>
        <a:p>
          <a:endParaRPr lang="es-ES"/>
        </a:p>
      </dgm:t>
    </dgm:pt>
    <dgm:pt modelId="{A5319C71-DB67-48B7-888D-1BA9799EB610}">
      <dgm:prSet/>
      <dgm:spPr/>
      <dgm:t>
        <a:bodyPr/>
        <a:lstStyle/>
        <a:p>
          <a:r>
            <a:rPr lang="es-ES" dirty="0"/>
            <a:t>Planificación y programación de la producción</a:t>
          </a:r>
        </a:p>
      </dgm:t>
    </dgm:pt>
    <dgm:pt modelId="{CEB3A865-71A0-4397-A259-23E63BEE8C52}" type="parTrans" cxnId="{24A854EF-5FEA-4332-9E44-90AEC676E4FE}">
      <dgm:prSet/>
      <dgm:spPr/>
      <dgm:t>
        <a:bodyPr/>
        <a:lstStyle/>
        <a:p>
          <a:endParaRPr lang="es-ES"/>
        </a:p>
      </dgm:t>
    </dgm:pt>
    <dgm:pt modelId="{7931E1DB-0EBD-4127-BE2A-9807953345DF}" type="sibTrans" cxnId="{24A854EF-5FEA-4332-9E44-90AEC676E4FE}">
      <dgm:prSet/>
      <dgm:spPr/>
      <dgm:t>
        <a:bodyPr/>
        <a:lstStyle/>
        <a:p>
          <a:endParaRPr lang="es-ES"/>
        </a:p>
      </dgm:t>
    </dgm:pt>
    <dgm:pt modelId="{F4838F6C-7501-4374-BAAC-90B4A001416D}">
      <dgm:prSet/>
      <dgm:spPr/>
      <dgm:t>
        <a:bodyPr/>
        <a:lstStyle/>
        <a:p>
          <a:r>
            <a:rPr lang="es-ES" dirty="0"/>
            <a:t>Gestión de inventarios</a:t>
          </a:r>
        </a:p>
      </dgm:t>
    </dgm:pt>
    <dgm:pt modelId="{564E7AC2-2CED-4520-9F73-A32068123DD8}" type="parTrans" cxnId="{5E7B076C-324E-4BA8-AE33-B19889C8A14B}">
      <dgm:prSet/>
      <dgm:spPr/>
      <dgm:t>
        <a:bodyPr/>
        <a:lstStyle/>
        <a:p>
          <a:endParaRPr lang="es-ES"/>
        </a:p>
      </dgm:t>
    </dgm:pt>
    <dgm:pt modelId="{C06C16F4-710E-4FCC-8DFA-540847B61104}" type="sibTrans" cxnId="{5E7B076C-324E-4BA8-AE33-B19889C8A14B}">
      <dgm:prSet/>
      <dgm:spPr/>
      <dgm:t>
        <a:bodyPr/>
        <a:lstStyle/>
        <a:p>
          <a:endParaRPr lang="es-ES"/>
        </a:p>
      </dgm:t>
    </dgm:pt>
    <dgm:pt modelId="{A723F864-04B2-4F90-A13B-1083B19B59C9}">
      <dgm:prSet/>
      <dgm:spPr/>
      <dgm:t>
        <a:bodyPr/>
        <a:lstStyle/>
        <a:p>
          <a:r>
            <a:rPr lang="es-ES" dirty="0"/>
            <a:t>Gestión de la cadena de suministro</a:t>
          </a:r>
        </a:p>
      </dgm:t>
    </dgm:pt>
    <dgm:pt modelId="{F99DFEDE-7BB7-44FB-997C-F8EEBF35A536}" type="parTrans" cxnId="{D8C1C313-A4B4-494E-9DA4-BDC99DA98BFE}">
      <dgm:prSet/>
      <dgm:spPr/>
      <dgm:t>
        <a:bodyPr/>
        <a:lstStyle/>
        <a:p>
          <a:endParaRPr lang="es-ES"/>
        </a:p>
      </dgm:t>
    </dgm:pt>
    <dgm:pt modelId="{5D7E6EB3-AC02-4CF8-B5C0-D959F14C1218}" type="sibTrans" cxnId="{D8C1C313-A4B4-494E-9DA4-BDC99DA98BFE}">
      <dgm:prSet/>
      <dgm:spPr/>
      <dgm:t>
        <a:bodyPr/>
        <a:lstStyle/>
        <a:p>
          <a:endParaRPr lang="es-ES"/>
        </a:p>
      </dgm:t>
    </dgm:pt>
    <dgm:pt modelId="{048E7798-E308-4911-AFED-495A9901C07B}">
      <dgm:prSet/>
      <dgm:spPr/>
      <dgm:t>
        <a:bodyPr/>
        <a:lstStyle/>
        <a:p>
          <a:r>
            <a:rPr lang="es-ES" dirty="0"/>
            <a:t>Mantenimiento</a:t>
          </a:r>
        </a:p>
      </dgm:t>
    </dgm:pt>
    <dgm:pt modelId="{FEAC60E9-6D8D-4CCD-851B-A6E09DBD96CD}" type="parTrans" cxnId="{1ED8D3CF-0260-416A-9688-E57DA28CF169}">
      <dgm:prSet/>
      <dgm:spPr/>
      <dgm:t>
        <a:bodyPr/>
        <a:lstStyle/>
        <a:p>
          <a:endParaRPr lang="es-ES"/>
        </a:p>
      </dgm:t>
    </dgm:pt>
    <dgm:pt modelId="{B3252341-DB36-48C5-93FC-75CD7D45D06C}" type="sibTrans" cxnId="{1ED8D3CF-0260-416A-9688-E57DA28CF169}">
      <dgm:prSet/>
      <dgm:spPr/>
      <dgm:t>
        <a:bodyPr/>
        <a:lstStyle/>
        <a:p>
          <a:endParaRPr lang="es-ES"/>
        </a:p>
      </dgm:t>
    </dgm:pt>
    <dgm:pt modelId="{0986DA9D-8BDF-4B37-9049-136F9D8B74F1}">
      <dgm:prSet/>
      <dgm:spPr/>
      <dgm:t>
        <a:bodyPr/>
        <a:lstStyle/>
        <a:p>
          <a:r>
            <a:rPr lang="es-ES" b="1" dirty="0"/>
            <a:t>Estratégicas o estructurales</a:t>
          </a:r>
        </a:p>
      </dgm:t>
    </dgm:pt>
    <dgm:pt modelId="{EE5B13FD-FE2B-4C01-9AAA-F16CAF8CAAA2}" type="parTrans" cxnId="{7BB6FE5C-5F8E-4D26-A4C7-591E0B7FF721}">
      <dgm:prSet/>
      <dgm:spPr/>
      <dgm:t>
        <a:bodyPr/>
        <a:lstStyle/>
        <a:p>
          <a:endParaRPr lang="es-ES"/>
        </a:p>
      </dgm:t>
    </dgm:pt>
    <dgm:pt modelId="{40F3CF29-BC8D-4E5E-ADDE-8AF394E65364}" type="sibTrans" cxnId="{7BB6FE5C-5F8E-4D26-A4C7-591E0B7FF721}">
      <dgm:prSet/>
      <dgm:spPr/>
      <dgm:t>
        <a:bodyPr/>
        <a:lstStyle/>
        <a:p>
          <a:endParaRPr lang="es-ES"/>
        </a:p>
      </dgm:t>
    </dgm:pt>
    <dgm:pt modelId="{0D01720F-F52B-4B1D-8104-65D85BECAAEC}">
      <dgm:prSet/>
      <dgm:spPr/>
      <dgm:t>
        <a:bodyPr/>
        <a:lstStyle/>
        <a:p>
          <a:r>
            <a:rPr lang="es-ES" b="1" dirty="0"/>
            <a:t>Tácticas</a:t>
          </a:r>
        </a:p>
      </dgm:t>
    </dgm:pt>
    <dgm:pt modelId="{2B9BFE93-097C-4ECF-AC19-45638F17347C}" type="parTrans" cxnId="{531C705E-4BA1-4F99-B878-A789DF83C9A2}">
      <dgm:prSet/>
      <dgm:spPr/>
      <dgm:t>
        <a:bodyPr/>
        <a:lstStyle/>
        <a:p>
          <a:endParaRPr lang="es-ES"/>
        </a:p>
      </dgm:t>
    </dgm:pt>
    <dgm:pt modelId="{27594945-D9A1-4515-95C2-33C9A0492C58}" type="sibTrans" cxnId="{531C705E-4BA1-4F99-B878-A789DF83C9A2}">
      <dgm:prSet/>
      <dgm:spPr/>
      <dgm:t>
        <a:bodyPr/>
        <a:lstStyle/>
        <a:p>
          <a:endParaRPr lang="es-ES"/>
        </a:p>
      </dgm:t>
    </dgm:pt>
    <dgm:pt modelId="{A83234DE-1368-4C20-804C-6A2BE736304D}" type="pres">
      <dgm:prSet presAssocID="{31F4E7CA-60BC-42DD-A69D-F1977F4B1942}" presName="linear" presStyleCnt="0">
        <dgm:presLayoutVars>
          <dgm:animLvl val="lvl"/>
          <dgm:resizeHandles val="exact"/>
        </dgm:presLayoutVars>
      </dgm:prSet>
      <dgm:spPr/>
    </dgm:pt>
    <dgm:pt modelId="{7A4B3162-2CC4-44BD-9370-98EBE22C9712}" type="pres">
      <dgm:prSet presAssocID="{0986DA9D-8BDF-4B37-9049-136F9D8B74F1}" presName="parentText" presStyleLbl="node1" presStyleIdx="0" presStyleCnt="2" custLinFactNeighborX="-979" custLinFactNeighborY="-808">
        <dgm:presLayoutVars>
          <dgm:chMax val="0"/>
          <dgm:bulletEnabled val="1"/>
        </dgm:presLayoutVars>
      </dgm:prSet>
      <dgm:spPr/>
    </dgm:pt>
    <dgm:pt modelId="{E17FA599-431E-4156-BD5A-443A3B371F3C}" type="pres">
      <dgm:prSet presAssocID="{0986DA9D-8BDF-4B37-9049-136F9D8B74F1}" presName="childText" presStyleLbl="revTx" presStyleIdx="0" presStyleCnt="2">
        <dgm:presLayoutVars>
          <dgm:bulletEnabled val="1"/>
        </dgm:presLayoutVars>
      </dgm:prSet>
      <dgm:spPr/>
    </dgm:pt>
    <dgm:pt modelId="{5413B477-F621-434F-A86D-8CDA5D42CC9C}" type="pres">
      <dgm:prSet presAssocID="{0D01720F-F52B-4B1D-8104-65D85BECAAEC}" presName="parentText" presStyleLbl="node1" presStyleIdx="1" presStyleCnt="2">
        <dgm:presLayoutVars>
          <dgm:chMax val="0"/>
          <dgm:bulletEnabled val="1"/>
        </dgm:presLayoutVars>
      </dgm:prSet>
      <dgm:spPr/>
    </dgm:pt>
    <dgm:pt modelId="{64E1BD59-5717-4CC4-96A0-AA57545D983C}" type="pres">
      <dgm:prSet presAssocID="{0D01720F-F52B-4B1D-8104-65D85BECAAEC}" presName="childText" presStyleLbl="revTx" presStyleIdx="1" presStyleCnt="2">
        <dgm:presLayoutVars>
          <dgm:bulletEnabled val="1"/>
        </dgm:presLayoutVars>
      </dgm:prSet>
      <dgm:spPr/>
    </dgm:pt>
  </dgm:ptLst>
  <dgm:cxnLst>
    <dgm:cxn modelId="{BD890701-2ADE-4BB8-908A-20F218C690B0}" type="presOf" srcId="{31F4E7CA-60BC-42DD-A69D-F1977F4B1942}" destId="{A83234DE-1368-4C20-804C-6A2BE736304D}" srcOrd="0" destOrd="0" presId="urn:microsoft.com/office/officeart/2005/8/layout/vList2"/>
    <dgm:cxn modelId="{53DB2609-737B-4F38-BF8D-10B3C135D4C9}" type="presOf" srcId="{A5319C71-DB67-48B7-888D-1BA9799EB610}" destId="{64E1BD59-5717-4CC4-96A0-AA57545D983C}" srcOrd="0" destOrd="0" presId="urn:microsoft.com/office/officeart/2005/8/layout/vList2"/>
    <dgm:cxn modelId="{D8C1C313-A4B4-494E-9DA4-BDC99DA98BFE}" srcId="{0D01720F-F52B-4B1D-8104-65D85BECAAEC}" destId="{A723F864-04B2-4F90-A13B-1083B19B59C9}" srcOrd="2" destOrd="0" parTransId="{F99DFEDE-7BB7-44FB-997C-F8EEBF35A536}" sibTransId="{5D7E6EB3-AC02-4CF8-B5C0-D959F14C1218}"/>
    <dgm:cxn modelId="{A023BF18-68F0-40C1-99E6-0B576D32CA27}" type="presOf" srcId="{A723F864-04B2-4F90-A13B-1083B19B59C9}" destId="{64E1BD59-5717-4CC4-96A0-AA57545D983C}" srcOrd="0" destOrd="2" presId="urn:microsoft.com/office/officeart/2005/8/layout/vList2"/>
    <dgm:cxn modelId="{02347027-CAC8-469C-97BC-BE208E67D8EC}" srcId="{0986DA9D-8BDF-4B37-9049-136F9D8B74F1}" destId="{FBF34E60-1AEF-4139-A650-08D5F69DE21C}" srcOrd="5" destOrd="0" parTransId="{5488E161-CA3B-4C9E-8479-30C3BDBD427B}" sibTransId="{02335BB3-DB62-4C6A-8DFC-F25D3282EC80}"/>
    <dgm:cxn modelId="{D347F631-06EC-4186-A9F0-554D4A4C5DD4}" srcId="{0986DA9D-8BDF-4B37-9049-136F9D8B74F1}" destId="{FE9A9B52-EE4C-43B5-9444-463868D62ADD}" srcOrd="2" destOrd="0" parTransId="{53BD8070-A617-4F02-9768-A394CFD27411}" sibTransId="{B490A9D3-B215-45FD-BB8F-70846ACA6D2C}"/>
    <dgm:cxn modelId="{7BB6FE5C-5F8E-4D26-A4C7-591E0B7FF721}" srcId="{31F4E7CA-60BC-42DD-A69D-F1977F4B1942}" destId="{0986DA9D-8BDF-4B37-9049-136F9D8B74F1}" srcOrd="0" destOrd="0" parTransId="{EE5B13FD-FE2B-4C01-9AAA-F16CAF8CAAA2}" sibTransId="{40F3CF29-BC8D-4E5E-ADDE-8AF394E65364}"/>
    <dgm:cxn modelId="{531C705E-4BA1-4F99-B878-A789DF83C9A2}" srcId="{31F4E7CA-60BC-42DD-A69D-F1977F4B1942}" destId="{0D01720F-F52B-4B1D-8104-65D85BECAAEC}" srcOrd="1" destOrd="0" parTransId="{2B9BFE93-097C-4ECF-AC19-45638F17347C}" sibTransId="{27594945-D9A1-4515-95C2-33C9A0492C58}"/>
    <dgm:cxn modelId="{E162CB5E-3BB3-4D58-BB0F-D8B4E5141761}" type="presOf" srcId="{048E7798-E308-4911-AFED-495A9901C07B}" destId="{64E1BD59-5717-4CC4-96A0-AA57545D983C}" srcOrd="0" destOrd="3" presId="urn:microsoft.com/office/officeart/2005/8/layout/vList2"/>
    <dgm:cxn modelId="{DCD21261-AE63-4A22-9545-A0A98C1B540C}" type="presOf" srcId="{FBF34E60-1AEF-4139-A650-08D5F69DE21C}" destId="{E17FA599-431E-4156-BD5A-443A3B371F3C}" srcOrd="0" destOrd="5" presId="urn:microsoft.com/office/officeart/2005/8/layout/vList2"/>
    <dgm:cxn modelId="{E3228963-4FFC-4454-A953-B7A93DA00513}" type="presOf" srcId="{699E09ED-5C1A-446A-87FA-38E0740ADDE1}" destId="{E17FA599-431E-4156-BD5A-443A3B371F3C}" srcOrd="0" destOrd="0" presId="urn:microsoft.com/office/officeart/2005/8/layout/vList2"/>
    <dgm:cxn modelId="{5E7B076C-324E-4BA8-AE33-B19889C8A14B}" srcId="{0D01720F-F52B-4B1D-8104-65D85BECAAEC}" destId="{F4838F6C-7501-4374-BAAC-90B4A001416D}" srcOrd="1" destOrd="0" parTransId="{564E7AC2-2CED-4520-9F73-A32068123DD8}" sibTransId="{C06C16F4-710E-4FCC-8DFA-540847B61104}"/>
    <dgm:cxn modelId="{088D756C-FAC0-47C9-83CE-D1F99C5E4250}" srcId="{0986DA9D-8BDF-4B37-9049-136F9D8B74F1}" destId="{09BBDC4C-78E1-4CFC-8BF3-D384B04B726F}" srcOrd="3" destOrd="0" parTransId="{A6D757E3-C9AF-499C-B1D1-C5F182672374}" sibTransId="{010B6392-9726-4004-B33F-9867FCCA9C32}"/>
    <dgm:cxn modelId="{D3BE9E59-B50D-4FD2-AF8A-3638042B9EF0}" srcId="{0986DA9D-8BDF-4B37-9049-136F9D8B74F1}" destId="{5F59127B-8D99-4FF0-BC45-5C7E9A7315F4}" srcOrd="4" destOrd="0" parTransId="{A50957A4-B637-4CB6-9896-D481C3F064E1}" sibTransId="{816820CA-9C98-4C71-A240-0B0572E419B7}"/>
    <dgm:cxn modelId="{CF32A179-D07F-4A27-B965-A8F5FDB8015E}" type="presOf" srcId="{09BBDC4C-78E1-4CFC-8BF3-D384B04B726F}" destId="{E17FA599-431E-4156-BD5A-443A3B371F3C}" srcOrd="0" destOrd="3" presId="urn:microsoft.com/office/officeart/2005/8/layout/vList2"/>
    <dgm:cxn modelId="{DC207380-7C9E-4AC0-AE56-0F48915A3AEC}" type="presOf" srcId="{F4838F6C-7501-4374-BAAC-90B4A001416D}" destId="{64E1BD59-5717-4CC4-96A0-AA57545D983C}" srcOrd="0" destOrd="1" presId="urn:microsoft.com/office/officeart/2005/8/layout/vList2"/>
    <dgm:cxn modelId="{C4077C92-A59C-41BE-8485-654C94360A2A}" srcId="{0986DA9D-8BDF-4B37-9049-136F9D8B74F1}" destId="{699E09ED-5C1A-446A-87FA-38E0740ADDE1}" srcOrd="0" destOrd="0" parTransId="{6C16D778-B281-4EEE-B0D4-D1129BCF676F}" sibTransId="{339F9DC2-6FFC-4CE9-99CA-B0866891C2E0}"/>
    <dgm:cxn modelId="{ECB70D99-5A9F-4083-B0FA-8D52B706FB1F}" type="presOf" srcId="{5F59127B-8D99-4FF0-BC45-5C7E9A7315F4}" destId="{E17FA599-431E-4156-BD5A-443A3B371F3C}" srcOrd="0" destOrd="4" presId="urn:microsoft.com/office/officeart/2005/8/layout/vList2"/>
    <dgm:cxn modelId="{1ED8D3CF-0260-416A-9688-E57DA28CF169}" srcId="{0D01720F-F52B-4B1D-8104-65D85BECAAEC}" destId="{048E7798-E308-4911-AFED-495A9901C07B}" srcOrd="3" destOrd="0" parTransId="{FEAC60E9-6D8D-4CCD-851B-A6E09DBD96CD}" sibTransId="{B3252341-DB36-48C5-93FC-75CD7D45D06C}"/>
    <dgm:cxn modelId="{C3B937D3-D84D-418C-B6C8-E3F2937E3F60}" type="presOf" srcId="{0D01720F-F52B-4B1D-8104-65D85BECAAEC}" destId="{5413B477-F621-434F-A86D-8CDA5D42CC9C}" srcOrd="0" destOrd="0" presId="urn:microsoft.com/office/officeart/2005/8/layout/vList2"/>
    <dgm:cxn modelId="{767649EF-B15D-4756-B00B-4652363F3D75}" srcId="{0986DA9D-8BDF-4B37-9049-136F9D8B74F1}" destId="{38D9EE4A-3C89-43AF-8D60-2387B82DFC04}" srcOrd="1" destOrd="0" parTransId="{DF89AA77-3A43-4ADA-A905-4DFD8F834971}" sibTransId="{7CFB13A0-9E0A-493A-8B07-0B2022CFEB39}"/>
    <dgm:cxn modelId="{24A854EF-5FEA-4332-9E44-90AEC676E4FE}" srcId="{0D01720F-F52B-4B1D-8104-65D85BECAAEC}" destId="{A5319C71-DB67-48B7-888D-1BA9799EB610}" srcOrd="0" destOrd="0" parTransId="{CEB3A865-71A0-4397-A259-23E63BEE8C52}" sibTransId="{7931E1DB-0EBD-4127-BE2A-9807953345DF}"/>
    <dgm:cxn modelId="{4C563BF0-81CC-4399-BC39-C33490FEB413}" type="presOf" srcId="{38D9EE4A-3C89-43AF-8D60-2387B82DFC04}" destId="{E17FA599-431E-4156-BD5A-443A3B371F3C}" srcOrd="0" destOrd="1" presId="urn:microsoft.com/office/officeart/2005/8/layout/vList2"/>
    <dgm:cxn modelId="{0D18E5F0-9B40-4BDE-971D-B78F5D238A74}" type="presOf" srcId="{0986DA9D-8BDF-4B37-9049-136F9D8B74F1}" destId="{7A4B3162-2CC4-44BD-9370-98EBE22C9712}" srcOrd="0" destOrd="0" presId="urn:microsoft.com/office/officeart/2005/8/layout/vList2"/>
    <dgm:cxn modelId="{B2A4E0F3-2336-403A-B9FD-E609201819FC}" type="presOf" srcId="{FE9A9B52-EE4C-43B5-9444-463868D62ADD}" destId="{E17FA599-431E-4156-BD5A-443A3B371F3C}" srcOrd="0" destOrd="2" presId="urn:microsoft.com/office/officeart/2005/8/layout/vList2"/>
    <dgm:cxn modelId="{9F94EA43-63DE-4620-8759-9C6A8C6DE71C}" type="presParOf" srcId="{A83234DE-1368-4C20-804C-6A2BE736304D}" destId="{7A4B3162-2CC4-44BD-9370-98EBE22C9712}" srcOrd="0" destOrd="0" presId="urn:microsoft.com/office/officeart/2005/8/layout/vList2"/>
    <dgm:cxn modelId="{FC78DC86-B188-482B-A4F5-7A7C776C2A64}" type="presParOf" srcId="{A83234DE-1368-4C20-804C-6A2BE736304D}" destId="{E17FA599-431E-4156-BD5A-443A3B371F3C}" srcOrd="1" destOrd="0" presId="urn:microsoft.com/office/officeart/2005/8/layout/vList2"/>
    <dgm:cxn modelId="{622EB6EC-B6D8-4696-8D4A-DB753655DA06}" type="presParOf" srcId="{A83234DE-1368-4C20-804C-6A2BE736304D}" destId="{5413B477-F621-434F-A86D-8CDA5D42CC9C}" srcOrd="2" destOrd="0" presId="urn:microsoft.com/office/officeart/2005/8/layout/vList2"/>
    <dgm:cxn modelId="{D8F6DD3C-7B53-47A5-8EFA-880A66D15232}" type="presParOf" srcId="{A83234DE-1368-4C20-804C-6A2BE736304D}" destId="{64E1BD59-5717-4CC4-96A0-AA57545D983C}" srcOrd="3"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9ED561A9-C568-44F2-952D-0C551AC32702}" type="doc">
      <dgm:prSet loTypeId="urn:microsoft.com/office/officeart/2005/8/layout/hList1" loCatId="list" qsTypeId="urn:microsoft.com/office/officeart/2005/8/quickstyle/simple1" qsCatId="simple" csTypeId="urn:microsoft.com/office/officeart/2005/8/colors/accent1_2" csCatId="accent1"/>
      <dgm:spPr/>
      <dgm:t>
        <a:bodyPr/>
        <a:lstStyle/>
        <a:p>
          <a:endParaRPr lang="es-ES"/>
        </a:p>
      </dgm:t>
    </dgm:pt>
    <dgm:pt modelId="{BD67960E-1C17-483F-BB1A-C0756E444891}">
      <dgm:prSet custT="1"/>
      <dgm:spPr/>
      <dgm:t>
        <a:bodyPr/>
        <a:lstStyle/>
        <a:p>
          <a:r>
            <a:rPr lang="es-ES" sz="1200" dirty="0"/>
            <a:t>Prestaciones</a:t>
          </a:r>
        </a:p>
      </dgm:t>
    </dgm:pt>
    <dgm:pt modelId="{A9C6A545-DC3D-4DC2-B64B-6CDF0D3FBA46}" type="parTrans" cxnId="{57B93D70-B62D-4103-87A2-B1481F3ACEE1}">
      <dgm:prSet/>
      <dgm:spPr/>
      <dgm:t>
        <a:bodyPr/>
        <a:lstStyle/>
        <a:p>
          <a:endParaRPr lang="es-ES" sz="3200"/>
        </a:p>
      </dgm:t>
    </dgm:pt>
    <dgm:pt modelId="{C466EA5B-B6E9-4A76-B590-1A8A4BA05788}" type="sibTrans" cxnId="{57B93D70-B62D-4103-87A2-B1481F3ACEE1}">
      <dgm:prSet/>
      <dgm:spPr/>
      <dgm:t>
        <a:bodyPr/>
        <a:lstStyle/>
        <a:p>
          <a:endParaRPr lang="es-ES" sz="3200"/>
        </a:p>
      </dgm:t>
    </dgm:pt>
    <dgm:pt modelId="{6077FCFA-9D8B-4704-8531-8F3D909BE799}">
      <dgm:prSet custT="1"/>
      <dgm:spPr/>
      <dgm:t>
        <a:bodyPr/>
        <a:lstStyle/>
        <a:p>
          <a:r>
            <a:rPr lang="es-ES" sz="1200" dirty="0"/>
            <a:t>Peculiaridades</a:t>
          </a:r>
        </a:p>
      </dgm:t>
    </dgm:pt>
    <dgm:pt modelId="{D0303668-5F41-400F-82BF-C279E6114448}" type="parTrans" cxnId="{4FBC5648-6C2B-4D17-9773-3B48968CEDF7}">
      <dgm:prSet/>
      <dgm:spPr/>
      <dgm:t>
        <a:bodyPr/>
        <a:lstStyle/>
        <a:p>
          <a:endParaRPr lang="es-ES" sz="3200"/>
        </a:p>
      </dgm:t>
    </dgm:pt>
    <dgm:pt modelId="{395A1BDF-BD39-4B5A-A9FA-B523725BCBD0}" type="sibTrans" cxnId="{4FBC5648-6C2B-4D17-9773-3B48968CEDF7}">
      <dgm:prSet/>
      <dgm:spPr/>
      <dgm:t>
        <a:bodyPr/>
        <a:lstStyle/>
        <a:p>
          <a:endParaRPr lang="es-ES" sz="3200"/>
        </a:p>
      </dgm:t>
    </dgm:pt>
    <dgm:pt modelId="{3FB3EA53-F46D-4A6D-8A61-98E32C629CAE}">
      <dgm:prSet custT="1"/>
      <dgm:spPr/>
      <dgm:t>
        <a:bodyPr/>
        <a:lstStyle/>
        <a:p>
          <a:r>
            <a:rPr lang="es-ES" sz="1200" dirty="0"/>
            <a:t>Fiabilidad</a:t>
          </a:r>
        </a:p>
      </dgm:t>
    </dgm:pt>
    <dgm:pt modelId="{6A2EEFDB-65DC-4DE6-970C-1E6561DC101F}" type="parTrans" cxnId="{27148FB2-7EF2-42B4-809A-52966F18C4C2}">
      <dgm:prSet/>
      <dgm:spPr/>
      <dgm:t>
        <a:bodyPr/>
        <a:lstStyle/>
        <a:p>
          <a:endParaRPr lang="es-ES" sz="3200"/>
        </a:p>
      </dgm:t>
    </dgm:pt>
    <dgm:pt modelId="{F76652DD-0210-452B-BC15-0BD849BB785D}" type="sibTrans" cxnId="{27148FB2-7EF2-42B4-809A-52966F18C4C2}">
      <dgm:prSet/>
      <dgm:spPr/>
      <dgm:t>
        <a:bodyPr/>
        <a:lstStyle/>
        <a:p>
          <a:endParaRPr lang="es-ES" sz="3200"/>
        </a:p>
      </dgm:t>
    </dgm:pt>
    <dgm:pt modelId="{26D511C7-17C2-4A6A-B3D1-6D9340C6CA34}">
      <dgm:prSet custT="1"/>
      <dgm:spPr/>
      <dgm:t>
        <a:bodyPr/>
        <a:lstStyle/>
        <a:p>
          <a:r>
            <a:rPr lang="es-ES" sz="1200"/>
            <a:t>Conformidad</a:t>
          </a:r>
        </a:p>
      </dgm:t>
    </dgm:pt>
    <dgm:pt modelId="{4568A85A-DD22-4AE0-8CDF-C23A7682B7AE}" type="parTrans" cxnId="{4D0CA9A5-DCD5-41B5-838A-E1C3AE5921C4}">
      <dgm:prSet/>
      <dgm:spPr/>
      <dgm:t>
        <a:bodyPr/>
        <a:lstStyle/>
        <a:p>
          <a:endParaRPr lang="es-ES" sz="3200"/>
        </a:p>
      </dgm:t>
    </dgm:pt>
    <dgm:pt modelId="{A6E645B0-A942-4A9D-A9F1-8690FAE52148}" type="sibTrans" cxnId="{4D0CA9A5-DCD5-41B5-838A-E1C3AE5921C4}">
      <dgm:prSet/>
      <dgm:spPr/>
      <dgm:t>
        <a:bodyPr/>
        <a:lstStyle/>
        <a:p>
          <a:endParaRPr lang="es-ES" sz="3200"/>
        </a:p>
      </dgm:t>
    </dgm:pt>
    <dgm:pt modelId="{ED42EB08-4A42-4C9F-97DD-F042F4980FCC}">
      <dgm:prSet custT="1"/>
      <dgm:spPr/>
      <dgm:t>
        <a:bodyPr/>
        <a:lstStyle/>
        <a:p>
          <a:r>
            <a:rPr lang="es-ES" sz="1200"/>
            <a:t>Durabilidad</a:t>
          </a:r>
        </a:p>
      </dgm:t>
    </dgm:pt>
    <dgm:pt modelId="{5BC73661-E9AA-44AC-91F4-FA241CDC3D8A}" type="parTrans" cxnId="{00520DFE-0BDC-4FE7-AE63-CAF1FF75D4AE}">
      <dgm:prSet/>
      <dgm:spPr/>
      <dgm:t>
        <a:bodyPr/>
        <a:lstStyle/>
        <a:p>
          <a:endParaRPr lang="es-ES" sz="3200"/>
        </a:p>
      </dgm:t>
    </dgm:pt>
    <dgm:pt modelId="{99BB9A4B-D9B2-44AE-9131-CFB7431E8B47}" type="sibTrans" cxnId="{00520DFE-0BDC-4FE7-AE63-CAF1FF75D4AE}">
      <dgm:prSet/>
      <dgm:spPr/>
      <dgm:t>
        <a:bodyPr/>
        <a:lstStyle/>
        <a:p>
          <a:endParaRPr lang="es-ES" sz="3200"/>
        </a:p>
      </dgm:t>
    </dgm:pt>
    <dgm:pt modelId="{6E33B98F-C9CE-46CF-BDCB-D27D7C444200}">
      <dgm:prSet custT="1"/>
      <dgm:spPr/>
      <dgm:t>
        <a:bodyPr/>
        <a:lstStyle/>
        <a:p>
          <a:r>
            <a:rPr lang="es-ES" sz="1200" dirty="0"/>
            <a:t>Servicio</a:t>
          </a:r>
        </a:p>
      </dgm:t>
    </dgm:pt>
    <dgm:pt modelId="{93062232-9A92-4A58-9F40-E277CBE30E76}" type="parTrans" cxnId="{72988269-7BD7-478A-A14C-49A658F6C668}">
      <dgm:prSet/>
      <dgm:spPr/>
      <dgm:t>
        <a:bodyPr/>
        <a:lstStyle/>
        <a:p>
          <a:endParaRPr lang="es-ES" sz="3200"/>
        </a:p>
      </dgm:t>
    </dgm:pt>
    <dgm:pt modelId="{27089B2A-FA36-4C2B-B08D-048121181193}" type="sibTrans" cxnId="{72988269-7BD7-478A-A14C-49A658F6C668}">
      <dgm:prSet/>
      <dgm:spPr/>
      <dgm:t>
        <a:bodyPr/>
        <a:lstStyle/>
        <a:p>
          <a:endParaRPr lang="es-ES" sz="3200"/>
        </a:p>
      </dgm:t>
    </dgm:pt>
    <dgm:pt modelId="{13762222-83F1-47D7-82BD-5D78BA0BF2C1}">
      <dgm:prSet custT="1"/>
      <dgm:spPr/>
      <dgm:t>
        <a:bodyPr/>
        <a:lstStyle/>
        <a:p>
          <a:r>
            <a:rPr lang="es-ES" sz="1200" dirty="0"/>
            <a:t>Estética</a:t>
          </a:r>
        </a:p>
      </dgm:t>
    </dgm:pt>
    <dgm:pt modelId="{8E1D3D5E-3812-4477-BB27-509A67D637D6}" type="parTrans" cxnId="{3DBF705A-2F98-4573-AA2D-02D73CEEE356}">
      <dgm:prSet/>
      <dgm:spPr/>
      <dgm:t>
        <a:bodyPr/>
        <a:lstStyle/>
        <a:p>
          <a:endParaRPr lang="es-ES" sz="3200"/>
        </a:p>
      </dgm:t>
    </dgm:pt>
    <dgm:pt modelId="{47785375-E810-45A9-8777-AD175A23201B}" type="sibTrans" cxnId="{3DBF705A-2F98-4573-AA2D-02D73CEEE356}">
      <dgm:prSet/>
      <dgm:spPr/>
      <dgm:t>
        <a:bodyPr/>
        <a:lstStyle/>
        <a:p>
          <a:endParaRPr lang="es-ES" sz="3200"/>
        </a:p>
      </dgm:t>
    </dgm:pt>
    <dgm:pt modelId="{5FC0A4A6-FE38-4A65-BD3F-9C7E5F2054A2}">
      <dgm:prSet custT="1"/>
      <dgm:spPr/>
      <dgm:t>
        <a:bodyPr/>
        <a:lstStyle/>
        <a:p>
          <a:r>
            <a:rPr lang="es-ES" sz="1200" dirty="0"/>
            <a:t>Percepción</a:t>
          </a:r>
        </a:p>
      </dgm:t>
    </dgm:pt>
    <dgm:pt modelId="{5144142F-EFAC-4D34-8016-188269EB62F9}" type="parTrans" cxnId="{80D0C2D6-50D9-41C0-A7F5-B9DD1E07A223}">
      <dgm:prSet/>
      <dgm:spPr/>
      <dgm:t>
        <a:bodyPr/>
        <a:lstStyle/>
        <a:p>
          <a:endParaRPr lang="es-ES" sz="3200"/>
        </a:p>
      </dgm:t>
    </dgm:pt>
    <dgm:pt modelId="{14B66C0B-C9FB-4538-9071-D158850C0E0B}" type="sibTrans" cxnId="{80D0C2D6-50D9-41C0-A7F5-B9DD1E07A223}">
      <dgm:prSet/>
      <dgm:spPr/>
      <dgm:t>
        <a:bodyPr/>
        <a:lstStyle/>
        <a:p>
          <a:endParaRPr lang="es-ES" sz="3200"/>
        </a:p>
      </dgm:t>
    </dgm:pt>
    <dgm:pt modelId="{C36BC22B-D8E5-417D-8E46-7CE2402889D2}" type="pres">
      <dgm:prSet presAssocID="{9ED561A9-C568-44F2-952D-0C551AC32702}" presName="Name0" presStyleCnt="0">
        <dgm:presLayoutVars>
          <dgm:dir/>
          <dgm:animLvl val="lvl"/>
          <dgm:resizeHandles val="exact"/>
        </dgm:presLayoutVars>
      </dgm:prSet>
      <dgm:spPr/>
    </dgm:pt>
    <dgm:pt modelId="{FC375B07-D918-47F9-A8F0-47EDAC59E878}" type="pres">
      <dgm:prSet presAssocID="{BD67960E-1C17-483F-BB1A-C0756E444891}" presName="composite" presStyleCnt="0"/>
      <dgm:spPr/>
    </dgm:pt>
    <dgm:pt modelId="{BD745072-B3C3-4173-AB36-8A592B131E4D}" type="pres">
      <dgm:prSet presAssocID="{BD67960E-1C17-483F-BB1A-C0756E444891}" presName="parTx" presStyleLbl="alignNode1" presStyleIdx="0" presStyleCnt="8">
        <dgm:presLayoutVars>
          <dgm:chMax val="0"/>
          <dgm:chPref val="0"/>
          <dgm:bulletEnabled val="1"/>
        </dgm:presLayoutVars>
      </dgm:prSet>
      <dgm:spPr/>
    </dgm:pt>
    <dgm:pt modelId="{CE2F492F-5E1E-4780-99FD-91548DA73BC2}" type="pres">
      <dgm:prSet presAssocID="{BD67960E-1C17-483F-BB1A-C0756E444891}" presName="desTx" presStyleLbl="alignAccFollowNode1" presStyleIdx="0" presStyleCnt="8">
        <dgm:presLayoutVars>
          <dgm:bulletEnabled val="1"/>
        </dgm:presLayoutVars>
      </dgm:prSet>
      <dgm:spPr/>
    </dgm:pt>
    <dgm:pt modelId="{7FF0427B-28BF-43B4-ABF9-0483B7ACC04D}" type="pres">
      <dgm:prSet presAssocID="{C466EA5B-B6E9-4A76-B590-1A8A4BA05788}" presName="space" presStyleCnt="0"/>
      <dgm:spPr/>
    </dgm:pt>
    <dgm:pt modelId="{EA9AB338-8B5A-4CAC-BD65-AC4D88FD5917}" type="pres">
      <dgm:prSet presAssocID="{6077FCFA-9D8B-4704-8531-8F3D909BE799}" presName="composite" presStyleCnt="0"/>
      <dgm:spPr/>
    </dgm:pt>
    <dgm:pt modelId="{BA13FF65-D888-4C96-9088-632231A57302}" type="pres">
      <dgm:prSet presAssocID="{6077FCFA-9D8B-4704-8531-8F3D909BE799}" presName="parTx" presStyleLbl="alignNode1" presStyleIdx="1" presStyleCnt="8">
        <dgm:presLayoutVars>
          <dgm:chMax val="0"/>
          <dgm:chPref val="0"/>
          <dgm:bulletEnabled val="1"/>
        </dgm:presLayoutVars>
      </dgm:prSet>
      <dgm:spPr/>
    </dgm:pt>
    <dgm:pt modelId="{B453BE06-964C-4AB4-B035-12F8108636C7}" type="pres">
      <dgm:prSet presAssocID="{6077FCFA-9D8B-4704-8531-8F3D909BE799}" presName="desTx" presStyleLbl="alignAccFollowNode1" presStyleIdx="1" presStyleCnt="8">
        <dgm:presLayoutVars>
          <dgm:bulletEnabled val="1"/>
        </dgm:presLayoutVars>
      </dgm:prSet>
      <dgm:spPr/>
    </dgm:pt>
    <dgm:pt modelId="{0EEE9BB7-56B2-4B12-8469-9D51284CC579}" type="pres">
      <dgm:prSet presAssocID="{395A1BDF-BD39-4B5A-A9FA-B523725BCBD0}" presName="space" presStyleCnt="0"/>
      <dgm:spPr/>
    </dgm:pt>
    <dgm:pt modelId="{A3E10116-23B8-467E-92B2-EFC31EDB85D2}" type="pres">
      <dgm:prSet presAssocID="{3FB3EA53-F46D-4A6D-8A61-98E32C629CAE}" presName="composite" presStyleCnt="0"/>
      <dgm:spPr/>
    </dgm:pt>
    <dgm:pt modelId="{AFA3842C-7102-471A-BA4F-DA3591BC6925}" type="pres">
      <dgm:prSet presAssocID="{3FB3EA53-F46D-4A6D-8A61-98E32C629CAE}" presName="parTx" presStyleLbl="alignNode1" presStyleIdx="2" presStyleCnt="8">
        <dgm:presLayoutVars>
          <dgm:chMax val="0"/>
          <dgm:chPref val="0"/>
          <dgm:bulletEnabled val="1"/>
        </dgm:presLayoutVars>
      </dgm:prSet>
      <dgm:spPr/>
    </dgm:pt>
    <dgm:pt modelId="{68DE5D30-090E-45D6-876C-5F40D71FF65E}" type="pres">
      <dgm:prSet presAssocID="{3FB3EA53-F46D-4A6D-8A61-98E32C629CAE}" presName="desTx" presStyleLbl="alignAccFollowNode1" presStyleIdx="2" presStyleCnt="8">
        <dgm:presLayoutVars>
          <dgm:bulletEnabled val="1"/>
        </dgm:presLayoutVars>
      </dgm:prSet>
      <dgm:spPr/>
    </dgm:pt>
    <dgm:pt modelId="{BA223105-86B8-4F22-9C47-E2E9C4B70CB7}" type="pres">
      <dgm:prSet presAssocID="{F76652DD-0210-452B-BC15-0BD849BB785D}" presName="space" presStyleCnt="0"/>
      <dgm:spPr/>
    </dgm:pt>
    <dgm:pt modelId="{310D0BE6-6AB4-4B92-9B5C-557487DBEE65}" type="pres">
      <dgm:prSet presAssocID="{26D511C7-17C2-4A6A-B3D1-6D9340C6CA34}" presName="composite" presStyleCnt="0"/>
      <dgm:spPr/>
    </dgm:pt>
    <dgm:pt modelId="{52A671A4-9E73-442C-90F2-4BC05C1ADB72}" type="pres">
      <dgm:prSet presAssocID="{26D511C7-17C2-4A6A-B3D1-6D9340C6CA34}" presName="parTx" presStyleLbl="alignNode1" presStyleIdx="3" presStyleCnt="8">
        <dgm:presLayoutVars>
          <dgm:chMax val="0"/>
          <dgm:chPref val="0"/>
          <dgm:bulletEnabled val="1"/>
        </dgm:presLayoutVars>
      </dgm:prSet>
      <dgm:spPr/>
    </dgm:pt>
    <dgm:pt modelId="{6FE0F037-1EC6-45EF-94D6-0B0BF15F89A0}" type="pres">
      <dgm:prSet presAssocID="{26D511C7-17C2-4A6A-B3D1-6D9340C6CA34}" presName="desTx" presStyleLbl="alignAccFollowNode1" presStyleIdx="3" presStyleCnt="8">
        <dgm:presLayoutVars>
          <dgm:bulletEnabled val="1"/>
        </dgm:presLayoutVars>
      </dgm:prSet>
      <dgm:spPr/>
    </dgm:pt>
    <dgm:pt modelId="{72FA5E1C-ED47-4DC3-9E32-0D12FF3993BF}" type="pres">
      <dgm:prSet presAssocID="{A6E645B0-A942-4A9D-A9F1-8690FAE52148}" presName="space" presStyleCnt="0"/>
      <dgm:spPr/>
    </dgm:pt>
    <dgm:pt modelId="{69AFB566-7D98-46A7-ADC0-531358EE7F8C}" type="pres">
      <dgm:prSet presAssocID="{ED42EB08-4A42-4C9F-97DD-F042F4980FCC}" presName="composite" presStyleCnt="0"/>
      <dgm:spPr/>
    </dgm:pt>
    <dgm:pt modelId="{85965EEF-69FE-49AA-9F79-33E7CD9FB8A3}" type="pres">
      <dgm:prSet presAssocID="{ED42EB08-4A42-4C9F-97DD-F042F4980FCC}" presName="parTx" presStyleLbl="alignNode1" presStyleIdx="4" presStyleCnt="8">
        <dgm:presLayoutVars>
          <dgm:chMax val="0"/>
          <dgm:chPref val="0"/>
          <dgm:bulletEnabled val="1"/>
        </dgm:presLayoutVars>
      </dgm:prSet>
      <dgm:spPr/>
    </dgm:pt>
    <dgm:pt modelId="{C77AE7DE-B05F-4FB3-BBA7-84BB3B75A864}" type="pres">
      <dgm:prSet presAssocID="{ED42EB08-4A42-4C9F-97DD-F042F4980FCC}" presName="desTx" presStyleLbl="alignAccFollowNode1" presStyleIdx="4" presStyleCnt="8">
        <dgm:presLayoutVars>
          <dgm:bulletEnabled val="1"/>
        </dgm:presLayoutVars>
      </dgm:prSet>
      <dgm:spPr/>
    </dgm:pt>
    <dgm:pt modelId="{E658D1D4-7E89-4558-ADF4-515483E01F95}" type="pres">
      <dgm:prSet presAssocID="{99BB9A4B-D9B2-44AE-9131-CFB7431E8B47}" presName="space" presStyleCnt="0"/>
      <dgm:spPr/>
    </dgm:pt>
    <dgm:pt modelId="{F0D947D3-0CF4-4F08-8F6C-450E188B3285}" type="pres">
      <dgm:prSet presAssocID="{6E33B98F-C9CE-46CF-BDCB-D27D7C444200}" presName="composite" presStyleCnt="0"/>
      <dgm:spPr/>
    </dgm:pt>
    <dgm:pt modelId="{0FB25358-C863-481D-A0C8-C8CDBFCA98F3}" type="pres">
      <dgm:prSet presAssocID="{6E33B98F-C9CE-46CF-BDCB-D27D7C444200}" presName="parTx" presStyleLbl="alignNode1" presStyleIdx="5" presStyleCnt="8">
        <dgm:presLayoutVars>
          <dgm:chMax val="0"/>
          <dgm:chPref val="0"/>
          <dgm:bulletEnabled val="1"/>
        </dgm:presLayoutVars>
      </dgm:prSet>
      <dgm:spPr/>
    </dgm:pt>
    <dgm:pt modelId="{EA447E27-8416-4015-B20C-093F515A0E43}" type="pres">
      <dgm:prSet presAssocID="{6E33B98F-C9CE-46CF-BDCB-D27D7C444200}" presName="desTx" presStyleLbl="alignAccFollowNode1" presStyleIdx="5" presStyleCnt="8">
        <dgm:presLayoutVars>
          <dgm:bulletEnabled val="1"/>
        </dgm:presLayoutVars>
      </dgm:prSet>
      <dgm:spPr/>
    </dgm:pt>
    <dgm:pt modelId="{76E1896E-5058-4359-9D18-6D13F7455D93}" type="pres">
      <dgm:prSet presAssocID="{27089B2A-FA36-4C2B-B08D-048121181193}" presName="space" presStyleCnt="0"/>
      <dgm:spPr/>
    </dgm:pt>
    <dgm:pt modelId="{1A8A5F14-1E46-461B-9E99-2385AE07156D}" type="pres">
      <dgm:prSet presAssocID="{13762222-83F1-47D7-82BD-5D78BA0BF2C1}" presName="composite" presStyleCnt="0"/>
      <dgm:spPr/>
    </dgm:pt>
    <dgm:pt modelId="{615605DB-744A-4CD9-A04C-FAAFEDE1F377}" type="pres">
      <dgm:prSet presAssocID="{13762222-83F1-47D7-82BD-5D78BA0BF2C1}" presName="parTx" presStyleLbl="alignNode1" presStyleIdx="6" presStyleCnt="8">
        <dgm:presLayoutVars>
          <dgm:chMax val="0"/>
          <dgm:chPref val="0"/>
          <dgm:bulletEnabled val="1"/>
        </dgm:presLayoutVars>
      </dgm:prSet>
      <dgm:spPr/>
    </dgm:pt>
    <dgm:pt modelId="{96E116C0-7496-4325-972E-239092C6569F}" type="pres">
      <dgm:prSet presAssocID="{13762222-83F1-47D7-82BD-5D78BA0BF2C1}" presName="desTx" presStyleLbl="alignAccFollowNode1" presStyleIdx="6" presStyleCnt="8">
        <dgm:presLayoutVars>
          <dgm:bulletEnabled val="1"/>
        </dgm:presLayoutVars>
      </dgm:prSet>
      <dgm:spPr/>
    </dgm:pt>
    <dgm:pt modelId="{CE3A558C-F7FD-4349-847A-840CC36E10B2}" type="pres">
      <dgm:prSet presAssocID="{47785375-E810-45A9-8777-AD175A23201B}" presName="space" presStyleCnt="0"/>
      <dgm:spPr/>
    </dgm:pt>
    <dgm:pt modelId="{B4AFF3DB-D998-411B-8EEC-D41687E93BB7}" type="pres">
      <dgm:prSet presAssocID="{5FC0A4A6-FE38-4A65-BD3F-9C7E5F2054A2}" presName="composite" presStyleCnt="0"/>
      <dgm:spPr/>
    </dgm:pt>
    <dgm:pt modelId="{BCB81F86-9C4F-4F5D-81D2-8DB6B6CE4633}" type="pres">
      <dgm:prSet presAssocID="{5FC0A4A6-FE38-4A65-BD3F-9C7E5F2054A2}" presName="parTx" presStyleLbl="alignNode1" presStyleIdx="7" presStyleCnt="8">
        <dgm:presLayoutVars>
          <dgm:chMax val="0"/>
          <dgm:chPref val="0"/>
          <dgm:bulletEnabled val="1"/>
        </dgm:presLayoutVars>
      </dgm:prSet>
      <dgm:spPr/>
    </dgm:pt>
    <dgm:pt modelId="{17E75613-2B59-4753-B782-DA96DEDBCFB8}" type="pres">
      <dgm:prSet presAssocID="{5FC0A4A6-FE38-4A65-BD3F-9C7E5F2054A2}" presName="desTx" presStyleLbl="alignAccFollowNode1" presStyleIdx="7" presStyleCnt="8">
        <dgm:presLayoutVars>
          <dgm:bulletEnabled val="1"/>
        </dgm:presLayoutVars>
      </dgm:prSet>
      <dgm:spPr/>
    </dgm:pt>
  </dgm:ptLst>
  <dgm:cxnLst>
    <dgm:cxn modelId="{75013F02-F12F-45DB-B86D-CBCFB9BCC745}" type="presOf" srcId="{5FC0A4A6-FE38-4A65-BD3F-9C7E5F2054A2}" destId="{BCB81F86-9C4F-4F5D-81D2-8DB6B6CE4633}" srcOrd="0" destOrd="0" presId="urn:microsoft.com/office/officeart/2005/8/layout/hList1"/>
    <dgm:cxn modelId="{11589C1D-9FB1-4EFD-83FA-47DAEB27C978}" type="presOf" srcId="{26D511C7-17C2-4A6A-B3D1-6D9340C6CA34}" destId="{52A671A4-9E73-442C-90F2-4BC05C1ADB72}" srcOrd="0" destOrd="0" presId="urn:microsoft.com/office/officeart/2005/8/layout/hList1"/>
    <dgm:cxn modelId="{6F70291E-04A1-4079-8BD6-1C1BD7912D75}" type="presOf" srcId="{9ED561A9-C568-44F2-952D-0C551AC32702}" destId="{C36BC22B-D8E5-417D-8E46-7CE2402889D2}" srcOrd="0" destOrd="0" presId="urn:microsoft.com/office/officeart/2005/8/layout/hList1"/>
    <dgm:cxn modelId="{2835B363-3788-49C1-B2CA-FD04F550D394}" type="presOf" srcId="{13762222-83F1-47D7-82BD-5D78BA0BF2C1}" destId="{615605DB-744A-4CD9-A04C-FAAFEDE1F377}" srcOrd="0" destOrd="0" presId="urn:microsoft.com/office/officeart/2005/8/layout/hList1"/>
    <dgm:cxn modelId="{4FBC5648-6C2B-4D17-9773-3B48968CEDF7}" srcId="{9ED561A9-C568-44F2-952D-0C551AC32702}" destId="{6077FCFA-9D8B-4704-8531-8F3D909BE799}" srcOrd="1" destOrd="0" parTransId="{D0303668-5F41-400F-82BF-C279E6114448}" sibTransId="{395A1BDF-BD39-4B5A-A9FA-B523725BCBD0}"/>
    <dgm:cxn modelId="{72988269-7BD7-478A-A14C-49A658F6C668}" srcId="{9ED561A9-C568-44F2-952D-0C551AC32702}" destId="{6E33B98F-C9CE-46CF-BDCB-D27D7C444200}" srcOrd="5" destOrd="0" parTransId="{93062232-9A92-4A58-9F40-E277CBE30E76}" sibTransId="{27089B2A-FA36-4C2B-B08D-048121181193}"/>
    <dgm:cxn modelId="{57B93D70-B62D-4103-87A2-B1481F3ACEE1}" srcId="{9ED561A9-C568-44F2-952D-0C551AC32702}" destId="{BD67960E-1C17-483F-BB1A-C0756E444891}" srcOrd="0" destOrd="0" parTransId="{A9C6A545-DC3D-4DC2-B64B-6CDF0D3FBA46}" sibTransId="{C466EA5B-B6E9-4A76-B590-1A8A4BA05788}"/>
    <dgm:cxn modelId="{BFF57555-BE78-4269-A217-D6E3B8137BD0}" type="presOf" srcId="{ED42EB08-4A42-4C9F-97DD-F042F4980FCC}" destId="{85965EEF-69FE-49AA-9F79-33E7CD9FB8A3}" srcOrd="0" destOrd="0" presId="urn:microsoft.com/office/officeart/2005/8/layout/hList1"/>
    <dgm:cxn modelId="{3DBF705A-2F98-4573-AA2D-02D73CEEE356}" srcId="{9ED561A9-C568-44F2-952D-0C551AC32702}" destId="{13762222-83F1-47D7-82BD-5D78BA0BF2C1}" srcOrd="6" destOrd="0" parTransId="{8E1D3D5E-3812-4477-BB27-509A67D637D6}" sibTransId="{47785375-E810-45A9-8777-AD175A23201B}"/>
    <dgm:cxn modelId="{8423297F-7E52-4A56-A3E2-DEEFEE45063C}" type="presOf" srcId="{6E33B98F-C9CE-46CF-BDCB-D27D7C444200}" destId="{0FB25358-C863-481D-A0C8-C8CDBFCA98F3}" srcOrd="0" destOrd="0" presId="urn:microsoft.com/office/officeart/2005/8/layout/hList1"/>
    <dgm:cxn modelId="{4D0CA9A5-DCD5-41B5-838A-E1C3AE5921C4}" srcId="{9ED561A9-C568-44F2-952D-0C551AC32702}" destId="{26D511C7-17C2-4A6A-B3D1-6D9340C6CA34}" srcOrd="3" destOrd="0" parTransId="{4568A85A-DD22-4AE0-8CDF-C23A7682B7AE}" sibTransId="{A6E645B0-A942-4A9D-A9F1-8690FAE52148}"/>
    <dgm:cxn modelId="{27148FB2-7EF2-42B4-809A-52966F18C4C2}" srcId="{9ED561A9-C568-44F2-952D-0C551AC32702}" destId="{3FB3EA53-F46D-4A6D-8A61-98E32C629CAE}" srcOrd="2" destOrd="0" parTransId="{6A2EEFDB-65DC-4DE6-970C-1E6561DC101F}" sibTransId="{F76652DD-0210-452B-BC15-0BD849BB785D}"/>
    <dgm:cxn modelId="{3CC136C9-1DF5-4B00-8F63-2E04F6639B21}" type="presOf" srcId="{BD67960E-1C17-483F-BB1A-C0756E444891}" destId="{BD745072-B3C3-4173-AB36-8A592B131E4D}" srcOrd="0" destOrd="0" presId="urn:microsoft.com/office/officeart/2005/8/layout/hList1"/>
    <dgm:cxn modelId="{80D0C2D6-50D9-41C0-A7F5-B9DD1E07A223}" srcId="{9ED561A9-C568-44F2-952D-0C551AC32702}" destId="{5FC0A4A6-FE38-4A65-BD3F-9C7E5F2054A2}" srcOrd="7" destOrd="0" parTransId="{5144142F-EFAC-4D34-8016-188269EB62F9}" sibTransId="{14B66C0B-C9FB-4538-9071-D158850C0E0B}"/>
    <dgm:cxn modelId="{0ED7CCDA-4D8A-489A-A6DC-CE5CC5EDB6F9}" type="presOf" srcId="{3FB3EA53-F46D-4A6D-8A61-98E32C629CAE}" destId="{AFA3842C-7102-471A-BA4F-DA3591BC6925}" srcOrd="0" destOrd="0" presId="urn:microsoft.com/office/officeart/2005/8/layout/hList1"/>
    <dgm:cxn modelId="{A5E363DB-67DB-474B-8BDA-3E961278D8D2}" type="presOf" srcId="{6077FCFA-9D8B-4704-8531-8F3D909BE799}" destId="{BA13FF65-D888-4C96-9088-632231A57302}" srcOrd="0" destOrd="0" presId="urn:microsoft.com/office/officeart/2005/8/layout/hList1"/>
    <dgm:cxn modelId="{00520DFE-0BDC-4FE7-AE63-CAF1FF75D4AE}" srcId="{9ED561A9-C568-44F2-952D-0C551AC32702}" destId="{ED42EB08-4A42-4C9F-97DD-F042F4980FCC}" srcOrd="4" destOrd="0" parTransId="{5BC73661-E9AA-44AC-91F4-FA241CDC3D8A}" sibTransId="{99BB9A4B-D9B2-44AE-9131-CFB7431E8B47}"/>
    <dgm:cxn modelId="{D9ADF8AA-31DC-4461-A931-54BC607AD759}" type="presParOf" srcId="{C36BC22B-D8E5-417D-8E46-7CE2402889D2}" destId="{FC375B07-D918-47F9-A8F0-47EDAC59E878}" srcOrd="0" destOrd="0" presId="urn:microsoft.com/office/officeart/2005/8/layout/hList1"/>
    <dgm:cxn modelId="{57F2E206-E81D-4D6A-AAB2-EB293AD90255}" type="presParOf" srcId="{FC375B07-D918-47F9-A8F0-47EDAC59E878}" destId="{BD745072-B3C3-4173-AB36-8A592B131E4D}" srcOrd="0" destOrd="0" presId="urn:microsoft.com/office/officeart/2005/8/layout/hList1"/>
    <dgm:cxn modelId="{49E9EFA2-DC6B-4D37-8591-10A71302974F}" type="presParOf" srcId="{FC375B07-D918-47F9-A8F0-47EDAC59E878}" destId="{CE2F492F-5E1E-4780-99FD-91548DA73BC2}" srcOrd="1" destOrd="0" presId="urn:microsoft.com/office/officeart/2005/8/layout/hList1"/>
    <dgm:cxn modelId="{D03D21E5-E964-45A2-A793-95C8DE883BA9}" type="presParOf" srcId="{C36BC22B-D8E5-417D-8E46-7CE2402889D2}" destId="{7FF0427B-28BF-43B4-ABF9-0483B7ACC04D}" srcOrd="1" destOrd="0" presId="urn:microsoft.com/office/officeart/2005/8/layout/hList1"/>
    <dgm:cxn modelId="{DE964B1E-AACC-40AD-BE8D-D112C423F182}" type="presParOf" srcId="{C36BC22B-D8E5-417D-8E46-7CE2402889D2}" destId="{EA9AB338-8B5A-4CAC-BD65-AC4D88FD5917}" srcOrd="2" destOrd="0" presId="urn:microsoft.com/office/officeart/2005/8/layout/hList1"/>
    <dgm:cxn modelId="{0D097A69-3F28-4720-B5AB-FA686BA5CA98}" type="presParOf" srcId="{EA9AB338-8B5A-4CAC-BD65-AC4D88FD5917}" destId="{BA13FF65-D888-4C96-9088-632231A57302}" srcOrd="0" destOrd="0" presId="urn:microsoft.com/office/officeart/2005/8/layout/hList1"/>
    <dgm:cxn modelId="{232BD2FD-5FCC-4681-982E-31612C8D94A5}" type="presParOf" srcId="{EA9AB338-8B5A-4CAC-BD65-AC4D88FD5917}" destId="{B453BE06-964C-4AB4-B035-12F8108636C7}" srcOrd="1" destOrd="0" presId="urn:microsoft.com/office/officeart/2005/8/layout/hList1"/>
    <dgm:cxn modelId="{84C8D97F-5C2D-429F-A6B0-8D753804E672}" type="presParOf" srcId="{C36BC22B-D8E5-417D-8E46-7CE2402889D2}" destId="{0EEE9BB7-56B2-4B12-8469-9D51284CC579}" srcOrd="3" destOrd="0" presId="urn:microsoft.com/office/officeart/2005/8/layout/hList1"/>
    <dgm:cxn modelId="{8EA34C21-A45D-4E7F-A709-05E4AF7B4567}" type="presParOf" srcId="{C36BC22B-D8E5-417D-8E46-7CE2402889D2}" destId="{A3E10116-23B8-467E-92B2-EFC31EDB85D2}" srcOrd="4" destOrd="0" presId="urn:microsoft.com/office/officeart/2005/8/layout/hList1"/>
    <dgm:cxn modelId="{5FCEEBE7-D784-4948-8673-616FEE4FF57B}" type="presParOf" srcId="{A3E10116-23B8-467E-92B2-EFC31EDB85D2}" destId="{AFA3842C-7102-471A-BA4F-DA3591BC6925}" srcOrd="0" destOrd="0" presId="urn:microsoft.com/office/officeart/2005/8/layout/hList1"/>
    <dgm:cxn modelId="{76AA87FE-92BD-42EE-BE70-B72DBD4EB983}" type="presParOf" srcId="{A3E10116-23B8-467E-92B2-EFC31EDB85D2}" destId="{68DE5D30-090E-45D6-876C-5F40D71FF65E}" srcOrd="1" destOrd="0" presId="urn:microsoft.com/office/officeart/2005/8/layout/hList1"/>
    <dgm:cxn modelId="{6D7B0F78-A1A7-49F6-9AC0-6EA79C678F5C}" type="presParOf" srcId="{C36BC22B-D8E5-417D-8E46-7CE2402889D2}" destId="{BA223105-86B8-4F22-9C47-E2E9C4B70CB7}" srcOrd="5" destOrd="0" presId="urn:microsoft.com/office/officeart/2005/8/layout/hList1"/>
    <dgm:cxn modelId="{48AAF8E0-5F8B-406E-8571-3873FEB4E892}" type="presParOf" srcId="{C36BC22B-D8E5-417D-8E46-7CE2402889D2}" destId="{310D0BE6-6AB4-4B92-9B5C-557487DBEE65}" srcOrd="6" destOrd="0" presId="urn:microsoft.com/office/officeart/2005/8/layout/hList1"/>
    <dgm:cxn modelId="{62DEC3F9-E557-4B60-A28C-361FC5D8081B}" type="presParOf" srcId="{310D0BE6-6AB4-4B92-9B5C-557487DBEE65}" destId="{52A671A4-9E73-442C-90F2-4BC05C1ADB72}" srcOrd="0" destOrd="0" presId="urn:microsoft.com/office/officeart/2005/8/layout/hList1"/>
    <dgm:cxn modelId="{904890E4-A111-44D2-804F-06A85DF279D8}" type="presParOf" srcId="{310D0BE6-6AB4-4B92-9B5C-557487DBEE65}" destId="{6FE0F037-1EC6-45EF-94D6-0B0BF15F89A0}" srcOrd="1" destOrd="0" presId="urn:microsoft.com/office/officeart/2005/8/layout/hList1"/>
    <dgm:cxn modelId="{B0884FB2-80DC-4913-9FD3-025B66BA0C7C}" type="presParOf" srcId="{C36BC22B-D8E5-417D-8E46-7CE2402889D2}" destId="{72FA5E1C-ED47-4DC3-9E32-0D12FF3993BF}" srcOrd="7" destOrd="0" presId="urn:microsoft.com/office/officeart/2005/8/layout/hList1"/>
    <dgm:cxn modelId="{3F7ACD56-2731-4CAE-955E-9660F5539B05}" type="presParOf" srcId="{C36BC22B-D8E5-417D-8E46-7CE2402889D2}" destId="{69AFB566-7D98-46A7-ADC0-531358EE7F8C}" srcOrd="8" destOrd="0" presId="urn:microsoft.com/office/officeart/2005/8/layout/hList1"/>
    <dgm:cxn modelId="{87AE118E-4B98-4F23-BCD9-47AACB22D217}" type="presParOf" srcId="{69AFB566-7D98-46A7-ADC0-531358EE7F8C}" destId="{85965EEF-69FE-49AA-9F79-33E7CD9FB8A3}" srcOrd="0" destOrd="0" presId="urn:microsoft.com/office/officeart/2005/8/layout/hList1"/>
    <dgm:cxn modelId="{636E5910-3600-4E27-8DB9-B20780C019C3}" type="presParOf" srcId="{69AFB566-7D98-46A7-ADC0-531358EE7F8C}" destId="{C77AE7DE-B05F-4FB3-BBA7-84BB3B75A864}" srcOrd="1" destOrd="0" presId="urn:microsoft.com/office/officeart/2005/8/layout/hList1"/>
    <dgm:cxn modelId="{6C0CCC20-17B3-465B-9B91-8E34B2020551}" type="presParOf" srcId="{C36BC22B-D8E5-417D-8E46-7CE2402889D2}" destId="{E658D1D4-7E89-4558-ADF4-515483E01F95}" srcOrd="9" destOrd="0" presId="urn:microsoft.com/office/officeart/2005/8/layout/hList1"/>
    <dgm:cxn modelId="{CB76E09E-A5EE-4F6D-937F-5B9EEF06CEAE}" type="presParOf" srcId="{C36BC22B-D8E5-417D-8E46-7CE2402889D2}" destId="{F0D947D3-0CF4-4F08-8F6C-450E188B3285}" srcOrd="10" destOrd="0" presId="urn:microsoft.com/office/officeart/2005/8/layout/hList1"/>
    <dgm:cxn modelId="{916545EF-C75A-4DE5-BD61-10FD0EB5236D}" type="presParOf" srcId="{F0D947D3-0CF4-4F08-8F6C-450E188B3285}" destId="{0FB25358-C863-481D-A0C8-C8CDBFCA98F3}" srcOrd="0" destOrd="0" presId="urn:microsoft.com/office/officeart/2005/8/layout/hList1"/>
    <dgm:cxn modelId="{E7AE8778-4C6E-4708-AB19-99F51D6128E7}" type="presParOf" srcId="{F0D947D3-0CF4-4F08-8F6C-450E188B3285}" destId="{EA447E27-8416-4015-B20C-093F515A0E43}" srcOrd="1" destOrd="0" presId="urn:microsoft.com/office/officeart/2005/8/layout/hList1"/>
    <dgm:cxn modelId="{477E5C89-D7B1-4E9B-BCE2-B10A482C4ABE}" type="presParOf" srcId="{C36BC22B-D8E5-417D-8E46-7CE2402889D2}" destId="{76E1896E-5058-4359-9D18-6D13F7455D93}" srcOrd="11" destOrd="0" presId="urn:microsoft.com/office/officeart/2005/8/layout/hList1"/>
    <dgm:cxn modelId="{EA976508-7C85-49B0-86FE-5B9CB4479A23}" type="presParOf" srcId="{C36BC22B-D8E5-417D-8E46-7CE2402889D2}" destId="{1A8A5F14-1E46-461B-9E99-2385AE07156D}" srcOrd="12" destOrd="0" presId="urn:microsoft.com/office/officeart/2005/8/layout/hList1"/>
    <dgm:cxn modelId="{263E2818-54F4-4F01-995F-E34C03181984}" type="presParOf" srcId="{1A8A5F14-1E46-461B-9E99-2385AE07156D}" destId="{615605DB-744A-4CD9-A04C-FAAFEDE1F377}" srcOrd="0" destOrd="0" presId="urn:microsoft.com/office/officeart/2005/8/layout/hList1"/>
    <dgm:cxn modelId="{7960DAE6-EB60-4918-BC9B-944C018063DA}" type="presParOf" srcId="{1A8A5F14-1E46-461B-9E99-2385AE07156D}" destId="{96E116C0-7496-4325-972E-239092C6569F}" srcOrd="1" destOrd="0" presId="urn:microsoft.com/office/officeart/2005/8/layout/hList1"/>
    <dgm:cxn modelId="{9CC4E0A4-81EE-4191-A664-F411FA9D981A}" type="presParOf" srcId="{C36BC22B-D8E5-417D-8E46-7CE2402889D2}" destId="{CE3A558C-F7FD-4349-847A-840CC36E10B2}" srcOrd="13" destOrd="0" presId="urn:microsoft.com/office/officeart/2005/8/layout/hList1"/>
    <dgm:cxn modelId="{B6606C17-65CD-4367-9735-9F97F746AE21}" type="presParOf" srcId="{C36BC22B-D8E5-417D-8E46-7CE2402889D2}" destId="{B4AFF3DB-D998-411B-8EEC-D41687E93BB7}" srcOrd="14" destOrd="0" presId="urn:microsoft.com/office/officeart/2005/8/layout/hList1"/>
    <dgm:cxn modelId="{FD29C9D0-CD68-4B47-96AA-6A8ACC248378}" type="presParOf" srcId="{B4AFF3DB-D998-411B-8EEC-D41687E93BB7}" destId="{BCB81F86-9C4F-4F5D-81D2-8DB6B6CE4633}" srcOrd="0" destOrd="0" presId="urn:microsoft.com/office/officeart/2005/8/layout/hList1"/>
    <dgm:cxn modelId="{A78446BC-FDE8-4DE3-9ACD-F07F168899D1}" type="presParOf" srcId="{B4AFF3DB-D998-411B-8EEC-D41687E93BB7}" destId="{17E75613-2B59-4753-B782-DA96DEDBCFB8}"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E4D917D-ADDA-443A-B1DD-EB9B54C2F623}">
      <dsp:nvSpPr>
        <dsp:cNvPr id="0" name=""/>
        <dsp:cNvSpPr/>
      </dsp:nvSpPr>
      <dsp:spPr>
        <a:xfrm>
          <a:off x="0" y="491737"/>
          <a:ext cx="10708341" cy="1113840"/>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s-ES" sz="2800" kern="1200" dirty="0">
              <a:latin typeface="Century Gothic" panose="020B0502020202020204" pitchFamily="34" charset="0"/>
            </a:rPr>
            <a:t>El plan de operaciones contiene las </a:t>
          </a:r>
          <a:r>
            <a:rPr lang="es-ES" sz="2800" b="1" kern="1200" dirty="0">
              <a:latin typeface="Century Gothic" panose="020B0502020202020204" pitchFamily="34" charset="0"/>
            </a:rPr>
            <a:t>decisiones</a:t>
          </a:r>
          <a:r>
            <a:rPr lang="es-ES" sz="2800" kern="1200" dirty="0">
              <a:latin typeface="Century Gothic" panose="020B0502020202020204" pitchFamily="34" charset="0"/>
            </a:rPr>
            <a:t> que </a:t>
          </a:r>
          <a:r>
            <a:rPr lang="es-ES" sz="2800" b="1" kern="1200" dirty="0">
              <a:latin typeface="Century Gothic" panose="020B0502020202020204" pitchFamily="34" charset="0"/>
            </a:rPr>
            <a:t>permiten obtener</a:t>
          </a:r>
          <a:r>
            <a:rPr lang="es-ES" sz="2800" kern="1200" dirty="0">
              <a:latin typeface="Century Gothic" panose="020B0502020202020204" pitchFamily="34" charset="0"/>
            </a:rPr>
            <a:t> nuestro producto.</a:t>
          </a:r>
          <a:endParaRPr lang="en-US" sz="2800" kern="1200" dirty="0">
            <a:latin typeface="Century Gothic" panose="020B0502020202020204" pitchFamily="34" charset="0"/>
          </a:endParaRPr>
        </a:p>
      </dsp:txBody>
      <dsp:txXfrm>
        <a:off x="54373" y="546110"/>
        <a:ext cx="10599595" cy="1005094"/>
      </dsp:txXfrm>
    </dsp:sp>
    <dsp:sp modelId="{34DCF906-A0D2-48A3-9604-D6A1E5B4E398}">
      <dsp:nvSpPr>
        <dsp:cNvPr id="0" name=""/>
        <dsp:cNvSpPr/>
      </dsp:nvSpPr>
      <dsp:spPr>
        <a:xfrm>
          <a:off x="0" y="1686217"/>
          <a:ext cx="10708341" cy="1113840"/>
        </a:xfrm>
        <a:prstGeom prst="roundRect">
          <a:avLst/>
        </a:prstGeom>
        <a:solidFill>
          <a:schemeClr val="accent5">
            <a:hueOff val="3005351"/>
            <a:satOff val="-13190"/>
            <a:lumOff val="392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latin typeface="Century Gothic" panose="020B0502020202020204" pitchFamily="34" charset="0"/>
            </a:rPr>
            <a:t>Resume </a:t>
          </a:r>
          <a:r>
            <a:rPr lang="en-US" sz="2800" kern="1200" dirty="0" err="1">
              <a:latin typeface="Century Gothic" panose="020B0502020202020204" pitchFamily="34" charset="0"/>
            </a:rPr>
            <a:t>los</a:t>
          </a:r>
          <a:r>
            <a:rPr lang="en-US" sz="2800" kern="1200" dirty="0">
              <a:latin typeface="Century Gothic" panose="020B0502020202020204" pitchFamily="34" charset="0"/>
            </a:rPr>
            <a:t> </a:t>
          </a:r>
          <a:r>
            <a:rPr lang="en-US" sz="2800" kern="1200" dirty="0" err="1">
              <a:latin typeface="Century Gothic" panose="020B0502020202020204" pitchFamily="34" charset="0"/>
            </a:rPr>
            <a:t>aspectos</a:t>
          </a:r>
          <a:r>
            <a:rPr lang="en-US" sz="2800" kern="1200" dirty="0">
              <a:latin typeface="Century Gothic" panose="020B0502020202020204" pitchFamily="34" charset="0"/>
            </a:rPr>
            <a:t> </a:t>
          </a:r>
          <a:r>
            <a:rPr lang="en-US" sz="2800" kern="1200" dirty="0" err="1">
              <a:latin typeface="Century Gothic" panose="020B0502020202020204" pitchFamily="34" charset="0"/>
            </a:rPr>
            <a:t>técnicos</a:t>
          </a:r>
          <a:r>
            <a:rPr lang="en-US" sz="2800" kern="1200" dirty="0">
              <a:latin typeface="Century Gothic" panose="020B0502020202020204" pitchFamily="34" charset="0"/>
            </a:rPr>
            <a:t> y </a:t>
          </a:r>
          <a:r>
            <a:rPr lang="en-US" sz="2800" kern="1200" dirty="0" err="1">
              <a:latin typeface="Century Gothic" panose="020B0502020202020204" pitchFamily="34" charset="0"/>
            </a:rPr>
            <a:t>organizativos</a:t>
          </a:r>
          <a:r>
            <a:rPr lang="en-US" sz="2800" kern="1200" dirty="0">
              <a:latin typeface="Century Gothic" panose="020B0502020202020204" pitchFamily="34" charset="0"/>
            </a:rPr>
            <a:t> que se </a:t>
          </a:r>
          <a:r>
            <a:rPr lang="en-US" sz="2800" kern="1200" dirty="0" err="1">
              <a:latin typeface="Century Gothic" panose="020B0502020202020204" pitchFamily="34" charset="0"/>
            </a:rPr>
            <a:t>refieren</a:t>
          </a:r>
          <a:r>
            <a:rPr lang="en-US" sz="2800" kern="1200" dirty="0">
              <a:latin typeface="Century Gothic" panose="020B0502020202020204" pitchFamily="34" charset="0"/>
            </a:rPr>
            <a:t> a la </a:t>
          </a:r>
          <a:r>
            <a:rPr lang="en-US" sz="2800" kern="1200" dirty="0" err="1">
              <a:latin typeface="Century Gothic" panose="020B0502020202020204" pitchFamily="34" charset="0"/>
            </a:rPr>
            <a:t>elaboración</a:t>
          </a:r>
          <a:r>
            <a:rPr lang="en-US" sz="2800" kern="1200" dirty="0">
              <a:latin typeface="Century Gothic" panose="020B0502020202020204" pitchFamily="34" charset="0"/>
            </a:rPr>
            <a:t> de </a:t>
          </a:r>
          <a:r>
            <a:rPr lang="en-US" sz="2800" kern="1200" dirty="0" err="1">
              <a:latin typeface="Century Gothic" panose="020B0502020202020204" pitchFamily="34" charset="0"/>
            </a:rPr>
            <a:t>nuestro</a:t>
          </a:r>
          <a:r>
            <a:rPr lang="en-US" sz="2800" kern="1200" dirty="0">
              <a:latin typeface="Century Gothic" panose="020B0502020202020204" pitchFamily="34" charset="0"/>
            </a:rPr>
            <a:t> </a:t>
          </a:r>
          <a:r>
            <a:rPr lang="en-US" sz="2800" kern="1200" dirty="0" err="1">
              <a:latin typeface="Century Gothic" panose="020B0502020202020204" pitchFamily="34" charset="0"/>
            </a:rPr>
            <a:t>producto</a:t>
          </a:r>
          <a:r>
            <a:rPr lang="en-US" sz="2800" kern="1200" dirty="0">
              <a:latin typeface="Century Gothic" panose="020B0502020202020204" pitchFamily="34" charset="0"/>
            </a:rPr>
            <a:t>.</a:t>
          </a:r>
        </a:p>
      </dsp:txBody>
      <dsp:txXfrm>
        <a:off x="54373" y="1740590"/>
        <a:ext cx="10599595" cy="1005094"/>
      </dsp:txXfrm>
    </dsp:sp>
    <dsp:sp modelId="{00EBC9F4-E839-42CB-A61E-592CC1CA1C72}">
      <dsp:nvSpPr>
        <dsp:cNvPr id="0" name=""/>
        <dsp:cNvSpPr/>
      </dsp:nvSpPr>
      <dsp:spPr>
        <a:xfrm>
          <a:off x="0" y="2880697"/>
          <a:ext cx="10708341" cy="1113840"/>
        </a:xfrm>
        <a:prstGeom prst="roundRect">
          <a:avLst/>
        </a:prstGeom>
        <a:solidFill>
          <a:schemeClr val="accent5">
            <a:hueOff val="6010703"/>
            <a:satOff val="-26380"/>
            <a:lumOff val="784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s-ES" sz="2800" kern="1200" dirty="0">
              <a:latin typeface="Century Gothic" panose="020B0502020202020204" pitchFamily="34" charset="0"/>
            </a:rPr>
            <a:t>Comprende todas las actividades relacionadas con la </a:t>
          </a:r>
          <a:r>
            <a:rPr lang="es-ES" sz="2800" b="1" kern="1200" dirty="0">
              <a:latin typeface="Century Gothic" panose="020B0502020202020204" pitchFamily="34" charset="0"/>
            </a:rPr>
            <a:t>transformación</a:t>
          </a:r>
          <a:r>
            <a:rPr lang="es-ES" sz="2800" kern="1200" dirty="0">
              <a:latin typeface="Century Gothic" panose="020B0502020202020204" pitchFamily="34" charset="0"/>
            </a:rPr>
            <a:t> de recursos (</a:t>
          </a:r>
          <a:r>
            <a:rPr lang="es-ES" sz="2800" b="1" i="1" kern="1200" dirty="0">
              <a:latin typeface="Century Gothic" panose="020B0502020202020204" pitchFamily="34" charset="0"/>
            </a:rPr>
            <a:t>inputs</a:t>
          </a:r>
          <a:r>
            <a:rPr lang="es-ES" sz="2800" i="1" kern="1200" dirty="0">
              <a:latin typeface="Century Gothic" panose="020B0502020202020204" pitchFamily="34" charset="0"/>
            </a:rPr>
            <a:t>) </a:t>
          </a:r>
          <a:r>
            <a:rPr lang="es-ES" sz="2800" kern="1200" dirty="0">
              <a:latin typeface="Century Gothic" panose="020B0502020202020204" pitchFamily="34" charset="0"/>
            </a:rPr>
            <a:t>en productos (</a:t>
          </a:r>
          <a:r>
            <a:rPr lang="es-ES" sz="2800" b="1" i="1" kern="1200" dirty="0">
              <a:latin typeface="Century Gothic" panose="020B0502020202020204" pitchFamily="34" charset="0"/>
            </a:rPr>
            <a:t>outputs</a:t>
          </a:r>
          <a:r>
            <a:rPr lang="es-ES" sz="2800" i="1" kern="1200" dirty="0">
              <a:latin typeface="Century Gothic" panose="020B0502020202020204" pitchFamily="34" charset="0"/>
            </a:rPr>
            <a:t>).</a:t>
          </a:r>
          <a:r>
            <a:rPr lang="es-ES" sz="2800" b="1" kern="1200" dirty="0">
              <a:latin typeface="Century Gothic" panose="020B0502020202020204" pitchFamily="34" charset="0"/>
            </a:rPr>
            <a:t> </a:t>
          </a:r>
          <a:endParaRPr lang="en-US" sz="2800" kern="1200" dirty="0">
            <a:latin typeface="Century Gothic" panose="020B0502020202020204" pitchFamily="34" charset="0"/>
          </a:endParaRPr>
        </a:p>
      </dsp:txBody>
      <dsp:txXfrm>
        <a:off x="54373" y="2935070"/>
        <a:ext cx="10599595" cy="100509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B31E227-B72C-46ED-8493-661929CB32AF}">
      <dsp:nvSpPr>
        <dsp:cNvPr id="0" name=""/>
        <dsp:cNvSpPr/>
      </dsp:nvSpPr>
      <dsp:spPr>
        <a:xfrm>
          <a:off x="0" y="702438"/>
          <a:ext cx="6234756" cy="1039500"/>
        </a:xfrm>
        <a:prstGeom prst="rect">
          <a:avLst/>
        </a:prstGeom>
        <a:solidFill>
          <a:schemeClr val="lt1">
            <a:alpha val="90000"/>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83886" tIns="312420" rIns="483886" bIns="106680" numCol="1" spcCol="1270" anchor="t" anchorCtr="0">
          <a:noAutofit/>
        </a:bodyPr>
        <a:lstStyle/>
        <a:p>
          <a:pPr marL="114300" lvl="1" indent="-114300" algn="l" defTabSz="666750">
            <a:lnSpc>
              <a:spcPct val="90000"/>
            </a:lnSpc>
            <a:spcBef>
              <a:spcPct val="0"/>
            </a:spcBef>
            <a:spcAft>
              <a:spcPct val="15000"/>
            </a:spcAft>
            <a:buChar char="•"/>
          </a:pPr>
          <a:r>
            <a:rPr lang="es-ES" sz="1500" kern="1200" dirty="0"/>
            <a:t>Son los inputs que se obtienen de diferentes fuentes de aprovisionamiento pertenecientes al entorno y que son necesarios para realizar el proceso de transformación.</a:t>
          </a:r>
          <a:endParaRPr lang="en-US" sz="1500" kern="1200" dirty="0"/>
        </a:p>
      </dsp:txBody>
      <dsp:txXfrm>
        <a:off x="0" y="702438"/>
        <a:ext cx="6234756" cy="1039500"/>
      </dsp:txXfrm>
    </dsp:sp>
    <dsp:sp modelId="{32AC16E0-DBDA-457F-987E-D5EE920EE445}">
      <dsp:nvSpPr>
        <dsp:cNvPr id="0" name=""/>
        <dsp:cNvSpPr/>
      </dsp:nvSpPr>
      <dsp:spPr>
        <a:xfrm>
          <a:off x="311737" y="481038"/>
          <a:ext cx="4364329" cy="442800"/>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4961" tIns="0" rIns="164961" bIns="0" numCol="1" spcCol="1270" anchor="ctr" anchorCtr="0">
          <a:noAutofit/>
        </a:bodyPr>
        <a:lstStyle/>
        <a:p>
          <a:pPr marL="0" lvl="0" indent="0" algn="l" defTabSz="666750">
            <a:lnSpc>
              <a:spcPct val="90000"/>
            </a:lnSpc>
            <a:spcBef>
              <a:spcPct val="0"/>
            </a:spcBef>
            <a:spcAft>
              <a:spcPct val="35000"/>
            </a:spcAft>
            <a:buNone/>
          </a:pPr>
          <a:r>
            <a:rPr lang="es-ES" sz="1500" b="1" kern="1200" dirty="0"/>
            <a:t>FACTORES DE PRODUCCIÓN (INPUTS):</a:t>
          </a:r>
          <a:endParaRPr lang="es-ES" sz="1500" kern="1200" dirty="0"/>
        </a:p>
      </dsp:txBody>
      <dsp:txXfrm>
        <a:off x="333353" y="502654"/>
        <a:ext cx="4321097" cy="399568"/>
      </dsp:txXfrm>
    </dsp:sp>
    <dsp:sp modelId="{A12BF955-68B0-4A4F-835D-4C48ABBB7CAB}">
      <dsp:nvSpPr>
        <dsp:cNvPr id="0" name=""/>
        <dsp:cNvSpPr/>
      </dsp:nvSpPr>
      <dsp:spPr>
        <a:xfrm>
          <a:off x="0" y="2044339"/>
          <a:ext cx="6234756" cy="1228500"/>
        </a:xfrm>
        <a:prstGeom prst="rect">
          <a:avLst/>
        </a:prstGeom>
        <a:solidFill>
          <a:schemeClr val="lt1">
            <a:alpha val="90000"/>
            <a:hueOff val="0"/>
            <a:satOff val="0"/>
            <a:lumOff val="0"/>
            <a:alphaOff val="0"/>
          </a:schemeClr>
        </a:solidFill>
        <a:ln w="12700" cap="flat" cmpd="sng" algn="ctr">
          <a:solidFill>
            <a:schemeClr val="accent5">
              <a:hueOff val="3005351"/>
              <a:satOff val="-13190"/>
              <a:lumOff val="3921"/>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83886" tIns="312420" rIns="483886" bIns="106680" numCol="1" spcCol="1270" anchor="t" anchorCtr="0">
          <a:noAutofit/>
        </a:bodyPr>
        <a:lstStyle/>
        <a:p>
          <a:pPr marL="114300" lvl="1" indent="-114300" algn="l" defTabSz="666750">
            <a:lnSpc>
              <a:spcPct val="90000"/>
            </a:lnSpc>
            <a:spcBef>
              <a:spcPct val="0"/>
            </a:spcBef>
            <a:spcAft>
              <a:spcPct val="15000"/>
            </a:spcAft>
            <a:buChar char="•"/>
          </a:pPr>
          <a:r>
            <a:rPr lang="es-ES" sz="1500" kern="1200" dirty="0"/>
            <a:t>Son los bienes y/o servicios que se obtienen en el proceso productivo a través de un proceso de transformación determinado que combina los diferentes recursos en determinadas proporciones.</a:t>
          </a:r>
          <a:endParaRPr lang="en-US" sz="1500" kern="1200" dirty="0"/>
        </a:p>
      </dsp:txBody>
      <dsp:txXfrm>
        <a:off x="0" y="2044339"/>
        <a:ext cx="6234756" cy="1228500"/>
      </dsp:txXfrm>
    </dsp:sp>
    <dsp:sp modelId="{C5E4BE36-1B4A-4D83-B7CF-180AD525F501}">
      <dsp:nvSpPr>
        <dsp:cNvPr id="0" name=""/>
        <dsp:cNvSpPr/>
      </dsp:nvSpPr>
      <dsp:spPr>
        <a:xfrm>
          <a:off x="311737" y="1822939"/>
          <a:ext cx="4364329" cy="442800"/>
        </a:xfrm>
        <a:prstGeom prst="roundRect">
          <a:avLst/>
        </a:prstGeom>
        <a:solidFill>
          <a:schemeClr val="accent5">
            <a:hueOff val="3005351"/>
            <a:satOff val="-13190"/>
            <a:lumOff val="392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4961" tIns="0" rIns="164961" bIns="0" numCol="1" spcCol="1270" anchor="ctr" anchorCtr="0">
          <a:noAutofit/>
        </a:bodyPr>
        <a:lstStyle/>
        <a:p>
          <a:pPr marL="0" lvl="0" indent="0" algn="l" defTabSz="666750">
            <a:lnSpc>
              <a:spcPct val="90000"/>
            </a:lnSpc>
            <a:spcBef>
              <a:spcPct val="0"/>
            </a:spcBef>
            <a:spcAft>
              <a:spcPct val="35000"/>
            </a:spcAft>
            <a:buNone/>
          </a:pPr>
          <a:r>
            <a:rPr lang="es-ES" sz="1500" b="1" kern="1200"/>
            <a:t>OUTPUTS:</a:t>
          </a:r>
          <a:endParaRPr lang="en-US" sz="1500" kern="1200"/>
        </a:p>
      </dsp:txBody>
      <dsp:txXfrm>
        <a:off x="333353" y="1844555"/>
        <a:ext cx="4321097" cy="399568"/>
      </dsp:txXfrm>
    </dsp:sp>
    <dsp:sp modelId="{2D58AD72-3818-465D-8114-AAF2A683D2CB}">
      <dsp:nvSpPr>
        <dsp:cNvPr id="0" name=""/>
        <dsp:cNvSpPr/>
      </dsp:nvSpPr>
      <dsp:spPr>
        <a:xfrm>
          <a:off x="0" y="3575239"/>
          <a:ext cx="6234756" cy="1464750"/>
        </a:xfrm>
        <a:prstGeom prst="rect">
          <a:avLst/>
        </a:prstGeom>
        <a:solidFill>
          <a:schemeClr val="lt1">
            <a:alpha val="90000"/>
            <a:hueOff val="0"/>
            <a:satOff val="0"/>
            <a:lumOff val="0"/>
            <a:alphaOff val="0"/>
          </a:schemeClr>
        </a:solidFill>
        <a:ln w="12700" cap="flat" cmpd="sng" algn="ctr">
          <a:solidFill>
            <a:schemeClr val="accent5">
              <a:hueOff val="6010703"/>
              <a:satOff val="-26380"/>
              <a:lumOff val="7843"/>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83886" tIns="312420" rIns="483886" bIns="106680" numCol="1" spcCol="1270" anchor="t" anchorCtr="0">
          <a:noAutofit/>
        </a:bodyPr>
        <a:lstStyle/>
        <a:p>
          <a:pPr marL="114300" lvl="1" indent="-114300" algn="l" defTabSz="666750">
            <a:lnSpc>
              <a:spcPct val="90000"/>
            </a:lnSpc>
            <a:spcBef>
              <a:spcPct val="0"/>
            </a:spcBef>
            <a:spcAft>
              <a:spcPct val="15000"/>
            </a:spcAft>
            <a:buChar char="•"/>
          </a:pPr>
          <a:r>
            <a:rPr lang="es-ES" sz="1500" kern="1200" dirty="0"/>
            <a:t>Forma de combinación de inputs que la empresa estima adecuada para la obtención de determinados outputs.</a:t>
          </a:r>
          <a:endParaRPr lang="en-US" sz="1500" kern="1200" dirty="0"/>
        </a:p>
        <a:p>
          <a:pPr marL="114300" lvl="1" indent="-114300" algn="l" defTabSz="666750">
            <a:lnSpc>
              <a:spcPct val="90000"/>
            </a:lnSpc>
            <a:spcBef>
              <a:spcPct val="0"/>
            </a:spcBef>
            <a:spcAft>
              <a:spcPct val="15000"/>
            </a:spcAft>
            <a:buChar char="•"/>
          </a:pPr>
          <a:r>
            <a:rPr lang="es-ES" sz="1500" kern="1200" dirty="0"/>
            <a:t>La </a:t>
          </a:r>
          <a:r>
            <a:rPr lang="es-ES" sz="1500" b="1" kern="1200" dirty="0">
              <a:solidFill>
                <a:schemeClr val="accent1">
                  <a:lumMod val="50000"/>
                </a:schemeClr>
              </a:solidFill>
            </a:rPr>
            <a:t>eficiencia</a:t>
          </a:r>
          <a:r>
            <a:rPr lang="es-ES" sz="1500" kern="1200" dirty="0"/>
            <a:t> de la función de producción puede medirse a través de la relación entre output e inputs necesarios para conseguirlo.</a:t>
          </a:r>
          <a:endParaRPr lang="en-US" sz="1500" kern="1200" dirty="0"/>
        </a:p>
      </dsp:txBody>
      <dsp:txXfrm>
        <a:off x="0" y="3575239"/>
        <a:ext cx="6234756" cy="1464750"/>
      </dsp:txXfrm>
    </dsp:sp>
    <dsp:sp modelId="{625030B0-C229-41E8-80AA-5B03D185E899}">
      <dsp:nvSpPr>
        <dsp:cNvPr id="0" name=""/>
        <dsp:cNvSpPr/>
      </dsp:nvSpPr>
      <dsp:spPr>
        <a:xfrm>
          <a:off x="311737" y="3353839"/>
          <a:ext cx="4364329" cy="442800"/>
        </a:xfrm>
        <a:prstGeom prst="roundRect">
          <a:avLst/>
        </a:prstGeom>
        <a:solidFill>
          <a:schemeClr val="accent5">
            <a:hueOff val="6010703"/>
            <a:satOff val="-26380"/>
            <a:lumOff val="784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4961" tIns="0" rIns="164961" bIns="0" numCol="1" spcCol="1270" anchor="ctr" anchorCtr="0">
          <a:noAutofit/>
        </a:bodyPr>
        <a:lstStyle/>
        <a:p>
          <a:pPr marL="0" lvl="0" indent="0" algn="l" defTabSz="666750">
            <a:lnSpc>
              <a:spcPct val="90000"/>
            </a:lnSpc>
            <a:spcBef>
              <a:spcPct val="0"/>
            </a:spcBef>
            <a:spcAft>
              <a:spcPct val="35000"/>
            </a:spcAft>
            <a:buNone/>
          </a:pPr>
          <a:r>
            <a:rPr lang="es-ES" sz="1500" b="1" kern="1200" dirty="0"/>
            <a:t>PROCESO DE TRANSFORMACIÓN:</a:t>
          </a:r>
          <a:endParaRPr lang="en-US" sz="1500" kern="1200" dirty="0"/>
        </a:p>
      </dsp:txBody>
      <dsp:txXfrm>
        <a:off x="333353" y="3375455"/>
        <a:ext cx="4321097" cy="39956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A4BBEF9-90AA-4302-8C10-C4935FDE54BF}">
      <dsp:nvSpPr>
        <dsp:cNvPr id="0" name=""/>
        <dsp:cNvSpPr/>
      </dsp:nvSpPr>
      <dsp:spPr>
        <a:xfrm>
          <a:off x="1371296" y="3414"/>
          <a:ext cx="2569586" cy="1032999"/>
        </a:xfrm>
        <a:prstGeom prst="roundRect">
          <a:avLst>
            <a:gd name="adj" fmla="val 1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s-ES" sz="1800" b="1" u="none" kern="1200" dirty="0"/>
            <a:t>INPUT</a:t>
          </a:r>
          <a:endParaRPr lang="es-ES" sz="1800" kern="1200" dirty="0"/>
        </a:p>
      </dsp:txBody>
      <dsp:txXfrm>
        <a:off x="1401552" y="33670"/>
        <a:ext cx="2509074" cy="972487"/>
      </dsp:txXfrm>
    </dsp:sp>
    <dsp:sp modelId="{D6977C9D-00BE-4E8F-9502-E8A43BB9FC18}">
      <dsp:nvSpPr>
        <dsp:cNvPr id="0" name=""/>
        <dsp:cNvSpPr/>
      </dsp:nvSpPr>
      <dsp:spPr>
        <a:xfrm rot="5400000">
          <a:off x="2458830" y="1067001"/>
          <a:ext cx="394518" cy="464849"/>
        </a:xfrm>
        <a:prstGeom prst="rightArrow">
          <a:avLst>
            <a:gd name="adj1" fmla="val 60000"/>
            <a:gd name="adj2" fmla="val 5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s-ES" sz="1400" kern="1200"/>
        </a:p>
      </dsp:txBody>
      <dsp:txXfrm rot="-5400000">
        <a:off x="2516635" y="1102167"/>
        <a:ext cx="278909" cy="276163"/>
      </dsp:txXfrm>
    </dsp:sp>
    <dsp:sp modelId="{BDBCF339-563E-40B9-879F-29B0578F1152}">
      <dsp:nvSpPr>
        <dsp:cNvPr id="0" name=""/>
        <dsp:cNvSpPr/>
      </dsp:nvSpPr>
      <dsp:spPr>
        <a:xfrm>
          <a:off x="586916" y="1562438"/>
          <a:ext cx="4138345" cy="1663656"/>
        </a:xfrm>
        <a:prstGeom prst="roundRect">
          <a:avLst>
            <a:gd name="adj" fmla="val 10000"/>
          </a:avLst>
        </a:prstGeom>
        <a:solidFill>
          <a:schemeClr val="accent5">
            <a:hueOff val="3005351"/>
            <a:satOff val="-13190"/>
            <a:lumOff val="392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s-ES" sz="1000" b="1" kern="1200">
              <a:latin typeface="Comic Sans MS" pitchFamily="66" charset="0"/>
              <a:cs typeface="Arial" charset="0"/>
            </a:rPr>
            <a:t>Materia prima</a:t>
          </a:r>
        </a:p>
        <a:p>
          <a:pPr marL="0" lvl="0" indent="0" algn="ctr" defTabSz="444500">
            <a:lnSpc>
              <a:spcPct val="90000"/>
            </a:lnSpc>
            <a:spcBef>
              <a:spcPct val="0"/>
            </a:spcBef>
            <a:spcAft>
              <a:spcPct val="35000"/>
            </a:spcAft>
            <a:buNone/>
          </a:pPr>
          <a:r>
            <a:rPr lang="es-ES" sz="1000" b="1" kern="1200">
              <a:latin typeface="Comic Sans MS" pitchFamily="66" charset="0"/>
              <a:cs typeface="Arial" charset="0"/>
            </a:rPr>
            <a:t>Terrenos</a:t>
          </a:r>
        </a:p>
        <a:p>
          <a:pPr marL="0" lvl="0" indent="0" algn="ctr" defTabSz="444500">
            <a:lnSpc>
              <a:spcPct val="90000"/>
            </a:lnSpc>
            <a:spcBef>
              <a:spcPct val="0"/>
            </a:spcBef>
            <a:spcAft>
              <a:spcPct val="35000"/>
            </a:spcAft>
            <a:buNone/>
          </a:pPr>
          <a:r>
            <a:rPr lang="es-ES" sz="1000" b="1" kern="1200">
              <a:latin typeface="Comic Sans MS" pitchFamily="66" charset="0"/>
              <a:cs typeface="Arial" charset="0"/>
            </a:rPr>
            <a:t>Maquinaria</a:t>
          </a:r>
        </a:p>
        <a:p>
          <a:pPr marL="0" lvl="0" indent="0" algn="ctr" defTabSz="444500">
            <a:lnSpc>
              <a:spcPct val="90000"/>
            </a:lnSpc>
            <a:spcBef>
              <a:spcPct val="0"/>
            </a:spcBef>
            <a:spcAft>
              <a:spcPct val="35000"/>
            </a:spcAft>
            <a:buNone/>
          </a:pPr>
          <a:r>
            <a:rPr lang="es-ES" sz="1000" b="1" kern="1200">
              <a:latin typeface="Comic Sans MS" pitchFamily="66" charset="0"/>
              <a:cs typeface="Arial" charset="0"/>
            </a:rPr>
            <a:t>Personal</a:t>
          </a:r>
        </a:p>
        <a:p>
          <a:pPr marL="0" lvl="0" indent="0" algn="ctr" defTabSz="444500">
            <a:lnSpc>
              <a:spcPct val="90000"/>
            </a:lnSpc>
            <a:spcBef>
              <a:spcPct val="0"/>
            </a:spcBef>
            <a:spcAft>
              <a:spcPct val="35000"/>
            </a:spcAft>
            <a:buNone/>
          </a:pPr>
          <a:r>
            <a:rPr lang="es-ES" sz="1000" b="1" kern="1200">
              <a:latin typeface="Comic Sans MS" pitchFamily="66" charset="0"/>
              <a:cs typeface="Arial" charset="0"/>
            </a:rPr>
            <a:t>Capital</a:t>
          </a:r>
        </a:p>
        <a:p>
          <a:pPr marL="0" lvl="0" indent="0" algn="ctr" defTabSz="444500">
            <a:lnSpc>
              <a:spcPct val="90000"/>
            </a:lnSpc>
            <a:spcBef>
              <a:spcPct val="0"/>
            </a:spcBef>
            <a:spcAft>
              <a:spcPct val="35000"/>
            </a:spcAft>
            <a:buNone/>
          </a:pPr>
          <a:r>
            <a:rPr lang="es-ES" sz="1000" b="1" kern="1200">
              <a:latin typeface="Comic Sans MS" pitchFamily="66" charset="0"/>
              <a:cs typeface="Arial" charset="0"/>
            </a:rPr>
            <a:t>Tecnología</a:t>
          </a:r>
        </a:p>
        <a:p>
          <a:pPr marL="0" lvl="0" indent="0" algn="ctr" defTabSz="444500">
            <a:lnSpc>
              <a:spcPct val="90000"/>
            </a:lnSpc>
            <a:spcBef>
              <a:spcPct val="0"/>
            </a:spcBef>
            <a:spcAft>
              <a:spcPct val="35000"/>
            </a:spcAft>
            <a:buNone/>
          </a:pPr>
          <a:r>
            <a:rPr lang="es-ES" sz="1000" b="1" kern="1200">
              <a:latin typeface="Comic Sans MS" pitchFamily="66" charset="0"/>
              <a:cs typeface="Arial" charset="0"/>
            </a:rPr>
            <a:t>Información</a:t>
          </a:r>
          <a:endParaRPr lang="es-ES" sz="1000" b="1" kern="1200" dirty="0"/>
        </a:p>
      </dsp:txBody>
      <dsp:txXfrm>
        <a:off x="635643" y="1611165"/>
        <a:ext cx="4040891" cy="1566202"/>
      </dsp:txXfrm>
    </dsp:sp>
    <dsp:sp modelId="{2E6BC670-6662-4870-BD5A-D1985461D1EB}">
      <dsp:nvSpPr>
        <dsp:cNvPr id="0" name=""/>
        <dsp:cNvSpPr/>
      </dsp:nvSpPr>
      <dsp:spPr>
        <a:xfrm rot="5400000">
          <a:off x="2465973" y="3247157"/>
          <a:ext cx="380231" cy="464849"/>
        </a:xfrm>
        <a:prstGeom prst="rightArrow">
          <a:avLst>
            <a:gd name="adj1" fmla="val 60000"/>
            <a:gd name="adj2" fmla="val 50000"/>
          </a:avLst>
        </a:prstGeom>
        <a:solidFill>
          <a:schemeClr val="accent5">
            <a:hueOff val="6010703"/>
            <a:satOff val="-26380"/>
            <a:lumOff val="7843"/>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s-ES" sz="1400" kern="1200"/>
        </a:p>
      </dsp:txBody>
      <dsp:txXfrm rot="-5400000">
        <a:off x="2516635" y="3289466"/>
        <a:ext cx="278909" cy="266162"/>
      </dsp:txXfrm>
    </dsp:sp>
    <dsp:sp modelId="{EEE9FEDC-8056-435F-912B-E57A4CB65960}">
      <dsp:nvSpPr>
        <dsp:cNvPr id="0" name=""/>
        <dsp:cNvSpPr/>
      </dsp:nvSpPr>
      <dsp:spPr>
        <a:xfrm>
          <a:off x="1371296" y="3733070"/>
          <a:ext cx="2569586" cy="1032999"/>
        </a:xfrm>
        <a:prstGeom prst="roundRect">
          <a:avLst>
            <a:gd name="adj" fmla="val 10000"/>
          </a:avLst>
        </a:prstGeom>
        <a:solidFill>
          <a:schemeClr val="accent5">
            <a:hueOff val="6010703"/>
            <a:satOff val="-26380"/>
            <a:lumOff val="784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s-ES" sz="1800" b="1" u="none" kern="1200" dirty="0"/>
            <a:t>TRANSFORMACIÓN</a:t>
          </a:r>
          <a:endParaRPr lang="es-ES" sz="1800" u="none" kern="1200" dirty="0"/>
        </a:p>
      </dsp:txBody>
      <dsp:txXfrm>
        <a:off x="1401552" y="3763326"/>
        <a:ext cx="2509074" cy="972487"/>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5AC9FF7-689D-42E0-B316-A93E36648DCB}">
      <dsp:nvSpPr>
        <dsp:cNvPr id="0" name=""/>
        <dsp:cNvSpPr/>
      </dsp:nvSpPr>
      <dsp:spPr>
        <a:xfrm>
          <a:off x="0" y="896995"/>
          <a:ext cx="10515600" cy="2721600"/>
        </a:xfrm>
        <a:prstGeom prst="rect">
          <a:avLst/>
        </a:prstGeom>
        <a:solidFill>
          <a:schemeClr val="lt2">
            <a:alpha val="90000"/>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16127" tIns="374904" rIns="816127" bIns="128016" numCol="1" spcCol="1270" anchor="t" anchorCtr="0">
          <a:noAutofit/>
        </a:bodyPr>
        <a:lstStyle/>
        <a:p>
          <a:pPr marL="171450" lvl="1" indent="-171450" algn="l" defTabSz="800100">
            <a:lnSpc>
              <a:spcPct val="90000"/>
            </a:lnSpc>
            <a:spcBef>
              <a:spcPct val="0"/>
            </a:spcBef>
            <a:spcAft>
              <a:spcPct val="15000"/>
            </a:spcAft>
            <a:buChar char="•"/>
          </a:pPr>
          <a:r>
            <a:rPr lang="es-ES" sz="1800" kern="1200" dirty="0"/>
            <a:t>Recursos materiales: instalaciones, materias primas, localización, tipo, cantidad. Aprovisionamiento.</a:t>
          </a:r>
        </a:p>
        <a:p>
          <a:pPr marL="171450" lvl="1" indent="-171450" algn="l" defTabSz="800100">
            <a:lnSpc>
              <a:spcPct val="90000"/>
            </a:lnSpc>
            <a:spcBef>
              <a:spcPct val="0"/>
            </a:spcBef>
            <a:spcAft>
              <a:spcPct val="15000"/>
            </a:spcAft>
            <a:buChar char="•"/>
          </a:pPr>
          <a:r>
            <a:rPr lang="es-ES" sz="1800" kern="1200" dirty="0"/>
            <a:t>Recursos humanos</a:t>
          </a:r>
        </a:p>
        <a:p>
          <a:pPr marL="171450" lvl="1" indent="-171450" algn="l" defTabSz="800100">
            <a:lnSpc>
              <a:spcPct val="90000"/>
            </a:lnSpc>
            <a:spcBef>
              <a:spcPct val="0"/>
            </a:spcBef>
            <a:spcAft>
              <a:spcPct val="15000"/>
            </a:spcAft>
            <a:buChar char="•"/>
          </a:pPr>
          <a:r>
            <a:rPr lang="es-ES" sz="1800" kern="1200" dirty="0"/>
            <a:t>Tecnología</a:t>
          </a:r>
        </a:p>
        <a:p>
          <a:pPr marL="171450" lvl="1" indent="-171450" algn="l" defTabSz="800100">
            <a:lnSpc>
              <a:spcPct val="90000"/>
            </a:lnSpc>
            <a:spcBef>
              <a:spcPct val="0"/>
            </a:spcBef>
            <a:spcAft>
              <a:spcPct val="15000"/>
            </a:spcAft>
            <a:buChar char="•"/>
          </a:pPr>
          <a:r>
            <a:rPr lang="es-ES" sz="1800" kern="1200" dirty="0"/>
            <a:t>Análisis de proveedores</a:t>
          </a:r>
        </a:p>
        <a:p>
          <a:pPr marL="171450" lvl="1" indent="-171450" algn="l" defTabSz="800100">
            <a:lnSpc>
              <a:spcPct val="90000"/>
            </a:lnSpc>
            <a:spcBef>
              <a:spcPct val="0"/>
            </a:spcBef>
            <a:spcAft>
              <a:spcPct val="15000"/>
            </a:spcAft>
            <a:buChar char="•"/>
          </a:pPr>
          <a:r>
            <a:rPr lang="es-ES" sz="1800" kern="1200" dirty="0"/>
            <a:t>Descripción del proceso productivo: Flujograma</a:t>
          </a:r>
        </a:p>
        <a:p>
          <a:pPr marL="171450" lvl="1" indent="-171450" algn="l" defTabSz="800100">
            <a:lnSpc>
              <a:spcPct val="90000"/>
            </a:lnSpc>
            <a:spcBef>
              <a:spcPct val="0"/>
            </a:spcBef>
            <a:spcAft>
              <a:spcPct val="15000"/>
            </a:spcAft>
            <a:buChar char="•"/>
          </a:pPr>
          <a:r>
            <a:rPr lang="es-ES" sz="1800" kern="1200" dirty="0"/>
            <a:t>Ciclo operativo: el tiempo que tardas en producir y vender</a:t>
          </a:r>
        </a:p>
        <a:p>
          <a:pPr marL="171450" lvl="1" indent="-171450" algn="l" defTabSz="800100">
            <a:lnSpc>
              <a:spcPct val="90000"/>
            </a:lnSpc>
            <a:spcBef>
              <a:spcPct val="0"/>
            </a:spcBef>
            <a:spcAft>
              <a:spcPct val="15000"/>
            </a:spcAft>
            <a:buChar char="•"/>
          </a:pPr>
          <a:r>
            <a:rPr lang="es-ES" sz="1800" kern="1200" dirty="0"/>
            <a:t>Número de unidades</a:t>
          </a:r>
        </a:p>
      </dsp:txBody>
      <dsp:txXfrm>
        <a:off x="0" y="896995"/>
        <a:ext cx="10515600" cy="2721600"/>
      </dsp:txXfrm>
    </dsp:sp>
    <dsp:sp modelId="{0D30B4C8-ADDF-49CB-A4ED-98BB57A3D376}">
      <dsp:nvSpPr>
        <dsp:cNvPr id="0" name=""/>
        <dsp:cNvSpPr/>
      </dsp:nvSpPr>
      <dsp:spPr>
        <a:xfrm>
          <a:off x="525780" y="133223"/>
          <a:ext cx="7360920" cy="531360"/>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800100">
            <a:lnSpc>
              <a:spcPct val="90000"/>
            </a:lnSpc>
            <a:spcBef>
              <a:spcPct val="0"/>
            </a:spcBef>
            <a:spcAft>
              <a:spcPct val="35000"/>
            </a:spcAft>
            <a:buNone/>
          </a:pPr>
          <a:r>
            <a:rPr lang="es-ES" sz="1800" kern="1200" dirty="0"/>
            <a:t>1. Proceso de producción</a:t>
          </a:r>
        </a:p>
      </dsp:txBody>
      <dsp:txXfrm>
        <a:off x="551719" y="159162"/>
        <a:ext cx="7309042" cy="479482"/>
      </dsp:txXfrm>
    </dsp:sp>
    <dsp:sp modelId="{AE122976-C88A-4FAC-825D-F1EBC473A065}">
      <dsp:nvSpPr>
        <dsp:cNvPr id="0" name=""/>
        <dsp:cNvSpPr/>
      </dsp:nvSpPr>
      <dsp:spPr>
        <a:xfrm>
          <a:off x="0" y="3483384"/>
          <a:ext cx="10515600" cy="453600"/>
        </a:xfrm>
        <a:prstGeom prst="rect">
          <a:avLst/>
        </a:prstGeom>
        <a:solidFill>
          <a:schemeClr val="lt2">
            <a:alpha val="90000"/>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E39C2439-2C76-4139-B575-0B144771C243}">
      <dsp:nvSpPr>
        <dsp:cNvPr id="0" name=""/>
        <dsp:cNvSpPr/>
      </dsp:nvSpPr>
      <dsp:spPr>
        <a:xfrm>
          <a:off x="525780" y="3217704"/>
          <a:ext cx="7360920" cy="531360"/>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800100">
            <a:lnSpc>
              <a:spcPct val="90000"/>
            </a:lnSpc>
            <a:spcBef>
              <a:spcPct val="0"/>
            </a:spcBef>
            <a:spcAft>
              <a:spcPct val="35000"/>
            </a:spcAft>
            <a:buNone/>
          </a:pPr>
          <a:r>
            <a:rPr lang="es-ES" sz="1800" kern="1200" dirty="0"/>
            <a:t>2. Servicios post venta </a:t>
          </a:r>
        </a:p>
      </dsp:txBody>
      <dsp:txXfrm>
        <a:off x="551719" y="3243643"/>
        <a:ext cx="7309042" cy="479482"/>
      </dsp:txXfrm>
    </dsp:sp>
    <dsp:sp modelId="{C785CE95-A29A-40BB-A8D6-57D632823DFB}">
      <dsp:nvSpPr>
        <dsp:cNvPr id="0" name=""/>
        <dsp:cNvSpPr/>
      </dsp:nvSpPr>
      <dsp:spPr>
        <a:xfrm>
          <a:off x="0" y="4299864"/>
          <a:ext cx="10515600" cy="453600"/>
        </a:xfrm>
        <a:prstGeom prst="rect">
          <a:avLst/>
        </a:prstGeom>
        <a:solidFill>
          <a:schemeClr val="lt2">
            <a:alpha val="90000"/>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AC547B2-D7A2-4798-A43D-AD6B312E8DCF}">
      <dsp:nvSpPr>
        <dsp:cNvPr id="0" name=""/>
        <dsp:cNvSpPr/>
      </dsp:nvSpPr>
      <dsp:spPr>
        <a:xfrm>
          <a:off x="525780" y="4034184"/>
          <a:ext cx="7360920" cy="531360"/>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800100">
            <a:lnSpc>
              <a:spcPct val="90000"/>
            </a:lnSpc>
            <a:spcBef>
              <a:spcPct val="0"/>
            </a:spcBef>
            <a:spcAft>
              <a:spcPct val="35000"/>
            </a:spcAft>
            <a:buNone/>
          </a:pPr>
          <a:r>
            <a:rPr lang="es-ES" sz="1800" kern="1200" dirty="0"/>
            <a:t>3. Análisis de costes</a:t>
          </a:r>
        </a:p>
      </dsp:txBody>
      <dsp:txXfrm>
        <a:off x="551719" y="4060123"/>
        <a:ext cx="7309042" cy="479482"/>
      </dsp:txXfrm>
    </dsp:sp>
    <dsp:sp modelId="{E55F5985-7572-4CC3-AB8B-79988FC85B85}">
      <dsp:nvSpPr>
        <dsp:cNvPr id="0" name=""/>
        <dsp:cNvSpPr/>
      </dsp:nvSpPr>
      <dsp:spPr>
        <a:xfrm>
          <a:off x="0" y="5116344"/>
          <a:ext cx="10515600" cy="453600"/>
        </a:xfrm>
        <a:prstGeom prst="rect">
          <a:avLst/>
        </a:prstGeom>
        <a:solidFill>
          <a:schemeClr val="lt2">
            <a:alpha val="90000"/>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4FF8FD9-4CE2-45DF-A3A0-5127CE9322A9}">
      <dsp:nvSpPr>
        <dsp:cNvPr id="0" name=""/>
        <dsp:cNvSpPr/>
      </dsp:nvSpPr>
      <dsp:spPr>
        <a:xfrm>
          <a:off x="525780" y="4850664"/>
          <a:ext cx="7360920" cy="531360"/>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800100">
            <a:lnSpc>
              <a:spcPct val="90000"/>
            </a:lnSpc>
            <a:spcBef>
              <a:spcPct val="0"/>
            </a:spcBef>
            <a:spcAft>
              <a:spcPct val="35000"/>
            </a:spcAft>
            <a:buNone/>
          </a:pPr>
          <a:r>
            <a:rPr lang="es-ES" sz="1800" kern="1200" dirty="0"/>
            <a:t>4. Control de calidad</a:t>
          </a:r>
        </a:p>
      </dsp:txBody>
      <dsp:txXfrm>
        <a:off x="551719" y="4876603"/>
        <a:ext cx="7309042" cy="479482"/>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7F4DA5A-B1E3-436D-A2BE-41B01766F05C}">
      <dsp:nvSpPr>
        <dsp:cNvPr id="0" name=""/>
        <dsp:cNvSpPr/>
      </dsp:nvSpPr>
      <dsp:spPr>
        <a:xfrm>
          <a:off x="0" y="172052"/>
          <a:ext cx="10830611" cy="6318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s-ES" sz="2700" kern="1200" dirty="0"/>
            <a:t>Recursos materiales e instalaciones</a:t>
          </a:r>
        </a:p>
      </dsp:txBody>
      <dsp:txXfrm>
        <a:off x="30842" y="202894"/>
        <a:ext cx="10768927" cy="570116"/>
      </dsp:txXfrm>
    </dsp:sp>
    <dsp:sp modelId="{81892744-1B71-43EF-895E-082E2D7AD23E}">
      <dsp:nvSpPr>
        <dsp:cNvPr id="0" name=""/>
        <dsp:cNvSpPr/>
      </dsp:nvSpPr>
      <dsp:spPr>
        <a:xfrm>
          <a:off x="0" y="803852"/>
          <a:ext cx="10830611" cy="6986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3872" tIns="34290" rIns="192024" bIns="34290" numCol="1" spcCol="1270" anchor="t" anchorCtr="0">
          <a:noAutofit/>
        </a:bodyPr>
        <a:lstStyle/>
        <a:p>
          <a:pPr marL="228600" lvl="1" indent="-228600" algn="l" defTabSz="933450">
            <a:lnSpc>
              <a:spcPct val="90000"/>
            </a:lnSpc>
            <a:spcBef>
              <a:spcPct val="0"/>
            </a:spcBef>
            <a:spcAft>
              <a:spcPct val="20000"/>
            </a:spcAft>
            <a:buChar char="•"/>
          </a:pPr>
          <a:r>
            <a:rPr lang="es-ES" sz="2100" kern="1200" dirty="0"/>
            <a:t>¿Qué tipo de instalaciones necesito y dónde han de estar localizadas?  </a:t>
          </a:r>
        </a:p>
        <a:p>
          <a:pPr marL="228600" lvl="1" indent="-228600" algn="l" defTabSz="933450">
            <a:lnSpc>
              <a:spcPct val="90000"/>
            </a:lnSpc>
            <a:spcBef>
              <a:spcPct val="0"/>
            </a:spcBef>
            <a:spcAft>
              <a:spcPct val="20000"/>
            </a:spcAft>
            <a:buChar char="•"/>
          </a:pPr>
          <a:r>
            <a:rPr lang="es-ES" sz="2100" kern="1200" dirty="0"/>
            <a:t>¿Qué tipo de recursos materiales necesito y en qué cantidad? ¿Cuál es su coste? </a:t>
          </a:r>
        </a:p>
      </dsp:txBody>
      <dsp:txXfrm>
        <a:off x="0" y="803852"/>
        <a:ext cx="10830611" cy="698625"/>
      </dsp:txXfrm>
    </dsp:sp>
    <dsp:sp modelId="{27D0DD93-C583-4F0A-A98B-A297B6E470A1}">
      <dsp:nvSpPr>
        <dsp:cNvPr id="0" name=""/>
        <dsp:cNvSpPr/>
      </dsp:nvSpPr>
      <dsp:spPr>
        <a:xfrm>
          <a:off x="0" y="1502477"/>
          <a:ext cx="10830611" cy="6318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s-ES" sz="2700" kern="1200" dirty="0"/>
            <a:t>Gestión de proveedores:</a:t>
          </a:r>
        </a:p>
      </dsp:txBody>
      <dsp:txXfrm>
        <a:off x="30842" y="1533319"/>
        <a:ext cx="10768927" cy="570116"/>
      </dsp:txXfrm>
    </dsp:sp>
    <dsp:sp modelId="{5FABDD21-1E04-4B05-9E3C-DE1DE6A0765A}">
      <dsp:nvSpPr>
        <dsp:cNvPr id="0" name=""/>
        <dsp:cNvSpPr/>
      </dsp:nvSpPr>
      <dsp:spPr>
        <a:xfrm>
          <a:off x="0" y="2134277"/>
          <a:ext cx="10830611" cy="19561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3872" tIns="34290" rIns="192024" bIns="34290" numCol="1" spcCol="1270" anchor="t" anchorCtr="0">
          <a:noAutofit/>
        </a:bodyPr>
        <a:lstStyle/>
        <a:p>
          <a:pPr marL="228600" lvl="1" indent="-228600" algn="l" defTabSz="933450">
            <a:lnSpc>
              <a:spcPct val="90000"/>
            </a:lnSpc>
            <a:spcBef>
              <a:spcPct val="0"/>
            </a:spcBef>
            <a:spcAft>
              <a:spcPct val="20000"/>
            </a:spcAft>
            <a:buChar char="•"/>
          </a:pPr>
          <a:r>
            <a:rPr lang="es-ES" sz="2100" kern="1200" dirty="0"/>
            <a:t>¿A quién le compro las materias primas, maquinaria, equipos, </a:t>
          </a:r>
          <a:r>
            <a:rPr lang="es-ES" sz="2100" kern="1200" dirty="0" err="1"/>
            <a:t>etc</a:t>
          </a:r>
          <a:r>
            <a:rPr lang="es-ES" sz="2100" kern="1200" dirty="0"/>
            <a:t> que necesito para el ejercicio de mi actividad?  Requisitos:</a:t>
          </a:r>
        </a:p>
        <a:p>
          <a:pPr marL="457200" lvl="2" indent="-228600" algn="l" defTabSz="933450">
            <a:lnSpc>
              <a:spcPct val="90000"/>
            </a:lnSpc>
            <a:spcBef>
              <a:spcPct val="0"/>
            </a:spcBef>
            <a:spcAft>
              <a:spcPct val="20000"/>
            </a:spcAft>
            <a:buChar char="•"/>
          </a:pPr>
          <a:r>
            <a:rPr lang="es-ES" sz="2100" kern="1200" dirty="0"/>
            <a:t>Fiables en calidad y entrega. </a:t>
          </a:r>
        </a:p>
        <a:p>
          <a:pPr marL="457200" lvl="2" indent="-228600" algn="l" defTabSz="933450">
            <a:lnSpc>
              <a:spcPct val="90000"/>
            </a:lnSpc>
            <a:spcBef>
              <a:spcPct val="0"/>
            </a:spcBef>
            <a:spcAft>
              <a:spcPct val="20000"/>
            </a:spcAft>
            <a:buChar char="•"/>
          </a:pPr>
          <a:r>
            <a:rPr lang="es-ES" sz="2100" kern="1200" dirty="0"/>
            <a:t>Mejor asistencia técnica.</a:t>
          </a:r>
        </a:p>
        <a:p>
          <a:pPr marL="457200" lvl="2" indent="-228600" algn="l" defTabSz="933450">
            <a:lnSpc>
              <a:spcPct val="90000"/>
            </a:lnSpc>
            <a:spcBef>
              <a:spcPct val="0"/>
            </a:spcBef>
            <a:spcAft>
              <a:spcPct val="20000"/>
            </a:spcAft>
            <a:buChar char="•"/>
          </a:pPr>
          <a:r>
            <a:rPr lang="es-ES" sz="2100" kern="1200" dirty="0"/>
            <a:t>Flexibles en los tamaños y momentos de las entregas. Especializados en los productos que entregan. </a:t>
          </a:r>
        </a:p>
      </dsp:txBody>
      <dsp:txXfrm>
        <a:off x="0" y="2134277"/>
        <a:ext cx="10830611" cy="195615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287B7CD-0D8D-4485-A8C2-75FA7510416D}">
      <dsp:nvSpPr>
        <dsp:cNvPr id="0" name=""/>
        <dsp:cNvSpPr/>
      </dsp:nvSpPr>
      <dsp:spPr>
        <a:xfrm>
          <a:off x="0" y="96816"/>
          <a:ext cx="10954827" cy="2485079"/>
        </a:xfrm>
        <a:prstGeom prst="roundRect">
          <a:avLst/>
        </a:prstGeom>
        <a:solidFill>
          <a:schemeClr val="lt1">
            <a:hueOff val="0"/>
            <a:satOff val="0"/>
            <a:lumOff val="0"/>
            <a:alphaOff val="0"/>
          </a:schemeClr>
        </a:solidFill>
        <a:ln w="19050" cap="flat" cmpd="sng" algn="ctr">
          <a:solidFill>
            <a:schemeClr val="accent1">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l" defTabSz="1600200">
            <a:lnSpc>
              <a:spcPct val="90000"/>
            </a:lnSpc>
            <a:spcBef>
              <a:spcPct val="0"/>
            </a:spcBef>
            <a:spcAft>
              <a:spcPct val="35000"/>
            </a:spcAft>
            <a:buNone/>
          </a:pPr>
          <a:r>
            <a:rPr lang="es-ES" sz="3600" kern="1200" dirty="0"/>
            <a:t>El proceso de producción es </a:t>
          </a:r>
          <a:r>
            <a:rPr lang="es-ES" sz="3600" b="1" kern="1200" dirty="0"/>
            <a:t>una secuencia de tareas que se realizan de forma concatenada, es decir de forma seguida una detrás de la otra</a:t>
          </a:r>
          <a:r>
            <a:rPr lang="es-ES" sz="3600" kern="1200" dirty="0"/>
            <a:t> para alcanzar un objetivo o un fin concreto.</a:t>
          </a:r>
        </a:p>
      </dsp:txBody>
      <dsp:txXfrm>
        <a:off x="121312" y="218128"/>
        <a:ext cx="10712203" cy="2242455"/>
      </dsp:txXfrm>
    </dsp:sp>
    <dsp:sp modelId="{FCAB87A8-99F1-4B23-8872-9029D9FD39B0}">
      <dsp:nvSpPr>
        <dsp:cNvPr id="0" name=""/>
        <dsp:cNvSpPr/>
      </dsp:nvSpPr>
      <dsp:spPr>
        <a:xfrm>
          <a:off x="0" y="2581896"/>
          <a:ext cx="10954827" cy="24591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7816" tIns="45720" rIns="256032" bIns="45720" numCol="1" spcCol="1270" anchor="t" anchorCtr="0">
          <a:noAutofit/>
        </a:bodyPr>
        <a:lstStyle/>
        <a:p>
          <a:pPr marL="285750" lvl="1" indent="-285750" algn="l" defTabSz="1244600">
            <a:lnSpc>
              <a:spcPct val="90000"/>
            </a:lnSpc>
            <a:spcBef>
              <a:spcPct val="0"/>
            </a:spcBef>
            <a:spcAft>
              <a:spcPct val="20000"/>
            </a:spcAft>
            <a:buChar char="•"/>
          </a:pPr>
          <a:r>
            <a:rPr lang="es-ES" sz="2800" kern="1200" dirty="0"/>
            <a:t>La suma de los procesos tendrá como resultado la entrega de un producto o servicio al cliente. </a:t>
          </a:r>
        </a:p>
        <a:p>
          <a:pPr marL="285750" lvl="1" indent="-285750" algn="l" defTabSz="1244600">
            <a:lnSpc>
              <a:spcPct val="90000"/>
            </a:lnSpc>
            <a:spcBef>
              <a:spcPct val="0"/>
            </a:spcBef>
            <a:spcAft>
              <a:spcPct val="20000"/>
            </a:spcAft>
            <a:buChar char="•"/>
          </a:pPr>
          <a:r>
            <a:rPr lang="es-ES" sz="2800" kern="1200" dirty="0"/>
            <a:t>Las empresas establecerán sus procesos en base a los recursos que tengan disponibles (recursos humanos, recursos tecnológicos, recursos económicos) y el know-how adquirido durante sus años de existencia en el mercado.</a:t>
          </a:r>
        </a:p>
      </dsp:txBody>
      <dsp:txXfrm>
        <a:off x="0" y="2581896"/>
        <a:ext cx="10954827" cy="2459160"/>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F0B5DB8-3F52-481B-8588-88CE7D799918}">
      <dsp:nvSpPr>
        <dsp:cNvPr id="0" name=""/>
        <dsp:cNvSpPr/>
      </dsp:nvSpPr>
      <dsp:spPr>
        <a:xfrm>
          <a:off x="0" y="2508"/>
          <a:ext cx="11016741" cy="0"/>
        </a:xfrm>
        <a:prstGeom prst="line">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4F37B6F-FCC0-4969-93C1-70972B0DA47E}">
      <dsp:nvSpPr>
        <dsp:cNvPr id="0" name=""/>
        <dsp:cNvSpPr/>
      </dsp:nvSpPr>
      <dsp:spPr>
        <a:xfrm>
          <a:off x="0" y="2508"/>
          <a:ext cx="11016741" cy="171095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t" anchorCtr="0">
          <a:noAutofit/>
        </a:bodyPr>
        <a:lstStyle/>
        <a:p>
          <a:pPr marL="0" lvl="0" indent="0" algn="l" defTabSz="1200150">
            <a:lnSpc>
              <a:spcPct val="90000"/>
            </a:lnSpc>
            <a:spcBef>
              <a:spcPct val="0"/>
            </a:spcBef>
            <a:spcAft>
              <a:spcPct val="35000"/>
            </a:spcAft>
            <a:buNone/>
          </a:pPr>
          <a:r>
            <a:rPr lang="es-ES" sz="2700" b="1" kern="1200" dirty="0"/>
            <a:t>PROCESOS OPERATIVOS: </a:t>
          </a:r>
          <a:r>
            <a:rPr lang="es-ES" sz="2700" kern="1200" dirty="0"/>
            <a:t>Se materializa el servicio. Son los procesos relacionados con la producción.</a:t>
          </a:r>
        </a:p>
      </dsp:txBody>
      <dsp:txXfrm>
        <a:off x="0" y="2508"/>
        <a:ext cx="11016741" cy="1710951"/>
      </dsp:txXfrm>
    </dsp:sp>
    <dsp:sp modelId="{2641B51A-554D-4058-9201-0ECEF2198A57}">
      <dsp:nvSpPr>
        <dsp:cNvPr id="0" name=""/>
        <dsp:cNvSpPr/>
      </dsp:nvSpPr>
      <dsp:spPr>
        <a:xfrm>
          <a:off x="0" y="1713460"/>
          <a:ext cx="11016741" cy="0"/>
        </a:xfrm>
        <a:prstGeom prst="line">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1FA31D2-57C9-42CB-81AD-1A8549351978}">
      <dsp:nvSpPr>
        <dsp:cNvPr id="0" name=""/>
        <dsp:cNvSpPr/>
      </dsp:nvSpPr>
      <dsp:spPr>
        <a:xfrm>
          <a:off x="0" y="1713460"/>
          <a:ext cx="11016741" cy="171095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t" anchorCtr="0">
          <a:noAutofit/>
        </a:bodyPr>
        <a:lstStyle/>
        <a:p>
          <a:pPr marL="0" lvl="0" indent="0" algn="l" defTabSz="1200150">
            <a:lnSpc>
              <a:spcPct val="90000"/>
            </a:lnSpc>
            <a:spcBef>
              <a:spcPct val="0"/>
            </a:spcBef>
            <a:spcAft>
              <a:spcPct val="35000"/>
            </a:spcAft>
            <a:buNone/>
          </a:pPr>
          <a:r>
            <a:rPr lang="es-ES" sz="2700" b="1" kern="1200" dirty="0"/>
            <a:t>PROCESOS DE APOYO</a:t>
          </a:r>
          <a:r>
            <a:rPr lang="es-ES" sz="2700" kern="1200" dirty="0"/>
            <a:t>: Ofrecen apoyo a los demás procesos para sacar adelante el trabajo del día a día (formación, comunicación, gestión de la información, mantenimiento de las instalaciones…).</a:t>
          </a:r>
        </a:p>
      </dsp:txBody>
      <dsp:txXfrm>
        <a:off x="0" y="1713460"/>
        <a:ext cx="11016741" cy="1710951"/>
      </dsp:txXfrm>
    </dsp:sp>
    <dsp:sp modelId="{F94E017D-0F25-46BA-A928-8878B892442C}">
      <dsp:nvSpPr>
        <dsp:cNvPr id="0" name=""/>
        <dsp:cNvSpPr/>
      </dsp:nvSpPr>
      <dsp:spPr>
        <a:xfrm>
          <a:off x="0" y="3424411"/>
          <a:ext cx="11016741" cy="0"/>
        </a:xfrm>
        <a:prstGeom prst="line">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FFC9AC4-4C53-4866-A604-2E169E78E75D}">
      <dsp:nvSpPr>
        <dsp:cNvPr id="0" name=""/>
        <dsp:cNvSpPr/>
      </dsp:nvSpPr>
      <dsp:spPr>
        <a:xfrm>
          <a:off x="0" y="3424411"/>
          <a:ext cx="11016741" cy="171095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t" anchorCtr="0">
          <a:noAutofit/>
        </a:bodyPr>
        <a:lstStyle/>
        <a:p>
          <a:pPr marL="0" lvl="0" indent="0" algn="l" defTabSz="1200150">
            <a:lnSpc>
              <a:spcPct val="90000"/>
            </a:lnSpc>
            <a:spcBef>
              <a:spcPct val="0"/>
            </a:spcBef>
            <a:spcAft>
              <a:spcPct val="35000"/>
            </a:spcAft>
            <a:buNone/>
          </a:pPr>
          <a:r>
            <a:rPr lang="es-ES" sz="2700" b="1" kern="1200"/>
            <a:t>PROCESOS DE GESTIÓN: </a:t>
          </a:r>
          <a:r>
            <a:rPr lang="es-ES" sz="2700" kern="1200"/>
            <a:t>Forman parte de la organización y administración del sistema de gestión de calidad de la empresa (gestión de proveedores, auditorias, acciones correctivas…).</a:t>
          </a:r>
        </a:p>
      </dsp:txBody>
      <dsp:txXfrm>
        <a:off x="0" y="3424411"/>
        <a:ext cx="11016741" cy="1710951"/>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C80C4D3-F1F4-428F-840F-8477B9C13EA0}">
      <dsp:nvSpPr>
        <dsp:cNvPr id="0" name=""/>
        <dsp:cNvSpPr/>
      </dsp:nvSpPr>
      <dsp:spPr>
        <a:xfrm>
          <a:off x="2461" y="357115"/>
          <a:ext cx="2190409" cy="876163"/>
        </a:xfrm>
        <a:prstGeom prst="chevron">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es-ES" sz="1600" kern="1200" dirty="0"/>
            <a:t>Comercial</a:t>
          </a:r>
        </a:p>
      </dsp:txBody>
      <dsp:txXfrm>
        <a:off x="440543" y="357115"/>
        <a:ext cx="1314246" cy="876163"/>
      </dsp:txXfrm>
    </dsp:sp>
    <dsp:sp modelId="{CB93EE98-83EE-4EE5-8BDF-520E950DC0BD}">
      <dsp:nvSpPr>
        <dsp:cNvPr id="0" name=""/>
        <dsp:cNvSpPr/>
      </dsp:nvSpPr>
      <dsp:spPr>
        <a:xfrm>
          <a:off x="1973829" y="357115"/>
          <a:ext cx="2190409" cy="876163"/>
        </a:xfrm>
        <a:prstGeom prst="chevron">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es-ES" sz="1600" kern="1200"/>
            <a:t>Análisis de la solicitud del cliente</a:t>
          </a:r>
        </a:p>
      </dsp:txBody>
      <dsp:txXfrm>
        <a:off x="2411911" y="357115"/>
        <a:ext cx="1314246" cy="876163"/>
      </dsp:txXfrm>
    </dsp:sp>
    <dsp:sp modelId="{358F8612-C8D0-43CC-8B57-518290BC7892}">
      <dsp:nvSpPr>
        <dsp:cNvPr id="0" name=""/>
        <dsp:cNvSpPr/>
      </dsp:nvSpPr>
      <dsp:spPr>
        <a:xfrm>
          <a:off x="3945197" y="357115"/>
          <a:ext cx="2190409" cy="876163"/>
        </a:xfrm>
        <a:prstGeom prst="chevron">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es-ES" sz="1600" kern="1200" dirty="0"/>
            <a:t>Producción</a:t>
          </a:r>
        </a:p>
      </dsp:txBody>
      <dsp:txXfrm>
        <a:off x="4383279" y="357115"/>
        <a:ext cx="1314246" cy="876163"/>
      </dsp:txXfrm>
    </dsp:sp>
    <dsp:sp modelId="{46E19D9C-D1EB-4837-8FD9-337DD02A41B8}">
      <dsp:nvSpPr>
        <dsp:cNvPr id="0" name=""/>
        <dsp:cNvSpPr/>
      </dsp:nvSpPr>
      <dsp:spPr>
        <a:xfrm>
          <a:off x="5916565" y="357115"/>
          <a:ext cx="2190409" cy="876163"/>
        </a:xfrm>
        <a:prstGeom prst="chevron">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es-ES" sz="1600" kern="1200" dirty="0"/>
            <a:t>Entrega del producto o servicio</a:t>
          </a:r>
        </a:p>
      </dsp:txBody>
      <dsp:txXfrm>
        <a:off x="6354647" y="357115"/>
        <a:ext cx="1314246" cy="876163"/>
      </dsp:txXfrm>
    </dsp:sp>
    <dsp:sp modelId="{2B6C2706-2049-41FD-8B9D-5AD8709C8897}">
      <dsp:nvSpPr>
        <dsp:cNvPr id="0" name=""/>
        <dsp:cNvSpPr/>
      </dsp:nvSpPr>
      <dsp:spPr>
        <a:xfrm>
          <a:off x="7887933" y="357115"/>
          <a:ext cx="2190409" cy="876163"/>
        </a:xfrm>
        <a:prstGeom prst="chevron">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es-ES" sz="1600" kern="1200" dirty="0"/>
            <a:t>Posventa</a:t>
          </a:r>
        </a:p>
      </dsp:txBody>
      <dsp:txXfrm>
        <a:off x="8326015" y="357115"/>
        <a:ext cx="1314246" cy="876163"/>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7AC005D-EF01-4693-B5C4-A3B092EC7534}">
      <dsp:nvSpPr>
        <dsp:cNvPr id="0" name=""/>
        <dsp:cNvSpPr/>
      </dsp:nvSpPr>
      <dsp:spPr>
        <a:xfrm>
          <a:off x="5609" y="514999"/>
          <a:ext cx="2086854" cy="834741"/>
        </a:xfrm>
        <a:prstGeom prst="chevron">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es-ES" sz="1600" kern="1200" dirty="0"/>
            <a:t>Solicitud del cliente</a:t>
          </a:r>
        </a:p>
      </dsp:txBody>
      <dsp:txXfrm>
        <a:off x="422980" y="514999"/>
        <a:ext cx="1252113" cy="834741"/>
      </dsp:txXfrm>
    </dsp:sp>
    <dsp:sp modelId="{CB93EE98-83EE-4EE5-8BDF-520E950DC0BD}">
      <dsp:nvSpPr>
        <dsp:cNvPr id="0" name=""/>
        <dsp:cNvSpPr/>
      </dsp:nvSpPr>
      <dsp:spPr>
        <a:xfrm>
          <a:off x="1883778" y="514999"/>
          <a:ext cx="2086854" cy="834741"/>
        </a:xfrm>
        <a:prstGeom prst="chevron">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es-ES" sz="1600" kern="1200" dirty="0"/>
            <a:t>Análisis de la solicitud del cliente</a:t>
          </a:r>
        </a:p>
      </dsp:txBody>
      <dsp:txXfrm>
        <a:off x="2301149" y="514999"/>
        <a:ext cx="1252113" cy="834741"/>
      </dsp:txXfrm>
    </dsp:sp>
    <dsp:sp modelId="{3401675F-87C3-4907-B00F-64CC3CDBBEDB}">
      <dsp:nvSpPr>
        <dsp:cNvPr id="0" name=""/>
        <dsp:cNvSpPr/>
      </dsp:nvSpPr>
      <dsp:spPr>
        <a:xfrm>
          <a:off x="3761947" y="514999"/>
          <a:ext cx="2086854" cy="834741"/>
        </a:xfrm>
        <a:prstGeom prst="chevron">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es-ES" sz="1400" kern="1200" dirty="0"/>
            <a:t>Compra de materiales o componentes</a:t>
          </a:r>
        </a:p>
      </dsp:txBody>
      <dsp:txXfrm>
        <a:off x="4179318" y="514999"/>
        <a:ext cx="1252113" cy="834741"/>
      </dsp:txXfrm>
    </dsp:sp>
    <dsp:sp modelId="{358F8612-C8D0-43CC-8B57-518290BC7892}">
      <dsp:nvSpPr>
        <dsp:cNvPr id="0" name=""/>
        <dsp:cNvSpPr/>
      </dsp:nvSpPr>
      <dsp:spPr>
        <a:xfrm>
          <a:off x="5640115" y="514999"/>
          <a:ext cx="2086854" cy="834741"/>
        </a:xfrm>
        <a:prstGeom prst="chevron">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es-ES" sz="1600" kern="1200" dirty="0"/>
            <a:t>Producción(reparación)</a:t>
          </a:r>
        </a:p>
      </dsp:txBody>
      <dsp:txXfrm>
        <a:off x="6057486" y="514999"/>
        <a:ext cx="1252113" cy="834741"/>
      </dsp:txXfrm>
    </dsp:sp>
    <dsp:sp modelId="{46E19D9C-D1EB-4837-8FD9-337DD02A41B8}">
      <dsp:nvSpPr>
        <dsp:cNvPr id="0" name=""/>
        <dsp:cNvSpPr/>
      </dsp:nvSpPr>
      <dsp:spPr>
        <a:xfrm>
          <a:off x="7518284" y="439309"/>
          <a:ext cx="2086854" cy="986122"/>
        </a:xfrm>
        <a:prstGeom prst="chevron">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es-ES" sz="1400" kern="1200" dirty="0"/>
            <a:t>Entrega del producto o servicio (trabajo de reparación)</a:t>
          </a:r>
        </a:p>
      </dsp:txBody>
      <dsp:txXfrm>
        <a:off x="8011345" y="439309"/>
        <a:ext cx="1100732" cy="986122"/>
      </dsp:txXfrm>
    </dsp:sp>
    <dsp:sp modelId="{2B6C2706-2049-41FD-8B9D-5AD8709C8897}">
      <dsp:nvSpPr>
        <dsp:cNvPr id="0" name=""/>
        <dsp:cNvSpPr/>
      </dsp:nvSpPr>
      <dsp:spPr>
        <a:xfrm>
          <a:off x="9396453" y="514999"/>
          <a:ext cx="2086854" cy="834741"/>
        </a:xfrm>
        <a:prstGeom prst="chevron">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es-ES" sz="1600" kern="1200" dirty="0"/>
            <a:t>Posventa (garantía)</a:t>
          </a:r>
        </a:p>
      </dsp:txBody>
      <dsp:txXfrm>
        <a:off x="9813824" y="514999"/>
        <a:ext cx="1252113" cy="834741"/>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C80C4D3-F1F4-428F-840F-8477B9C13EA0}">
      <dsp:nvSpPr>
        <dsp:cNvPr id="0" name=""/>
        <dsp:cNvSpPr/>
      </dsp:nvSpPr>
      <dsp:spPr>
        <a:xfrm>
          <a:off x="740" y="760434"/>
          <a:ext cx="2313458" cy="925383"/>
        </a:xfrm>
        <a:prstGeom prst="chevron">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es-ES" sz="1600" kern="1200" dirty="0"/>
            <a:t>Comercial</a:t>
          </a:r>
        </a:p>
      </dsp:txBody>
      <dsp:txXfrm>
        <a:off x="463432" y="760434"/>
        <a:ext cx="1388075" cy="925383"/>
      </dsp:txXfrm>
    </dsp:sp>
    <dsp:sp modelId="{CB93EE98-83EE-4EE5-8BDF-520E950DC0BD}">
      <dsp:nvSpPr>
        <dsp:cNvPr id="0" name=""/>
        <dsp:cNvSpPr/>
      </dsp:nvSpPr>
      <dsp:spPr>
        <a:xfrm>
          <a:off x="2082852" y="760434"/>
          <a:ext cx="2313458" cy="925383"/>
        </a:xfrm>
        <a:prstGeom prst="chevron">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es-ES" sz="1600" kern="1200" dirty="0"/>
            <a:t>Análisis de la solicitud del cliente</a:t>
          </a:r>
        </a:p>
      </dsp:txBody>
      <dsp:txXfrm>
        <a:off x="2545544" y="760434"/>
        <a:ext cx="1388075" cy="925383"/>
      </dsp:txXfrm>
    </dsp:sp>
    <dsp:sp modelId="{358F8612-C8D0-43CC-8B57-518290BC7892}">
      <dsp:nvSpPr>
        <dsp:cNvPr id="0" name=""/>
        <dsp:cNvSpPr/>
      </dsp:nvSpPr>
      <dsp:spPr>
        <a:xfrm>
          <a:off x="4164965" y="561768"/>
          <a:ext cx="2624895" cy="1322715"/>
        </a:xfrm>
        <a:prstGeom prst="chevron">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es-ES" sz="1400" kern="1200" dirty="0"/>
            <a:t>Producción: diseño y desarrollo de la aplicación</a:t>
          </a:r>
        </a:p>
      </dsp:txBody>
      <dsp:txXfrm>
        <a:off x="4826323" y="561768"/>
        <a:ext cx="1302180" cy="1322715"/>
      </dsp:txXfrm>
    </dsp:sp>
    <dsp:sp modelId="{46E19D9C-D1EB-4837-8FD9-337DD02A41B8}">
      <dsp:nvSpPr>
        <dsp:cNvPr id="0" name=""/>
        <dsp:cNvSpPr/>
      </dsp:nvSpPr>
      <dsp:spPr>
        <a:xfrm>
          <a:off x="6558515" y="760434"/>
          <a:ext cx="2313458" cy="925383"/>
        </a:xfrm>
        <a:prstGeom prst="chevron">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es-ES" sz="1600" kern="1200" dirty="0"/>
            <a:t>Entrega del producto o servicio</a:t>
          </a:r>
        </a:p>
      </dsp:txBody>
      <dsp:txXfrm>
        <a:off x="7021207" y="760434"/>
        <a:ext cx="1388075" cy="925383"/>
      </dsp:txXfrm>
    </dsp:sp>
    <dsp:sp modelId="{2B6C2706-2049-41FD-8B9D-5AD8709C8897}">
      <dsp:nvSpPr>
        <dsp:cNvPr id="0" name=""/>
        <dsp:cNvSpPr/>
      </dsp:nvSpPr>
      <dsp:spPr>
        <a:xfrm>
          <a:off x="8640627" y="760434"/>
          <a:ext cx="2313458" cy="925383"/>
        </a:xfrm>
        <a:prstGeom prst="chevron">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es-ES" sz="1600" kern="1200" dirty="0"/>
            <a:t>Posventa</a:t>
          </a:r>
        </a:p>
      </dsp:txBody>
      <dsp:txXfrm>
        <a:off x="9103319" y="760434"/>
        <a:ext cx="1388075" cy="925383"/>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2CE1E8E-AEF2-4511-99EB-EE06B63C3882}">
      <dsp:nvSpPr>
        <dsp:cNvPr id="0" name=""/>
        <dsp:cNvSpPr/>
      </dsp:nvSpPr>
      <dsp:spPr>
        <a:xfrm>
          <a:off x="0" y="787578"/>
          <a:ext cx="7509510" cy="1453991"/>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43F609A-3C59-4094-B93A-D303B09D0663}">
      <dsp:nvSpPr>
        <dsp:cNvPr id="0" name=""/>
        <dsp:cNvSpPr/>
      </dsp:nvSpPr>
      <dsp:spPr>
        <a:xfrm>
          <a:off x="439832" y="1114726"/>
          <a:ext cx="799695" cy="79969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18CE0D3-FAC6-4EE3-8A4A-67EFF6870518}">
      <dsp:nvSpPr>
        <dsp:cNvPr id="0" name=""/>
        <dsp:cNvSpPr/>
      </dsp:nvSpPr>
      <dsp:spPr>
        <a:xfrm>
          <a:off x="1679359" y="787578"/>
          <a:ext cx="5830150" cy="14539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3881" tIns="153881" rIns="153881" bIns="153881" numCol="1" spcCol="1270" anchor="ctr" anchorCtr="0">
          <a:noAutofit/>
        </a:bodyPr>
        <a:lstStyle/>
        <a:p>
          <a:pPr marL="0" lvl="0" indent="0" algn="l" defTabSz="800100">
            <a:lnSpc>
              <a:spcPct val="100000"/>
            </a:lnSpc>
            <a:spcBef>
              <a:spcPct val="0"/>
            </a:spcBef>
            <a:spcAft>
              <a:spcPct val="35000"/>
            </a:spcAft>
            <a:buNone/>
          </a:pPr>
          <a:r>
            <a:rPr lang="es-ES" sz="1800" kern="1200" dirty="0"/>
            <a:t>La función de producción desarrolla actividades y decisiones para alcanzar unos objetivos previamente establecidos.</a:t>
          </a:r>
          <a:endParaRPr lang="en-US" sz="1800" kern="1200" dirty="0"/>
        </a:p>
      </dsp:txBody>
      <dsp:txXfrm>
        <a:off x="1679359" y="787578"/>
        <a:ext cx="5830150" cy="1453991"/>
      </dsp:txXfrm>
    </dsp:sp>
    <dsp:sp modelId="{BB7847BF-642C-4414-9115-597726CD7D83}">
      <dsp:nvSpPr>
        <dsp:cNvPr id="0" name=""/>
        <dsp:cNvSpPr/>
      </dsp:nvSpPr>
      <dsp:spPr>
        <a:xfrm>
          <a:off x="0" y="2605067"/>
          <a:ext cx="7509510" cy="1453991"/>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92B3337-7873-40ED-AB24-DBE4515E8C61}">
      <dsp:nvSpPr>
        <dsp:cNvPr id="0" name=""/>
        <dsp:cNvSpPr/>
      </dsp:nvSpPr>
      <dsp:spPr>
        <a:xfrm>
          <a:off x="439832" y="2932215"/>
          <a:ext cx="799695" cy="79969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9D0F76D-F50E-421E-831C-6B1E7132DA8D}">
      <dsp:nvSpPr>
        <dsp:cNvPr id="0" name=""/>
        <dsp:cNvSpPr/>
      </dsp:nvSpPr>
      <dsp:spPr>
        <a:xfrm>
          <a:off x="1679359" y="2605067"/>
          <a:ext cx="5830150" cy="14539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3881" tIns="153881" rIns="153881" bIns="153881" numCol="1" spcCol="1270" anchor="ctr" anchorCtr="0">
          <a:noAutofit/>
        </a:bodyPr>
        <a:lstStyle/>
        <a:p>
          <a:pPr marL="0" lvl="0" indent="0" algn="l" defTabSz="800100">
            <a:lnSpc>
              <a:spcPct val="100000"/>
            </a:lnSpc>
            <a:spcBef>
              <a:spcPct val="0"/>
            </a:spcBef>
            <a:spcAft>
              <a:spcPct val="35000"/>
            </a:spcAft>
            <a:buNone/>
          </a:pPr>
          <a:r>
            <a:rPr lang="es-ES" sz="1800" kern="1200"/>
            <a:t>Los objetivos de producción orientan a la estrategia de producción (nivel funcional) y permiten la consecución de objetivos y estrategias más amplias (competitivas y corporativas).</a:t>
          </a:r>
          <a:endParaRPr lang="en-US" sz="1800" kern="1200"/>
        </a:p>
      </dsp:txBody>
      <dsp:txXfrm>
        <a:off x="1679359" y="2605067"/>
        <a:ext cx="5830150" cy="1453991"/>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ECFF7DD-67CB-42A0-B973-764D19CCC37E}">
      <dsp:nvSpPr>
        <dsp:cNvPr id="0" name=""/>
        <dsp:cNvSpPr/>
      </dsp:nvSpPr>
      <dsp:spPr>
        <a:xfrm>
          <a:off x="0" y="2319"/>
          <a:ext cx="5469255" cy="898560"/>
        </a:xfrm>
        <a:prstGeom prst="roundRect">
          <a:avLst/>
        </a:prstGeom>
        <a:gradFill rotWithShape="0">
          <a:gsLst>
            <a:gs pos="0">
              <a:schemeClr val="lt1">
                <a:hueOff val="0"/>
                <a:satOff val="0"/>
                <a:lumOff val="0"/>
                <a:alphaOff val="0"/>
                <a:lumMod val="110000"/>
                <a:satMod val="105000"/>
                <a:tint val="67000"/>
              </a:schemeClr>
            </a:gs>
            <a:gs pos="50000">
              <a:schemeClr val="lt1">
                <a:hueOff val="0"/>
                <a:satOff val="0"/>
                <a:lumOff val="0"/>
                <a:alphaOff val="0"/>
                <a:lumMod val="105000"/>
                <a:satMod val="103000"/>
                <a:tint val="73000"/>
              </a:schemeClr>
            </a:gs>
            <a:gs pos="100000">
              <a:schemeClr val="l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s-ES_tradnl" sz="2000" b="1" kern="1200" dirty="0"/>
            <a:t>COSTE</a:t>
          </a:r>
          <a:endParaRPr lang="es-ES" sz="2000" kern="1200" dirty="0"/>
        </a:p>
      </dsp:txBody>
      <dsp:txXfrm>
        <a:off x="43864" y="46183"/>
        <a:ext cx="5381527" cy="810832"/>
      </dsp:txXfrm>
    </dsp:sp>
    <dsp:sp modelId="{C098D709-56F9-4A55-A175-B760587ACFDD}">
      <dsp:nvSpPr>
        <dsp:cNvPr id="0" name=""/>
        <dsp:cNvSpPr/>
      </dsp:nvSpPr>
      <dsp:spPr>
        <a:xfrm>
          <a:off x="0" y="942148"/>
          <a:ext cx="5469255" cy="8942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3649" tIns="17780" rIns="99568" bIns="17780" numCol="1" spcCol="1270" anchor="t" anchorCtr="0">
          <a:noAutofit/>
        </a:bodyPr>
        <a:lstStyle/>
        <a:p>
          <a:pPr marL="114300" lvl="1" indent="-114300" algn="l" defTabSz="622300">
            <a:lnSpc>
              <a:spcPct val="90000"/>
            </a:lnSpc>
            <a:spcBef>
              <a:spcPct val="0"/>
            </a:spcBef>
            <a:spcAft>
              <a:spcPct val="20000"/>
            </a:spcAft>
            <a:buChar char="•"/>
          </a:pPr>
          <a:r>
            <a:rPr lang="es-ES_tradnl" sz="1400" kern="1200"/>
            <a:t>Un menor coste de producción permite: </a:t>
          </a:r>
          <a:endParaRPr lang="es-ES" sz="1400" kern="1200"/>
        </a:p>
        <a:p>
          <a:pPr marL="114300" lvl="1" indent="-114300" algn="l" defTabSz="622300">
            <a:lnSpc>
              <a:spcPct val="90000"/>
            </a:lnSpc>
            <a:spcBef>
              <a:spcPct val="0"/>
            </a:spcBef>
            <a:spcAft>
              <a:spcPct val="20000"/>
            </a:spcAft>
            <a:buChar char="•"/>
          </a:pPr>
          <a:r>
            <a:rPr lang="es-ES_tradnl" sz="1400" kern="1200"/>
            <a:t>Fijar precios de venta más bajos y obtener una mayor cuota de mercado.</a:t>
          </a:r>
          <a:endParaRPr lang="es-ES" sz="1400" kern="1200"/>
        </a:p>
        <a:p>
          <a:pPr marL="114300" lvl="1" indent="-114300" algn="l" defTabSz="622300">
            <a:lnSpc>
              <a:spcPct val="90000"/>
            </a:lnSpc>
            <a:spcBef>
              <a:spcPct val="0"/>
            </a:spcBef>
            <a:spcAft>
              <a:spcPct val="20000"/>
            </a:spcAft>
            <a:buChar char="•"/>
          </a:pPr>
          <a:r>
            <a:rPr lang="es-ES_tradnl" sz="1400" kern="1200"/>
            <a:t>Fijar el mismo precio y obtener mayor margen de beneficios.</a:t>
          </a:r>
          <a:endParaRPr lang="es-ES" sz="1400" kern="1200"/>
        </a:p>
      </dsp:txBody>
      <dsp:txXfrm>
        <a:off x="0" y="942148"/>
        <a:ext cx="5469255" cy="894240"/>
      </dsp:txXfrm>
    </dsp:sp>
    <dsp:sp modelId="{63330D7A-FB10-4EEF-B020-5B59E4AD294B}">
      <dsp:nvSpPr>
        <dsp:cNvPr id="0" name=""/>
        <dsp:cNvSpPr/>
      </dsp:nvSpPr>
      <dsp:spPr>
        <a:xfrm>
          <a:off x="0" y="1836388"/>
          <a:ext cx="5469255" cy="898560"/>
        </a:xfrm>
        <a:prstGeom prst="roundRect">
          <a:avLst/>
        </a:prstGeom>
        <a:gradFill rotWithShape="0">
          <a:gsLst>
            <a:gs pos="0">
              <a:schemeClr val="lt1">
                <a:hueOff val="0"/>
                <a:satOff val="0"/>
                <a:lumOff val="0"/>
                <a:alphaOff val="0"/>
                <a:lumMod val="110000"/>
                <a:satMod val="105000"/>
                <a:tint val="67000"/>
              </a:schemeClr>
            </a:gs>
            <a:gs pos="50000">
              <a:schemeClr val="lt1">
                <a:hueOff val="0"/>
                <a:satOff val="0"/>
                <a:lumOff val="0"/>
                <a:alphaOff val="0"/>
                <a:lumMod val="105000"/>
                <a:satMod val="103000"/>
                <a:tint val="73000"/>
              </a:schemeClr>
            </a:gs>
            <a:gs pos="100000">
              <a:schemeClr val="l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s-ES_tradnl" sz="2000" b="1" kern="1200" dirty="0"/>
            <a:t>CALIDAD</a:t>
          </a:r>
          <a:endParaRPr lang="es-ES" sz="2000" kern="1200" dirty="0"/>
        </a:p>
      </dsp:txBody>
      <dsp:txXfrm>
        <a:off x="43864" y="1880252"/>
        <a:ext cx="5381527" cy="810832"/>
      </dsp:txXfrm>
    </dsp:sp>
    <dsp:sp modelId="{B2B897C0-53D4-4FD3-8273-25B2048E0305}">
      <dsp:nvSpPr>
        <dsp:cNvPr id="0" name=""/>
        <dsp:cNvSpPr/>
      </dsp:nvSpPr>
      <dsp:spPr>
        <a:xfrm>
          <a:off x="0" y="2734948"/>
          <a:ext cx="5469255" cy="7948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3649" tIns="17780" rIns="99568" bIns="17780" numCol="1" spcCol="1270" anchor="t" anchorCtr="0">
          <a:noAutofit/>
        </a:bodyPr>
        <a:lstStyle/>
        <a:p>
          <a:pPr marL="114300" lvl="1" indent="-114300" algn="l" defTabSz="622300">
            <a:lnSpc>
              <a:spcPct val="90000"/>
            </a:lnSpc>
            <a:spcBef>
              <a:spcPct val="0"/>
            </a:spcBef>
            <a:spcAft>
              <a:spcPct val="20000"/>
            </a:spcAft>
            <a:buChar char="•"/>
          </a:pPr>
          <a:r>
            <a:rPr lang="es-ES_tradnl" sz="1400" kern="1200"/>
            <a:t>Es el grado de adecuación al uso de los clientes </a:t>
          </a:r>
          <a:r>
            <a:rPr lang="es-ES_tradnl" sz="1400" kern="1200">
              <a:sym typeface="Wingdings" panose="05000000000000000000" pitchFamily="2" charset="2"/>
            </a:rPr>
            <a:t></a:t>
          </a:r>
          <a:r>
            <a:rPr lang="es-ES_tradnl" sz="1400" kern="1200"/>
            <a:t> satisfacción de las necesidades.</a:t>
          </a:r>
          <a:endParaRPr lang="es-ES" sz="1400" kern="1200"/>
        </a:p>
        <a:p>
          <a:pPr marL="114300" lvl="1" indent="-114300" algn="l" defTabSz="622300">
            <a:lnSpc>
              <a:spcPct val="90000"/>
            </a:lnSpc>
            <a:spcBef>
              <a:spcPct val="0"/>
            </a:spcBef>
            <a:spcAft>
              <a:spcPct val="20000"/>
            </a:spcAft>
            <a:buChar char="•"/>
          </a:pPr>
          <a:r>
            <a:rPr lang="es-ES_tradnl" sz="1400" kern="1200" dirty="0"/>
            <a:t>Concepto subjetivo (estética, prestaciones…).</a:t>
          </a:r>
          <a:endParaRPr lang="es-ES" sz="1400" kern="1200" dirty="0"/>
        </a:p>
      </dsp:txBody>
      <dsp:txXfrm>
        <a:off x="0" y="2734948"/>
        <a:ext cx="5469255" cy="794880"/>
      </dsp:txXfrm>
    </dsp:sp>
    <dsp:sp modelId="{CCCF821A-BA49-44DE-86D7-19581D23FBDE}">
      <dsp:nvSpPr>
        <dsp:cNvPr id="0" name=""/>
        <dsp:cNvSpPr/>
      </dsp:nvSpPr>
      <dsp:spPr>
        <a:xfrm>
          <a:off x="0" y="3529828"/>
          <a:ext cx="5469255" cy="898560"/>
        </a:xfrm>
        <a:prstGeom prst="roundRect">
          <a:avLst/>
        </a:prstGeom>
        <a:gradFill rotWithShape="0">
          <a:gsLst>
            <a:gs pos="0">
              <a:schemeClr val="lt1">
                <a:hueOff val="0"/>
                <a:satOff val="0"/>
                <a:lumOff val="0"/>
                <a:alphaOff val="0"/>
                <a:lumMod val="110000"/>
                <a:satMod val="105000"/>
                <a:tint val="67000"/>
              </a:schemeClr>
            </a:gs>
            <a:gs pos="50000">
              <a:schemeClr val="lt1">
                <a:hueOff val="0"/>
                <a:satOff val="0"/>
                <a:lumOff val="0"/>
                <a:alphaOff val="0"/>
                <a:lumMod val="105000"/>
                <a:satMod val="103000"/>
                <a:tint val="73000"/>
              </a:schemeClr>
            </a:gs>
            <a:gs pos="100000">
              <a:schemeClr val="l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s-ES_tradnl" sz="2000" b="1" kern="1200"/>
            <a:t>TIEMPO</a:t>
          </a:r>
          <a:endParaRPr lang="es-ES" sz="2000" kern="1200"/>
        </a:p>
      </dsp:txBody>
      <dsp:txXfrm>
        <a:off x="43864" y="3573692"/>
        <a:ext cx="5381527" cy="810832"/>
      </dsp:txXfrm>
    </dsp:sp>
    <dsp:sp modelId="{964DCEE9-E009-4D00-A32B-E9A3D1902113}">
      <dsp:nvSpPr>
        <dsp:cNvPr id="0" name=""/>
        <dsp:cNvSpPr/>
      </dsp:nvSpPr>
      <dsp:spPr>
        <a:xfrm>
          <a:off x="0" y="4428389"/>
          <a:ext cx="5469255" cy="10184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3649" tIns="17780" rIns="99568" bIns="17780" numCol="1" spcCol="1270" anchor="t" anchorCtr="0">
          <a:noAutofit/>
        </a:bodyPr>
        <a:lstStyle/>
        <a:p>
          <a:pPr marL="114300" lvl="1" indent="-114300" algn="l" defTabSz="622300">
            <a:lnSpc>
              <a:spcPct val="90000"/>
            </a:lnSpc>
            <a:spcBef>
              <a:spcPct val="0"/>
            </a:spcBef>
            <a:spcAft>
              <a:spcPct val="20000"/>
            </a:spcAft>
            <a:buChar char="•"/>
          </a:pPr>
          <a:r>
            <a:rPr lang="es-ES_tradnl" sz="1400" b="1" kern="1200"/>
            <a:t>Entregas rápidas</a:t>
          </a:r>
          <a:r>
            <a:rPr lang="es-ES_tradnl" sz="1400" kern="1200"/>
            <a:t>: el producto llega al cliente antes que el de la competencia.</a:t>
          </a:r>
          <a:endParaRPr lang="es-ES" sz="1400" kern="1200"/>
        </a:p>
        <a:p>
          <a:pPr marL="114300" lvl="1" indent="-114300" algn="l" defTabSz="622300">
            <a:lnSpc>
              <a:spcPct val="90000"/>
            </a:lnSpc>
            <a:spcBef>
              <a:spcPct val="0"/>
            </a:spcBef>
            <a:spcAft>
              <a:spcPct val="20000"/>
            </a:spcAft>
            <a:buChar char="•"/>
          </a:pPr>
          <a:r>
            <a:rPr lang="es-ES_tradnl" sz="1400" b="1" kern="1200"/>
            <a:t>Entregas a tiempo</a:t>
          </a:r>
          <a:r>
            <a:rPr lang="es-ES_tradnl" sz="1400" kern="1200"/>
            <a:t>: la empresa cumple con la fecha de entrega que previamente había acordado. Su cumplimiento se relaciona con la fiabilidad y confianza.</a:t>
          </a:r>
          <a:endParaRPr lang="es-ES" sz="1400" kern="1200"/>
        </a:p>
      </dsp:txBody>
      <dsp:txXfrm>
        <a:off x="0" y="4428389"/>
        <a:ext cx="5469255" cy="1018440"/>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47D6395-ACA7-4F18-BF47-BD34B4E5EA91}">
      <dsp:nvSpPr>
        <dsp:cNvPr id="0" name=""/>
        <dsp:cNvSpPr/>
      </dsp:nvSpPr>
      <dsp:spPr>
        <a:xfrm>
          <a:off x="0" y="0"/>
          <a:ext cx="5669280" cy="823680"/>
        </a:xfrm>
        <a:prstGeom prst="roundRect">
          <a:avLst/>
        </a:prstGeom>
        <a:gradFill rotWithShape="0">
          <a:gsLst>
            <a:gs pos="0">
              <a:schemeClr val="lt1">
                <a:hueOff val="0"/>
                <a:satOff val="0"/>
                <a:lumOff val="0"/>
                <a:alphaOff val="0"/>
                <a:lumMod val="110000"/>
                <a:satMod val="105000"/>
                <a:tint val="67000"/>
              </a:schemeClr>
            </a:gs>
            <a:gs pos="50000">
              <a:schemeClr val="lt1">
                <a:hueOff val="0"/>
                <a:satOff val="0"/>
                <a:lumOff val="0"/>
                <a:alphaOff val="0"/>
                <a:lumMod val="105000"/>
                <a:satMod val="103000"/>
                <a:tint val="73000"/>
              </a:schemeClr>
            </a:gs>
            <a:gs pos="100000">
              <a:schemeClr val="l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s-ES_tradnl" sz="2000" b="1" kern="1200" dirty="0"/>
            <a:t>FLEXIBILIDAD</a:t>
          </a:r>
          <a:endParaRPr lang="es-ES" sz="2000" kern="1200" dirty="0"/>
        </a:p>
      </dsp:txBody>
      <dsp:txXfrm>
        <a:off x="40209" y="40209"/>
        <a:ext cx="5588862" cy="743262"/>
      </dsp:txXfrm>
    </dsp:sp>
    <dsp:sp modelId="{022E4AF5-563F-4BAC-81FE-6B1AFDA93C26}">
      <dsp:nvSpPr>
        <dsp:cNvPr id="0" name=""/>
        <dsp:cNvSpPr/>
      </dsp:nvSpPr>
      <dsp:spPr>
        <a:xfrm>
          <a:off x="0" y="840124"/>
          <a:ext cx="5669280" cy="10701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0000" tIns="17780" rIns="99568" bIns="17780" numCol="1" spcCol="1270" anchor="t" anchorCtr="0">
          <a:noAutofit/>
        </a:bodyPr>
        <a:lstStyle/>
        <a:p>
          <a:pPr marL="114300" lvl="1" indent="-114300" algn="l" defTabSz="622300">
            <a:lnSpc>
              <a:spcPct val="90000"/>
            </a:lnSpc>
            <a:spcBef>
              <a:spcPct val="0"/>
            </a:spcBef>
            <a:spcAft>
              <a:spcPct val="20000"/>
            </a:spcAft>
            <a:buChar char="•"/>
          </a:pPr>
          <a:r>
            <a:rPr lang="es-ES_tradnl" sz="1400" kern="1200" dirty="0"/>
            <a:t>Para responder con rapidez a los cambios del entorno.</a:t>
          </a:r>
          <a:endParaRPr lang="es-ES" sz="1400" kern="1200" dirty="0"/>
        </a:p>
        <a:p>
          <a:pPr marL="114300" lvl="1" indent="-114300" algn="l" defTabSz="622300">
            <a:lnSpc>
              <a:spcPct val="90000"/>
            </a:lnSpc>
            <a:spcBef>
              <a:spcPct val="0"/>
            </a:spcBef>
            <a:spcAft>
              <a:spcPct val="20000"/>
            </a:spcAft>
            <a:buChar char="•"/>
          </a:pPr>
          <a:r>
            <a:rPr lang="es-ES_tradnl" sz="1400" kern="1200"/>
            <a:t>Para modificar el proceso de producción y ante cambios en la demanda.</a:t>
          </a:r>
          <a:endParaRPr lang="es-ES" sz="1400" kern="1200"/>
        </a:p>
        <a:p>
          <a:pPr marL="114300" lvl="1" indent="-114300" algn="l" defTabSz="622300">
            <a:lnSpc>
              <a:spcPct val="90000"/>
            </a:lnSpc>
            <a:spcBef>
              <a:spcPct val="0"/>
            </a:spcBef>
            <a:spcAft>
              <a:spcPct val="20000"/>
            </a:spcAft>
            <a:buChar char="•"/>
          </a:pPr>
          <a:r>
            <a:rPr lang="es-ES_tradnl" sz="1400" kern="1200" dirty="0"/>
            <a:t>Puede ser: en volumen, en número de productos y/o servicios y en gama.</a:t>
          </a:r>
          <a:endParaRPr lang="es-ES" sz="1400" kern="1200" dirty="0"/>
        </a:p>
      </dsp:txBody>
      <dsp:txXfrm>
        <a:off x="0" y="840124"/>
        <a:ext cx="5669280" cy="1070190"/>
      </dsp:txXfrm>
    </dsp:sp>
    <dsp:sp modelId="{2B348A27-2D20-4872-8BFD-10F2AA4ABD37}">
      <dsp:nvSpPr>
        <dsp:cNvPr id="0" name=""/>
        <dsp:cNvSpPr/>
      </dsp:nvSpPr>
      <dsp:spPr>
        <a:xfrm>
          <a:off x="0" y="1910314"/>
          <a:ext cx="5669280" cy="823680"/>
        </a:xfrm>
        <a:prstGeom prst="roundRect">
          <a:avLst/>
        </a:prstGeom>
        <a:gradFill rotWithShape="0">
          <a:gsLst>
            <a:gs pos="0">
              <a:schemeClr val="lt1">
                <a:hueOff val="0"/>
                <a:satOff val="0"/>
                <a:lumOff val="0"/>
                <a:alphaOff val="0"/>
                <a:lumMod val="110000"/>
                <a:satMod val="105000"/>
                <a:tint val="67000"/>
              </a:schemeClr>
            </a:gs>
            <a:gs pos="50000">
              <a:schemeClr val="lt1">
                <a:hueOff val="0"/>
                <a:satOff val="0"/>
                <a:lumOff val="0"/>
                <a:alphaOff val="0"/>
                <a:lumMod val="105000"/>
                <a:satMod val="103000"/>
                <a:tint val="73000"/>
              </a:schemeClr>
            </a:gs>
            <a:gs pos="100000">
              <a:schemeClr val="l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s-ES" sz="2000" b="1" kern="1200" dirty="0"/>
            <a:t>SERVICIO</a:t>
          </a:r>
        </a:p>
      </dsp:txBody>
      <dsp:txXfrm>
        <a:off x="40209" y="1950523"/>
        <a:ext cx="5588862" cy="743262"/>
      </dsp:txXfrm>
    </dsp:sp>
    <dsp:sp modelId="{EA8414D2-1598-44A9-94E1-8E9729FE0DEE}">
      <dsp:nvSpPr>
        <dsp:cNvPr id="0" name=""/>
        <dsp:cNvSpPr/>
      </dsp:nvSpPr>
      <dsp:spPr>
        <a:xfrm>
          <a:off x="0" y="2733994"/>
          <a:ext cx="5669280" cy="7286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0000" tIns="17780" rIns="99568" bIns="17780" numCol="1" spcCol="1270" anchor="t" anchorCtr="0">
          <a:noAutofit/>
        </a:bodyPr>
        <a:lstStyle/>
        <a:p>
          <a:pPr marL="114300" lvl="1" indent="-114300" algn="l" defTabSz="622300">
            <a:lnSpc>
              <a:spcPct val="90000"/>
            </a:lnSpc>
            <a:spcBef>
              <a:spcPct val="0"/>
            </a:spcBef>
            <a:spcAft>
              <a:spcPct val="20000"/>
            </a:spcAft>
            <a:buChar char="•"/>
          </a:pPr>
          <a:r>
            <a:rPr lang="es-ES" sz="1400" kern="1200" dirty="0"/>
            <a:t>Preventa: sencillez de uso, facilidades de financiación, etc.</a:t>
          </a:r>
        </a:p>
        <a:p>
          <a:pPr marL="114300" lvl="1" indent="-114300" algn="l" defTabSz="622300">
            <a:lnSpc>
              <a:spcPct val="90000"/>
            </a:lnSpc>
            <a:spcBef>
              <a:spcPct val="0"/>
            </a:spcBef>
            <a:spcAft>
              <a:spcPct val="20000"/>
            </a:spcAft>
            <a:buChar char="•"/>
          </a:pPr>
          <a:r>
            <a:rPr lang="es-ES" sz="1400" kern="1200" dirty="0"/>
            <a:t>Posventa: no defectos, servicio de reparaciones, mantenimiento, consultas…</a:t>
          </a:r>
        </a:p>
      </dsp:txBody>
      <dsp:txXfrm>
        <a:off x="0" y="2733994"/>
        <a:ext cx="5669280" cy="728640"/>
      </dsp:txXfrm>
    </dsp:sp>
    <dsp:sp modelId="{0B0F45BD-A7C9-47CD-892D-53B921F4C2E5}">
      <dsp:nvSpPr>
        <dsp:cNvPr id="0" name=""/>
        <dsp:cNvSpPr/>
      </dsp:nvSpPr>
      <dsp:spPr>
        <a:xfrm>
          <a:off x="0" y="3462634"/>
          <a:ext cx="5669280" cy="823680"/>
        </a:xfrm>
        <a:prstGeom prst="roundRect">
          <a:avLst/>
        </a:prstGeom>
        <a:gradFill rotWithShape="0">
          <a:gsLst>
            <a:gs pos="0">
              <a:schemeClr val="lt1">
                <a:hueOff val="0"/>
                <a:satOff val="0"/>
                <a:lumOff val="0"/>
                <a:alphaOff val="0"/>
                <a:lumMod val="110000"/>
                <a:satMod val="105000"/>
                <a:tint val="67000"/>
              </a:schemeClr>
            </a:gs>
            <a:gs pos="50000">
              <a:schemeClr val="lt1">
                <a:hueOff val="0"/>
                <a:satOff val="0"/>
                <a:lumOff val="0"/>
                <a:alphaOff val="0"/>
                <a:lumMod val="105000"/>
                <a:satMod val="103000"/>
                <a:tint val="73000"/>
              </a:schemeClr>
            </a:gs>
            <a:gs pos="100000">
              <a:schemeClr val="l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s-ES" sz="2000" b="1" kern="1200" dirty="0"/>
            <a:t>INNOVACIÓN</a:t>
          </a:r>
        </a:p>
      </dsp:txBody>
      <dsp:txXfrm>
        <a:off x="40209" y="3502843"/>
        <a:ext cx="5588862" cy="743262"/>
      </dsp:txXfrm>
    </dsp:sp>
    <dsp:sp modelId="{5C273C35-A4EB-4D72-9EEA-1B8FC369AD93}">
      <dsp:nvSpPr>
        <dsp:cNvPr id="0" name=""/>
        <dsp:cNvSpPr/>
      </dsp:nvSpPr>
      <dsp:spPr>
        <a:xfrm>
          <a:off x="0" y="4413034"/>
          <a:ext cx="5669280" cy="823680"/>
        </a:xfrm>
        <a:prstGeom prst="roundRect">
          <a:avLst/>
        </a:prstGeom>
        <a:gradFill rotWithShape="0">
          <a:gsLst>
            <a:gs pos="0">
              <a:schemeClr val="lt1">
                <a:hueOff val="0"/>
                <a:satOff val="0"/>
                <a:lumOff val="0"/>
                <a:alphaOff val="0"/>
                <a:lumMod val="110000"/>
                <a:satMod val="105000"/>
                <a:tint val="67000"/>
              </a:schemeClr>
            </a:gs>
            <a:gs pos="50000">
              <a:schemeClr val="lt1">
                <a:hueOff val="0"/>
                <a:satOff val="0"/>
                <a:lumOff val="0"/>
                <a:alphaOff val="0"/>
                <a:lumMod val="105000"/>
                <a:satMod val="103000"/>
                <a:tint val="73000"/>
              </a:schemeClr>
            </a:gs>
            <a:gs pos="100000">
              <a:schemeClr val="l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s-ES" sz="2000" b="1" kern="1200" dirty="0"/>
            <a:t>ECOEFICIENCIA</a:t>
          </a:r>
        </a:p>
      </dsp:txBody>
      <dsp:txXfrm>
        <a:off x="40209" y="4453243"/>
        <a:ext cx="5588862" cy="743262"/>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A4B3162-2CC4-44BD-9370-98EBE22C9712}">
      <dsp:nvSpPr>
        <dsp:cNvPr id="0" name=""/>
        <dsp:cNvSpPr/>
      </dsp:nvSpPr>
      <dsp:spPr>
        <a:xfrm>
          <a:off x="0" y="96808"/>
          <a:ext cx="6984776" cy="608400"/>
        </a:xfrm>
        <a:prstGeom prst="round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s-ES" sz="2600" b="1" kern="1200" dirty="0"/>
            <a:t>Estratégicas o estructurales</a:t>
          </a:r>
        </a:p>
      </dsp:txBody>
      <dsp:txXfrm>
        <a:off x="29700" y="126508"/>
        <a:ext cx="6925376" cy="549000"/>
      </dsp:txXfrm>
    </dsp:sp>
    <dsp:sp modelId="{E17FA599-431E-4156-BD5A-443A3B371F3C}">
      <dsp:nvSpPr>
        <dsp:cNvPr id="0" name=""/>
        <dsp:cNvSpPr/>
      </dsp:nvSpPr>
      <dsp:spPr>
        <a:xfrm>
          <a:off x="0" y="721298"/>
          <a:ext cx="6984776" cy="19913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21767" tIns="33020" rIns="184912" bIns="33020" numCol="1" spcCol="1270" anchor="t" anchorCtr="0">
          <a:noAutofit/>
        </a:bodyPr>
        <a:lstStyle/>
        <a:p>
          <a:pPr marL="228600" lvl="1" indent="-228600" algn="l" defTabSz="889000">
            <a:lnSpc>
              <a:spcPct val="90000"/>
            </a:lnSpc>
            <a:spcBef>
              <a:spcPct val="0"/>
            </a:spcBef>
            <a:spcAft>
              <a:spcPct val="20000"/>
            </a:spcAft>
            <a:buChar char="•"/>
          </a:pPr>
          <a:r>
            <a:rPr lang="es-ES" sz="2000" kern="1200" dirty="0"/>
            <a:t>Diseño de los bienes y servicios</a:t>
          </a:r>
        </a:p>
        <a:p>
          <a:pPr marL="228600" lvl="1" indent="-228600" algn="l" defTabSz="889000">
            <a:lnSpc>
              <a:spcPct val="90000"/>
            </a:lnSpc>
            <a:spcBef>
              <a:spcPct val="0"/>
            </a:spcBef>
            <a:spcAft>
              <a:spcPct val="20000"/>
            </a:spcAft>
            <a:buChar char="•"/>
          </a:pPr>
          <a:r>
            <a:rPr lang="es-ES" sz="2000" kern="1200" dirty="0"/>
            <a:t>Proceso Productivo y capacidad</a:t>
          </a:r>
        </a:p>
        <a:p>
          <a:pPr marL="228600" lvl="1" indent="-228600" algn="l" defTabSz="889000">
            <a:lnSpc>
              <a:spcPct val="90000"/>
            </a:lnSpc>
            <a:spcBef>
              <a:spcPct val="0"/>
            </a:spcBef>
            <a:spcAft>
              <a:spcPct val="20000"/>
            </a:spcAft>
            <a:buChar char="•"/>
          </a:pPr>
          <a:r>
            <a:rPr lang="es-ES" sz="2000" kern="1200" dirty="0"/>
            <a:t>Localización de las instalaciones</a:t>
          </a:r>
        </a:p>
        <a:p>
          <a:pPr marL="228600" lvl="1" indent="-228600" algn="l" defTabSz="889000">
            <a:lnSpc>
              <a:spcPct val="90000"/>
            </a:lnSpc>
            <a:spcBef>
              <a:spcPct val="0"/>
            </a:spcBef>
            <a:spcAft>
              <a:spcPct val="20000"/>
            </a:spcAft>
            <a:buChar char="•"/>
          </a:pPr>
          <a:r>
            <a:rPr lang="es-ES" sz="2000" kern="1200" dirty="0"/>
            <a:t>Distribución en planta</a:t>
          </a:r>
        </a:p>
        <a:p>
          <a:pPr marL="228600" lvl="1" indent="-228600" algn="l" defTabSz="889000">
            <a:lnSpc>
              <a:spcPct val="90000"/>
            </a:lnSpc>
            <a:spcBef>
              <a:spcPct val="0"/>
            </a:spcBef>
            <a:spcAft>
              <a:spcPct val="20000"/>
            </a:spcAft>
            <a:buChar char="•"/>
          </a:pPr>
          <a:r>
            <a:rPr lang="es-ES" sz="2000" kern="1200" dirty="0"/>
            <a:t>Recursos humanos y diseño del trabajo</a:t>
          </a:r>
        </a:p>
        <a:p>
          <a:pPr marL="228600" lvl="1" indent="-228600" algn="l" defTabSz="889000">
            <a:lnSpc>
              <a:spcPct val="90000"/>
            </a:lnSpc>
            <a:spcBef>
              <a:spcPct val="0"/>
            </a:spcBef>
            <a:spcAft>
              <a:spcPct val="20000"/>
            </a:spcAft>
            <a:buChar char="•"/>
          </a:pPr>
          <a:r>
            <a:rPr lang="es-ES" sz="2000" kern="1200" dirty="0"/>
            <a:t>Gestión de Calidad</a:t>
          </a:r>
        </a:p>
      </dsp:txBody>
      <dsp:txXfrm>
        <a:off x="0" y="721298"/>
        <a:ext cx="6984776" cy="1991340"/>
      </dsp:txXfrm>
    </dsp:sp>
    <dsp:sp modelId="{5413B477-F621-434F-A86D-8CDA5D42CC9C}">
      <dsp:nvSpPr>
        <dsp:cNvPr id="0" name=""/>
        <dsp:cNvSpPr/>
      </dsp:nvSpPr>
      <dsp:spPr>
        <a:xfrm>
          <a:off x="0" y="2712639"/>
          <a:ext cx="6984776" cy="608400"/>
        </a:xfrm>
        <a:prstGeom prst="round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s-ES" sz="2600" b="1" kern="1200" dirty="0"/>
            <a:t>Tácticas</a:t>
          </a:r>
        </a:p>
      </dsp:txBody>
      <dsp:txXfrm>
        <a:off x="29700" y="2742339"/>
        <a:ext cx="6925376" cy="549000"/>
      </dsp:txXfrm>
    </dsp:sp>
    <dsp:sp modelId="{64E1BD59-5717-4CC4-96A0-AA57545D983C}">
      <dsp:nvSpPr>
        <dsp:cNvPr id="0" name=""/>
        <dsp:cNvSpPr/>
      </dsp:nvSpPr>
      <dsp:spPr>
        <a:xfrm>
          <a:off x="0" y="3321039"/>
          <a:ext cx="6984776" cy="13185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21767" tIns="33020" rIns="184912" bIns="33020" numCol="1" spcCol="1270" anchor="t" anchorCtr="0">
          <a:noAutofit/>
        </a:bodyPr>
        <a:lstStyle/>
        <a:p>
          <a:pPr marL="228600" lvl="1" indent="-228600" algn="l" defTabSz="889000">
            <a:lnSpc>
              <a:spcPct val="90000"/>
            </a:lnSpc>
            <a:spcBef>
              <a:spcPct val="0"/>
            </a:spcBef>
            <a:spcAft>
              <a:spcPct val="20000"/>
            </a:spcAft>
            <a:buChar char="•"/>
          </a:pPr>
          <a:r>
            <a:rPr lang="es-ES" sz="2000" kern="1200" dirty="0"/>
            <a:t>Planificación y programación de la producción</a:t>
          </a:r>
        </a:p>
        <a:p>
          <a:pPr marL="228600" lvl="1" indent="-228600" algn="l" defTabSz="889000">
            <a:lnSpc>
              <a:spcPct val="90000"/>
            </a:lnSpc>
            <a:spcBef>
              <a:spcPct val="0"/>
            </a:spcBef>
            <a:spcAft>
              <a:spcPct val="20000"/>
            </a:spcAft>
            <a:buChar char="•"/>
          </a:pPr>
          <a:r>
            <a:rPr lang="es-ES" sz="2000" kern="1200" dirty="0"/>
            <a:t>Gestión de inventarios</a:t>
          </a:r>
        </a:p>
        <a:p>
          <a:pPr marL="228600" lvl="1" indent="-228600" algn="l" defTabSz="889000">
            <a:lnSpc>
              <a:spcPct val="90000"/>
            </a:lnSpc>
            <a:spcBef>
              <a:spcPct val="0"/>
            </a:spcBef>
            <a:spcAft>
              <a:spcPct val="20000"/>
            </a:spcAft>
            <a:buChar char="•"/>
          </a:pPr>
          <a:r>
            <a:rPr lang="es-ES" sz="2000" kern="1200" dirty="0"/>
            <a:t>Gestión de la cadena de suministro</a:t>
          </a:r>
        </a:p>
        <a:p>
          <a:pPr marL="228600" lvl="1" indent="-228600" algn="l" defTabSz="889000">
            <a:lnSpc>
              <a:spcPct val="90000"/>
            </a:lnSpc>
            <a:spcBef>
              <a:spcPct val="0"/>
            </a:spcBef>
            <a:spcAft>
              <a:spcPct val="20000"/>
            </a:spcAft>
            <a:buChar char="•"/>
          </a:pPr>
          <a:r>
            <a:rPr lang="es-ES" sz="2000" kern="1200" dirty="0"/>
            <a:t>Mantenimiento</a:t>
          </a:r>
        </a:p>
      </dsp:txBody>
      <dsp:txXfrm>
        <a:off x="0" y="3321039"/>
        <a:ext cx="6984776" cy="1318590"/>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D745072-B3C3-4173-AB36-8A592B131E4D}">
      <dsp:nvSpPr>
        <dsp:cNvPr id="0" name=""/>
        <dsp:cNvSpPr/>
      </dsp:nvSpPr>
      <dsp:spPr>
        <a:xfrm>
          <a:off x="1520" y="11809"/>
          <a:ext cx="1238295" cy="28800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48768" rIns="85344" bIns="48768" numCol="1" spcCol="1270" anchor="ctr" anchorCtr="0">
          <a:noAutofit/>
        </a:bodyPr>
        <a:lstStyle/>
        <a:p>
          <a:pPr marL="0" lvl="0" indent="0" algn="ctr" defTabSz="533400">
            <a:lnSpc>
              <a:spcPct val="90000"/>
            </a:lnSpc>
            <a:spcBef>
              <a:spcPct val="0"/>
            </a:spcBef>
            <a:spcAft>
              <a:spcPct val="35000"/>
            </a:spcAft>
            <a:buNone/>
          </a:pPr>
          <a:r>
            <a:rPr lang="es-ES" sz="1200" kern="1200" dirty="0"/>
            <a:t>Prestaciones</a:t>
          </a:r>
        </a:p>
      </dsp:txBody>
      <dsp:txXfrm>
        <a:off x="1520" y="11809"/>
        <a:ext cx="1238295" cy="288000"/>
      </dsp:txXfrm>
    </dsp:sp>
    <dsp:sp modelId="{CE2F492F-5E1E-4780-99FD-91548DA73BC2}">
      <dsp:nvSpPr>
        <dsp:cNvPr id="0" name=""/>
        <dsp:cNvSpPr/>
      </dsp:nvSpPr>
      <dsp:spPr>
        <a:xfrm>
          <a:off x="1520" y="299809"/>
          <a:ext cx="1238295" cy="439200"/>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BA13FF65-D888-4C96-9088-632231A57302}">
      <dsp:nvSpPr>
        <dsp:cNvPr id="0" name=""/>
        <dsp:cNvSpPr/>
      </dsp:nvSpPr>
      <dsp:spPr>
        <a:xfrm>
          <a:off x="1413177" y="11809"/>
          <a:ext cx="1238295" cy="28800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48768" rIns="85344" bIns="48768" numCol="1" spcCol="1270" anchor="ctr" anchorCtr="0">
          <a:noAutofit/>
        </a:bodyPr>
        <a:lstStyle/>
        <a:p>
          <a:pPr marL="0" lvl="0" indent="0" algn="ctr" defTabSz="533400">
            <a:lnSpc>
              <a:spcPct val="90000"/>
            </a:lnSpc>
            <a:spcBef>
              <a:spcPct val="0"/>
            </a:spcBef>
            <a:spcAft>
              <a:spcPct val="35000"/>
            </a:spcAft>
            <a:buNone/>
          </a:pPr>
          <a:r>
            <a:rPr lang="es-ES" sz="1200" kern="1200" dirty="0"/>
            <a:t>Peculiaridades</a:t>
          </a:r>
        </a:p>
      </dsp:txBody>
      <dsp:txXfrm>
        <a:off x="1413177" y="11809"/>
        <a:ext cx="1238295" cy="288000"/>
      </dsp:txXfrm>
    </dsp:sp>
    <dsp:sp modelId="{B453BE06-964C-4AB4-B035-12F8108636C7}">
      <dsp:nvSpPr>
        <dsp:cNvPr id="0" name=""/>
        <dsp:cNvSpPr/>
      </dsp:nvSpPr>
      <dsp:spPr>
        <a:xfrm>
          <a:off x="1413177" y="299809"/>
          <a:ext cx="1238295" cy="439200"/>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FA3842C-7102-471A-BA4F-DA3591BC6925}">
      <dsp:nvSpPr>
        <dsp:cNvPr id="0" name=""/>
        <dsp:cNvSpPr/>
      </dsp:nvSpPr>
      <dsp:spPr>
        <a:xfrm>
          <a:off x="2824835" y="11809"/>
          <a:ext cx="1238295" cy="28800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48768" rIns="85344" bIns="48768" numCol="1" spcCol="1270" anchor="ctr" anchorCtr="0">
          <a:noAutofit/>
        </a:bodyPr>
        <a:lstStyle/>
        <a:p>
          <a:pPr marL="0" lvl="0" indent="0" algn="ctr" defTabSz="533400">
            <a:lnSpc>
              <a:spcPct val="90000"/>
            </a:lnSpc>
            <a:spcBef>
              <a:spcPct val="0"/>
            </a:spcBef>
            <a:spcAft>
              <a:spcPct val="35000"/>
            </a:spcAft>
            <a:buNone/>
          </a:pPr>
          <a:r>
            <a:rPr lang="es-ES" sz="1200" kern="1200" dirty="0"/>
            <a:t>Fiabilidad</a:t>
          </a:r>
        </a:p>
      </dsp:txBody>
      <dsp:txXfrm>
        <a:off x="2824835" y="11809"/>
        <a:ext cx="1238295" cy="288000"/>
      </dsp:txXfrm>
    </dsp:sp>
    <dsp:sp modelId="{68DE5D30-090E-45D6-876C-5F40D71FF65E}">
      <dsp:nvSpPr>
        <dsp:cNvPr id="0" name=""/>
        <dsp:cNvSpPr/>
      </dsp:nvSpPr>
      <dsp:spPr>
        <a:xfrm>
          <a:off x="2824835" y="299809"/>
          <a:ext cx="1238295" cy="439200"/>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52A671A4-9E73-442C-90F2-4BC05C1ADB72}">
      <dsp:nvSpPr>
        <dsp:cNvPr id="0" name=""/>
        <dsp:cNvSpPr/>
      </dsp:nvSpPr>
      <dsp:spPr>
        <a:xfrm>
          <a:off x="4236492" y="11809"/>
          <a:ext cx="1238295" cy="28800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48768" rIns="85344" bIns="48768" numCol="1" spcCol="1270" anchor="ctr" anchorCtr="0">
          <a:noAutofit/>
        </a:bodyPr>
        <a:lstStyle/>
        <a:p>
          <a:pPr marL="0" lvl="0" indent="0" algn="ctr" defTabSz="533400">
            <a:lnSpc>
              <a:spcPct val="90000"/>
            </a:lnSpc>
            <a:spcBef>
              <a:spcPct val="0"/>
            </a:spcBef>
            <a:spcAft>
              <a:spcPct val="35000"/>
            </a:spcAft>
            <a:buNone/>
          </a:pPr>
          <a:r>
            <a:rPr lang="es-ES" sz="1200" kern="1200"/>
            <a:t>Conformidad</a:t>
          </a:r>
        </a:p>
      </dsp:txBody>
      <dsp:txXfrm>
        <a:off x="4236492" y="11809"/>
        <a:ext cx="1238295" cy="288000"/>
      </dsp:txXfrm>
    </dsp:sp>
    <dsp:sp modelId="{6FE0F037-1EC6-45EF-94D6-0B0BF15F89A0}">
      <dsp:nvSpPr>
        <dsp:cNvPr id="0" name=""/>
        <dsp:cNvSpPr/>
      </dsp:nvSpPr>
      <dsp:spPr>
        <a:xfrm>
          <a:off x="4236492" y="299809"/>
          <a:ext cx="1238295" cy="439200"/>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5965EEF-69FE-49AA-9F79-33E7CD9FB8A3}">
      <dsp:nvSpPr>
        <dsp:cNvPr id="0" name=""/>
        <dsp:cNvSpPr/>
      </dsp:nvSpPr>
      <dsp:spPr>
        <a:xfrm>
          <a:off x="5648149" y="11809"/>
          <a:ext cx="1238295" cy="28800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48768" rIns="85344" bIns="48768" numCol="1" spcCol="1270" anchor="ctr" anchorCtr="0">
          <a:noAutofit/>
        </a:bodyPr>
        <a:lstStyle/>
        <a:p>
          <a:pPr marL="0" lvl="0" indent="0" algn="ctr" defTabSz="533400">
            <a:lnSpc>
              <a:spcPct val="90000"/>
            </a:lnSpc>
            <a:spcBef>
              <a:spcPct val="0"/>
            </a:spcBef>
            <a:spcAft>
              <a:spcPct val="35000"/>
            </a:spcAft>
            <a:buNone/>
          </a:pPr>
          <a:r>
            <a:rPr lang="es-ES" sz="1200" kern="1200"/>
            <a:t>Durabilidad</a:t>
          </a:r>
        </a:p>
      </dsp:txBody>
      <dsp:txXfrm>
        <a:off x="5648149" y="11809"/>
        <a:ext cx="1238295" cy="288000"/>
      </dsp:txXfrm>
    </dsp:sp>
    <dsp:sp modelId="{C77AE7DE-B05F-4FB3-BBA7-84BB3B75A864}">
      <dsp:nvSpPr>
        <dsp:cNvPr id="0" name=""/>
        <dsp:cNvSpPr/>
      </dsp:nvSpPr>
      <dsp:spPr>
        <a:xfrm>
          <a:off x="5648149" y="299809"/>
          <a:ext cx="1238295" cy="439200"/>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FB25358-C863-481D-A0C8-C8CDBFCA98F3}">
      <dsp:nvSpPr>
        <dsp:cNvPr id="0" name=""/>
        <dsp:cNvSpPr/>
      </dsp:nvSpPr>
      <dsp:spPr>
        <a:xfrm>
          <a:off x="7059806" y="11809"/>
          <a:ext cx="1238295" cy="28800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48768" rIns="85344" bIns="48768" numCol="1" spcCol="1270" anchor="ctr" anchorCtr="0">
          <a:noAutofit/>
        </a:bodyPr>
        <a:lstStyle/>
        <a:p>
          <a:pPr marL="0" lvl="0" indent="0" algn="ctr" defTabSz="533400">
            <a:lnSpc>
              <a:spcPct val="90000"/>
            </a:lnSpc>
            <a:spcBef>
              <a:spcPct val="0"/>
            </a:spcBef>
            <a:spcAft>
              <a:spcPct val="35000"/>
            </a:spcAft>
            <a:buNone/>
          </a:pPr>
          <a:r>
            <a:rPr lang="es-ES" sz="1200" kern="1200" dirty="0"/>
            <a:t>Servicio</a:t>
          </a:r>
        </a:p>
      </dsp:txBody>
      <dsp:txXfrm>
        <a:off x="7059806" y="11809"/>
        <a:ext cx="1238295" cy="288000"/>
      </dsp:txXfrm>
    </dsp:sp>
    <dsp:sp modelId="{EA447E27-8416-4015-B20C-093F515A0E43}">
      <dsp:nvSpPr>
        <dsp:cNvPr id="0" name=""/>
        <dsp:cNvSpPr/>
      </dsp:nvSpPr>
      <dsp:spPr>
        <a:xfrm>
          <a:off x="7059806" y="299809"/>
          <a:ext cx="1238295" cy="439200"/>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15605DB-744A-4CD9-A04C-FAAFEDE1F377}">
      <dsp:nvSpPr>
        <dsp:cNvPr id="0" name=""/>
        <dsp:cNvSpPr/>
      </dsp:nvSpPr>
      <dsp:spPr>
        <a:xfrm>
          <a:off x="8471464" y="11809"/>
          <a:ext cx="1238295" cy="28800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48768" rIns="85344" bIns="48768" numCol="1" spcCol="1270" anchor="ctr" anchorCtr="0">
          <a:noAutofit/>
        </a:bodyPr>
        <a:lstStyle/>
        <a:p>
          <a:pPr marL="0" lvl="0" indent="0" algn="ctr" defTabSz="533400">
            <a:lnSpc>
              <a:spcPct val="90000"/>
            </a:lnSpc>
            <a:spcBef>
              <a:spcPct val="0"/>
            </a:spcBef>
            <a:spcAft>
              <a:spcPct val="35000"/>
            </a:spcAft>
            <a:buNone/>
          </a:pPr>
          <a:r>
            <a:rPr lang="es-ES" sz="1200" kern="1200" dirty="0"/>
            <a:t>Estética</a:t>
          </a:r>
        </a:p>
      </dsp:txBody>
      <dsp:txXfrm>
        <a:off x="8471464" y="11809"/>
        <a:ext cx="1238295" cy="288000"/>
      </dsp:txXfrm>
    </dsp:sp>
    <dsp:sp modelId="{96E116C0-7496-4325-972E-239092C6569F}">
      <dsp:nvSpPr>
        <dsp:cNvPr id="0" name=""/>
        <dsp:cNvSpPr/>
      </dsp:nvSpPr>
      <dsp:spPr>
        <a:xfrm>
          <a:off x="8471464" y="299809"/>
          <a:ext cx="1238295" cy="439200"/>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BCB81F86-9C4F-4F5D-81D2-8DB6B6CE4633}">
      <dsp:nvSpPr>
        <dsp:cNvPr id="0" name=""/>
        <dsp:cNvSpPr/>
      </dsp:nvSpPr>
      <dsp:spPr>
        <a:xfrm>
          <a:off x="9883121" y="11809"/>
          <a:ext cx="1238295" cy="28800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48768" rIns="85344" bIns="48768" numCol="1" spcCol="1270" anchor="ctr" anchorCtr="0">
          <a:noAutofit/>
        </a:bodyPr>
        <a:lstStyle/>
        <a:p>
          <a:pPr marL="0" lvl="0" indent="0" algn="ctr" defTabSz="533400">
            <a:lnSpc>
              <a:spcPct val="90000"/>
            </a:lnSpc>
            <a:spcBef>
              <a:spcPct val="0"/>
            </a:spcBef>
            <a:spcAft>
              <a:spcPct val="35000"/>
            </a:spcAft>
            <a:buNone/>
          </a:pPr>
          <a:r>
            <a:rPr lang="es-ES" sz="1200" kern="1200" dirty="0"/>
            <a:t>Percepción</a:t>
          </a:r>
        </a:p>
      </dsp:txBody>
      <dsp:txXfrm>
        <a:off x="9883121" y="11809"/>
        <a:ext cx="1238295" cy="288000"/>
      </dsp:txXfrm>
    </dsp:sp>
    <dsp:sp modelId="{17E75613-2B59-4753-B782-DA96DEDBCFB8}">
      <dsp:nvSpPr>
        <dsp:cNvPr id="0" name=""/>
        <dsp:cNvSpPr/>
      </dsp:nvSpPr>
      <dsp:spPr>
        <a:xfrm>
          <a:off x="9883121" y="299809"/>
          <a:ext cx="1238295" cy="439200"/>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8.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9.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10.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1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5.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F7CA99-3B74-4244-BC91-2D855F66A0FB}" type="datetimeFigureOut">
              <a:rPr lang="es-ES" smtClean="0"/>
              <a:t>18/12/2024</a:t>
            </a:fld>
            <a:endParaRPr lang="es-ES"/>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7104B43-41F2-8F40-B773-401CEBBF2A97}" type="slidenum">
              <a:rPr lang="es-ES" smtClean="0"/>
              <a:t>‹Nº›</a:t>
            </a:fld>
            <a:endParaRPr lang="es-ES"/>
          </a:p>
        </p:txBody>
      </p:sp>
    </p:spTree>
    <p:extLst>
      <p:ext uri="{BB962C8B-B14F-4D97-AF65-F5344CB8AC3E}">
        <p14:creationId xmlns:p14="http://schemas.microsoft.com/office/powerpoint/2010/main" val="23017261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a:xfrm>
            <a:off x="685800" y="1143000"/>
            <a:ext cx="5486400" cy="3086100"/>
          </a:xfrm>
        </p:spPr>
      </p:sp>
      <p:sp>
        <p:nvSpPr>
          <p:cNvPr id="3" name="2 Marcador de notas"/>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MK:</a:t>
            </a:r>
            <a:r>
              <a:rPr lang="es-ES" baseline="0" dirty="0"/>
              <a:t> detectar necesidades del consumidor para producir productos que las satisfagan. </a:t>
            </a:r>
            <a:r>
              <a:rPr lang="es-ES_tradnl" altLang="es-ES_tradnl" sz="1200" dirty="0">
                <a:solidFill>
                  <a:schemeClr val="accent1">
                    <a:lumMod val="50000"/>
                  </a:schemeClr>
                </a:solidFill>
              </a:rPr>
              <a:t>HACER QUE LAS COSAS OCURRAN </a:t>
            </a:r>
          </a:p>
          <a:p>
            <a:endParaRPr lang="es-ES" dirty="0"/>
          </a:p>
        </p:txBody>
      </p:sp>
      <p:sp>
        <p:nvSpPr>
          <p:cNvPr id="4" name="3 Marcador de número de diapositiva"/>
          <p:cNvSpPr>
            <a:spLocks noGrp="1"/>
          </p:cNvSpPr>
          <p:nvPr>
            <p:ph type="sldNum" sz="quarter" idx="10"/>
          </p:nvPr>
        </p:nvSpPr>
        <p:spPr/>
        <p:txBody>
          <a:bodyPr/>
          <a:lstStyle/>
          <a:p>
            <a:fld id="{CEECDBCE-4DBF-4787-A3DF-9B00F446DCB3}" type="slidenum">
              <a:rPr lang="es-ES_tradnl" smtClean="0"/>
              <a:pPr/>
              <a:t>2</a:t>
            </a:fld>
            <a:endParaRPr lang="es-ES_tradnl"/>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1 Marcador de imagen de diapositiva">
            <a:extLst>
              <a:ext uri="{FF2B5EF4-FFF2-40B4-BE49-F238E27FC236}">
                <a16:creationId xmlns:a16="http://schemas.microsoft.com/office/drawing/2014/main" id="{C7F38BA1-F8FB-474E-A328-87B1B1651249}"/>
              </a:ext>
            </a:extLst>
          </p:cNvPr>
          <p:cNvSpPr>
            <a:spLocks noGrp="1" noRot="1" noChangeAspect="1" noTextEdit="1"/>
          </p:cNvSpPr>
          <p:nvPr>
            <p:ph type="sldImg"/>
          </p:nvPr>
        </p:nvSpPr>
        <p:spPr bwMode="auto">
          <a:xfrm>
            <a:off x="685800" y="1143000"/>
            <a:ext cx="5486400" cy="30861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8914" name="2 Marcador de notas">
            <a:extLst>
              <a:ext uri="{FF2B5EF4-FFF2-40B4-BE49-F238E27FC236}">
                <a16:creationId xmlns:a16="http://schemas.microsoft.com/office/drawing/2014/main" id="{AAF99C24-0F98-3647-942C-AC7EC168002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s-ES_tradnl" altLang="es-ES_tradnl"/>
          </a:p>
        </p:txBody>
      </p:sp>
      <p:sp>
        <p:nvSpPr>
          <p:cNvPr id="38915" name="3 Marcador de número de diapositiva">
            <a:extLst>
              <a:ext uri="{FF2B5EF4-FFF2-40B4-BE49-F238E27FC236}">
                <a16:creationId xmlns:a16="http://schemas.microsoft.com/office/drawing/2014/main" id="{A0D9CA04-9DEA-FD41-9126-70B1448CB28C}"/>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DBA505A2-9E95-0E41-A747-1BC441F89EB6}" type="slidenum">
              <a:rPr lang="es-ES_tradnl" altLang="es-ES_tradnl" smtClean="0"/>
              <a:pPr/>
              <a:t>3</a:t>
            </a:fld>
            <a:endParaRPr lang="es-ES_tradnl" altLang="es-ES_tradnl"/>
          </a:p>
        </p:txBody>
      </p:sp>
    </p:spTree>
    <p:extLst>
      <p:ext uri="{BB962C8B-B14F-4D97-AF65-F5344CB8AC3E}">
        <p14:creationId xmlns:p14="http://schemas.microsoft.com/office/powerpoint/2010/main" val="38963837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FB38BE68-D14D-4A5F-B473-E2A86B144F55}" type="slidenum">
              <a:rPr lang="es-ES_tradnl"/>
              <a:pPr/>
              <a:t>4</a:t>
            </a:fld>
            <a:endParaRPr lang="es-ES_tradnl"/>
          </a:p>
        </p:txBody>
      </p:sp>
      <p:sp>
        <p:nvSpPr>
          <p:cNvPr id="134146" name="1 Marcador de imagen de diapositiva"/>
          <p:cNvSpPr>
            <a:spLocks noGrp="1" noRot="1" noChangeAspect="1" noTextEdit="1"/>
          </p:cNvSpPr>
          <p:nvPr>
            <p:ph type="sldImg"/>
          </p:nvPr>
        </p:nvSpPr>
        <p:spPr>
          <a:xfrm>
            <a:off x="685800" y="1143000"/>
            <a:ext cx="5486400" cy="3086100"/>
          </a:xfrm>
          <a:ln/>
        </p:spPr>
      </p:sp>
      <p:sp>
        <p:nvSpPr>
          <p:cNvPr id="134147" name="2 Marcador de notas"/>
          <p:cNvSpPr>
            <a:spLocks noGrp="1"/>
          </p:cNvSpPr>
          <p:nvPr>
            <p:ph type="body" idx="1"/>
          </p:nvPr>
        </p:nvSpPr>
        <p:spPr/>
        <p:txBody>
          <a:bodyPr lIns="95481" tIns="47740" rIns="95481" bIns="47740"/>
          <a:lstStyle/>
          <a:p>
            <a:pPr>
              <a:spcBef>
                <a:spcPct val="0"/>
              </a:spcBef>
            </a:pPr>
            <a:r>
              <a:rPr lang="es-ES" dirty="0"/>
              <a:t>La</a:t>
            </a:r>
            <a:r>
              <a:rPr lang="es-ES" baseline="0" dirty="0"/>
              <a:t> función de producción es evidente en las empresas industriales: fabrican bienes tangibles.</a:t>
            </a:r>
          </a:p>
          <a:p>
            <a:pPr algn="just">
              <a:spcBef>
                <a:spcPct val="0"/>
              </a:spcBef>
            </a:pPr>
            <a:r>
              <a:rPr lang="es-ES" baseline="0" dirty="0"/>
              <a:t>En el caso de producción de servicios aunque menos evidente también existe porque a través de ellos se satisfacen necesidades que en el mercado tienen un valor.</a:t>
            </a:r>
          </a:p>
          <a:p>
            <a:pPr algn="just">
              <a:spcBef>
                <a:spcPct val="0"/>
              </a:spcBef>
            </a:pPr>
            <a:endParaRPr lang="es-ES" baseline="0" dirty="0"/>
          </a:p>
          <a:p>
            <a:pPr algn="just">
              <a:spcBef>
                <a:spcPct val="0"/>
              </a:spcBef>
            </a:pPr>
            <a:r>
              <a:rPr lang="es-ES" baseline="0" dirty="0"/>
              <a:t>INPUTS </a:t>
            </a:r>
            <a:r>
              <a:rPr lang="es-ES" baseline="0" dirty="0">
                <a:sym typeface="Wingdings" panose="05000000000000000000" pitchFamily="2" charset="2"/>
              </a:rPr>
              <a:t> RECURSOS NATURALES – CAPITAL – RECURSOS HUMANOS</a:t>
            </a:r>
            <a:endParaRPr lang="es-ES" baseline="0" dirty="0"/>
          </a:p>
          <a:p>
            <a:pPr algn="just">
              <a:spcBef>
                <a:spcPct val="0"/>
              </a:spcBef>
            </a:pPr>
            <a:endParaRPr lang="es-ES" baseline="0" dirty="0"/>
          </a:p>
          <a:p>
            <a:pPr algn="just">
              <a:spcBef>
                <a:spcPct val="0"/>
              </a:spcBef>
            </a:pPr>
            <a:r>
              <a:rPr lang="es-ES" baseline="0" dirty="0">
                <a:sym typeface="Wingdings" panose="05000000000000000000" pitchFamily="2" charset="2"/>
              </a:rPr>
              <a:t> Componentes del proceso de transformación: TAREAS – FLUJOS - ALMACENAMIENTO</a:t>
            </a:r>
            <a:endParaRPr lang="es-ES" baseline="0" dirty="0"/>
          </a:p>
          <a:p>
            <a:pPr algn="just">
              <a:spcBef>
                <a:spcPct val="0"/>
              </a:spcBef>
            </a:pPr>
            <a:endParaRPr lang="es-ES" u="sng" baseline="0" dirty="0"/>
          </a:p>
          <a:p>
            <a:pPr algn="just">
              <a:spcBef>
                <a:spcPct val="0"/>
              </a:spcBef>
            </a:pPr>
            <a:r>
              <a:rPr lang="es-ES" u="sng" baseline="0" dirty="0"/>
              <a:t>Estrategia de Producción</a:t>
            </a:r>
            <a:r>
              <a:rPr lang="es-ES" u="none" baseline="0" dirty="0"/>
              <a:t>, Esteban Fernández Sánchez y otros.</a:t>
            </a:r>
            <a:endParaRPr lang="es-ES" u="sng" baseline="0" dirty="0"/>
          </a:p>
          <a:p>
            <a:pPr algn="just">
              <a:spcBef>
                <a:spcPct val="0"/>
              </a:spcBef>
            </a:pPr>
            <a:endParaRPr lang="es-ES" baseline="0" dirty="0"/>
          </a:p>
          <a:p>
            <a:pPr algn="just">
              <a:spcBef>
                <a:spcPct val="0"/>
              </a:spcBef>
            </a:pPr>
            <a:r>
              <a:rPr lang="es-ES" u="sng" baseline="0" dirty="0"/>
              <a:t>TRANSFORMACIÓN EN SENTIDO AMPLIO</a:t>
            </a:r>
            <a:r>
              <a:rPr lang="es-ES" baseline="0" dirty="0"/>
              <a:t>: cualquier cambio, modificación o reorganización de los recursos que suponga creación de valor</a:t>
            </a:r>
          </a:p>
          <a:p>
            <a:pPr algn="just">
              <a:spcBef>
                <a:spcPct val="0"/>
              </a:spcBef>
            </a:pPr>
            <a:r>
              <a:rPr lang="es-ES" baseline="0" dirty="0"/>
              <a:t>Un SISTEMA PRODUCTIVO es el conjunto de características estructurales que configuran el proceso de transformación de una organización: es el resultado de todas las decisiones relativas al área de fabricación que se han tomado en los últimos años.</a:t>
            </a:r>
          </a:p>
          <a:p>
            <a:pPr algn="just">
              <a:spcBef>
                <a:spcPct val="0"/>
              </a:spcBef>
            </a:pPr>
            <a:endParaRPr lang="es-ES" baseline="0" dirty="0">
              <a:sym typeface="Wingdings" pitchFamily="2" charset="2"/>
            </a:endParaRPr>
          </a:p>
          <a:p>
            <a:pPr algn="just">
              <a:spcBef>
                <a:spcPct val="0"/>
              </a:spcBef>
              <a:buFont typeface="Wingdings"/>
              <a:buChar char="à"/>
            </a:pPr>
            <a:r>
              <a:rPr lang="es-ES" baseline="0" dirty="0">
                <a:sym typeface="Wingdings" pitchFamily="2" charset="2"/>
              </a:rPr>
              <a:t>Mi definición de </a:t>
            </a:r>
            <a:r>
              <a:rPr lang="es-ES" u="sng" baseline="0" dirty="0">
                <a:sym typeface="Wingdings" pitchFamily="2" charset="2"/>
              </a:rPr>
              <a:t>PROCESO DE TRANSFORMACIÓN</a:t>
            </a:r>
            <a:r>
              <a:rPr lang="es-ES" baseline="0" dirty="0">
                <a:sym typeface="Wingdings" pitchFamily="2" charset="2"/>
              </a:rPr>
              <a:t>: mecanismo de </a:t>
            </a:r>
            <a:r>
              <a:rPr lang="es-ES" baseline="0" dirty="0"/>
              <a:t>cambio, modificación o reorganización de los recursos que supone creación de valor</a:t>
            </a:r>
            <a:r>
              <a:rPr lang="es-ES" baseline="0" dirty="0">
                <a:sym typeface="Wingdings" pitchFamily="2" charset="2"/>
              </a:rPr>
              <a:t> y que se realiza en virtud de un determinado </a:t>
            </a:r>
            <a:r>
              <a:rPr lang="es-ES" u="sng" baseline="0" dirty="0">
                <a:sym typeface="Wingdings" pitchFamily="2" charset="2"/>
              </a:rPr>
              <a:t>SISTEMA PRODUCTIVO</a:t>
            </a:r>
            <a:r>
              <a:rPr lang="es-ES" baseline="0" dirty="0">
                <a:sym typeface="Wingdings" pitchFamily="2" charset="2"/>
              </a:rPr>
              <a:t>.</a:t>
            </a:r>
          </a:p>
          <a:p>
            <a:pPr algn="just">
              <a:spcBef>
                <a:spcPct val="0"/>
              </a:spcBef>
              <a:buFont typeface="Wingdings"/>
              <a:buNone/>
            </a:pPr>
            <a:r>
              <a:rPr lang="es-ES" baseline="0" dirty="0">
                <a:sym typeface="Wingdings" pitchFamily="2" charset="2"/>
              </a:rPr>
              <a:t>La producción es la actividad responsable de la creación de bienes y servicios (outputs)  la creación se logra mediante la transformación de BYS en otros BYS  puede ser:</a:t>
            </a:r>
          </a:p>
          <a:p>
            <a:pPr marL="228600" indent="-228600" algn="just">
              <a:spcBef>
                <a:spcPct val="0"/>
              </a:spcBef>
              <a:buFont typeface="Wingdings"/>
              <a:buAutoNum type="arabicPeriod"/>
            </a:pPr>
            <a:r>
              <a:rPr lang="es-ES" b="1" baseline="0" dirty="0">
                <a:sym typeface="Wingdings" pitchFamily="2" charset="2"/>
              </a:rPr>
              <a:t>Transformación FÍSICA  manufactura. </a:t>
            </a:r>
            <a:r>
              <a:rPr lang="es-ES" b="0" baseline="0" dirty="0" err="1">
                <a:sym typeface="Wingdings" pitchFamily="2" charset="2"/>
              </a:rPr>
              <a:t>P</a:t>
            </a:r>
            <a:r>
              <a:rPr lang="es-ES" baseline="0" dirty="0" err="1">
                <a:sym typeface="Wingdings" pitchFamily="2" charset="2"/>
              </a:rPr>
              <a:t>.e</a:t>
            </a:r>
            <a:r>
              <a:rPr lang="es-ES" baseline="0" dirty="0">
                <a:sym typeface="Wingdings" pitchFamily="2" charset="2"/>
              </a:rPr>
              <a:t>. fabricación de coches</a:t>
            </a:r>
          </a:p>
          <a:p>
            <a:pPr marL="228600" indent="-228600" algn="just">
              <a:spcBef>
                <a:spcPct val="0"/>
              </a:spcBef>
              <a:buFont typeface="Wingdings"/>
              <a:buAutoNum type="arabicPeriod"/>
            </a:pPr>
            <a:r>
              <a:rPr lang="es-ES" b="1" dirty="0"/>
              <a:t>Transformación</a:t>
            </a:r>
            <a:r>
              <a:rPr lang="es-ES" b="1" baseline="0" dirty="0"/>
              <a:t> LOCACIONAL </a:t>
            </a:r>
            <a:r>
              <a:rPr lang="es-ES" b="1" baseline="0" dirty="0">
                <a:sym typeface="Wingdings" panose="05000000000000000000" pitchFamily="2" charset="2"/>
              </a:rPr>
              <a:t> transporte</a:t>
            </a:r>
            <a:r>
              <a:rPr lang="es-ES" baseline="0" dirty="0"/>
              <a:t>: </a:t>
            </a:r>
            <a:r>
              <a:rPr lang="es-ES" baseline="0" dirty="0" err="1"/>
              <a:t>p.e</a:t>
            </a:r>
            <a:r>
              <a:rPr lang="es-ES" baseline="0" dirty="0"/>
              <a:t>. mantenimiento de una bodega.</a:t>
            </a:r>
          </a:p>
          <a:p>
            <a:pPr marL="228600" indent="-228600" algn="just">
              <a:spcBef>
                <a:spcPct val="0"/>
              </a:spcBef>
              <a:buFont typeface="Wingdings"/>
              <a:buAutoNum type="arabicPeriod"/>
            </a:pPr>
            <a:r>
              <a:rPr lang="es-ES" b="1" baseline="0" dirty="0"/>
              <a:t>Transformación TRANSACCIONAL </a:t>
            </a:r>
            <a:r>
              <a:rPr lang="es-ES" b="1" baseline="0" dirty="0">
                <a:sym typeface="Wingdings" panose="05000000000000000000" pitchFamily="2" charset="2"/>
              </a:rPr>
              <a:t> </a:t>
            </a:r>
            <a:r>
              <a:rPr lang="es-ES" b="1" baseline="0" dirty="0"/>
              <a:t>comercialización</a:t>
            </a:r>
            <a:r>
              <a:rPr lang="es-ES" baseline="0" dirty="0"/>
              <a:t> de productos.</a:t>
            </a:r>
          </a:p>
          <a:p>
            <a:pPr marL="0" indent="0" algn="just">
              <a:spcBef>
                <a:spcPct val="0"/>
              </a:spcBef>
              <a:buFont typeface="Wingdings"/>
              <a:buNone/>
            </a:pPr>
            <a:r>
              <a:rPr lang="es-ES" baseline="0" dirty="0"/>
              <a:t>	Otro tipo: </a:t>
            </a:r>
            <a:r>
              <a:rPr lang="es-ES" b="1" baseline="0" dirty="0"/>
              <a:t>TEMPORAL </a:t>
            </a:r>
            <a:r>
              <a:rPr lang="es-ES" b="1" baseline="0" dirty="0">
                <a:sym typeface="Wingdings" panose="05000000000000000000" pitchFamily="2" charset="2"/>
              </a:rPr>
              <a:t> almacenamiento</a:t>
            </a:r>
            <a:endParaRPr lang="es-ES" dirty="0"/>
          </a:p>
        </p:txBody>
      </p:sp>
      <p:sp>
        <p:nvSpPr>
          <p:cNvPr id="134148" name="3 Marcador de número de diapositiva"/>
          <p:cNvSpPr txBox="1">
            <a:spLocks noGrp="1"/>
          </p:cNvSpPr>
          <p:nvPr/>
        </p:nvSpPr>
        <p:spPr bwMode="auto">
          <a:xfrm>
            <a:off x="5796894" y="6742966"/>
            <a:ext cx="4435320" cy="355193"/>
          </a:xfrm>
          <a:prstGeom prst="rect">
            <a:avLst/>
          </a:prstGeom>
          <a:noFill/>
          <a:ln w="9525">
            <a:noFill/>
            <a:miter lim="800000"/>
            <a:headEnd/>
            <a:tailEnd/>
          </a:ln>
        </p:spPr>
        <p:txBody>
          <a:bodyPr lIns="95481" tIns="47740" rIns="95481" bIns="47740" anchor="b"/>
          <a:lstStyle/>
          <a:p>
            <a:pPr algn="r" defTabSz="956010"/>
            <a:fld id="{8D896C77-82AB-479B-9A5A-05BA83D69C94}" type="slidenum">
              <a:rPr lang="es-ES" sz="1300">
                <a:cs typeface="Arial" charset="0"/>
              </a:rPr>
              <a:pPr algn="r" defTabSz="956010"/>
              <a:t>4</a:t>
            </a:fld>
            <a:endParaRPr lang="es-ES" sz="1300" dirty="0">
              <a:cs typeface="Arial"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685800" y="1143000"/>
            <a:ext cx="5486400" cy="3086100"/>
          </a:xfrm>
        </p:spPr>
      </p:sp>
      <p:sp>
        <p:nvSpPr>
          <p:cNvPr id="3" name="Marcador de notas 2"/>
          <p:cNvSpPr>
            <a:spLocks noGrp="1"/>
          </p:cNvSpPr>
          <p:nvPr>
            <p:ph type="body" idx="1"/>
          </p:nvPr>
        </p:nvSpPr>
        <p:spPr/>
        <p:txBody>
          <a:bodyPr/>
          <a:lstStyle/>
          <a:p>
            <a:r>
              <a:rPr lang="es-ES" dirty="0"/>
              <a:t>Aquí se expone un cuadro de aprovisionamiento donde podemos identificar a los proveedores.</a:t>
            </a:r>
          </a:p>
        </p:txBody>
      </p:sp>
      <p:sp>
        <p:nvSpPr>
          <p:cNvPr id="4" name="Marcador de número de diapositiva 3"/>
          <p:cNvSpPr>
            <a:spLocks noGrp="1"/>
          </p:cNvSpPr>
          <p:nvPr>
            <p:ph type="sldNum" sz="quarter" idx="5"/>
          </p:nvPr>
        </p:nvSpPr>
        <p:spPr/>
        <p:txBody>
          <a:bodyPr/>
          <a:lstStyle/>
          <a:p>
            <a:fld id="{67104B43-41F2-8F40-B773-401CEBBF2A97}" type="slidenum">
              <a:rPr lang="es-ES" smtClean="0"/>
              <a:t>8</a:t>
            </a:fld>
            <a:endParaRPr lang="es-ES"/>
          </a:p>
        </p:txBody>
      </p:sp>
    </p:spTree>
    <p:extLst>
      <p:ext uri="{BB962C8B-B14F-4D97-AF65-F5344CB8AC3E}">
        <p14:creationId xmlns:p14="http://schemas.microsoft.com/office/powerpoint/2010/main" val="193738015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1 Marcador de imagen de diapositiva">
            <a:extLst>
              <a:ext uri="{FF2B5EF4-FFF2-40B4-BE49-F238E27FC236}">
                <a16:creationId xmlns:a16="http://schemas.microsoft.com/office/drawing/2014/main" id="{47B965B1-52F0-4002-8EA0-03C55FDCF3ED}"/>
              </a:ext>
            </a:extLst>
          </p:cNvPr>
          <p:cNvSpPr>
            <a:spLocks noGrp="1" noRot="1" noChangeAspect="1" noTextEdit="1"/>
          </p:cNvSpPr>
          <p:nvPr>
            <p:ph type="sldImg"/>
          </p:nvPr>
        </p:nvSpPr>
        <p:spPr bwMode="auto">
          <a:xfrm>
            <a:off x="685800" y="1143000"/>
            <a:ext cx="5486400" cy="30861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5" name="2 Marcador de notas">
            <a:extLst>
              <a:ext uri="{FF2B5EF4-FFF2-40B4-BE49-F238E27FC236}">
                <a16:creationId xmlns:a16="http://schemas.microsoft.com/office/drawing/2014/main" id="{5DC2DA36-8EA2-4826-969B-96B275450FF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s-ES_tradnl" altLang="es-ES_tradnl"/>
          </a:p>
        </p:txBody>
      </p:sp>
      <p:sp>
        <p:nvSpPr>
          <p:cNvPr id="8196" name="3 Marcador de número de diapositiva">
            <a:extLst>
              <a:ext uri="{FF2B5EF4-FFF2-40B4-BE49-F238E27FC236}">
                <a16:creationId xmlns:a16="http://schemas.microsoft.com/office/drawing/2014/main" id="{8901EBEB-1F05-497B-8302-1807E8DCF5CF}"/>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285CFCD0-3978-457D-AE5A-93DDD9FD35F7}" type="slidenum">
              <a:rPr lang="es-ES" altLang="es-ES_tradnl" smtClean="0">
                <a:latin typeface="Arial" panose="020B0604020202020204" pitchFamily="34" charset="0"/>
              </a:rPr>
              <a:pPr>
                <a:spcBef>
                  <a:spcPct val="0"/>
                </a:spcBef>
              </a:pPr>
              <a:t>14</a:t>
            </a:fld>
            <a:endParaRPr lang="es-ES" altLang="es-ES_tradnl">
              <a:latin typeface="Arial" panose="020B0604020202020204" pitchFamily="34" charset="0"/>
            </a:endParaRPr>
          </a:p>
        </p:txBody>
      </p:sp>
    </p:spTree>
    <p:extLst>
      <p:ext uri="{BB962C8B-B14F-4D97-AF65-F5344CB8AC3E}">
        <p14:creationId xmlns:p14="http://schemas.microsoft.com/office/powerpoint/2010/main" val="16932160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1 Marcador de imagen de diapositiva">
            <a:extLst>
              <a:ext uri="{FF2B5EF4-FFF2-40B4-BE49-F238E27FC236}">
                <a16:creationId xmlns:a16="http://schemas.microsoft.com/office/drawing/2014/main" id="{47B965B1-52F0-4002-8EA0-03C55FDCF3ED}"/>
              </a:ext>
            </a:extLst>
          </p:cNvPr>
          <p:cNvSpPr>
            <a:spLocks noGrp="1" noRot="1" noChangeAspect="1" noTextEdit="1"/>
          </p:cNvSpPr>
          <p:nvPr>
            <p:ph type="sldImg"/>
          </p:nvPr>
        </p:nvSpPr>
        <p:spPr bwMode="auto">
          <a:xfrm>
            <a:off x="685800" y="1143000"/>
            <a:ext cx="5486400" cy="30861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5" name="2 Marcador de notas">
            <a:extLst>
              <a:ext uri="{FF2B5EF4-FFF2-40B4-BE49-F238E27FC236}">
                <a16:creationId xmlns:a16="http://schemas.microsoft.com/office/drawing/2014/main" id="{5DC2DA36-8EA2-4826-969B-96B275450FF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342900" indent="-342900" algn="just">
              <a:lnSpc>
                <a:spcPct val="125000"/>
              </a:lnSpc>
              <a:spcBef>
                <a:spcPts val="450"/>
              </a:spcBef>
              <a:spcAft>
                <a:spcPts val="450"/>
              </a:spcAft>
              <a:buFont typeface="Arial" panose="020B0604020202020204" pitchFamily="34" charset="0"/>
              <a:buChar char="•"/>
            </a:pPr>
            <a:r>
              <a:rPr lang="es-ES" sz="1200" b="1" dirty="0"/>
              <a:t>Licencias y marcas: </a:t>
            </a:r>
            <a:r>
              <a:rPr lang="es-ES" sz="1200" dirty="0"/>
              <a:t>Únicamente para los negocios con local necesitan licencia de actividad/apertura. Se tramita con el Ayuntamiento donde esté ubicado (en el caso del Ayuntamiento de Madrid en las ECLU, Entidades Colaboradoras de Licencias Urbanísticas). En el caso de que queramos registrar la marca o el nombre comercial tendremos que sumarle también este coste (</a:t>
            </a:r>
          </a:p>
          <a:p>
            <a:pPr marL="342900" indent="-342900" algn="just">
              <a:lnSpc>
                <a:spcPct val="125000"/>
              </a:lnSpc>
              <a:spcBef>
                <a:spcPts val="450"/>
              </a:spcBef>
              <a:spcAft>
                <a:spcPts val="450"/>
              </a:spcAft>
              <a:buFont typeface="Arial" panose="020B0604020202020204" pitchFamily="34" charset="0"/>
              <a:buChar char="•"/>
            </a:pPr>
            <a:r>
              <a:rPr lang="es-ES" sz="1200" b="1" dirty="0"/>
              <a:t>Aplicaciones informáticas y diseño web: </a:t>
            </a:r>
            <a:r>
              <a:rPr lang="es-ES" sz="1200" dirty="0"/>
              <a:t>Coste de la elaboración de la página web, dominio y software en caso de que sea necesario.</a:t>
            </a:r>
          </a:p>
          <a:p>
            <a:pPr marL="342900" indent="-342900" algn="just">
              <a:lnSpc>
                <a:spcPct val="125000"/>
              </a:lnSpc>
              <a:spcBef>
                <a:spcPts val="450"/>
              </a:spcBef>
              <a:spcAft>
                <a:spcPts val="450"/>
              </a:spcAft>
              <a:buFont typeface="Arial" panose="020B0604020202020204" pitchFamily="34" charset="0"/>
              <a:buChar char="•"/>
            </a:pPr>
            <a:r>
              <a:rPr lang="es-ES" sz="1200" b="1" dirty="0"/>
              <a:t>Obras de acondicionamiento e instalaciones. </a:t>
            </a:r>
            <a:r>
              <a:rPr lang="es-ES" sz="1200" dirty="0"/>
              <a:t>Coste de la reforma de local, instalación de climatización, rótulo, etc. En caso de que lo hagamos nosotros incluimos el coste de los materiales.</a:t>
            </a:r>
          </a:p>
          <a:p>
            <a:pPr marL="342900" indent="-342900" algn="just">
              <a:lnSpc>
                <a:spcPct val="125000"/>
              </a:lnSpc>
              <a:spcBef>
                <a:spcPts val="450"/>
              </a:spcBef>
              <a:spcAft>
                <a:spcPts val="450"/>
              </a:spcAft>
              <a:buFont typeface="Arial" panose="020B0604020202020204" pitchFamily="34" charset="0"/>
              <a:buChar char="•"/>
            </a:pPr>
            <a:r>
              <a:rPr lang="es-ES" sz="1200" b="1" dirty="0"/>
              <a:t>Equipos informáticos. </a:t>
            </a:r>
            <a:r>
              <a:rPr lang="es-ES" sz="1200" dirty="0"/>
              <a:t>Ordenadores, impresora, </a:t>
            </a:r>
            <a:r>
              <a:rPr lang="es-ES" sz="1200" dirty="0" err="1"/>
              <a:t>tablet</a:t>
            </a:r>
            <a:r>
              <a:rPr lang="es-ES" sz="1200" dirty="0"/>
              <a:t>, etc. Aquí se incluirían también las TPV (terminal punto de venta) y los datáfonos (para el pago con tarjeta) necesarios para negocios de comercio ya que son en realidad equipos informáticos. </a:t>
            </a:r>
          </a:p>
          <a:p>
            <a:pPr eaLnBrk="1" hangingPunct="1">
              <a:spcBef>
                <a:spcPct val="0"/>
              </a:spcBef>
            </a:pPr>
            <a:r>
              <a:rPr lang="es-ES" dirty="0"/>
              <a:t>Maquinaría. En el caso de que la actividad requiera de alguna máquina para fabricar o conservar algo (ej. en un obrador de panadería/pastelería, los hornos, las cámaras frigoríficas, etc.) • Mobiliario. Estanterías, mostrador, mesas, sillas, etc. • Elementos de transporte. En caso de que necesitemos una furgoneta o camión. También puede ser un turismo en caso de que la actividad sea de Comercial. • Útiles. Herramientas o utensilios necesarios para la actividad (ej. en el caso de un restaurante, pequeños electrodomésticos, la vajilla, los vasos, manteles, cubertería, etc.) • Existencias. En el caso de negocios comerciales o de hostelería deberemos realizar una primera compra de mercaderías o de alimentos/bebidas para equipar la cocina con lo necesario para empezar la actividad. Esta primera compra se considera una inversión. • Traspaso. Sólo en el caso de negocios en marcha que vendan la empresa ya equipada y con su clientela previa. Estudiar bien las razones del traspaso del negocio para asegurarnos de sus posibilidades de continuidad y crecimiento. • Fianza. En negocios con local, el coste de la fianza del alquiler suele ser el correspondiente a dos meses de alquiler, aunque si el local se encuentra en zonas muy comerciales este coste puede subir</a:t>
            </a:r>
            <a:endParaRPr lang="es-ES_tradnl" altLang="es-ES_tradnl" dirty="0"/>
          </a:p>
        </p:txBody>
      </p:sp>
      <p:sp>
        <p:nvSpPr>
          <p:cNvPr id="8196" name="3 Marcador de número de diapositiva">
            <a:extLst>
              <a:ext uri="{FF2B5EF4-FFF2-40B4-BE49-F238E27FC236}">
                <a16:creationId xmlns:a16="http://schemas.microsoft.com/office/drawing/2014/main" id="{8901EBEB-1F05-497B-8302-1807E8DCF5CF}"/>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285CFCD0-3978-457D-AE5A-93DDD9FD35F7}" type="slidenum">
              <a:rPr lang="es-ES" altLang="es-ES_tradnl" smtClean="0">
                <a:latin typeface="Arial" panose="020B0604020202020204" pitchFamily="34" charset="0"/>
              </a:rPr>
              <a:pPr>
                <a:spcBef>
                  <a:spcPct val="0"/>
                </a:spcBef>
              </a:pPr>
              <a:t>15</a:t>
            </a:fld>
            <a:endParaRPr lang="es-ES" altLang="es-ES_tradnl">
              <a:latin typeface="Arial" panose="020B0604020202020204" pitchFamily="34" charset="0"/>
            </a:endParaRPr>
          </a:p>
        </p:txBody>
      </p:sp>
    </p:spTree>
    <p:extLst>
      <p:ext uri="{BB962C8B-B14F-4D97-AF65-F5344CB8AC3E}">
        <p14:creationId xmlns:p14="http://schemas.microsoft.com/office/powerpoint/2010/main" val="14900268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1 Marcador de imagen de diapositiva">
            <a:extLst>
              <a:ext uri="{FF2B5EF4-FFF2-40B4-BE49-F238E27FC236}">
                <a16:creationId xmlns:a16="http://schemas.microsoft.com/office/drawing/2014/main" id="{47B965B1-52F0-4002-8EA0-03C55FDCF3ED}"/>
              </a:ext>
            </a:extLst>
          </p:cNvPr>
          <p:cNvSpPr>
            <a:spLocks noGrp="1" noRot="1" noChangeAspect="1" noTextEdit="1"/>
          </p:cNvSpPr>
          <p:nvPr>
            <p:ph type="sldImg"/>
          </p:nvPr>
        </p:nvSpPr>
        <p:spPr bwMode="auto">
          <a:xfrm>
            <a:off x="685800" y="1143000"/>
            <a:ext cx="5486400" cy="30861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5" name="2 Marcador de notas">
            <a:extLst>
              <a:ext uri="{FF2B5EF4-FFF2-40B4-BE49-F238E27FC236}">
                <a16:creationId xmlns:a16="http://schemas.microsoft.com/office/drawing/2014/main" id="{5DC2DA36-8EA2-4826-969B-96B275450FF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342900" indent="-342900" algn="just">
              <a:lnSpc>
                <a:spcPct val="125000"/>
              </a:lnSpc>
              <a:spcBef>
                <a:spcPts val="450"/>
              </a:spcBef>
              <a:spcAft>
                <a:spcPts val="450"/>
              </a:spcAft>
              <a:buFont typeface="Arial" panose="020B0604020202020204" pitchFamily="34" charset="0"/>
              <a:buChar char="•"/>
            </a:pPr>
            <a:endParaRPr lang="es-ES_tradnl" altLang="es-ES_tradnl" sz="2000" dirty="0"/>
          </a:p>
        </p:txBody>
      </p:sp>
      <p:sp>
        <p:nvSpPr>
          <p:cNvPr id="8196" name="3 Marcador de número de diapositiva">
            <a:extLst>
              <a:ext uri="{FF2B5EF4-FFF2-40B4-BE49-F238E27FC236}">
                <a16:creationId xmlns:a16="http://schemas.microsoft.com/office/drawing/2014/main" id="{8901EBEB-1F05-497B-8302-1807E8DCF5CF}"/>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285CFCD0-3978-457D-AE5A-93DDD9FD35F7}" type="slidenum">
              <a:rPr lang="es-ES" altLang="es-ES_tradnl" smtClean="0">
                <a:latin typeface="Arial" panose="020B0604020202020204" pitchFamily="34" charset="0"/>
              </a:rPr>
              <a:pPr>
                <a:spcBef>
                  <a:spcPct val="0"/>
                </a:spcBef>
              </a:pPr>
              <a:t>16</a:t>
            </a:fld>
            <a:endParaRPr lang="es-ES" altLang="es-ES_tradnl">
              <a:latin typeface="Arial" panose="020B0604020202020204" pitchFamily="34" charset="0"/>
            </a:endParaRPr>
          </a:p>
        </p:txBody>
      </p:sp>
    </p:spTree>
    <p:extLst>
      <p:ext uri="{BB962C8B-B14F-4D97-AF65-F5344CB8AC3E}">
        <p14:creationId xmlns:p14="http://schemas.microsoft.com/office/powerpoint/2010/main" val="13210477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1 Marcador de imagen de diapositiva">
            <a:extLst>
              <a:ext uri="{FF2B5EF4-FFF2-40B4-BE49-F238E27FC236}">
                <a16:creationId xmlns:a16="http://schemas.microsoft.com/office/drawing/2014/main" id="{16814D06-17C7-46CB-95D4-22FA69965AAB}"/>
              </a:ext>
            </a:extLst>
          </p:cNvPr>
          <p:cNvSpPr>
            <a:spLocks noGrp="1" noRot="1" noChangeAspect="1" noTextEdit="1"/>
          </p:cNvSpPr>
          <p:nvPr>
            <p:ph type="sldImg"/>
          </p:nvPr>
        </p:nvSpPr>
        <p:spPr bwMode="auto">
          <a:xfrm>
            <a:off x="685800" y="1143000"/>
            <a:ext cx="5486400" cy="30861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387" name="2 Marcador de notas">
            <a:extLst>
              <a:ext uri="{FF2B5EF4-FFF2-40B4-BE49-F238E27FC236}">
                <a16:creationId xmlns:a16="http://schemas.microsoft.com/office/drawing/2014/main" id="{EC85C406-8705-47FF-B791-2F1075A7A36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s-ES_tradnl" altLang="es-ES_tradnl"/>
          </a:p>
        </p:txBody>
      </p:sp>
      <p:sp>
        <p:nvSpPr>
          <p:cNvPr id="16388" name="3 Marcador de número de diapositiva">
            <a:extLst>
              <a:ext uri="{FF2B5EF4-FFF2-40B4-BE49-F238E27FC236}">
                <a16:creationId xmlns:a16="http://schemas.microsoft.com/office/drawing/2014/main" id="{28619FAE-F8D1-4852-AECB-2DBC3D46E9F9}"/>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E2BDC3E8-2CE9-4E05-9433-F0CBCBE1C4B2}" type="slidenum">
              <a:rPr lang="es-ES" altLang="es-ES_tradnl" smtClean="0">
                <a:latin typeface="Arial" panose="020B0604020202020204" pitchFamily="34" charset="0"/>
              </a:rPr>
              <a:pPr>
                <a:spcBef>
                  <a:spcPct val="0"/>
                </a:spcBef>
              </a:pPr>
              <a:t>17</a:t>
            </a:fld>
            <a:endParaRPr lang="es-ES" altLang="es-ES_tradnl">
              <a:latin typeface="Arial" panose="020B0604020202020204" pitchFamily="3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1 Marcador de imagen de diapositiva">
            <a:extLst>
              <a:ext uri="{FF2B5EF4-FFF2-40B4-BE49-F238E27FC236}">
                <a16:creationId xmlns:a16="http://schemas.microsoft.com/office/drawing/2014/main" id="{16814D06-17C7-46CB-95D4-22FA69965AAB}"/>
              </a:ext>
            </a:extLst>
          </p:cNvPr>
          <p:cNvSpPr>
            <a:spLocks noGrp="1" noRot="1" noChangeAspect="1" noTextEdit="1"/>
          </p:cNvSpPr>
          <p:nvPr>
            <p:ph type="sldImg"/>
          </p:nvPr>
        </p:nvSpPr>
        <p:spPr bwMode="auto">
          <a:xfrm>
            <a:off x="685800" y="1143000"/>
            <a:ext cx="5486400" cy="30861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387" name="2 Marcador de notas">
            <a:extLst>
              <a:ext uri="{FF2B5EF4-FFF2-40B4-BE49-F238E27FC236}">
                <a16:creationId xmlns:a16="http://schemas.microsoft.com/office/drawing/2014/main" id="{EC85C406-8705-47FF-B791-2F1075A7A36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s-ES_tradnl" altLang="es-ES_tradnl"/>
          </a:p>
        </p:txBody>
      </p:sp>
      <p:sp>
        <p:nvSpPr>
          <p:cNvPr id="16388" name="3 Marcador de número de diapositiva">
            <a:extLst>
              <a:ext uri="{FF2B5EF4-FFF2-40B4-BE49-F238E27FC236}">
                <a16:creationId xmlns:a16="http://schemas.microsoft.com/office/drawing/2014/main" id="{28619FAE-F8D1-4852-AECB-2DBC3D46E9F9}"/>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E2BDC3E8-2CE9-4E05-9433-F0CBCBE1C4B2}" type="slidenum">
              <a:rPr lang="es-ES" altLang="es-ES_tradnl" smtClean="0">
                <a:latin typeface="Arial" panose="020B0604020202020204" pitchFamily="34" charset="0"/>
              </a:rPr>
              <a:pPr>
                <a:spcBef>
                  <a:spcPct val="0"/>
                </a:spcBef>
              </a:pPr>
              <a:t>18</a:t>
            </a:fld>
            <a:endParaRPr lang="es-ES" altLang="es-ES_tradnl">
              <a:latin typeface="Arial" panose="020B0604020202020204" pitchFamily="34" charset="0"/>
            </a:endParaRPr>
          </a:p>
        </p:txBody>
      </p:sp>
    </p:spTree>
    <p:extLst>
      <p:ext uri="{BB962C8B-B14F-4D97-AF65-F5344CB8AC3E}">
        <p14:creationId xmlns:p14="http://schemas.microsoft.com/office/powerpoint/2010/main" val="232742244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1 Marcador de imagen de diapositiva">
            <a:extLst>
              <a:ext uri="{FF2B5EF4-FFF2-40B4-BE49-F238E27FC236}">
                <a16:creationId xmlns:a16="http://schemas.microsoft.com/office/drawing/2014/main" id="{DF9A8C9F-5B57-4EFF-8959-937814D5E97C}"/>
              </a:ext>
            </a:extLst>
          </p:cNvPr>
          <p:cNvSpPr>
            <a:spLocks noGrp="1" noRot="1" noChangeAspect="1" noTextEdit="1"/>
          </p:cNvSpPr>
          <p:nvPr>
            <p:ph type="sldImg"/>
          </p:nvPr>
        </p:nvSpPr>
        <p:spPr bwMode="auto">
          <a:xfrm>
            <a:off x="685800" y="1143000"/>
            <a:ext cx="5486400" cy="30861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6627" name="2 Marcador de notas">
            <a:extLst>
              <a:ext uri="{FF2B5EF4-FFF2-40B4-BE49-F238E27FC236}">
                <a16:creationId xmlns:a16="http://schemas.microsoft.com/office/drawing/2014/main" id="{046AD0D6-E7A5-40C0-9C89-44A9E624160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s-ES_tradnl" altLang="es-ES_tradnl"/>
          </a:p>
        </p:txBody>
      </p:sp>
      <p:sp>
        <p:nvSpPr>
          <p:cNvPr id="26628" name="3 Marcador de número de diapositiva">
            <a:extLst>
              <a:ext uri="{FF2B5EF4-FFF2-40B4-BE49-F238E27FC236}">
                <a16:creationId xmlns:a16="http://schemas.microsoft.com/office/drawing/2014/main" id="{432BADD7-C2EF-40E2-A84D-76F3B2C04BC9}"/>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5CAAF924-AEA4-466F-A636-B14AB1D78E20}" type="slidenum">
              <a:rPr lang="es-ES" altLang="es-ES_tradnl" smtClean="0">
                <a:latin typeface="Arial" panose="020B0604020202020204" pitchFamily="34" charset="0"/>
              </a:rPr>
              <a:pPr>
                <a:spcBef>
                  <a:spcPct val="0"/>
                </a:spcBef>
              </a:pPr>
              <a:t>19</a:t>
            </a:fld>
            <a:endParaRPr lang="es-ES" altLang="es-ES_tradnl">
              <a:latin typeface="Arial" panose="020B0604020202020204" pitchFamily="34"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1 Marcador de imagen de diapositiva">
            <a:extLst>
              <a:ext uri="{FF2B5EF4-FFF2-40B4-BE49-F238E27FC236}">
                <a16:creationId xmlns:a16="http://schemas.microsoft.com/office/drawing/2014/main" id="{16814D06-17C7-46CB-95D4-22FA69965AAB}"/>
              </a:ext>
            </a:extLst>
          </p:cNvPr>
          <p:cNvSpPr>
            <a:spLocks noGrp="1" noRot="1" noChangeAspect="1" noTextEdit="1"/>
          </p:cNvSpPr>
          <p:nvPr>
            <p:ph type="sldImg"/>
          </p:nvPr>
        </p:nvSpPr>
        <p:spPr bwMode="auto">
          <a:xfrm>
            <a:off x="685800" y="1143000"/>
            <a:ext cx="5486400" cy="30861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387" name="2 Marcador de notas">
            <a:extLst>
              <a:ext uri="{FF2B5EF4-FFF2-40B4-BE49-F238E27FC236}">
                <a16:creationId xmlns:a16="http://schemas.microsoft.com/office/drawing/2014/main" id="{EC85C406-8705-47FF-B791-2F1075A7A36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s-ES_tradnl" altLang="es-ES_tradnl"/>
          </a:p>
        </p:txBody>
      </p:sp>
      <p:sp>
        <p:nvSpPr>
          <p:cNvPr id="16388" name="3 Marcador de número de diapositiva">
            <a:extLst>
              <a:ext uri="{FF2B5EF4-FFF2-40B4-BE49-F238E27FC236}">
                <a16:creationId xmlns:a16="http://schemas.microsoft.com/office/drawing/2014/main" id="{28619FAE-F8D1-4852-AECB-2DBC3D46E9F9}"/>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E2BDC3E8-2CE9-4E05-9433-F0CBCBE1C4B2}" type="slidenum">
              <a:rPr lang="es-ES" altLang="es-ES_tradnl" smtClean="0">
                <a:latin typeface="Arial" panose="020B0604020202020204" pitchFamily="34" charset="0"/>
              </a:rPr>
              <a:pPr>
                <a:spcBef>
                  <a:spcPct val="0"/>
                </a:spcBef>
              </a:pPr>
              <a:t>20</a:t>
            </a:fld>
            <a:endParaRPr lang="es-ES" altLang="es-ES_tradnl">
              <a:latin typeface="Arial" panose="020B0604020202020204" pitchFamily="34" charset="0"/>
            </a:endParaRPr>
          </a:p>
        </p:txBody>
      </p:sp>
    </p:spTree>
    <p:extLst>
      <p:ext uri="{BB962C8B-B14F-4D97-AF65-F5344CB8AC3E}">
        <p14:creationId xmlns:p14="http://schemas.microsoft.com/office/powerpoint/2010/main" val="21447155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1 Marcador de imagen de diapositiva">
            <a:extLst>
              <a:ext uri="{FF2B5EF4-FFF2-40B4-BE49-F238E27FC236}">
                <a16:creationId xmlns:a16="http://schemas.microsoft.com/office/drawing/2014/main" id="{A5E84B17-5F10-4569-AD89-66E8C43D6E1C}"/>
              </a:ext>
            </a:extLst>
          </p:cNvPr>
          <p:cNvSpPr>
            <a:spLocks noGrp="1" noRot="1" noChangeAspect="1" noTextEdit="1"/>
          </p:cNvSpPr>
          <p:nvPr>
            <p:ph type="sldImg"/>
          </p:nvPr>
        </p:nvSpPr>
        <p:spPr bwMode="auto">
          <a:xfrm>
            <a:off x="685800" y="1143000"/>
            <a:ext cx="5486400" cy="30861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0723" name="2 Marcador de notas">
            <a:extLst>
              <a:ext uri="{FF2B5EF4-FFF2-40B4-BE49-F238E27FC236}">
                <a16:creationId xmlns:a16="http://schemas.microsoft.com/office/drawing/2014/main" id="{A4E176D5-C893-41A8-A2B0-9396921D57D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s-ES_tradnl" altLang="es-ES_tradnl"/>
          </a:p>
        </p:txBody>
      </p:sp>
      <p:sp>
        <p:nvSpPr>
          <p:cNvPr id="30724" name="3 Marcador de número de diapositiva">
            <a:extLst>
              <a:ext uri="{FF2B5EF4-FFF2-40B4-BE49-F238E27FC236}">
                <a16:creationId xmlns:a16="http://schemas.microsoft.com/office/drawing/2014/main" id="{993CC7DC-9460-4188-A8BA-C9B5038BC94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3115CFA3-C8D6-43A7-B94D-593859CFC901}" type="slidenum">
              <a:rPr lang="es-ES" altLang="es-ES_tradnl" smtClean="0">
                <a:latin typeface="Arial" panose="020B0604020202020204" pitchFamily="34" charset="0"/>
              </a:rPr>
              <a:pPr>
                <a:spcBef>
                  <a:spcPct val="0"/>
                </a:spcBef>
              </a:pPr>
              <a:t>21</a:t>
            </a:fld>
            <a:endParaRPr lang="es-ES" altLang="es-ES_tradnl">
              <a:latin typeface="Arial" panose="020B0604020202020204" pitchFamily="34"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1 Marcador de imagen de diapositiva">
            <a:extLst>
              <a:ext uri="{FF2B5EF4-FFF2-40B4-BE49-F238E27FC236}">
                <a16:creationId xmlns:a16="http://schemas.microsoft.com/office/drawing/2014/main" id="{846310B0-E871-4A34-9A07-3A6AE962DA8C}"/>
              </a:ext>
            </a:extLst>
          </p:cNvPr>
          <p:cNvSpPr>
            <a:spLocks noGrp="1" noRot="1" noChangeAspect="1" noTextEdit="1"/>
          </p:cNvSpPr>
          <p:nvPr>
            <p:ph type="sldImg"/>
          </p:nvPr>
        </p:nvSpPr>
        <p:spPr bwMode="auto">
          <a:xfrm>
            <a:off x="685800" y="1143000"/>
            <a:ext cx="5486400" cy="30861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2 Marcador de notas">
            <a:extLst>
              <a:ext uri="{FF2B5EF4-FFF2-40B4-BE49-F238E27FC236}">
                <a16:creationId xmlns:a16="http://schemas.microsoft.com/office/drawing/2014/main" id="{3056307D-F5D8-44D1-8D3B-BA0DF1C9C36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s-ES_tradnl" altLang="es-ES_tradnl"/>
          </a:p>
        </p:txBody>
      </p:sp>
      <p:sp>
        <p:nvSpPr>
          <p:cNvPr id="32772" name="3 Marcador de número de diapositiva">
            <a:extLst>
              <a:ext uri="{FF2B5EF4-FFF2-40B4-BE49-F238E27FC236}">
                <a16:creationId xmlns:a16="http://schemas.microsoft.com/office/drawing/2014/main" id="{8FBAD16C-78F4-49B7-8C38-0BC139B09360}"/>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4A3C2CF5-6BBA-4762-8EE0-005129DD246F}" type="slidenum">
              <a:rPr lang="es-ES" altLang="es-ES_tradnl" smtClean="0">
                <a:latin typeface="Arial" panose="020B0604020202020204" pitchFamily="34" charset="0"/>
              </a:rPr>
              <a:pPr>
                <a:spcBef>
                  <a:spcPct val="0"/>
                </a:spcBef>
              </a:pPr>
              <a:t>22</a:t>
            </a:fld>
            <a:endParaRPr lang="es-ES" altLang="es-ES_tradnl">
              <a:latin typeface="Arial" panose="020B0604020202020204" pitchFamily="34"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just" defTabSz="914400" rtl="0" eaLnBrk="0" fontAlgn="base" latinLnBrk="0" hangingPunct="0">
              <a:lnSpc>
                <a:spcPct val="100000"/>
              </a:lnSpc>
              <a:spcBef>
                <a:spcPct val="30000"/>
              </a:spcBef>
              <a:spcAft>
                <a:spcPct val="0"/>
              </a:spcAft>
              <a:buClrTx/>
              <a:buSzTx/>
              <a:buFont typeface="Wingdings" panose="05000000000000000000" pitchFamily="2" charset="2"/>
              <a:buNone/>
              <a:tabLst/>
              <a:defRPr/>
            </a:pPr>
            <a:r>
              <a:rPr kumimoji="0" lang="es-ES" sz="1000" b="1" i="0" u="none" strike="noStrike" kern="1200" cap="none" spc="0" normalizeH="0" baseline="0" noProof="0" dirty="0">
                <a:ln>
                  <a:noFill/>
                </a:ln>
                <a:solidFill>
                  <a:srgbClr val="000000"/>
                </a:solidFill>
                <a:effectLst/>
                <a:uLnTx/>
                <a:uFillTx/>
                <a:latin typeface="Comic Sans MS"/>
                <a:ea typeface="+mn-ea"/>
                <a:cs typeface="Arial" panose="020B0604020202020204" pitchFamily="34" charset="0"/>
              </a:rPr>
              <a:t>a) El punto muerto para esta compañía en términos de número de muñecas anuales.</a:t>
            </a:r>
          </a:p>
          <a:p>
            <a:pPr marL="0" indent="0">
              <a:buFont typeface="Wingdings" panose="05000000000000000000" pitchFamily="2" charset="2"/>
              <a:buNone/>
            </a:pPr>
            <a:endParaRPr lang="es-US" dirty="0">
              <a:sym typeface="Wingdings" panose="05000000000000000000" pitchFamily="2" charset="2"/>
            </a:endParaRPr>
          </a:p>
          <a:p>
            <a:pPr marL="0" indent="0">
              <a:buFont typeface="Wingdings" panose="05000000000000000000" pitchFamily="2" charset="2"/>
              <a:buNone/>
            </a:pPr>
            <a:r>
              <a:rPr kumimoji="0" lang="es-ES" sz="1000" b="1" i="0" u="none" strike="noStrike" kern="1200" cap="none" spc="0" normalizeH="0" baseline="0" noProof="0" dirty="0">
                <a:ln>
                  <a:noFill/>
                </a:ln>
                <a:solidFill>
                  <a:srgbClr val="000000"/>
                </a:solidFill>
                <a:effectLst/>
                <a:uLnTx/>
                <a:uFillTx/>
                <a:latin typeface="Comic Sans MS"/>
                <a:ea typeface="+mn-ea"/>
                <a:cs typeface="Arial" panose="020B0604020202020204" pitchFamily="34" charset="0"/>
              </a:rPr>
              <a:t>b) Suponiendo que las ventas del año pasado fueron de 6.000 muñecas, el beneficio o la pérdida que obtuvo</a:t>
            </a:r>
            <a:endParaRPr lang="es-US" dirty="0">
              <a:sym typeface="Wingdings" panose="05000000000000000000" pitchFamily="2" charset="2"/>
            </a:endParaRPr>
          </a:p>
          <a:p>
            <a:pPr marL="171450" indent="-171450">
              <a:buFont typeface="Wingdings" panose="05000000000000000000" pitchFamily="2" charset="2"/>
              <a:buChar char="à"/>
            </a:pPr>
            <a:endParaRPr lang="es-US" dirty="0">
              <a:sym typeface="Wingdings" panose="05000000000000000000" pitchFamily="2" charset="2"/>
            </a:endParaRPr>
          </a:p>
          <a:p>
            <a:pPr marL="171450" indent="-171450">
              <a:buFont typeface="Wingdings" panose="05000000000000000000" pitchFamily="2" charset="2"/>
              <a:buChar char="à"/>
            </a:pPr>
            <a:r>
              <a:rPr lang="es-US" dirty="0">
                <a:sym typeface="Wingdings" panose="05000000000000000000" pitchFamily="2" charset="2"/>
              </a:rPr>
              <a:t>OJO!!!! Les pregunto como lo han hecho y todos han utilizado esta fórmula  les pregunto cómo se haría utilizando la información que nos da el punto muerto  solo uno responde  se lo explico:</a:t>
            </a:r>
          </a:p>
          <a:p>
            <a:pPr marL="914400" lvl="2" indent="0">
              <a:buFont typeface="Wingdings" panose="05000000000000000000" pitchFamily="2" charset="2"/>
              <a:buNone/>
            </a:pPr>
            <a:r>
              <a:rPr lang="es-US" dirty="0">
                <a:sym typeface="Wingdings" panose="05000000000000000000" pitchFamily="2" charset="2"/>
              </a:rPr>
              <a:t>6.000 – 4.000 (cantidad que hace el </a:t>
            </a:r>
            <a:r>
              <a:rPr lang="es-US" dirty="0" err="1">
                <a:sym typeface="Wingdings" panose="05000000000000000000" pitchFamily="2" charset="2"/>
              </a:rPr>
              <a:t>bº</a:t>
            </a:r>
            <a:r>
              <a:rPr lang="es-US" dirty="0">
                <a:sym typeface="Wingdings" panose="05000000000000000000" pitchFamily="2" charset="2"/>
              </a:rPr>
              <a:t> cero) x margen de contribución</a:t>
            </a:r>
          </a:p>
          <a:p>
            <a:pPr marL="914400" lvl="2" indent="0">
              <a:buFont typeface="Wingdings" panose="05000000000000000000" pitchFamily="2" charset="2"/>
              <a:buNone/>
            </a:pPr>
            <a:r>
              <a:rPr lang="es-US" dirty="0">
                <a:sym typeface="Wingdings" panose="05000000000000000000" pitchFamily="2" charset="2"/>
              </a:rPr>
              <a:t> Sería bueno que en la solución apareciese esa forma</a:t>
            </a:r>
            <a:endParaRPr lang="es-US" dirty="0"/>
          </a:p>
        </p:txBody>
      </p:sp>
      <p:sp>
        <p:nvSpPr>
          <p:cNvPr id="4" name="Marcador de número de diapositiva 3"/>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6036B1A6-A026-44D2-A0CD-E05A4BDF400D}" type="slidenum">
              <a:rPr kumimoji="0" lang="es-ES" sz="1300" b="0" i="0" u="none" strike="noStrike" kern="1200" cap="none" spc="0" normalizeH="0" baseline="0" noProof="0" smtClean="0">
                <a:ln>
                  <a:noFill/>
                </a:ln>
                <a:solidFill>
                  <a:srgbClr val="000000"/>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24</a:t>
            </a:fld>
            <a:endParaRPr kumimoji="0" lang="es-ES" sz="1300" b="0" i="0" u="none" strike="noStrike" kern="1200" cap="none" spc="0" normalizeH="0" baseline="0" noProof="0">
              <a:ln>
                <a:noFill/>
              </a:ln>
              <a:solidFill>
                <a:srgbClr val="000000"/>
              </a:solidFill>
              <a:effectLst/>
              <a:uLnTx/>
              <a:uFillTx/>
              <a:latin typeface="Arial" charset="0"/>
              <a:ea typeface="+mn-ea"/>
              <a:cs typeface="+mn-cs"/>
            </a:endParaRPr>
          </a:p>
        </p:txBody>
      </p:sp>
    </p:spTree>
    <p:extLst>
      <p:ext uri="{BB962C8B-B14F-4D97-AF65-F5344CB8AC3E}">
        <p14:creationId xmlns:p14="http://schemas.microsoft.com/office/powerpoint/2010/main" val="147205931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b="1" dirty="0">
                <a:sym typeface="Wingdings" panose="05000000000000000000" pitchFamily="2" charset="2"/>
              </a:rPr>
              <a:t> Lo tiene Isabel en Umbral de rentabilidad.pdf</a:t>
            </a:r>
            <a:endParaRPr lang="es-ES" b="1" dirty="0"/>
          </a:p>
        </p:txBody>
      </p:sp>
      <p:sp>
        <p:nvSpPr>
          <p:cNvPr id="4" name="Marcador de número de diapositiva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E1AFFDA-50B1-42EE-885D-D94B09A20763}" type="slidenum">
              <a:rPr kumimoji="0" lang="es-E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25</a:t>
            </a:fld>
            <a:endParaRPr kumimoji="0" lang="es-E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756648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228600" marR="0" lvl="0" indent="-228600" algn="just" defTabSz="914400" rtl="0" eaLnBrk="0" fontAlgn="base" latinLnBrk="0" hangingPunct="0">
              <a:lnSpc>
                <a:spcPct val="100000"/>
              </a:lnSpc>
              <a:spcBef>
                <a:spcPct val="30000"/>
              </a:spcBef>
              <a:spcAft>
                <a:spcPct val="0"/>
              </a:spcAft>
              <a:buClrTx/>
              <a:buSzTx/>
              <a:buFont typeface="+mj-lt"/>
              <a:buAutoNum type="alphaLcParenR"/>
              <a:tabLst/>
              <a:defRPr/>
            </a:pPr>
            <a:r>
              <a:rPr kumimoji="0" lang="es-ES" sz="1000" b="1" i="0" u="none" strike="noStrike" kern="1200" cap="none" spc="0" normalizeH="0" baseline="0" noProof="0" dirty="0">
                <a:ln>
                  <a:noFill/>
                </a:ln>
                <a:solidFill>
                  <a:srgbClr val="000000"/>
                </a:solidFill>
                <a:effectLst/>
                <a:uLnTx/>
                <a:uFillTx/>
                <a:latin typeface="Comic Sans MS"/>
                <a:ea typeface="MS Mincho"/>
                <a:cs typeface="Arial" pitchFamily="34" charset="0"/>
              </a:rPr>
              <a:t>Suponiendo que el margen de contribución unitario es de 8€ ¿qué cantidad de arreglos deberán realizarse anualmente para que el franquiciado empiece a obtener beneficios? </a:t>
            </a:r>
            <a:endParaRPr kumimoji="0" lang="es-ES" sz="1000" b="0" i="0" u="none" strike="noStrike" kern="1200" cap="none" spc="0" normalizeH="0" baseline="0" noProof="0" dirty="0">
              <a:ln>
                <a:noFill/>
              </a:ln>
              <a:solidFill>
                <a:srgbClr val="000000"/>
              </a:solidFill>
              <a:effectLst/>
              <a:uLnTx/>
              <a:uFillTx/>
              <a:latin typeface="Comic Sans MS"/>
              <a:ea typeface="MS Mincho"/>
              <a:cs typeface="Arial" pitchFamily="34" charset="0"/>
            </a:endParaRPr>
          </a:p>
          <a:p>
            <a:pPr marL="228600" marR="0" lvl="0" indent="-228600" algn="just" defTabSz="914400" rtl="0" eaLnBrk="0" fontAlgn="base" latinLnBrk="0" hangingPunct="0">
              <a:lnSpc>
                <a:spcPct val="100000"/>
              </a:lnSpc>
              <a:spcBef>
                <a:spcPct val="30000"/>
              </a:spcBef>
              <a:spcAft>
                <a:spcPct val="0"/>
              </a:spcAft>
              <a:buClrTx/>
              <a:buSzTx/>
              <a:buFont typeface="+mj-lt"/>
              <a:buAutoNum type="alphaLcParenR"/>
              <a:tabLst/>
              <a:defRPr/>
            </a:pPr>
            <a:endParaRPr kumimoji="0" lang="es-ES" sz="1000" b="0" i="0" u="none" strike="noStrike" kern="1200" cap="none" spc="0" normalizeH="0" baseline="0" noProof="0" dirty="0">
              <a:ln>
                <a:noFill/>
              </a:ln>
              <a:solidFill>
                <a:srgbClr val="000000"/>
              </a:solidFill>
              <a:effectLst/>
              <a:uLnTx/>
              <a:uFillTx/>
              <a:latin typeface="Comic Sans MS"/>
              <a:ea typeface="MS Mincho"/>
              <a:cs typeface="Arial" pitchFamily="34" charset="0"/>
            </a:endParaRPr>
          </a:p>
          <a:p>
            <a:pPr marL="228600" marR="0" lvl="0" indent="-228600" algn="just" defTabSz="914400" rtl="0" eaLnBrk="0" fontAlgn="base" latinLnBrk="0" hangingPunct="0">
              <a:lnSpc>
                <a:spcPct val="100000"/>
              </a:lnSpc>
              <a:spcBef>
                <a:spcPct val="30000"/>
              </a:spcBef>
              <a:spcAft>
                <a:spcPct val="0"/>
              </a:spcAft>
              <a:buClrTx/>
              <a:buSzTx/>
              <a:buFont typeface="+mj-lt"/>
              <a:buAutoNum type="alphaLcParenR"/>
              <a:tabLst/>
              <a:defRPr/>
            </a:pPr>
            <a:r>
              <a:rPr kumimoji="0" lang="es-ES" sz="1000" b="1" i="0" u="none" strike="noStrike" kern="1200" cap="none" spc="0" normalizeH="0" baseline="0" noProof="0" dirty="0">
                <a:ln>
                  <a:noFill/>
                </a:ln>
                <a:solidFill>
                  <a:srgbClr val="000000"/>
                </a:solidFill>
                <a:effectLst/>
                <a:uLnTx/>
                <a:uFillTx/>
                <a:latin typeface="Comic Sans MS"/>
                <a:ea typeface="MS Mincho"/>
                <a:cs typeface="Arial" pitchFamily="34" charset="0"/>
              </a:rPr>
              <a:t>Si Dedales realizara 2.500 arreglos de ropa durante el siguiente ejercicio económico, ¿cuál sería el beneficio obtenido? </a:t>
            </a:r>
            <a:endParaRPr kumimoji="0" lang="es-ES" sz="1000" b="0" i="0" u="none" strike="noStrike" kern="1200" cap="none" spc="0" normalizeH="0" baseline="0" noProof="0" dirty="0">
              <a:ln>
                <a:noFill/>
              </a:ln>
              <a:solidFill>
                <a:srgbClr val="000000"/>
              </a:solidFill>
              <a:effectLst/>
              <a:uLnTx/>
              <a:uFillTx/>
              <a:latin typeface="Comic Sans MS"/>
              <a:ea typeface="MS Mincho"/>
              <a:cs typeface="Arial" pitchFamily="34" charset="0"/>
            </a:endParaRPr>
          </a:p>
          <a:p>
            <a:endParaRPr lang="es-ES" b="1" dirty="0"/>
          </a:p>
          <a:p>
            <a:r>
              <a:rPr lang="es-ES" b="1" dirty="0"/>
              <a:t>La fórmula del apartado b) se deduce de la fórmula desglosada de IT = CT</a:t>
            </a:r>
          </a:p>
          <a:p>
            <a:endParaRPr lang="es-ES" b="1" dirty="0"/>
          </a:p>
          <a:p>
            <a:r>
              <a:rPr lang="es-ES" b="0" dirty="0">
                <a:sym typeface="Wingdings" panose="05000000000000000000" pitchFamily="2" charset="2"/>
              </a:rPr>
              <a:t> </a:t>
            </a:r>
            <a:r>
              <a:rPr lang="es-ES" b="0" dirty="0"/>
              <a:t>Si quisiéramos utilizar la última fórmula, sustituiríamos los datos que tenemos y despejaríamos el beneficio.</a:t>
            </a:r>
          </a:p>
        </p:txBody>
      </p:sp>
      <p:sp>
        <p:nvSpPr>
          <p:cNvPr id="4" name="Marcador de número de diapositiva 3"/>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6036B1A6-A026-44D2-A0CD-E05A4BDF400D}" type="slidenum">
              <a:rPr kumimoji="0" lang="es-ES" sz="1300" b="0" i="0" u="none" strike="noStrike" kern="1200" cap="none" spc="0" normalizeH="0" baseline="0" noProof="0" smtClean="0">
                <a:ln>
                  <a:noFill/>
                </a:ln>
                <a:solidFill>
                  <a:srgbClr val="000000"/>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26</a:t>
            </a:fld>
            <a:endParaRPr kumimoji="0" lang="es-ES" sz="1300" b="0" i="0" u="none" strike="noStrike" kern="1200" cap="none" spc="0" normalizeH="0" baseline="0" noProof="0">
              <a:ln>
                <a:noFill/>
              </a:ln>
              <a:solidFill>
                <a:srgbClr val="000000"/>
              </a:solidFill>
              <a:effectLst/>
              <a:uLnTx/>
              <a:uFillTx/>
              <a:latin typeface="Arial" charset="0"/>
              <a:ea typeface="+mn-ea"/>
              <a:cs typeface="+mn-cs"/>
            </a:endParaRPr>
          </a:p>
        </p:txBody>
      </p:sp>
    </p:spTree>
    <p:extLst>
      <p:ext uri="{BB962C8B-B14F-4D97-AF65-F5344CB8AC3E}">
        <p14:creationId xmlns:p14="http://schemas.microsoft.com/office/powerpoint/2010/main" val="118820085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1 Marcador de imagen de diapositiva">
            <a:extLst>
              <a:ext uri="{FF2B5EF4-FFF2-40B4-BE49-F238E27FC236}">
                <a16:creationId xmlns:a16="http://schemas.microsoft.com/office/drawing/2014/main" id="{94EFAF08-D004-4524-B21F-120FF00BF1B2}"/>
              </a:ext>
            </a:extLst>
          </p:cNvPr>
          <p:cNvSpPr>
            <a:spLocks noGrp="1" noRot="1" noChangeAspect="1" noTextEdit="1"/>
          </p:cNvSpPr>
          <p:nvPr>
            <p:ph type="sldImg"/>
          </p:nvPr>
        </p:nvSpPr>
        <p:spPr>
          <a:xfrm>
            <a:off x="2989263" y="887413"/>
            <a:ext cx="4256087" cy="2395537"/>
          </a:xfrm>
          <a:ln/>
        </p:spPr>
      </p:sp>
      <p:sp>
        <p:nvSpPr>
          <p:cNvPr id="91139" name="2 Marcador de notas">
            <a:extLst>
              <a:ext uri="{FF2B5EF4-FFF2-40B4-BE49-F238E27FC236}">
                <a16:creationId xmlns:a16="http://schemas.microsoft.com/office/drawing/2014/main" id="{56832369-34E8-4874-A0C5-922680AE10F3}"/>
              </a:ext>
            </a:extLst>
          </p:cNvPr>
          <p:cNvSpPr>
            <a:spLocks noGrp="1"/>
          </p:cNvSpPr>
          <p:nvPr>
            <p:ph type="body" idx="1"/>
          </p:nvPr>
        </p:nvSpPr>
        <p:spPr>
          <a:noFill/>
        </p:spPr>
        <p:txBody>
          <a:bodyPr/>
          <a:lstStyle/>
          <a:p>
            <a:endParaRPr lang="es-ES" altLang="es-ES"/>
          </a:p>
        </p:txBody>
      </p:sp>
      <p:sp>
        <p:nvSpPr>
          <p:cNvPr id="91140" name="3 Marcador de número de diapositiva">
            <a:extLst>
              <a:ext uri="{FF2B5EF4-FFF2-40B4-BE49-F238E27FC236}">
                <a16:creationId xmlns:a16="http://schemas.microsoft.com/office/drawing/2014/main" id="{9FA5BC93-D691-4C75-9CF9-ECC42451A430}"/>
              </a:ext>
            </a:extLst>
          </p:cNvPr>
          <p:cNvSpPr>
            <a:spLocks noGrp="1"/>
          </p:cNvSpPr>
          <p:nvPr>
            <p:ph type="sldNum" sz="quarter" idx="5"/>
          </p:nvPr>
        </p:nvSpPr>
        <p:spPr>
          <a:noFill/>
        </p:spPr>
        <p:txBody>
          <a:bodyPr/>
          <a:lstStyle>
            <a:lvl1pPr defTabSz="936625" eaLnBrk="0" hangingPunct="0">
              <a:defRPr u="sng">
                <a:solidFill>
                  <a:schemeClr val="tx1"/>
                </a:solidFill>
                <a:latin typeface="Arial" panose="020B0604020202020204" pitchFamily="34" charset="0"/>
              </a:defRPr>
            </a:lvl1pPr>
            <a:lvl2pPr marL="742950" indent="-285750" defTabSz="936625" eaLnBrk="0" hangingPunct="0">
              <a:defRPr u="sng">
                <a:solidFill>
                  <a:schemeClr val="tx1"/>
                </a:solidFill>
                <a:latin typeface="Arial" panose="020B0604020202020204" pitchFamily="34" charset="0"/>
              </a:defRPr>
            </a:lvl2pPr>
            <a:lvl3pPr marL="1143000" indent="-228600" defTabSz="936625" eaLnBrk="0" hangingPunct="0">
              <a:defRPr u="sng">
                <a:solidFill>
                  <a:schemeClr val="tx1"/>
                </a:solidFill>
                <a:latin typeface="Arial" panose="020B0604020202020204" pitchFamily="34" charset="0"/>
              </a:defRPr>
            </a:lvl3pPr>
            <a:lvl4pPr marL="1600200" indent="-228600" defTabSz="936625" eaLnBrk="0" hangingPunct="0">
              <a:defRPr u="sng">
                <a:solidFill>
                  <a:schemeClr val="tx1"/>
                </a:solidFill>
                <a:latin typeface="Arial" panose="020B0604020202020204" pitchFamily="34" charset="0"/>
              </a:defRPr>
            </a:lvl4pPr>
            <a:lvl5pPr marL="2057400" indent="-228600" defTabSz="936625" eaLnBrk="0" hangingPunct="0">
              <a:defRPr u="sng">
                <a:solidFill>
                  <a:schemeClr val="tx1"/>
                </a:solidFill>
                <a:latin typeface="Arial" panose="020B0604020202020204" pitchFamily="34" charset="0"/>
              </a:defRPr>
            </a:lvl5pPr>
            <a:lvl6pPr marL="2514600" indent="-228600" defTabSz="936625" eaLnBrk="0" fontAlgn="base" hangingPunct="0">
              <a:spcBef>
                <a:spcPct val="0"/>
              </a:spcBef>
              <a:spcAft>
                <a:spcPct val="0"/>
              </a:spcAft>
              <a:defRPr u="sng">
                <a:solidFill>
                  <a:schemeClr val="tx1"/>
                </a:solidFill>
                <a:latin typeface="Arial" panose="020B0604020202020204" pitchFamily="34" charset="0"/>
              </a:defRPr>
            </a:lvl6pPr>
            <a:lvl7pPr marL="2971800" indent="-228600" defTabSz="936625" eaLnBrk="0" fontAlgn="base" hangingPunct="0">
              <a:spcBef>
                <a:spcPct val="0"/>
              </a:spcBef>
              <a:spcAft>
                <a:spcPct val="0"/>
              </a:spcAft>
              <a:defRPr u="sng">
                <a:solidFill>
                  <a:schemeClr val="tx1"/>
                </a:solidFill>
                <a:latin typeface="Arial" panose="020B0604020202020204" pitchFamily="34" charset="0"/>
              </a:defRPr>
            </a:lvl7pPr>
            <a:lvl8pPr marL="3429000" indent="-228600" defTabSz="936625" eaLnBrk="0" fontAlgn="base" hangingPunct="0">
              <a:spcBef>
                <a:spcPct val="0"/>
              </a:spcBef>
              <a:spcAft>
                <a:spcPct val="0"/>
              </a:spcAft>
              <a:defRPr u="sng">
                <a:solidFill>
                  <a:schemeClr val="tx1"/>
                </a:solidFill>
                <a:latin typeface="Arial" panose="020B0604020202020204" pitchFamily="34" charset="0"/>
              </a:defRPr>
            </a:lvl8pPr>
            <a:lvl9pPr marL="3886200" indent="-228600" defTabSz="936625" eaLnBrk="0" fontAlgn="base" hangingPunct="0">
              <a:spcBef>
                <a:spcPct val="0"/>
              </a:spcBef>
              <a:spcAft>
                <a:spcPct val="0"/>
              </a:spcAft>
              <a:defRPr u="sng">
                <a:solidFill>
                  <a:schemeClr val="tx1"/>
                </a:solidFill>
                <a:latin typeface="Arial" panose="020B0604020202020204" pitchFamily="34" charset="0"/>
              </a:defRPr>
            </a:lvl9pPr>
          </a:lstStyle>
          <a:p>
            <a:fld id="{E3DC580E-A661-4192-AC6F-214BAF307476}" type="slidenum">
              <a:rPr lang="es-ES" altLang="es-ES" u="none"/>
              <a:pPr/>
              <a:t>27</a:t>
            </a:fld>
            <a:endParaRPr lang="es-ES" altLang="es-ES" u="none"/>
          </a:p>
        </p:txBody>
      </p:sp>
    </p:spTree>
    <p:extLst>
      <p:ext uri="{BB962C8B-B14F-4D97-AF65-F5344CB8AC3E}">
        <p14:creationId xmlns:p14="http://schemas.microsoft.com/office/powerpoint/2010/main" val="67365977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1 Marcador de imagen de diapositiva">
            <a:extLst>
              <a:ext uri="{FF2B5EF4-FFF2-40B4-BE49-F238E27FC236}">
                <a16:creationId xmlns:a16="http://schemas.microsoft.com/office/drawing/2014/main" id="{16814D06-17C7-46CB-95D4-22FA69965AAB}"/>
              </a:ext>
            </a:extLst>
          </p:cNvPr>
          <p:cNvSpPr>
            <a:spLocks noGrp="1" noRot="1" noChangeAspect="1" noTextEdit="1"/>
          </p:cNvSpPr>
          <p:nvPr>
            <p:ph type="sldImg"/>
          </p:nvPr>
        </p:nvSpPr>
        <p:spPr bwMode="auto">
          <a:xfrm>
            <a:off x="685800" y="1143000"/>
            <a:ext cx="5486400" cy="30861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387" name="2 Marcador de notas">
            <a:extLst>
              <a:ext uri="{FF2B5EF4-FFF2-40B4-BE49-F238E27FC236}">
                <a16:creationId xmlns:a16="http://schemas.microsoft.com/office/drawing/2014/main" id="{EC85C406-8705-47FF-B791-2F1075A7A36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s-ES_tradnl" altLang="es-ES_tradnl"/>
          </a:p>
        </p:txBody>
      </p:sp>
      <p:sp>
        <p:nvSpPr>
          <p:cNvPr id="16388" name="3 Marcador de número de diapositiva">
            <a:extLst>
              <a:ext uri="{FF2B5EF4-FFF2-40B4-BE49-F238E27FC236}">
                <a16:creationId xmlns:a16="http://schemas.microsoft.com/office/drawing/2014/main" id="{28619FAE-F8D1-4852-AECB-2DBC3D46E9F9}"/>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E2BDC3E8-2CE9-4E05-9433-F0CBCBE1C4B2}" type="slidenum">
              <a:rPr lang="es-ES" altLang="es-ES_tradnl" smtClean="0">
                <a:latin typeface="Arial" panose="020B0604020202020204" pitchFamily="34" charset="0"/>
              </a:rPr>
              <a:pPr>
                <a:spcBef>
                  <a:spcPct val="0"/>
                </a:spcBef>
              </a:pPr>
              <a:t>28</a:t>
            </a:fld>
            <a:endParaRPr lang="es-ES" altLang="es-ES_tradnl">
              <a:latin typeface="Arial" panose="020B0604020202020204" pitchFamily="34" charset="0"/>
            </a:endParaRPr>
          </a:p>
        </p:txBody>
      </p:sp>
    </p:spTree>
    <p:extLst>
      <p:ext uri="{BB962C8B-B14F-4D97-AF65-F5344CB8AC3E}">
        <p14:creationId xmlns:p14="http://schemas.microsoft.com/office/powerpoint/2010/main" val="60345832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1 Marcador de imagen de diapositiva">
            <a:extLst>
              <a:ext uri="{FF2B5EF4-FFF2-40B4-BE49-F238E27FC236}">
                <a16:creationId xmlns:a16="http://schemas.microsoft.com/office/drawing/2014/main" id="{16814D06-17C7-46CB-95D4-22FA69965AAB}"/>
              </a:ext>
            </a:extLst>
          </p:cNvPr>
          <p:cNvSpPr>
            <a:spLocks noGrp="1" noRot="1" noChangeAspect="1" noTextEdit="1"/>
          </p:cNvSpPr>
          <p:nvPr>
            <p:ph type="sldImg"/>
          </p:nvPr>
        </p:nvSpPr>
        <p:spPr bwMode="auto">
          <a:xfrm>
            <a:off x="685800" y="1143000"/>
            <a:ext cx="5486400" cy="30861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387" name="2 Marcador de notas">
            <a:extLst>
              <a:ext uri="{FF2B5EF4-FFF2-40B4-BE49-F238E27FC236}">
                <a16:creationId xmlns:a16="http://schemas.microsoft.com/office/drawing/2014/main" id="{EC85C406-8705-47FF-B791-2F1075A7A36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s-ES_tradnl" altLang="es-ES_tradnl"/>
          </a:p>
        </p:txBody>
      </p:sp>
      <p:sp>
        <p:nvSpPr>
          <p:cNvPr id="16388" name="3 Marcador de número de diapositiva">
            <a:extLst>
              <a:ext uri="{FF2B5EF4-FFF2-40B4-BE49-F238E27FC236}">
                <a16:creationId xmlns:a16="http://schemas.microsoft.com/office/drawing/2014/main" id="{28619FAE-F8D1-4852-AECB-2DBC3D46E9F9}"/>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E2BDC3E8-2CE9-4E05-9433-F0CBCBE1C4B2}" type="slidenum">
              <a:rPr lang="es-ES" altLang="es-ES_tradnl" smtClean="0">
                <a:latin typeface="Arial" panose="020B0604020202020204" pitchFamily="34" charset="0"/>
              </a:rPr>
              <a:pPr>
                <a:spcBef>
                  <a:spcPct val="0"/>
                </a:spcBef>
              </a:pPr>
              <a:t>29</a:t>
            </a:fld>
            <a:endParaRPr lang="es-ES" altLang="es-ES_tradnl">
              <a:latin typeface="Arial" panose="020B0604020202020204" pitchFamily="34" charset="0"/>
            </a:endParaRPr>
          </a:p>
        </p:txBody>
      </p:sp>
    </p:spTree>
    <p:extLst>
      <p:ext uri="{BB962C8B-B14F-4D97-AF65-F5344CB8AC3E}">
        <p14:creationId xmlns:p14="http://schemas.microsoft.com/office/powerpoint/2010/main" val="323339666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06DF0B0E-27AE-4E9A-9126-B57C7C6800E6}" type="slidenum">
              <a:rPr lang="es-ES_tradnl"/>
              <a:pPr/>
              <a:t>30</a:t>
            </a:fld>
            <a:endParaRPr lang="es-ES_tradnl"/>
          </a:p>
        </p:txBody>
      </p:sp>
      <p:sp>
        <p:nvSpPr>
          <p:cNvPr id="144386" name="1 Marcador de imagen de diapositiva"/>
          <p:cNvSpPr>
            <a:spLocks noGrp="1" noRot="1" noChangeAspect="1" noTextEdit="1"/>
          </p:cNvSpPr>
          <p:nvPr>
            <p:ph type="sldImg"/>
          </p:nvPr>
        </p:nvSpPr>
        <p:spPr>
          <a:ln/>
        </p:spPr>
      </p:sp>
      <p:sp>
        <p:nvSpPr>
          <p:cNvPr id="144387" name="2 Marcador de notas"/>
          <p:cNvSpPr>
            <a:spLocks noGrp="1"/>
          </p:cNvSpPr>
          <p:nvPr>
            <p:ph type="body" idx="1"/>
          </p:nvPr>
        </p:nvSpPr>
        <p:spPr/>
        <p:txBody>
          <a:bodyPr lIns="95481" tIns="47740" rIns="95481" bIns="47740"/>
          <a:lstStyle/>
          <a:p>
            <a:pPr algn="just">
              <a:spcBef>
                <a:spcPct val="0"/>
              </a:spcBef>
            </a:pPr>
            <a:r>
              <a:rPr lang="es-ES" dirty="0"/>
              <a:t>Objetivo</a:t>
            </a:r>
            <a:r>
              <a:rPr lang="es-ES" baseline="0" dirty="0"/>
              <a:t> tradicional: la </a:t>
            </a:r>
            <a:r>
              <a:rPr lang="es-ES" b="1" baseline="0" dirty="0"/>
              <a:t>EFICIENCIA</a:t>
            </a:r>
            <a:r>
              <a:rPr lang="es-ES" baseline="0" dirty="0"/>
              <a:t> medida a través de la </a:t>
            </a:r>
            <a:r>
              <a:rPr lang="es-ES" b="1" baseline="0" dirty="0"/>
              <a:t>PRODUCTIVIDAD</a:t>
            </a:r>
            <a:r>
              <a:rPr lang="es-ES" baseline="0" dirty="0"/>
              <a:t> (relación entre la cantidad producida y los recursos utilizados) </a:t>
            </a:r>
            <a:r>
              <a:rPr lang="es-ES" baseline="0" dirty="0">
                <a:sym typeface="Wingdings" panose="05000000000000000000" pitchFamily="2" charset="2"/>
              </a:rPr>
              <a:t> la productividad mide el rendimiento de la producción. Puede ser:</a:t>
            </a:r>
          </a:p>
          <a:p>
            <a:pPr marL="171450" indent="-171450" algn="just">
              <a:spcBef>
                <a:spcPct val="0"/>
              </a:spcBef>
              <a:buFont typeface="Arial" panose="020B0604020202020204" pitchFamily="34" charset="0"/>
              <a:buChar char="•"/>
            </a:pPr>
            <a:r>
              <a:rPr lang="es-ES" b="1" baseline="0" dirty="0">
                <a:sym typeface="Wingdings" panose="05000000000000000000" pitchFamily="2" charset="2"/>
              </a:rPr>
              <a:t>De un factor de producción</a:t>
            </a:r>
            <a:r>
              <a:rPr lang="es-ES" b="0" baseline="0" dirty="0">
                <a:sym typeface="Wingdings" panose="05000000000000000000" pitchFamily="2" charset="2"/>
              </a:rPr>
              <a:t>: cantidad de producción de un bien que se le imputa a una unidad de factor de producción (trabajo o capital).</a:t>
            </a:r>
          </a:p>
          <a:p>
            <a:pPr marL="0" indent="0" algn="just">
              <a:spcBef>
                <a:spcPct val="0"/>
              </a:spcBef>
              <a:buFont typeface="Arial" panose="020B0604020202020204" pitchFamily="34" charset="0"/>
              <a:buNone/>
            </a:pPr>
            <a:r>
              <a:rPr lang="es-ES" b="0" baseline="0" dirty="0" err="1">
                <a:sym typeface="Wingdings" panose="05000000000000000000" pitchFamily="2" charset="2"/>
              </a:rPr>
              <a:t>P.e</a:t>
            </a:r>
            <a:r>
              <a:rPr lang="es-ES" b="0" baseline="0" dirty="0">
                <a:sym typeface="Wingdings" panose="05000000000000000000" pitchFamily="2" charset="2"/>
              </a:rPr>
              <a:t>. Productividad del factor trabajo = Producción / Unidad de trabajo (número de trabajadores, horas de trabajo, etc.)</a:t>
            </a:r>
          </a:p>
          <a:p>
            <a:pPr marL="171450" indent="-171450" algn="just">
              <a:spcBef>
                <a:spcPct val="0"/>
              </a:spcBef>
              <a:buFont typeface="Arial" panose="020B0604020202020204" pitchFamily="34" charset="0"/>
              <a:buChar char="•"/>
            </a:pPr>
            <a:r>
              <a:rPr lang="es-ES" b="1" baseline="0" dirty="0">
                <a:sym typeface="Wingdings" panose="05000000000000000000" pitchFamily="2" charset="2"/>
              </a:rPr>
              <a:t>Global</a:t>
            </a:r>
            <a:r>
              <a:rPr lang="es-ES" b="0" baseline="0" dirty="0">
                <a:sym typeface="Wingdings" panose="05000000000000000000" pitchFamily="2" charset="2"/>
              </a:rPr>
              <a:t>: relación que hay entre la cantidad total producida y la cantidad total de factores empleados  valor de la producción dividido entre el coste total de los factores productivos utilizados.</a:t>
            </a:r>
          </a:p>
          <a:p>
            <a:pPr marL="0" indent="0" algn="just">
              <a:spcBef>
                <a:spcPct val="0"/>
              </a:spcBef>
              <a:buFont typeface="Arial" panose="020B0604020202020204" pitchFamily="34" charset="0"/>
              <a:buNone/>
            </a:pPr>
            <a:r>
              <a:rPr lang="es-ES" b="0" baseline="0" dirty="0">
                <a:sym typeface="Wingdings" panose="05000000000000000000" pitchFamily="2" charset="2"/>
              </a:rPr>
              <a:t>      Productividad total = ∑ </a:t>
            </a:r>
            <a:r>
              <a:rPr lang="es-ES" b="0" baseline="0" dirty="0" err="1">
                <a:sym typeface="Wingdings" panose="05000000000000000000" pitchFamily="2" charset="2"/>
              </a:rPr>
              <a:t>Qi</a:t>
            </a:r>
            <a:r>
              <a:rPr lang="es-ES" b="0" baseline="0" dirty="0">
                <a:sym typeface="Wingdings" panose="05000000000000000000" pitchFamily="2" charset="2"/>
              </a:rPr>
              <a:t> x Pi / ∑ cantidad de factor j x </a:t>
            </a:r>
            <a:r>
              <a:rPr lang="es-ES" b="0" baseline="0" dirty="0" err="1">
                <a:sym typeface="Wingdings" panose="05000000000000000000" pitchFamily="2" charset="2"/>
              </a:rPr>
              <a:t>Pj</a:t>
            </a:r>
            <a:endParaRPr lang="es-ES" b="0" baseline="0" dirty="0">
              <a:sym typeface="Wingdings" panose="05000000000000000000" pitchFamily="2" charset="2"/>
            </a:endParaRPr>
          </a:p>
          <a:p>
            <a:pPr marL="0" indent="0" algn="just">
              <a:spcBef>
                <a:spcPct val="0"/>
              </a:spcBef>
              <a:buFont typeface="Arial" panose="020B0604020202020204" pitchFamily="34" charset="0"/>
              <a:buNone/>
            </a:pPr>
            <a:r>
              <a:rPr lang="es-ES" b="1" dirty="0"/>
              <a:t>      </a:t>
            </a:r>
            <a:r>
              <a:rPr lang="es-ES" b="0" dirty="0"/>
              <a:t>Tasa de productividad = productividad año 1 – productividad año 0 / productividad año 0</a:t>
            </a:r>
          </a:p>
          <a:p>
            <a:pPr marL="0" indent="0" algn="just">
              <a:spcBef>
                <a:spcPct val="0"/>
              </a:spcBef>
              <a:buFont typeface="Arial" panose="020B0604020202020204" pitchFamily="34" charset="0"/>
              <a:buNone/>
            </a:pPr>
            <a:endParaRPr lang="es-ES" b="0" dirty="0"/>
          </a:p>
          <a:p>
            <a:pPr>
              <a:spcBef>
                <a:spcPct val="0"/>
              </a:spcBef>
            </a:pPr>
            <a:r>
              <a:rPr lang="es-ES" b="1" dirty="0"/>
              <a:t>TECNOLOGÍA</a:t>
            </a:r>
            <a:r>
              <a:rPr lang="es-ES" b="0" dirty="0"/>
              <a:t>: conjunto de conocimientos y procedimientos que contribuyen a alcanzar un resultado, que puede ser la obtención de un producto nuevo o la mejora de un proceso productivo</a:t>
            </a:r>
          </a:p>
          <a:p>
            <a:pPr marL="171450" indent="-171450">
              <a:spcBef>
                <a:spcPct val="0"/>
              </a:spcBef>
              <a:buFont typeface="Wingdings" panose="05000000000000000000" pitchFamily="2" charset="2"/>
              <a:buChar char="à"/>
            </a:pPr>
            <a:r>
              <a:rPr lang="es-ES" b="1" dirty="0">
                <a:sym typeface="Wingdings" panose="05000000000000000000" pitchFamily="2" charset="2"/>
              </a:rPr>
              <a:t>Eficiencia técnica:</a:t>
            </a:r>
            <a:r>
              <a:rPr lang="es-ES" b="0" dirty="0">
                <a:sym typeface="Wingdings" panose="05000000000000000000" pitchFamily="2" charset="2"/>
              </a:rPr>
              <a:t> cuando una tecnología A produce la misma cantidad de un producto que otra tecnología B utilizando menos unidades de factores de producción (o bien produce más productos utilizando las mismas cantidades de factores productivos), se dice que A es técnicamente eficiente respecto de B.</a:t>
            </a:r>
          </a:p>
          <a:p>
            <a:pPr marL="171450" indent="-171450">
              <a:spcBef>
                <a:spcPct val="0"/>
              </a:spcBef>
              <a:buFont typeface="Wingdings" panose="05000000000000000000" pitchFamily="2" charset="2"/>
              <a:buChar char="à"/>
            </a:pPr>
            <a:r>
              <a:rPr lang="es-ES" b="1" dirty="0">
                <a:sym typeface="Wingdings" panose="05000000000000000000" pitchFamily="2" charset="2"/>
              </a:rPr>
              <a:t>Eficiencia económica:</a:t>
            </a:r>
            <a:r>
              <a:rPr lang="es-ES" b="0" dirty="0">
                <a:sym typeface="Wingdings" panose="05000000000000000000" pitchFamily="2" charset="2"/>
              </a:rPr>
              <a:t> consiste en seleccionar aquella tecnología que permite producir con el mínimo coste  se utiliza para elegir entre diversas tecnologías que presentan igual eficiencia técnica.</a:t>
            </a:r>
          </a:p>
          <a:p>
            <a:pPr marL="0" indent="0">
              <a:spcBef>
                <a:spcPct val="0"/>
              </a:spcBef>
              <a:buFont typeface="Wingdings" panose="05000000000000000000" pitchFamily="2" charset="2"/>
              <a:buNone/>
            </a:pPr>
            <a:endParaRPr lang="es-ES" b="0" dirty="0"/>
          </a:p>
          <a:p>
            <a:pPr>
              <a:spcBef>
                <a:spcPct val="0"/>
              </a:spcBef>
            </a:pPr>
            <a:r>
              <a:rPr lang="es-ES" b="1" dirty="0"/>
              <a:t>INNOVACIÓN TECNOLÓGICA</a:t>
            </a:r>
            <a:r>
              <a:rPr lang="es-ES" b="0" dirty="0"/>
              <a:t>: es el acto por el cual se introduce por primera vez un cambio técnico determinado en una empresa. Esta puede ser tanto de producto como de proceso, y constituye la base de la competitividad empresarial en las sociedades industrializadas.</a:t>
            </a:r>
          </a:p>
          <a:p>
            <a:pPr marL="171450" indent="-171450">
              <a:spcBef>
                <a:spcPct val="0"/>
              </a:spcBef>
              <a:buFont typeface="Wingdings" panose="05000000000000000000" pitchFamily="2" charset="2"/>
              <a:buChar char="à"/>
            </a:pPr>
            <a:r>
              <a:rPr lang="es-ES" b="0" dirty="0">
                <a:sym typeface="Wingdings" panose="05000000000000000000" pitchFamily="2" charset="2"/>
              </a:rPr>
              <a:t>La innovación no sólo es técnica, también se puede innovar modificando la estructura organizativa o mejorando la gestión de los recursos humanos.</a:t>
            </a:r>
            <a:endParaRPr lang="es-ES" dirty="0"/>
          </a:p>
        </p:txBody>
      </p:sp>
      <p:sp>
        <p:nvSpPr>
          <p:cNvPr id="144388" name="3 Marcador de número de diapositiva"/>
          <p:cNvSpPr txBox="1">
            <a:spLocks noGrp="1"/>
          </p:cNvSpPr>
          <p:nvPr/>
        </p:nvSpPr>
        <p:spPr bwMode="auto">
          <a:xfrm>
            <a:off x="5796894" y="6742966"/>
            <a:ext cx="4435320" cy="355193"/>
          </a:xfrm>
          <a:prstGeom prst="rect">
            <a:avLst/>
          </a:prstGeom>
          <a:noFill/>
          <a:ln w="9525">
            <a:noFill/>
            <a:miter lim="800000"/>
            <a:headEnd/>
            <a:tailEnd/>
          </a:ln>
        </p:spPr>
        <p:txBody>
          <a:bodyPr lIns="95481" tIns="47740" rIns="95481" bIns="47740" anchor="b"/>
          <a:lstStyle/>
          <a:p>
            <a:pPr algn="r" defTabSz="956010"/>
            <a:fld id="{D7AB6F5D-4881-446B-BA89-C9117EE3033D}" type="slidenum">
              <a:rPr lang="es-ES" sz="1300">
                <a:cs typeface="Arial" charset="0"/>
              </a:rPr>
              <a:pPr algn="r" defTabSz="956010"/>
              <a:t>30</a:t>
            </a:fld>
            <a:endParaRPr lang="es-ES" sz="1300" dirty="0">
              <a:cs typeface="Arial"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1 Marcador de imagen de diapositiva">
            <a:extLst>
              <a:ext uri="{FF2B5EF4-FFF2-40B4-BE49-F238E27FC236}">
                <a16:creationId xmlns:a16="http://schemas.microsoft.com/office/drawing/2014/main" id="{47B965B1-52F0-4002-8EA0-03C55FDCF3ED}"/>
              </a:ext>
            </a:extLst>
          </p:cNvPr>
          <p:cNvSpPr>
            <a:spLocks noGrp="1" noRot="1" noChangeAspect="1" noTextEdit="1"/>
          </p:cNvSpPr>
          <p:nvPr>
            <p:ph type="sldImg"/>
          </p:nvPr>
        </p:nvSpPr>
        <p:spPr bwMode="auto">
          <a:xfrm>
            <a:off x="685800" y="1143000"/>
            <a:ext cx="5486400" cy="30861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5" name="2 Marcador de notas">
            <a:extLst>
              <a:ext uri="{FF2B5EF4-FFF2-40B4-BE49-F238E27FC236}">
                <a16:creationId xmlns:a16="http://schemas.microsoft.com/office/drawing/2014/main" id="{5DC2DA36-8EA2-4826-969B-96B275450FF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342900" indent="-342900" algn="just">
              <a:lnSpc>
                <a:spcPct val="125000"/>
              </a:lnSpc>
              <a:spcBef>
                <a:spcPts val="450"/>
              </a:spcBef>
              <a:spcAft>
                <a:spcPts val="450"/>
              </a:spcAft>
              <a:buFont typeface="Arial" panose="020B0604020202020204" pitchFamily="34" charset="0"/>
              <a:buChar char="•"/>
            </a:pPr>
            <a:r>
              <a:rPr lang="es-ES" sz="1200" b="1" dirty="0"/>
              <a:t>Licencias y marcas: </a:t>
            </a:r>
            <a:r>
              <a:rPr lang="es-ES" sz="1200" dirty="0"/>
              <a:t>Únicamente para los negocios con local necesitan licencia de actividad/apertura. Se tramita con el Ayuntamiento donde esté ubicado (en el caso del Ayuntamiento de Madrid en las ECLU, Entidades Colaboradoras de Licencias Urbanísticas). En el caso de que queramos registrar la marca o el nombre comercial tendremos que sumarle también este coste (</a:t>
            </a:r>
          </a:p>
          <a:p>
            <a:pPr marL="342900" indent="-342900" algn="just">
              <a:lnSpc>
                <a:spcPct val="125000"/>
              </a:lnSpc>
              <a:spcBef>
                <a:spcPts val="450"/>
              </a:spcBef>
              <a:spcAft>
                <a:spcPts val="450"/>
              </a:spcAft>
              <a:buFont typeface="Arial" panose="020B0604020202020204" pitchFamily="34" charset="0"/>
              <a:buChar char="•"/>
            </a:pPr>
            <a:r>
              <a:rPr lang="es-ES" sz="1200" b="1" dirty="0"/>
              <a:t>Aplicaciones informáticas y diseño web: </a:t>
            </a:r>
            <a:r>
              <a:rPr lang="es-ES" sz="1200" dirty="0"/>
              <a:t>Coste de la elaboración de la página web, dominio y software en caso de que sea necesario.</a:t>
            </a:r>
          </a:p>
          <a:p>
            <a:pPr marL="342900" indent="-342900" algn="just">
              <a:lnSpc>
                <a:spcPct val="125000"/>
              </a:lnSpc>
              <a:spcBef>
                <a:spcPts val="450"/>
              </a:spcBef>
              <a:spcAft>
                <a:spcPts val="450"/>
              </a:spcAft>
              <a:buFont typeface="Arial" panose="020B0604020202020204" pitchFamily="34" charset="0"/>
              <a:buChar char="•"/>
            </a:pPr>
            <a:r>
              <a:rPr lang="es-ES" sz="1200" b="1" dirty="0"/>
              <a:t>Obras de acondicionamiento e instalaciones. </a:t>
            </a:r>
            <a:r>
              <a:rPr lang="es-ES" sz="1200" dirty="0"/>
              <a:t>Coste de la reforma de local, instalación de climatización, rótulo, etc. En caso de que lo hagamos nosotros incluimos el coste de los materiales.</a:t>
            </a:r>
          </a:p>
          <a:p>
            <a:pPr marL="342900" indent="-342900" algn="just">
              <a:lnSpc>
                <a:spcPct val="125000"/>
              </a:lnSpc>
              <a:spcBef>
                <a:spcPts val="450"/>
              </a:spcBef>
              <a:spcAft>
                <a:spcPts val="450"/>
              </a:spcAft>
              <a:buFont typeface="Arial" panose="020B0604020202020204" pitchFamily="34" charset="0"/>
              <a:buChar char="•"/>
            </a:pPr>
            <a:r>
              <a:rPr lang="es-ES" sz="1200" b="1" dirty="0"/>
              <a:t>Equipos informáticos. </a:t>
            </a:r>
            <a:r>
              <a:rPr lang="es-ES" sz="1200" dirty="0"/>
              <a:t>Ordenadores, impresora, </a:t>
            </a:r>
            <a:r>
              <a:rPr lang="es-ES" sz="1200" dirty="0" err="1"/>
              <a:t>tablet</a:t>
            </a:r>
            <a:r>
              <a:rPr lang="es-ES" sz="1200" dirty="0"/>
              <a:t>, etc. Aquí se incluirían también las TPV (terminal punto de venta) y los datáfonos (para el pago con tarjeta) necesarios para negocios de comercio ya que son en realidad equipos informáticos. </a:t>
            </a:r>
          </a:p>
          <a:p>
            <a:pPr eaLnBrk="1" hangingPunct="1">
              <a:spcBef>
                <a:spcPct val="0"/>
              </a:spcBef>
            </a:pPr>
            <a:r>
              <a:rPr lang="es-ES" dirty="0"/>
              <a:t>Maquinaría. En el caso de que la actividad requiera de alguna máquina para fabricar o conservar algo (ej. en un obrador de panadería/pastelería, los hornos, las cámaras frigoríficas, etc.) • Mobiliario. Estanterías, mostrador, mesas, sillas, etc. • Elementos de transporte. En caso de que necesitemos una furgoneta o camión. También puede ser un turismo en caso de que la actividad sea de Comercial. • Útiles. Herramientas o utensilios necesarios para la actividad (ej. en el caso de un restaurante, pequeños electrodomésticos, la vajilla, los vasos, manteles, cubertería, etc.) • Existencias. En el caso de negocios comerciales o de hostelería deberemos realizar una primera compra de mercaderías o de alimentos/bebidas para equipar la cocina con lo necesario para empezar la actividad. Esta primera compra se considera una inversión. • Traspaso. Sólo en el caso de negocios en marcha que vendan la empresa ya equipada y con su clientela previa. Estudiar bien las razones del traspaso del negocio para asegurarnos de sus posibilidades de continuidad y crecimiento. • Fianza. En negocios con local, el coste de la fianza del alquiler suele ser el correspondiente a dos meses de alquiler, aunque si el local se encuentra en zonas muy comerciales este coste puede subir</a:t>
            </a:r>
            <a:endParaRPr lang="es-ES_tradnl" altLang="es-ES_tradnl" dirty="0"/>
          </a:p>
        </p:txBody>
      </p:sp>
      <p:sp>
        <p:nvSpPr>
          <p:cNvPr id="8196" name="3 Marcador de número de diapositiva">
            <a:extLst>
              <a:ext uri="{FF2B5EF4-FFF2-40B4-BE49-F238E27FC236}">
                <a16:creationId xmlns:a16="http://schemas.microsoft.com/office/drawing/2014/main" id="{8901EBEB-1F05-497B-8302-1807E8DCF5CF}"/>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285CFCD0-3978-457D-AE5A-93DDD9FD35F7}" type="slidenum">
              <a:rPr lang="es-ES" altLang="es-ES_tradnl" smtClean="0">
                <a:latin typeface="Arial" panose="020B0604020202020204" pitchFamily="34" charset="0"/>
              </a:rPr>
              <a:pPr>
                <a:spcBef>
                  <a:spcPct val="0"/>
                </a:spcBef>
              </a:pPr>
              <a:t>31</a:t>
            </a:fld>
            <a:endParaRPr lang="es-ES" altLang="es-ES_tradnl">
              <a:latin typeface="Arial" panose="020B0604020202020204" pitchFamily="34" charset="0"/>
            </a:endParaRPr>
          </a:p>
        </p:txBody>
      </p:sp>
    </p:spTree>
    <p:extLst>
      <p:ext uri="{BB962C8B-B14F-4D97-AF65-F5344CB8AC3E}">
        <p14:creationId xmlns:p14="http://schemas.microsoft.com/office/powerpoint/2010/main" val="164429513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1 Marcador de imagen de diapositiva">
            <a:extLst>
              <a:ext uri="{FF2B5EF4-FFF2-40B4-BE49-F238E27FC236}">
                <a16:creationId xmlns:a16="http://schemas.microsoft.com/office/drawing/2014/main" id="{47B965B1-52F0-4002-8EA0-03C55FDCF3ED}"/>
              </a:ext>
            </a:extLst>
          </p:cNvPr>
          <p:cNvSpPr>
            <a:spLocks noGrp="1" noRot="1" noChangeAspect="1" noTextEdit="1"/>
          </p:cNvSpPr>
          <p:nvPr>
            <p:ph type="sldImg"/>
          </p:nvPr>
        </p:nvSpPr>
        <p:spPr bwMode="auto">
          <a:xfrm>
            <a:off x="685800" y="1143000"/>
            <a:ext cx="5486400" cy="30861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5" name="2 Marcador de notas">
            <a:extLst>
              <a:ext uri="{FF2B5EF4-FFF2-40B4-BE49-F238E27FC236}">
                <a16:creationId xmlns:a16="http://schemas.microsoft.com/office/drawing/2014/main" id="{5DC2DA36-8EA2-4826-969B-96B275450FF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342900" indent="-342900" algn="just">
              <a:lnSpc>
                <a:spcPct val="125000"/>
              </a:lnSpc>
              <a:spcBef>
                <a:spcPts val="450"/>
              </a:spcBef>
              <a:spcAft>
                <a:spcPts val="450"/>
              </a:spcAft>
              <a:buFont typeface="Arial" panose="020B0604020202020204" pitchFamily="34" charset="0"/>
              <a:buChar char="•"/>
            </a:pPr>
            <a:r>
              <a:rPr lang="es-ES" sz="1200" b="1" dirty="0"/>
              <a:t>Licencias y marcas: </a:t>
            </a:r>
            <a:r>
              <a:rPr lang="es-ES" sz="1200" dirty="0"/>
              <a:t>Únicamente para los negocios con local necesitan licencia de actividad/apertura. Se tramita con el Ayuntamiento donde esté ubicado (en el caso del Ayuntamiento de Madrid en las ECLU, Entidades Colaboradoras de Licencias Urbanísticas). En el caso de que queramos registrar la marca o el nombre comercial tendremos que sumarle también este coste (</a:t>
            </a:r>
          </a:p>
          <a:p>
            <a:pPr marL="342900" indent="-342900" algn="just">
              <a:lnSpc>
                <a:spcPct val="125000"/>
              </a:lnSpc>
              <a:spcBef>
                <a:spcPts val="450"/>
              </a:spcBef>
              <a:spcAft>
                <a:spcPts val="450"/>
              </a:spcAft>
              <a:buFont typeface="Arial" panose="020B0604020202020204" pitchFamily="34" charset="0"/>
              <a:buChar char="•"/>
            </a:pPr>
            <a:r>
              <a:rPr lang="es-ES" sz="1200" b="1" dirty="0"/>
              <a:t>Aplicaciones informáticas y diseño web: </a:t>
            </a:r>
            <a:r>
              <a:rPr lang="es-ES" sz="1200" dirty="0"/>
              <a:t>Coste de la elaboración de la página web, dominio y software en caso de que sea necesario.</a:t>
            </a:r>
          </a:p>
          <a:p>
            <a:pPr marL="342900" indent="-342900" algn="just">
              <a:lnSpc>
                <a:spcPct val="125000"/>
              </a:lnSpc>
              <a:spcBef>
                <a:spcPts val="450"/>
              </a:spcBef>
              <a:spcAft>
                <a:spcPts val="450"/>
              </a:spcAft>
              <a:buFont typeface="Arial" panose="020B0604020202020204" pitchFamily="34" charset="0"/>
              <a:buChar char="•"/>
            </a:pPr>
            <a:r>
              <a:rPr lang="es-ES" sz="1200" b="1" dirty="0"/>
              <a:t>Obras de acondicionamiento e instalaciones. </a:t>
            </a:r>
            <a:r>
              <a:rPr lang="es-ES" sz="1200" dirty="0"/>
              <a:t>Coste de la reforma de local, instalación de climatización, rótulo, etc. En caso de que lo hagamos nosotros incluimos el coste de los materiales.</a:t>
            </a:r>
          </a:p>
          <a:p>
            <a:pPr marL="342900" indent="-342900" algn="just">
              <a:lnSpc>
                <a:spcPct val="125000"/>
              </a:lnSpc>
              <a:spcBef>
                <a:spcPts val="450"/>
              </a:spcBef>
              <a:spcAft>
                <a:spcPts val="450"/>
              </a:spcAft>
              <a:buFont typeface="Arial" panose="020B0604020202020204" pitchFamily="34" charset="0"/>
              <a:buChar char="•"/>
            </a:pPr>
            <a:r>
              <a:rPr lang="es-ES" sz="1200" b="1" dirty="0"/>
              <a:t>Equipos informáticos. </a:t>
            </a:r>
            <a:r>
              <a:rPr lang="es-ES" sz="1200" dirty="0"/>
              <a:t>Ordenadores, impresora, </a:t>
            </a:r>
            <a:r>
              <a:rPr lang="es-ES" sz="1200" dirty="0" err="1"/>
              <a:t>tablet</a:t>
            </a:r>
            <a:r>
              <a:rPr lang="es-ES" sz="1200" dirty="0"/>
              <a:t>, etc. Aquí se incluirían también las TPV (terminal punto de venta) y los datáfonos (para el pago con tarjeta) necesarios para negocios de comercio ya que son en realidad equipos informáticos. </a:t>
            </a:r>
          </a:p>
          <a:p>
            <a:pPr eaLnBrk="1" hangingPunct="1">
              <a:spcBef>
                <a:spcPct val="0"/>
              </a:spcBef>
            </a:pPr>
            <a:r>
              <a:rPr lang="es-ES" dirty="0"/>
              <a:t>Maquinaría. En el caso de que la actividad requiera de alguna máquina para fabricar o conservar algo (ej. en un obrador de panadería/pastelería, los hornos, las cámaras frigoríficas, etc.) • Mobiliario. Estanterías, mostrador, mesas, sillas, etc. • Elementos de transporte. En caso de que necesitemos una furgoneta o camión. También puede ser un turismo en caso de que la actividad sea de Comercial. • Útiles. Herramientas o utensilios necesarios para la actividad (ej. en el caso de un restaurante, pequeños electrodomésticos, la vajilla, los vasos, manteles, cubertería, etc.) • Existencias. En el caso de negocios comerciales o de hostelería deberemos realizar una primera compra de mercaderías o de alimentos/bebidas para equipar la cocina con lo necesario para empezar la actividad. Esta primera compra se considera una inversión. • Traspaso. Sólo en el caso de negocios en marcha que vendan la empresa ya equipada y con su clientela previa. Estudiar bien las razones del traspaso del negocio para asegurarnos de sus posibilidades de continuidad y crecimiento. • Fianza. En negocios con local, el coste de la fianza del alquiler suele ser el correspondiente a dos meses de alquiler, aunque si el local se encuentra en zonas muy comerciales este coste puede subir</a:t>
            </a:r>
            <a:endParaRPr lang="es-ES_tradnl" altLang="es-ES_tradnl" dirty="0"/>
          </a:p>
        </p:txBody>
      </p:sp>
      <p:sp>
        <p:nvSpPr>
          <p:cNvPr id="8196" name="3 Marcador de número de diapositiva">
            <a:extLst>
              <a:ext uri="{FF2B5EF4-FFF2-40B4-BE49-F238E27FC236}">
                <a16:creationId xmlns:a16="http://schemas.microsoft.com/office/drawing/2014/main" id="{8901EBEB-1F05-497B-8302-1807E8DCF5CF}"/>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285CFCD0-3978-457D-AE5A-93DDD9FD35F7}" type="slidenum">
              <a:rPr lang="es-ES" altLang="es-ES_tradnl" smtClean="0">
                <a:latin typeface="Arial" panose="020B0604020202020204" pitchFamily="34" charset="0"/>
              </a:rPr>
              <a:pPr>
                <a:spcBef>
                  <a:spcPct val="0"/>
                </a:spcBef>
              </a:pPr>
              <a:t>32</a:t>
            </a:fld>
            <a:endParaRPr lang="es-ES" altLang="es-ES_tradnl">
              <a:latin typeface="Arial" panose="020B0604020202020204" pitchFamily="34" charset="0"/>
            </a:endParaRPr>
          </a:p>
        </p:txBody>
      </p:sp>
    </p:spTree>
    <p:extLst>
      <p:ext uri="{BB962C8B-B14F-4D97-AF65-F5344CB8AC3E}">
        <p14:creationId xmlns:p14="http://schemas.microsoft.com/office/powerpoint/2010/main" val="347991866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r>
              <a:rPr lang="es-ES" b="0" dirty="0"/>
              <a:t>Desde la aparición de la dirección estratégica, gran parte de los manuales sobre producción han adoptado un enfoque estratégico para analizarlo, separando las decisiones relativas a la producción en dos grandes grupos (aunque </a:t>
            </a:r>
            <a:r>
              <a:rPr lang="es-ES" b="0" baseline="0" dirty="0">
                <a:sym typeface="Wingdings" panose="05000000000000000000" pitchFamily="2" charset="2"/>
              </a:rPr>
              <a:t>en ocasiones resulta difícil distinguirlas): decisiones estratégicas y decisiones tácticas  d</a:t>
            </a:r>
            <a:r>
              <a:rPr lang="es-ES" b="0" dirty="0"/>
              <a:t>ecisiones</a:t>
            </a:r>
            <a:r>
              <a:rPr lang="es-ES" b="0" baseline="0" dirty="0"/>
              <a:t> estratégicas en tanto que condicionan los recursos de la empresa para un largo periodo de tiempo</a:t>
            </a:r>
            <a:r>
              <a:rPr lang="es-ES" b="0" baseline="0" dirty="0">
                <a:sym typeface="Wingdings" panose="05000000000000000000" pitchFamily="2" charset="2"/>
              </a:rPr>
              <a:t>.</a:t>
            </a:r>
            <a:endParaRPr lang="es-ES" b="0" baseline="0" dirty="0"/>
          </a:p>
          <a:p>
            <a:endParaRPr lang="es-ES" b="0" dirty="0"/>
          </a:p>
          <a:p>
            <a:r>
              <a:rPr lang="es-ES" b="0" dirty="0">
                <a:sym typeface="Wingdings" panose="05000000000000000000" pitchFamily="2" charset="2"/>
              </a:rPr>
              <a:t> </a:t>
            </a:r>
            <a:r>
              <a:rPr lang="es-ES" b="1" dirty="0">
                <a:sym typeface="Wingdings" panose="05000000000000000000" pitchFamily="2" charset="2"/>
              </a:rPr>
              <a:t>OJO!!! </a:t>
            </a:r>
            <a:r>
              <a:rPr lang="es-ES" b="0" dirty="0">
                <a:sym typeface="Wingdings" panose="05000000000000000000" pitchFamily="2" charset="2"/>
              </a:rPr>
              <a:t>Se utiliza el término </a:t>
            </a:r>
            <a:r>
              <a:rPr lang="es-ES" b="1" dirty="0">
                <a:sym typeface="Wingdings" panose="05000000000000000000" pitchFamily="2" charset="2"/>
              </a:rPr>
              <a:t>DIRECCIÓN DE PRODUCCIÓN </a:t>
            </a:r>
            <a:r>
              <a:rPr lang="es-ES" b="0" dirty="0">
                <a:sym typeface="Wingdings" panose="05000000000000000000" pitchFamily="2" charset="2"/>
              </a:rPr>
              <a:t>para ubicar estas decisiones en un área funcional, aunque en la realidad se toman en el más alto nivel de la empresa.</a:t>
            </a:r>
            <a:endParaRPr lang="es-ES" b="0" dirty="0"/>
          </a:p>
          <a:p>
            <a:endParaRPr lang="es-ES" b="0" dirty="0"/>
          </a:p>
          <a:p>
            <a:r>
              <a:rPr lang="es-ES" b="1" dirty="0"/>
              <a:t>Antes</a:t>
            </a:r>
            <a:r>
              <a:rPr lang="es-ES" b="1" baseline="0" dirty="0"/>
              <a:t> de nada</a:t>
            </a:r>
            <a:r>
              <a:rPr lang="es-ES" baseline="0" dirty="0"/>
              <a:t>… QUÉ ES UN PRODUCTO?????</a:t>
            </a:r>
            <a:endParaRPr lang="es-ES" dirty="0"/>
          </a:p>
        </p:txBody>
      </p:sp>
      <p:sp>
        <p:nvSpPr>
          <p:cNvPr id="4" name="3 Marcador de número de diapositiva"/>
          <p:cNvSpPr>
            <a:spLocks noGrp="1"/>
          </p:cNvSpPr>
          <p:nvPr>
            <p:ph type="sldNum" sz="quarter" idx="10"/>
          </p:nvPr>
        </p:nvSpPr>
        <p:spPr/>
        <p:txBody>
          <a:bodyPr/>
          <a:lstStyle/>
          <a:p>
            <a:pPr>
              <a:defRPr/>
            </a:pPr>
            <a:fld id="{77AB8798-F62A-40D0-8954-5D33C944A6B2}" type="slidenum">
              <a:rPr lang="es-ES_tradnl" smtClean="0"/>
              <a:pPr>
                <a:defRPr/>
              </a:pPr>
              <a:t>33</a:t>
            </a:fld>
            <a:endParaRPr lang="es-ES_tradnl"/>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a:xfrm>
            <a:off x="725488" y="571500"/>
            <a:ext cx="5322887" cy="2995613"/>
          </a:xfrm>
        </p:spPr>
      </p:sp>
      <p:sp>
        <p:nvSpPr>
          <p:cNvPr id="3" name="2 Marcador de notas"/>
          <p:cNvSpPr>
            <a:spLocks noGrp="1"/>
          </p:cNvSpPr>
          <p:nvPr>
            <p:ph type="body" idx="1"/>
          </p:nvPr>
        </p:nvSpPr>
        <p:spPr/>
        <p:txBody>
          <a:bodyPr>
            <a:noAutofit/>
          </a:bodyPr>
          <a:lstStyle/>
          <a:p>
            <a:r>
              <a:rPr lang="es-ES" b="1" i="0" u="none" strike="noStrike" baseline="0" dirty="0">
                <a:latin typeface="Arial" panose="020B0604020202020204" pitchFamily="34" charset="0"/>
                <a:cs typeface="Arial" panose="020B0604020202020204" pitchFamily="34" charset="0"/>
              </a:rPr>
              <a:t>Del Libro de la carpeta de Marisol (Libro Economía y dirección de empresas.pdf):</a:t>
            </a:r>
          </a:p>
          <a:p>
            <a:r>
              <a:rPr lang="es-ES" b="0" i="0" u="none" strike="noStrike" baseline="0" dirty="0">
                <a:latin typeface="Arial" panose="020B0604020202020204" pitchFamily="34" charset="0"/>
                <a:cs typeface="Arial" panose="020B0604020202020204" pitchFamily="34" charset="0"/>
              </a:rPr>
              <a:t>Bolívar, Cruz, Alicia, et al. Economía y dirección de empresas, Universidad de Las Palmas de Gran Canaria. Servicio de Publicaciones y Difusión Científica, 2014. ProQuest </a:t>
            </a:r>
            <a:r>
              <a:rPr lang="es-ES" b="0" i="0" u="none" strike="noStrike" baseline="0" dirty="0" err="1">
                <a:latin typeface="Arial" panose="020B0604020202020204" pitchFamily="34" charset="0"/>
                <a:cs typeface="Arial" panose="020B0604020202020204" pitchFamily="34" charset="0"/>
              </a:rPr>
              <a:t>Ebook</a:t>
            </a:r>
            <a:r>
              <a:rPr lang="es-ES" b="0" i="0" u="none" strike="noStrike" baseline="0" dirty="0">
                <a:latin typeface="Arial" panose="020B0604020202020204" pitchFamily="34" charset="0"/>
                <a:cs typeface="Arial" panose="020B0604020202020204" pitchFamily="34" charset="0"/>
              </a:rPr>
              <a:t> Central, http://ebookcentral.proquest.com/lib/us-ead-ebooks/detail.action?docID=3227378. </a:t>
            </a:r>
            <a:r>
              <a:rPr lang="en-US" b="0" i="0" u="none" strike="noStrike" baseline="0" dirty="0">
                <a:latin typeface="Arial" panose="020B0604020202020204" pitchFamily="34" charset="0"/>
                <a:cs typeface="Arial" panose="020B0604020202020204" pitchFamily="34" charset="0"/>
              </a:rPr>
              <a:t>Created from us-</a:t>
            </a:r>
            <a:r>
              <a:rPr lang="en-US" b="0" i="0" u="none" strike="noStrike" baseline="0" dirty="0" err="1">
                <a:latin typeface="Arial" panose="020B0604020202020204" pitchFamily="34" charset="0"/>
                <a:cs typeface="Arial" panose="020B0604020202020204" pitchFamily="34" charset="0"/>
              </a:rPr>
              <a:t>ead</a:t>
            </a:r>
            <a:r>
              <a:rPr lang="en-US" b="0" i="0" u="none" strike="noStrike" baseline="0" dirty="0">
                <a:latin typeface="Arial" panose="020B0604020202020204" pitchFamily="34" charset="0"/>
                <a:cs typeface="Arial" panose="020B0604020202020204" pitchFamily="34" charset="0"/>
              </a:rPr>
              <a:t>-</a:t>
            </a:r>
            <a:r>
              <a:rPr lang="en-US" b="0" i="0" u="none" strike="noStrike" baseline="0" dirty="0" err="1">
                <a:latin typeface="Arial" panose="020B0604020202020204" pitchFamily="34" charset="0"/>
                <a:cs typeface="Arial" panose="020B0604020202020204" pitchFamily="34" charset="0"/>
              </a:rPr>
              <a:t>ebooks</a:t>
            </a:r>
            <a:r>
              <a:rPr lang="en-US" b="0" i="0" u="none" strike="noStrike" baseline="0" dirty="0">
                <a:latin typeface="Arial" panose="020B0604020202020204" pitchFamily="34" charset="0"/>
                <a:cs typeface="Arial" panose="020B0604020202020204" pitchFamily="34" charset="0"/>
              </a:rPr>
              <a:t> on 2020-01-19 05:24:04.</a:t>
            </a:r>
            <a:endParaRPr lang="es-ES" dirty="0">
              <a:latin typeface="Arial" panose="020B0604020202020204" pitchFamily="34" charset="0"/>
              <a:cs typeface="Arial" panose="020B0604020202020204" pitchFamily="34" charset="0"/>
            </a:endParaRPr>
          </a:p>
          <a:p>
            <a:pPr lvl="1"/>
            <a:r>
              <a:rPr lang="es-ES" b="0" i="0" u="none" strike="noStrike" baseline="0" dirty="0">
                <a:latin typeface="Arial" panose="020B0604020202020204" pitchFamily="34" charset="0"/>
                <a:cs typeface="Arial" panose="020B0604020202020204" pitchFamily="34" charset="0"/>
              </a:rPr>
              <a:t>Consiste en realizar una serie de actividades encaminadas a desarrollar una definición detallada del producto. Esta definición incluye especificar componentes, materiales, tamaño y forma, entre otras características. Estas tareas suelen realizarse de manera formal en el área de investigación y desarrollo de la empresa, conocida a menudo como el área de I+D. Una vez que se tiene un diseño preliminar, este se somete a evaluación a través de la fabricación de prototipos y la realización de pruebas de mercado. Seguidamente se realiza el diseño final y se procede al lanzamiento del producto. Estos pasos genéricos presentan algunas diferencias cuando se trata de prestar servicios, puesto que para aquellos servicios que no contienen un componente físico o tangible no es viable la definición de los componentes o materiales ni la elaboración de prototipos.</a:t>
            </a:r>
            <a:endParaRPr lang="es-ES" baseline="0" dirty="0">
              <a:latin typeface="Arial" panose="020B0604020202020204" pitchFamily="34" charset="0"/>
              <a:cs typeface="Arial" panose="020B0604020202020204" pitchFamily="34" charset="0"/>
              <a:sym typeface="Wingdings" pitchFamily="2" charset="2"/>
            </a:endParaRPr>
          </a:p>
          <a:p>
            <a:pPr>
              <a:spcBef>
                <a:spcPct val="0"/>
              </a:spcBef>
            </a:pPr>
            <a:endParaRPr lang="es-ES" baseline="0" dirty="0">
              <a:latin typeface="Arial" panose="020B0604020202020204" pitchFamily="34" charset="0"/>
              <a:cs typeface="Arial" panose="020B0604020202020204" pitchFamily="34" charset="0"/>
              <a:sym typeface="Wingdings" pitchFamily="2" charset="2"/>
            </a:endParaRPr>
          </a:p>
          <a:p>
            <a:pPr>
              <a:spcBef>
                <a:spcPct val="0"/>
              </a:spcBef>
            </a:pPr>
            <a:endParaRPr lang="es-ES" baseline="0" dirty="0">
              <a:latin typeface="Arial" panose="020B0604020202020204" pitchFamily="34" charset="0"/>
              <a:cs typeface="Arial" panose="020B0604020202020204" pitchFamily="34" charset="0"/>
              <a:sym typeface="Wingdings" pitchFamily="2" charset="2"/>
            </a:endParaRPr>
          </a:p>
          <a:p>
            <a:pPr>
              <a:spcBef>
                <a:spcPct val="0"/>
              </a:spcBef>
            </a:pPr>
            <a:r>
              <a:rPr lang="es-ES" baseline="0" dirty="0">
                <a:latin typeface="Arial" panose="020B0604020202020204" pitchFamily="34" charset="0"/>
                <a:cs typeface="Arial" panose="020B0604020202020204" pitchFamily="34" charset="0"/>
                <a:sym typeface="Wingdings" pitchFamily="2" charset="2"/>
              </a:rPr>
              <a:t>DCCIÓN. PRODUCCIÓN: debe asegurarse de que existan atributos tangibles que definan al producto.</a:t>
            </a:r>
          </a:p>
          <a:p>
            <a:pPr>
              <a:spcBef>
                <a:spcPct val="0"/>
              </a:spcBef>
            </a:pPr>
            <a:endParaRPr lang="es-ES" baseline="0" dirty="0">
              <a:latin typeface="Arial" panose="020B0604020202020204" pitchFamily="34" charset="0"/>
              <a:cs typeface="Arial" panose="020B0604020202020204" pitchFamily="34" charset="0"/>
              <a:sym typeface="Wingdings" pitchFamily="2" charset="2"/>
            </a:endParaRPr>
          </a:p>
          <a:p>
            <a:pPr>
              <a:spcBef>
                <a:spcPct val="0"/>
              </a:spcBef>
            </a:pPr>
            <a:r>
              <a:rPr lang="es-ES" baseline="0" dirty="0">
                <a:latin typeface="Arial" panose="020B0604020202020204" pitchFamily="34" charset="0"/>
                <a:cs typeface="Arial" panose="020B0604020202020204" pitchFamily="34" charset="0"/>
                <a:sym typeface="Wingdings" pitchFamily="2" charset="2"/>
              </a:rPr>
              <a:t>Atributos de los productos:</a:t>
            </a:r>
          </a:p>
          <a:p>
            <a:pPr marL="171450" indent="-171450">
              <a:spcBef>
                <a:spcPct val="0"/>
              </a:spcBef>
              <a:buFont typeface="Arial" panose="020B0604020202020204" pitchFamily="34" charset="0"/>
              <a:buChar char="•"/>
            </a:pPr>
            <a:r>
              <a:rPr lang="es-ES" baseline="0" dirty="0">
                <a:latin typeface="Arial" panose="020B0604020202020204" pitchFamily="34" charset="0"/>
                <a:cs typeface="Arial" panose="020B0604020202020204" pitchFamily="34" charset="0"/>
                <a:sym typeface="Wingdings" pitchFamily="2" charset="2"/>
              </a:rPr>
              <a:t>Tangibles: características técnicas y funcionales que pueden ser valoradas objetivamente.</a:t>
            </a:r>
          </a:p>
          <a:p>
            <a:pPr marL="171450" indent="-171450">
              <a:spcBef>
                <a:spcPct val="0"/>
              </a:spcBef>
              <a:buFont typeface="Arial" panose="020B0604020202020204" pitchFamily="34" charset="0"/>
              <a:buChar char="•"/>
            </a:pPr>
            <a:r>
              <a:rPr lang="es-ES" baseline="0" dirty="0">
                <a:latin typeface="Arial" panose="020B0604020202020204" pitchFamily="34" charset="0"/>
                <a:cs typeface="Arial" panose="020B0604020202020204" pitchFamily="34" charset="0"/>
                <a:sym typeface="Wingdings" pitchFamily="2" charset="2"/>
              </a:rPr>
              <a:t>Intangibles: el cliente valora subjetivamente si el producto posee esos atributos o no  ejemplos: la calidad, la imagen de marca, el diseño…</a:t>
            </a:r>
          </a:p>
          <a:p>
            <a:pPr>
              <a:spcBef>
                <a:spcPct val="0"/>
              </a:spcBef>
            </a:pPr>
            <a:endParaRPr lang="es-ES" baseline="0" dirty="0">
              <a:latin typeface="Arial" panose="020B0604020202020204" pitchFamily="34" charset="0"/>
              <a:cs typeface="Arial" panose="020B0604020202020204" pitchFamily="34" charset="0"/>
              <a:sym typeface="Wingdings" pitchFamily="2" charset="2"/>
            </a:endParaRPr>
          </a:p>
          <a:p>
            <a:pPr>
              <a:spcBef>
                <a:spcPct val="0"/>
              </a:spcBef>
            </a:pPr>
            <a:r>
              <a:rPr lang="es-ES" baseline="0" dirty="0">
                <a:latin typeface="Arial" panose="020B0604020202020204" pitchFamily="34" charset="0"/>
                <a:cs typeface="Arial" panose="020B0604020202020204" pitchFamily="34" charset="0"/>
                <a:sym typeface="Wingdings" pitchFamily="2" charset="2"/>
              </a:rPr>
              <a:t> Es la dirección comercial quien debe encargarse de que el cliente conozca y valore positivamente estos atributos. Por ejemplo: si pensamos en la necesidad de </a:t>
            </a:r>
            <a:r>
              <a:rPr lang="es-ES" b="1" baseline="0" dirty="0">
                <a:latin typeface="Arial" panose="020B0604020202020204" pitchFamily="34" charset="0"/>
                <a:cs typeface="Arial" panose="020B0604020202020204" pitchFamily="34" charset="0"/>
                <a:sym typeface="Wingdings" pitchFamily="2" charset="2"/>
              </a:rPr>
              <a:t>conocer la hora</a:t>
            </a:r>
            <a:r>
              <a:rPr lang="es-ES" b="0" baseline="0" dirty="0">
                <a:latin typeface="Arial" panose="020B0604020202020204" pitchFamily="34" charset="0"/>
                <a:cs typeface="Arial" panose="020B0604020202020204" pitchFamily="34" charset="0"/>
                <a:sym typeface="Wingdings" pitchFamily="2" charset="2"/>
              </a:rPr>
              <a:t>, podemos utilizar, al menos, dos productos que la cubran: el reloj y el móvil:</a:t>
            </a:r>
          </a:p>
          <a:p>
            <a:pPr marL="171450" indent="-171450">
              <a:spcBef>
                <a:spcPct val="0"/>
              </a:spcBef>
              <a:buFont typeface="Arial" panose="020B0604020202020204" pitchFamily="34" charset="0"/>
              <a:buChar char="•"/>
            </a:pPr>
            <a:r>
              <a:rPr lang="es-ES" b="0" baseline="0" dirty="0">
                <a:latin typeface="Arial" panose="020B0604020202020204" pitchFamily="34" charset="0"/>
                <a:cs typeface="Arial" panose="020B0604020202020204" pitchFamily="34" charset="0"/>
                <a:sym typeface="Wingdings" pitchFamily="2" charset="2"/>
              </a:rPr>
              <a:t>Son </a:t>
            </a:r>
            <a:r>
              <a:rPr lang="es-ES" b="1" baseline="0" dirty="0">
                <a:latin typeface="Arial" panose="020B0604020202020204" pitchFamily="34" charset="0"/>
                <a:cs typeface="Arial" panose="020B0604020202020204" pitchFamily="34" charset="0"/>
                <a:sym typeface="Wingdings" pitchFamily="2" charset="2"/>
              </a:rPr>
              <a:t>dos productos distintos con atributos tangibles diferentes. </a:t>
            </a:r>
          </a:p>
          <a:p>
            <a:pPr marL="171450" indent="-171450">
              <a:spcBef>
                <a:spcPct val="0"/>
              </a:spcBef>
              <a:buFont typeface="Arial" panose="020B0604020202020204" pitchFamily="34" charset="0"/>
              <a:buChar char="•"/>
            </a:pPr>
            <a:r>
              <a:rPr lang="es-ES" b="0" baseline="0" dirty="0">
                <a:latin typeface="Arial" panose="020B0604020202020204" pitchFamily="34" charset="0"/>
                <a:cs typeface="Arial" panose="020B0604020202020204" pitchFamily="34" charset="0"/>
                <a:sym typeface="Wingdings" pitchFamily="2" charset="2"/>
              </a:rPr>
              <a:t>Si nos centramos en el reloj, podemos elegir entre un reloj de plástico de gama alta (un </a:t>
            </a:r>
            <a:r>
              <a:rPr lang="es-ES" b="0" baseline="0" dirty="0" err="1">
                <a:latin typeface="Arial" panose="020B0604020202020204" pitchFamily="34" charset="0"/>
                <a:cs typeface="Arial" panose="020B0604020202020204" pitchFamily="34" charset="0"/>
                <a:sym typeface="Wingdings" pitchFamily="2" charset="2"/>
              </a:rPr>
              <a:t>Swatch</a:t>
            </a:r>
            <a:r>
              <a:rPr lang="es-ES" b="0" baseline="0" dirty="0">
                <a:latin typeface="Arial" panose="020B0604020202020204" pitchFamily="34" charset="0"/>
                <a:cs typeface="Arial" panose="020B0604020202020204" pitchFamily="34" charset="0"/>
                <a:sym typeface="Wingdings" pitchFamily="2" charset="2"/>
              </a:rPr>
              <a:t> </a:t>
            </a:r>
            <a:r>
              <a:rPr lang="es-ES" b="0" baseline="0" dirty="0" err="1">
                <a:latin typeface="Arial" panose="020B0604020202020204" pitchFamily="34" charset="0"/>
                <a:cs typeface="Arial" panose="020B0604020202020204" pitchFamily="34" charset="0"/>
                <a:sym typeface="Wingdings" pitchFamily="2" charset="2"/>
              </a:rPr>
              <a:t>p.e</a:t>
            </a:r>
            <a:r>
              <a:rPr lang="es-ES" b="0" baseline="0" dirty="0">
                <a:latin typeface="Arial" panose="020B0604020202020204" pitchFamily="34" charset="0"/>
                <a:cs typeface="Arial" panose="020B0604020202020204" pitchFamily="34" charset="0"/>
                <a:sym typeface="Wingdings" pitchFamily="2" charset="2"/>
              </a:rPr>
              <a:t>.) y uno de gama baja  en este caso los atributos tangibles podrían ser los mismos mientras que los intangibles no lo son.</a:t>
            </a:r>
          </a:p>
          <a:p>
            <a:pPr>
              <a:spcBef>
                <a:spcPct val="0"/>
              </a:spcBef>
            </a:pPr>
            <a:endParaRPr lang="es-ES" baseline="0" dirty="0">
              <a:latin typeface="Arial" panose="020B0604020202020204" pitchFamily="34" charset="0"/>
              <a:cs typeface="Arial" panose="020B0604020202020204" pitchFamily="34" charset="0"/>
              <a:sym typeface="Wingdings" pitchFamily="2" charset="2"/>
            </a:endParaRPr>
          </a:p>
          <a:p>
            <a:pPr>
              <a:spcBef>
                <a:spcPct val="0"/>
              </a:spcBef>
            </a:pPr>
            <a:r>
              <a:rPr lang="es-ES" baseline="0" dirty="0">
                <a:latin typeface="Arial" panose="020B0604020202020204" pitchFamily="34" charset="0"/>
                <a:cs typeface="Arial" panose="020B0604020202020204" pitchFamily="34" charset="0"/>
                <a:sym typeface="Wingdings" pitchFamily="2" charset="2"/>
              </a:rPr>
              <a:t>Una vez definido el bien que queremos producir, la empresa tendrá que decidir la mayor o menor variedad de los mismos.</a:t>
            </a:r>
          </a:p>
          <a:p>
            <a:pPr>
              <a:spcBef>
                <a:spcPct val="0"/>
              </a:spcBef>
            </a:pPr>
            <a:endParaRPr lang="es-ES" baseline="0" dirty="0">
              <a:latin typeface="Arial" panose="020B0604020202020204" pitchFamily="34" charset="0"/>
              <a:cs typeface="Arial" panose="020B0604020202020204" pitchFamily="34" charset="0"/>
              <a:sym typeface="Wingdings" pitchFamily="2" charset="2"/>
            </a:endParaRPr>
          </a:p>
          <a:p>
            <a:pPr>
              <a:spcBef>
                <a:spcPct val="0"/>
              </a:spcBef>
            </a:pPr>
            <a:r>
              <a:rPr lang="es-ES" baseline="0" dirty="0">
                <a:latin typeface="Arial" panose="020B0604020202020204" pitchFamily="34" charset="0"/>
                <a:cs typeface="Arial" panose="020B0604020202020204" pitchFamily="34" charset="0"/>
                <a:sym typeface="Wingdings" pitchFamily="2" charset="2"/>
              </a:rPr>
              <a:t>Mejora y desarrollo de nuevos productos en el menor tiempo posible: RETO para ALCANZAR y/o MANTENER VENTAJA COMPETITIVA.</a:t>
            </a:r>
          </a:p>
          <a:p>
            <a:r>
              <a:rPr lang="es-ES" dirty="0">
                <a:latin typeface="Arial" panose="020B0604020202020204" pitchFamily="34" charset="0"/>
                <a:cs typeface="Arial" panose="020B0604020202020204" pitchFamily="34" charset="0"/>
              </a:rPr>
              <a:t>Servicios (o productos intangibles) VS bienes (o productos tangibles).</a:t>
            </a:r>
          </a:p>
          <a:p>
            <a:r>
              <a:rPr lang="es-ES" dirty="0">
                <a:latin typeface="Arial" panose="020B0604020202020204" pitchFamily="34" charset="0"/>
                <a:cs typeface="Arial" panose="020B0604020202020204" pitchFamily="34" charset="0"/>
              </a:rPr>
              <a:t>	DEFINICIÓN DEL PRODUCTO Y SUS ATRIBUTOS – ELECCIÓN DE LA VARIEDAD DE LOS MISMOS</a:t>
            </a:r>
          </a:p>
          <a:p>
            <a:pPr marL="171450" indent="-171450">
              <a:buFont typeface="Courier New" panose="02070309020205020404" pitchFamily="49" charset="0"/>
              <a:buChar char="o"/>
            </a:pPr>
            <a:r>
              <a:rPr lang="es-ES" dirty="0">
                <a:latin typeface="Arial" panose="020B0604020202020204" pitchFamily="34" charset="0"/>
                <a:cs typeface="Arial" panose="020B0604020202020204" pitchFamily="34" charset="0"/>
              </a:rPr>
              <a:t>Únicos</a:t>
            </a:r>
            <a:r>
              <a:rPr lang="es-ES" baseline="0" dirty="0">
                <a:latin typeface="Arial" panose="020B0604020202020204" pitchFamily="34" charset="0"/>
                <a:cs typeface="Arial" panose="020B0604020202020204" pitchFamily="34" charset="0"/>
              </a:rPr>
              <a:t> </a:t>
            </a:r>
            <a:r>
              <a:rPr lang="es-ES" baseline="0" dirty="0">
                <a:latin typeface="Arial" panose="020B0604020202020204" pitchFamily="34" charset="0"/>
                <a:cs typeface="Arial" panose="020B0604020202020204" pitchFamily="34" charset="0"/>
                <a:sym typeface="Wingdings" pitchFamily="2" charset="2"/>
              </a:rPr>
              <a:t> </a:t>
            </a:r>
            <a:r>
              <a:rPr lang="es-ES" baseline="0" dirty="0" err="1">
                <a:latin typeface="Arial" panose="020B0604020202020204" pitchFamily="34" charset="0"/>
                <a:cs typeface="Arial" panose="020B0604020202020204" pitchFamily="34" charset="0"/>
                <a:sym typeface="Wingdings" pitchFamily="2" charset="2"/>
              </a:rPr>
              <a:t>p.e</a:t>
            </a:r>
            <a:r>
              <a:rPr lang="es-ES" baseline="0" dirty="0">
                <a:latin typeface="Arial" panose="020B0604020202020204" pitchFamily="34" charset="0"/>
                <a:cs typeface="Arial" panose="020B0604020202020204" pitchFamily="34" charset="0"/>
                <a:sym typeface="Wingdings" pitchFamily="2" charset="2"/>
              </a:rPr>
              <a:t>. cada paciente necesita un tratamiento personalizado</a:t>
            </a:r>
          </a:p>
          <a:p>
            <a:pPr marL="171450" indent="-171450">
              <a:buFont typeface="Courier New" panose="02070309020205020404" pitchFamily="49" charset="0"/>
              <a:buChar char="o"/>
            </a:pPr>
            <a:r>
              <a:rPr lang="es-ES" baseline="0" dirty="0">
                <a:latin typeface="Arial" panose="020B0604020202020204" pitchFamily="34" charset="0"/>
                <a:cs typeface="Arial" panose="020B0604020202020204" pitchFamily="34" charset="0"/>
                <a:sym typeface="Wingdings" pitchFamily="2" charset="2"/>
              </a:rPr>
              <a:t>Participación del cliente muy elevada: la calidad no sólo se juzga por el resultado del servicio (</a:t>
            </a:r>
            <a:r>
              <a:rPr lang="es-ES" baseline="0" dirty="0" err="1">
                <a:latin typeface="Arial" panose="020B0604020202020204" pitchFamily="34" charset="0"/>
                <a:cs typeface="Arial" panose="020B0604020202020204" pitchFamily="34" charset="0"/>
                <a:sym typeface="Wingdings" pitchFamily="2" charset="2"/>
              </a:rPr>
              <a:t>p.e</a:t>
            </a:r>
            <a:r>
              <a:rPr lang="es-ES" baseline="0" dirty="0">
                <a:latin typeface="Arial" panose="020B0604020202020204" pitchFamily="34" charset="0"/>
                <a:cs typeface="Arial" panose="020B0604020202020204" pitchFamily="34" charset="0"/>
                <a:sym typeface="Wingdings" pitchFamily="2" charset="2"/>
              </a:rPr>
              <a:t>. la reparación de un coche) sino también por la experiencia del servicio  ésta no sólo depende del prestador del servicio, sino también de una serie de factores que pertenecen al cliente (</a:t>
            </a:r>
            <a:r>
              <a:rPr lang="es-ES" baseline="0" dirty="0" err="1">
                <a:latin typeface="Arial" panose="020B0604020202020204" pitchFamily="34" charset="0"/>
                <a:cs typeface="Arial" panose="020B0604020202020204" pitchFamily="34" charset="0"/>
                <a:sym typeface="Wingdings" pitchFamily="2" charset="2"/>
              </a:rPr>
              <a:t>p.e</a:t>
            </a:r>
            <a:r>
              <a:rPr lang="es-ES" baseline="0" dirty="0">
                <a:latin typeface="Arial" panose="020B0604020202020204" pitchFamily="34" charset="0"/>
                <a:cs typeface="Arial" panose="020B0604020202020204" pitchFamily="34" charset="0"/>
                <a:sym typeface="Wingdings" pitchFamily="2" charset="2"/>
              </a:rPr>
              <a:t>. que tenga prisa ese día, su estado de ánimo…)</a:t>
            </a:r>
          </a:p>
          <a:p>
            <a:endParaRPr lang="es-ES" baseline="0" dirty="0">
              <a:latin typeface="Arial" panose="020B0604020202020204" pitchFamily="34" charset="0"/>
              <a:cs typeface="Arial" panose="020B0604020202020204" pitchFamily="34" charset="0"/>
              <a:sym typeface="Wingdings" pitchFamily="2" charset="2"/>
            </a:endParaRPr>
          </a:p>
          <a:p>
            <a:endParaRPr lang="es-ES" baseline="0" dirty="0">
              <a:latin typeface="Arial" panose="020B0604020202020204" pitchFamily="34" charset="0"/>
              <a:cs typeface="Arial" panose="020B0604020202020204" pitchFamily="34" charset="0"/>
              <a:sym typeface="Wingdings" pitchFamily="2" charset="2"/>
            </a:endParaRPr>
          </a:p>
          <a:p>
            <a:pPr marL="171450" indent="-171450">
              <a:buFont typeface="Wingdings" panose="05000000000000000000" pitchFamily="2" charset="2"/>
              <a:buChar char="à"/>
            </a:pPr>
            <a:r>
              <a:rPr lang="es-ES" baseline="0" dirty="0">
                <a:latin typeface="Arial" panose="020B0604020202020204" pitchFamily="34" charset="0"/>
                <a:cs typeface="Arial" panose="020B0604020202020204" pitchFamily="34" charset="0"/>
                <a:sym typeface="Wingdings" pitchFamily="2" charset="2"/>
              </a:rPr>
              <a:t>OJO! Curso 2018/19 quito 2 diapos con los pasos del diseño de productos:</a:t>
            </a:r>
          </a:p>
          <a:p>
            <a:r>
              <a:rPr lang="es-ES" b="1" dirty="0">
                <a:solidFill>
                  <a:srgbClr val="C00000"/>
                </a:solidFill>
                <a:latin typeface="Arial" panose="020B0604020202020204" pitchFamily="34" charset="0"/>
                <a:cs typeface="Arial" panose="020B0604020202020204" pitchFamily="34" charset="0"/>
              </a:rPr>
              <a:t>1.Identificación de oportunidades:</a:t>
            </a:r>
            <a:r>
              <a:rPr lang="es-ES" b="1" dirty="0">
                <a:solidFill>
                  <a:srgbClr val="990033"/>
                </a:solidFill>
                <a:latin typeface="Arial" panose="020B0604020202020204" pitchFamily="34" charset="0"/>
                <a:cs typeface="Arial" panose="020B0604020202020204" pitchFamily="34" charset="0"/>
              </a:rPr>
              <a:t> </a:t>
            </a:r>
            <a:r>
              <a:rPr lang="es-ES" dirty="0">
                <a:latin typeface="Arial" panose="020B0604020202020204" pitchFamily="34" charset="0"/>
                <a:cs typeface="Arial" panose="020B0604020202020204" pitchFamily="34" charset="0"/>
              </a:rPr>
              <a:t>estudio sobre necesidades y exigencias del mercado que identifique oportunidades y amenazas existentes.</a:t>
            </a:r>
          </a:p>
          <a:p>
            <a:r>
              <a:rPr lang="es-ES" b="1" dirty="0">
                <a:solidFill>
                  <a:srgbClr val="C00000"/>
                </a:solidFill>
                <a:latin typeface="Arial" panose="020B0604020202020204" pitchFamily="34" charset="0"/>
                <a:cs typeface="Arial" panose="020B0604020202020204" pitchFamily="34" charset="0"/>
              </a:rPr>
              <a:t>2.Generación, evaluación y selección de ideas</a:t>
            </a:r>
            <a:r>
              <a:rPr lang="es-ES" b="1" dirty="0">
                <a:latin typeface="Arial" panose="020B0604020202020204" pitchFamily="34" charset="0"/>
                <a:cs typeface="Arial" panose="020B0604020202020204" pitchFamily="34" charset="0"/>
              </a:rPr>
              <a:t>. </a:t>
            </a:r>
            <a:r>
              <a:rPr lang="es-ES" dirty="0">
                <a:latin typeface="Arial" panose="020B0604020202020204" pitchFamily="34" charset="0"/>
                <a:cs typeface="Arial" panose="020B0604020202020204" pitchFamily="34" charset="0"/>
              </a:rPr>
              <a:t>Analizar: </a:t>
            </a:r>
          </a:p>
          <a:p>
            <a:pPr marL="914400" lvl="1" indent="-457200">
              <a:buFont typeface="Arial" charset="0"/>
              <a:buAutoNum type="arabicPeriod"/>
            </a:pPr>
            <a:r>
              <a:rPr lang="es-ES" dirty="0">
                <a:latin typeface="Arial" panose="020B0604020202020204" pitchFamily="34" charset="0"/>
                <a:cs typeface="Arial" panose="020B0604020202020204" pitchFamily="34" charset="0"/>
              </a:rPr>
              <a:t>Viabilidad comercial: hay un mercado para el producto</a:t>
            </a:r>
          </a:p>
          <a:p>
            <a:pPr marL="914400" lvl="1" indent="-457200">
              <a:buFont typeface="Arial" charset="0"/>
              <a:buAutoNum type="arabicPeriod"/>
            </a:pPr>
            <a:r>
              <a:rPr lang="es-ES" dirty="0">
                <a:latin typeface="Arial" panose="020B0604020202020204" pitchFamily="34" charset="0"/>
                <a:cs typeface="Arial" panose="020B0604020202020204" pitchFamily="34" charset="0"/>
              </a:rPr>
              <a:t>Viabilidad económica: análisis coste-beneficio del producto</a:t>
            </a:r>
          </a:p>
          <a:p>
            <a:pPr marL="914400" lvl="1" indent="-457200">
              <a:buFont typeface="Arial" charset="0"/>
              <a:buAutoNum type="arabicPeriod"/>
            </a:pPr>
            <a:r>
              <a:rPr lang="es-ES" dirty="0">
                <a:latin typeface="Arial" panose="020B0604020202020204" pitchFamily="34" charset="0"/>
                <a:cs typeface="Arial" panose="020B0604020202020204" pitchFamily="34" charset="0"/>
              </a:rPr>
              <a:t>Viabilidad técnica: existe capacidad para fabricar el producto</a:t>
            </a:r>
          </a:p>
          <a:p>
            <a:pPr marL="914400" lvl="1" indent="-457200">
              <a:buFont typeface="Arial" charset="0"/>
              <a:buAutoNum type="arabicPeriod"/>
            </a:pPr>
            <a:r>
              <a:rPr lang="es-ES" dirty="0">
                <a:latin typeface="Arial" panose="020B0604020202020204" pitchFamily="34" charset="0"/>
                <a:cs typeface="Arial" panose="020B0604020202020204" pitchFamily="34" charset="0"/>
              </a:rPr>
              <a:t>Valoración de las reacción de la competencia: ¿Podemos hacer frente a una guerra con los competidores?</a:t>
            </a:r>
          </a:p>
          <a:p>
            <a:pPr marL="914400" lvl="1" indent="-457200">
              <a:buFont typeface="Arial" charset="0"/>
              <a:buAutoNum type="arabicPeriod"/>
            </a:pPr>
            <a:r>
              <a:rPr lang="es-ES" dirty="0">
                <a:latin typeface="Arial" panose="020B0604020202020204" pitchFamily="34" charset="0"/>
                <a:cs typeface="Arial" panose="020B0604020202020204" pitchFamily="34" charset="0"/>
              </a:rPr>
              <a:t>Ajuste a los objetivos de la organización: la idea es compatible con los objetivos de la organización.</a:t>
            </a:r>
          </a:p>
          <a:p>
            <a:r>
              <a:rPr lang="es-ES" b="1" dirty="0">
                <a:solidFill>
                  <a:srgbClr val="C00000"/>
                </a:solidFill>
                <a:latin typeface="Arial" panose="020B0604020202020204" pitchFamily="34" charset="0"/>
                <a:cs typeface="Arial" panose="020B0604020202020204" pitchFamily="34" charset="0"/>
              </a:rPr>
              <a:t>3.Especificaciones del producto:</a:t>
            </a:r>
            <a:r>
              <a:rPr lang="es-ES" b="1" dirty="0">
                <a:solidFill>
                  <a:srgbClr val="990033"/>
                </a:solidFill>
                <a:latin typeface="Arial" panose="020B0604020202020204" pitchFamily="34" charset="0"/>
                <a:cs typeface="Arial" panose="020B0604020202020204" pitchFamily="34" charset="0"/>
              </a:rPr>
              <a:t> </a:t>
            </a:r>
            <a:r>
              <a:rPr lang="es-ES" dirty="0">
                <a:latin typeface="Arial" panose="020B0604020202020204" pitchFamily="34" charset="0"/>
                <a:cs typeface="Arial" panose="020B0604020202020204" pitchFamily="34" charset="0"/>
              </a:rPr>
              <a:t>Descripción escrita de sus características para guiar el proceso de desarrollo del mismo.</a:t>
            </a:r>
          </a:p>
          <a:p>
            <a:r>
              <a:rPr lang="es-ES" b="1" dirty="0">
                <a:solidFill>
                  <a:srgbClr val="C00000"/>
                </a:solidFill>
                <a:latin typeface="Arial" panose="020B0604020202020204" pitchFamily="34" charset="0"/>
                <a:cs typeface="Arial" panose="020B0604020202020204" pitchFamily="34" charset="0"/>
              </a:rPr>
              <a:t>4.Desarrollo e ingeniería de producto y proceso: </a:t>
            </a:r>
            <a:r>
              <a:rPr lang="es-ES" dirty="0">
                <a:latin typeface="Arial" panose="020B0604020202020204" pitchFamily="34" charset="0"/>
                <a:cs typeface="Arial" panose="020B0604020202020204" pitchFamily="34" charset="0"/>
              </a:rPr>
              <a:t>Se desarrolla el producto (diseño) y sus procesos de fabricación.</a:t>
            </a:r>
          </a:p>
          <a:p>
            <a:r>
              <a:rPr lang="es-ES" b="1" dirty="0">
                <a:solidFill>
                  <a:srgbClr val="C0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5</a:t>
            </a:r>
            <a:r>
              <a:rPr lang="es-ES" b="1" dirty="0">
                <a:solidFill>
                  <a:srgbClr val="990033"/>
                </a:solidFill>
                <a:latin typeface="Arial" panose="020B0604020202020204" pitchFamily="34" charset="0"/>
                <a:cs typeface="Arial" panose="020B0604020202020204" pitchFamily="34" charset="0"/>
              </a:rPr>
              <a:t>. </a:t>
            </a:r>
            <a:r>
              <a:rPr lang="es-ES" b="1" dirty="0">
                <a:solidFill>
                  <a:srgbClr val="C00000"/>
                </a:solidFill>
                <a:latin typeface="Arial" panose="020B0604020202020204" pitchFamily="34" charset="0"/>
                <a:cs typeface="Arial" panose="020B0604020202020204" pitchFamily="34" charset="0"/>
              </a:rPr>
              <a:t>Pruebas y evaluación de los diseños: </a:t>
            </a:r>
            <a:r>
              <a:rPr lang="es-ES" dirty="0">
                <a:latin typeface="Arial" panose="020B0604020202020204" pitchFamily="34" charset="0"/>
                <a:cs typeface="Arial" panose="020B0604020202020204" pitchFamily="34" charset="0"/>
              </a:rPr>
              <a:t>Junto a la anterior fase se procede a la fabricación de prototipos y a la simulación del proceso de fabricación. También se realizan:</a:t>
            </a:r>
          </a:p>
          <a:p>
            <a:pPr marL="457200" indent="-457200">
              <a:buFont typeface="Arial" charset="0"/>
              <a:buAutoNum type="arabicPeriod"/>
            </a:pPr>
            <a:r>
              <a:rPr lang="es-ES" dirty="0">
                <a:latin typeface="Arial" panose="020B0604020202020204" pitchFamily="34" charset="0"/>
                <a:cs typeface="Arial" panose="020B0604020202020204" pitchFamily="34" charset="0"/>
              </a:rPr>
              <a:t>Test de producto:  Entregar gratuitamente unidades para conocer la opinión de los clientes sobre los atributos más importantes del producto.</a:t>
            </a:r>
          </a:p>
          <a:p>
            <a:pPr marL="457200" indent="-457200">
              <a:buFont typeface="Arial" charset="0"/>
              <a:buAutoNum type="arabicPeriod"/>
            </a:pPr>
            <a:r>
              <a:rPr lang="es-ES" dirty="0">
                <a:latin typeface="Arial" panose="020B0604020202020204" pitchFamily="34" charset="0"/>
                <a:cs typeface="Arial" panose="020B0604020202020204" pitchFamily="34" charset="0"/>
              </a:rPr>
              <a:t>Test de mercado o pruebas: Se simula el lanzamiento del producto en un laboratorio o en una pequeña porción del mercado para poder seleccionar la estrategia del producto.</a:t>
            </a:r>
          </a:p>
          <a:p>
            <a:r>
              <a:rPr lang="es-ES" b="1" dirty="0">
                <a:solidFill>
                  <a:srgbClr val="C00000"/>
                </a:solidFill>
                <a:latin typeface="Arial" panose="020B0604020202020204" pitchFamily="34" charset="0"/>
                <a:cs typeface="Arial" panose="020B0604020202020204" pitchFamily="34" charset="0"/>
              </a:rPr>
              <a:t>6.Fabricación y distribución.</a:t>
            </a:r>
          </a:p>
          <a:p>
            <a:pPr marL="457200" lvl="1" indent="0">
              <a:buFont typeface="Arial" charset="0"/>
              <a:buNone/>
            </a:pPr>
            <a:endParaRPr lang="es-ES" dirty="0">
              <a:latin typeface="Arial" panose="020B0604020202020204" pitchFamily="34" charset="0"/>
              <a:cs typeface="Arial" panose="020B0604020202020204" pitchFamily="34" charset="0"/>
            </a:endParaRPr>
          </a:p>
          <a:p>
            <a:pPr>
              <a:spcBef>
                <a:spcPct val="0"/>
              </a:spcBef>
            </a:pPr>
            <a:endParaRPr lang="es-ES" dirty="0">
              <a:latin typeface="Arial" panose="020B0604020202020204" pitchFamily="34" charset="0"/>
              <a:cs typeface="Arial" panose="020B0604020202020204" pitchFamily="34" charset="0"/>
            </a:endParaRPr>
          </a:p>
          <a:p>
            <a:endParaRPr lang="es-ES" dirty="0">
              <a:latin typeface="Arial" panose="020B0604020202020204" pitchFamily="34" charset="0"/>
              <a:cs typeface="Arial" panose="020B0604020202020204" pitchFamily="34" charset="0"/>
            </a:endParaRPr>
          </a:p>
        </p:txBody>
      </p:sp>
      <p:sp>
        <p:nvSpPr>
          <p:cNvPr id="4" name="3 Marcador de número de diapositiva"/>
          <p:cNvSpPr>
            <a:spLocks noGrp="1"/>
          </p:cNvSpPr>
          <p:nvPr>
            <p:ph type="sldNum" sz="quarter" idx="10"/>
          </p:nvPr>
        </p:nvSpPr>
        <p:spPr/>
        <p:txBody>
          <a:bodyPr/>
          <a:lstStyle/>
          <a:p>
            <a:fld id="{CEECDBCE-4DBF-4787-A3DF-9B00F446DCB3}" type="slidenum">
              <a:rPr lang="es-ES_tradnl" smtClean="0"/>
              <a:pPr/>
              <a:t>34</a:t>
            </a:fld>
            <a:endParaRPr lang="es-ES_tradnl"/>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a:xfrm>
            <a:off x="725488" y="571500"/>
            <a:ext cx="5322887" cy="2995613"/>
          </a:xfrm>
        </p:spPr>
      </p:sp>
      <p:sp>
        <p:nvSpPr>
          <p:cNvPr id="3" name="2 Marcador de notas"/>
          <p:cNvSpPr>
            <a:spLocks noGrp="1"/>
          </p:cNvSpPr>
          <p:nvPr>
            <p:ph type="body" idx="1"/>
          </p:nvPr>
        </p:nvSpPr>
        <p:spPr/>
        <p:txBody>
          <a:bodyPr>
            <a:noAutofit/>
          </a:bodyPr>
          <a:lstStyle/>
          <a:p>
            <a:r>
              <a:rPr lang="es-ES" dirty="0">
                <a:latin typeface="Arial" panose="020B0604020202020204" pitchFamily="34" charset="0"/>
                <a:cs typeface="Arial" panose="020B0604020202020204" pitchFamily="34" charset="0"/>
              </a:rPr>
              <a:t>Elegido</a:t>
            </a:r>
            <a:r>
              <a:rPr lang="es-ES" baseline="0" dirty="0">
                <a:latin typeface="Arial" panose="020B0604020202020204" pitchFamily="34" charset="0"/>
                <a:cs typeface="Arial" panose="020B0604020202020204" pitchFamily="34" charset="0"/>
              </a:rPr>
              <a:t> el QUÉ, hay que elegir el CÓMO</a:t>
            </a:r>
          </a:p>
          <a:p>
            <a:pPr marL="0" marR="0" indent="0" defTabSz="914400" rtl="0" eaLnBrk="0" fontAlgn="base" latinLnBrk="0" hangingPunct="0">
              <a:lnSpc>
                <a:spcPct val="100000"/>
              </a:lnSpc>
              <a:spcBef>
                <a:spcPct val="30000"/>
              </a:spcBef>
              <a:spcAft>
                <a:spcPct val="0"/>
              </a:spcAft>
              <a:buClrTx/>
              <a:buSzTx/>
              <a:buFontTx/>
              <a:buNone/>
              <a:tabLst/>
              <a:defRPr/>
            </a:pPr>
            <a:r>
              <a:rPr lang="es-ES" baseline="0" dirty="0">
                <a:latin typeface="Arial" panose="020B0604020202020204" pitchFamily="34" charset="0"/>
                <a:cs typeface="Arial" panose="020B0604020202020204" pitchFamily="34" charset="0"/>
              </a:rPr>
              <a:t>En la actualidad, la tendencia es a especializarse en las actividades clave de sus negocios y subcontratar aquellas que no son esenciales y que no les proporcionan ventajas competitivas o incorporan poco valor. </a:t>
            </a:r>
            <a:r>
              <a:rPr lang="es-ES" baseline="0" dirty="0">
                <a:latin typeface="Arial" panose="020B0604020202020204" pitchFamily="34" charset="0"/>
                <a:cs typeface="Arial" panose="020B0604020202020204" pitchFamily="34" charset="0"/>
                <a:sym typeface="Wingdings" pitchFamily="2" charset="2"/>
              </a:rPr>
              <a:t> </a:t>
            </a:r>
            <a:r>
              <a:rPr lang="es-ES" b="1" baseline="0" dirty="0">
                <a:latin typeface="Arial" panose="020B0604020202020204" pitchFamily="34" charset="0"/>
                <a:cs typeface="Arial" panose="020B0604020202020204" pitchFamily="34" charset="0"/>
                <a:sym typeface="Wingdings" pitchFamily="2" charset="2"/>
              </a:rPr>
              <a:t>FLEXIBILIDAD VS DEPENDENCIA</a:t>
            </a:r>
            <a:endParaRPr lang="es-ES" b="1" baseline="0" dirty="0">
              <a:latin typeface="Arial" panose="020B0604020202020204" pitchFamily="34" charset="0"/>
              <a:cs typeface="Arial" panose="020B0604020202020204" pitchFamily="34" charset="0"/>
            </a:endParaRPr>
          </a:p>
          <a:p>
            <a:endParaRPr lang="es-ES" baseline="0" dirty="0">
              <a:latin typeface="Arial" panose="020B0604020202020204" pitchFamily="34" charset="0"/>
              <a:cs typeface="Arial" panose="020B0604020202020204" pitchFamily="34" charset="0"/>
            </a:endParaRPr>
          </a:p>
          <a:p>
            <a:r>
              <a:rPr lang="es-ES" dirty="0">
                <a:latin typeface="Arial" panose="020B0604020202020204" pitchFamily="34" charset="0"/>
                <a:cs typeface="Arial" panose="020B0604020202020204" pitchFamily="34" charset="0"/>
              </a:rPr>
              <a:t>La elección del tipo de proceso productivo depende, entre otros valores, del </a:t>
            </a:r>
            <a:r>
              <a:rPr lang="es-ES" b="1" dirty="0">
                <a:latin typeface="Arial" panose="020B0604020202020204" pitchFamily="34" charset="0"/>
                <a:cs typeface="Arial" panose="020B0604020202020204" pitchFamily="34" charset="0"/>
              </a:rPr>
              <a:t>tipo y variedad de productos </a:t>
            </a:r>
            <a:r>
              <a:rPr lang="es-ES" dirty="0">
                <a:latin typeface="Arial" panose="020B0604020202020204" pitchFamily="34" charset="0"/>
                <a:cs typeface="Arial" panose="020B0604020202020204" pitchFamily="34" charset="0"/>
              </a:rPr>
              <a:t>a fabricar y del </a:t>
            </a:r>
            <a:r>
              <a:rPr lang="es-ES" b="1" dirty="0">
                <a:latin typeface="Arial" panose="020B0604020202020204" pitchFamily="34" charset="0"/>
                <a:cs typeface="Arial" panose="020B0604020202020204" pitchFamily="34" charset="0"/>
              </a:rPr>
              <a:t>volumen de producción </a:t>
            </a:r>
            <a:r>
              <a:rPr lang="es-ES" dirty="0">
                <a:latin typeface="Arial" panose="020B0604020202020204" pitchFamily="34" charset="0"/>
                <a:cs typeface="Arial" panose="020B0604020202020204" pitchFamily="34" charset="0"/>
              </a:rPr>
              <a:t>que se desea obtener.</a:t>
            </a:r>
          </a:p>
          <a:p>
            <a:endParaRPr lang="es-ES" dirty="0">
              <a:latin typeface="Arial" panose="020B0604020202020204" pitchFamily="34" charset="0"/>
              <a:cs typeface="Arial" panose="020B0604020202020204" pitchFamily="34" charset="0"/>
            </a:endParaRPr>
          </a:p>
          <a:p>
            <a:r>
              <a:rPr lang="es-ES" b="1" i="0" u="none" strike="noStrike" baseline="0" dirty="0">
                <a:latin typeface="Arial" panose="020B0604020202020204" pitchFamily="34" charset="0"/>
                <a:cs typeface="Arial" panose="020B0604020202020204" pitchFamily="34" charset="0"/>
              </a:rPr>
              <a:t>Del Libro de la carpeta de Marisol (Libro Economía y dirección de empresas.pdf):</a:t>
            </a:r>
          </a:p>
          <a:p>
            <a:r>
              <a:rPr lang="es-ES" b="0" i="0" u="none" strike="noStrike" baseline="0" dirty="0">
                <a:latin typeface="Arial" panose="020B0604020202020204" pitchFamily="34" charset="0"/>
                <a:cs typeface="Arial" panose="020B0604020202020204" pitchFamily="34" charset="0"/>
              </a:rPr>
              <a:t>Bolívar, Cruz, Alicia, et al. Economía y dirección de empresas, Universidad de Las Palmas de Gran Canaria. Servicio de Publicaciones y Difusión Científica, 2014. ProQuest </a:t>
            </a:r>
            <a:r>
              <a:rPr lang="es-ES" b="0" i="0" u="none" strike="noStrike" baseline="0" dirty="0" err="1">
                <a:latin typeface="Arial" panose="020B0604020202020204" pitchFamily="34" charset="0"/>
                <a:cs typeface="Arial" panose="020B0604020202020204" pitchFamily="34" charset="0"/>
              </a:rPr>
              <a:t>Ebook</a:t>
            </a:r>
            <a:r>
              <a:rPr lang="es-ES" b="0" i="0" u="none" strike="noStrike" baseline="0" dirty="0">
                <a:latin typeface="Arial" panose="020B0604020202020204" pitchFamily="34" charset="0"/>
                <a:cs typeface="Arial" panose="020B0604020202020204" pitchFamily="34" charset="0"/>
              </a:rPr>
              <a:t> Central, http://ebookcentral.proquest.com/lib/us-ead-ebooks/detail.action?docID=3227378. </a:t>
            </a:r>
            <a:r>
              <a:rPr lang="en-US" b="0" i="0" u="none" strike="noStrike" baseline="0" dirty="0">
                <a:latin typeface="Arial" panose="020B0604020202020204" pitchFamily="34" charset="0"/>
                <a:cs typeface="Arial" panose="020B0604020202020204" pitchFamily="34" charset="0"/>
              </a:rPr>
              <a:t>Created from us-</a:t>
            </a:r>
            <a:r>
              <a:rPr lang="en-US" b="0" i="0" u="none" strike="noStrike" baseline="0" dirty="0" err="1">
                <a:latin typeface="Arial" panose="020B0604020202020204" pitchFamily="34" charset="0"/>
                <a:cs typeface="Arial" panose="020B0604020202020204" pitchFamily="34" charset="0"/>
              </a:rPr>
              <a:t>ead</a:t>
            </a:r>
            <a:r>
              <a:rPr lang="en-US" b="0" i="0" u="none" strike="noStrike" baseline="0" dirty="0">
                <a:latin typeface="Arial" panose="020B0604020202020204" pitchFamily="34" charset="0"/>
                <a:cs typeface="Arial" panose="020B0604020202020204" pitchFamily="34" charset="0"/>
              </a:rPr>
              <a:t>-</a:t>
            </a:r>
            <a:r>
              <a:rPr lang="en-US" b="0" i="0" u="none" strike="noStrike" baseline="0" dirty="0" err="1">
                <a:latin typeface="Arial" panose="020B0604020202020204" pitchFamily="34" charset="0"/>
                <a:cs typeface="Arial" panose="020B0604020202020204" pitchFamily="34" charset="0"/>
              </a:rPr>
              <a:t>ebooks</a:t>
            </a:r>
            <a:r>
              <a:rPr lang="en-US" b="0" i="0" u="none" strike="noStrike" baseline="0" dirty="0">
                <a:latin typeface="Arial" panose="020B0604020202020204" pitchFamily="34" charset="0"/>
                <a:cs typeface="Arial" panose="020B0604020202020204" pitchFamily="34" charset="0"/>
              </a:rPr>
              <a:t> on 2020-01-19 05:24:04.</a:t>
            </a:r>
            <a:endParaRPr lang="es-ES" dirty="0">
              <a:latin typeface="Arial" panose="020B0604020202020204" pitchFamily="34" charset="0"/>
              <a:cs typeface="Arial" panose="020B0604020202020204" pitchFamily="34" charset="0"/>
            </a:endParaRPr>
          </a:p>
          <a:p>
            <a:endParaRPr lang="es-ES" dirty="0">
              <a:latin typeface="Arial" panose="020B0604020202020204" pitchFamily="34" charset="0"/>
              <a:cs typeface="Arial" panose="020B0604020202020204" pitchFamily="34" charset="0"/>
            </a:endParaRPr>
          </a:p>
          <a:p>
            <a:r>
              <a:rPr lang="es-ES" b="0" i="0" u="sng" strike="noStrike" baseline="0" dirty="0">
                <a:latin typeface="Arial" panose="020B0604020202020204" pitchFamily="34" charset="0"/>
                <a:cs typeface="Arial" panose="020B0604020202020204" pitchFamily="34" charset="0"/>
              </a:rPr>
              <a:t>Implica la transformación del diseño del producto en requerimientos de instalaciones, equipos, personal, sistemas de información, etc., estableciendo los pasos para conseguir el producto</a:t>
            </a:r>
            <a:r>
              <a:rPr lang="es-ES" b="0" i="0" u="none" strike="noStrike" baseline="0" dirty="0">
                <a:latin typeface="Arial" panose="020B0604020202020204" pitchFamily="34" charset="0"/>
                <a:cs typeface="Arial" panose="020B0604020202020204" pitchFamily="34" charset="0"/>
              </a:rPr>
              <a:t>. En el proceso de transformación de </a:t>
            </a:r>
            <a:r>
              <a:rPr lang="es-ES" b="0" i="1" u="none" strike="noStrike" baseline="0" dirty="0">
                <a:latin typeface="Arial" panose="020B0604020202020204" pitchFamily="34" charset="0"/>
                <a:cs typeface="Arial" panose="020B0604020202020204" pitchFamily="34" charset="0"/>
              </a:rPr>
              <a:t>inputs </a:t>
            </a:r>
            <a:r>
              <a:rPr lang="es-ES" b="0" i="0" u="none" strike="noStrike" baseline="0" dirty="0">
                <a:latin typeface="Arial" panose="020B0604020202020204" pitchFamily="34" charset="0"/>
                <a:cs typeface="Arial" panose="020B0604020202020204" pitchFamily="34" charset="0"/>
              </a:rPr>
              <a:t>en </a:t>
            </a:r>
            <a:r>
              <a:rPr lang="es-ES" b="0" i="1" u="none" strike="noStrike" baseline="0" dirty="0">
                <a:latin typeface="Arial" panose="020B0604020202020204" pitchFamily="34" charset="0"/>
                <a:cs typeface="Arial" panose="020B0604020202020204" pitchFamily="34" charset="0"/>
              </a:rPr>
              <a:t>outputs </a:t>
            </a:r>
            <a:r>
              <a:rPr lang="es-ES" b="0" i="0" u="none" strike="noStrike" baseline="0" dirty="0">
                <a:latin typeface="Arial" panose="020B0604020202020204" pitchFamily="34" charset="0"/>
                <a:cs typeface="Arial" panose="020B0604020202020204" pitchFamily="34" charset="0"/>
              </a:rPr>
              <a:t>confluyen una serie de características sobre la base de las cuales es posible realizar diferentes </a:t>
            </a:r>
            <a:r>
              <a:rPr lang="es-ES" b="0" i="0" u="sng" strike="noStrike" baseline="0" dirty="0">
                <a:latin typeface="Arial" panose="020B0604020202020204" pitchFamily="34" charset="0"/>
                <a:cs typeface="Arial" panose="020B0604020202020204" pitchFamily="34" charset="0"/>
              </a:rPr>
              <a:t>clasificaciones</a:t>
            </a:r>
            <a:r>
              <a:rPr lang="es-ES" b="0" i="0" u="none" strike="noStrike" baseline="0" dirty="0">
                <a:latin typeface="Arial" panose="020B0604020202020204" pitchFamily="34" charset="0"/>
                <a:cs typeface="Arial" panose="020B0604020202020204" pitchFamily="34" charset="0"/>
              </a:rPr>
              <a:t> de los procesos productivos atendiendo, por ejemplo, al </a:t>
            </a:r>
            <a:r>
              <a:rPr lang="es-ES" b="0" i="0" u="sng" strike="noStrike" baseline="0" dirty="0">
                <a:latin typeface="Arial" panose="020B0604020202020204" pitchFamily="34" charset="0"/>
                <a:cs typeface="Arial" panose="020B0604020202020204" pitchFamily="34" charset="0"/>
              </a:rPr>
              <a:t>tratamiento que reciban los </a:t>
            </a:r>
            <a:r>
              <a:rPr lang="es-ES" b="0" i="1" u="sng" strike="noStrike" baseline="0" dirty="0">
                <a:latin typeface="Arial" panose="020B0604020202020204" pitchFamily="34" charset="0"/>
                <a:cs typeface="Arial" panose="020B0604020202020204" pitchFamily="34" charset="0"/>
              </a:rPr>
              <a:t>inputs </a:t>
            </a:r>
            <a:r>
              <a:rPr lang="es-ES" b="0" i="0" u="sng" strike="noStrike" baseline="0" dirty="0">
                <a:latin typeface="Arial" panose="020B0604020202020204" pitchFamily="34" charset="0"/>
                <a:cs typeface="Arial" panose="020B0604020202020204" pitchFamily="34" charset="0"/>
              </a:rPr>
              <a:t>en el proceso o bien al flujo del producto durante la transformación</a:t>
            </a:r>
            <a:r>
              <a:rPr lang="es-ES" b="0" i="0" u="none" strike="noStrike" baseline="0" dirty="0">
                <a:latin typeface="Arial" panose="020B0604020202020204" pitchFamily="34" charset="0"/>
                <a:cs typeface="Arial" panose="020B0604020202020204" pitchFamily="34" charset="0"/>
              </a:rPr>
              <a:t>. </a:t>
            </a:r>
          </a:p>
          <a:p>
            <a:pPr marL="342900" indent="-342900">
              <a:buAutoNum type="alphaLcParenR"/>
            </a:pPr>
            <a:r>
              <a:rPr lang="es-ES" b="0" i="0" u="none" strike="noStrike" baseline="0" dirty="0">
                <a:latin typeface="Arial" panose="020B0604020202020204" pitchFamily="34" charset="0"/>
                <a:cs typeface="Arial" panose="020B0604020202020204" pitchFamily="34" charset="0"/>
              </a:rPr>
              <a:t>Con respecto al tratamiento recibido por las materias primas o componentes podemos distinguir entre proceso analítico (descompone los recursos básicos en componentes) y proceso sintético (combina un número de materias primas para producir un producto acabado). </a:t>
            </a:r>
          </a:p>
          <a:p>
            <a:pPr marL="342900" indent="-342900">
              <a:buAutoNum type="alphaLcParenR"/>
            </a:pPr>
            <a:r>
              <a:rPr lang="es-ES" b="0" i="0" u="none" strike="noStrike" baseline="0" dirty="0">
                <a:latin typeface="Arial" panose="020B0604020202020204" pitchFamily="34" charset="0"/>
                <a:cs typeface="Arial" panose="020B0604020202020204" pitchFamily="34" charset="0"/>
              </a:rPr>
              <a:t>Asimismo, según el flujo del producto durante la transformación, se distinguen los cuatro tipos de proceso que se muestran a continuación:</a:t>
            </a:r>
          </a:p>
          <a:p>
            <a:pPr marL="742950" lvl="1" indent="-285750">
              <a:buFont typeface="Arial" panose="020B0604020202020204" pitchFamily="34" charset="0"/>
              <a:buChar char="•"/>
            </a:pPr>
            <a:r>
              <a:rPr lang="es-ES" b="1" i="1" u="none" strike="noStrike" baseline="0" dirty="0">
                <a:latin typeface="Arial" panose="020B0604020202020204" pitchFamily="34" charset="0"/>
                <a:cs typeface="Arial" panose="020B0604020202020204" pitchFamily="34" charset="0"/>
              </a:rPr>
              <a:t>Proceso de flujo continuo</a:t>
            </a:r>
            <a:r>
              <a:rPr lang="es-ES" b="0" i="1" u="none" strike="noStrike" baseline="0" dirty="0">
                <a:latin typeface="Arial" panose="020B0604020202020204" pitchFamily="34" charset="0"/>
                <a:cs typeface="Arial" panose="020B0604020202020204" pitchFamily="34" charset="0"/>
              </a:rPr>
              <a:t>. </a:t>
            </a:r>
            <a:r>
              <a:rPr lang="es-ES" b="0" i="0" u="none" strike="noStrike" baseline="0" dirty="0">
                <a:latin typeface="Arial" panose="020B0604020202020204" pitchFamily="34" charset="0"/>
                <a:cs typeface="Arial" panose="020B0604020202020204" pitchFamily="34" charset="0"/>
              </a:rPr>
              <a:t>Sigue una secuencia lineal de operaciones para fabricar un único tipo de producto. Dicho producto debe estar bien estandarizado y debe fluir desde una operación o estación de trabajo hasta la siguiente en una secuencia prescrita. Las tareas individuales de trabajo deben acoplarse y equilibrarse para que ninguna tarea retrase a la siguiente. Un ejemplo de este tipo de proceso es el que se sigue en una planta eléctrica.</a:t>
            </a:r>
          </a:p>
          <a:p>
            <a:pPr marL="742950" lvl="1" indent="-285750">
              <a:buFont typeface="Arial" panose="020B0604020202020204" pitchFamily="34" charset="0"/>
              <a:buChar char="•"/>
            </a:pPr>
            <a:r>
              <a:rPr lang="es-ES" b="1" i="1" u="none" strike="noStrike" baseline="0" dirty="0">
                <a:latin typeface="Arial" panose="020B0604020202020204" pitchFamily="34" charset="0"/>
                <a:cs typeface="Arial" panose="020B0604020202020204" pitchFamily="34" charset="0"/>
              </a:rPr>
              <a:t>Proceso de producción en línea</a:t>
            </a:r>
            <a:r>
              <a:rPr lang="es-ES" b="0" i="1" u="none" strike="noStrike" baseline="0" dirty="0">
                <a:latin typeface="Arial" panose="020B0604020202020204" pitchFamily="34" charset="0"/>
                <a:cs typeface="Arial" panose="020B0604020202020204" pitchFamily="34" charset="0"/>
              </a:rPr>
              <a:t>. </a:t>
            </a:r>
            <a:r>
              <a:rPr lang="es-ES" b="0" i="0" u="none" strike="noStrike" baseline="0" dirty="0">
                <a:latin typeface="Arial" panose="020B0604020202020204" pitchFamily="34" charset="0"/>
                <a:cs typeface="Arial" panose="020B0604020202020204" pitchFamily="34" charset="0"/>
              </a:rPr>
              <a:t>Se caracteriza por la producción de grandes lotes de producto. Al igual que en el proceso de flujo continuo, el producto pasa de una estación de trabajo a la siguiente siguiendo una secuencia predeterminada. Si bien el grado de estandarización es elevado, el producto admite ciertas variaciones, como ocurre, por ejemplo, en la fabricación de automóviles.</a:t>
            </a:r>
          </a:p>
          <a:p>
            <a:pPr marL="742950" lvl="1" indent="-285750">
              <a:buFont typeface="Arial" panose="020B0604020202020204" pitchFamily="34" charset="0"/>
              <a:buChar char="•"/>
            </a:pPr>
            <a:r>
              <a:rPr lang="es-ES" b="1" i="1" u="none" strike="noStrike" baseline="0" dirty="0">
                <a:latin typeface="Arial" panose="020B0604020202020204" pitchFamily="34" charset="0"/>
                <a:cs typeface="Arial" panose="020B0604020202020204" pitchFamily="34" charset="0"/>
              </a:rPr>
              <a:t>Proceso de producción artesanal o en talleres</a:t>
            </a:r>
            <a:r>
              <a:rPr lang="es-ES" b="0" i="1" u="none" strike="noStrike" baseline="0" dirty="0">
                <a:latin typeface="Arial" panose="020B0604020202020204" pitchFamily="34" charset="0"/>
                <a:cs typeface="Arial" panose="020B0604020202020204" pitchFamily="34" charset="0"/>
              </a:rPr>
              <a:t>. </a:t>
            </a:r>
            <a:r>
              <a:rPr lang="es-ES" b="0" i="0" u="none" strike="noStrike" baseline="0" dirty="0">
                <a:latin typeface="Arial" panose="020B0604020202020204" pitchFamily="34" charset="0"/>
                <a:cs typeface="Arial" panose="020B0604020202020204" pitchFamily="34" charset="0"/>
              </a:rPr>
              <a:t>Consiste en producir poca cantidad de producto, ofreciendo una elevada variabilidad del mismo, pues se elabora según los requerimientos del cliente. Por ejemplo, en una carpintería se fabrican los productos a medida del cliente, siguiéndose una relación de operaciones diferenciada atendiendo al tipo de producto solicitado.</a:t>
            </a:r>
          </a:p>
          <a:p>
            <a:pPr marL="742950" lvl="1" indent="-285750">
              <a:buFont typeface="Arial" panose="020B0604020202020204" pitchFamily="34" charset="0"/>
              <a:buChar char="•"/>
            </a:pPr>
            <a:r>
              <a:rPr lang="es-ES" b="0" i="1" u="none" strike="noStrike" baseline="0" dirty="0">
                <a:latin typeface="Arial" panose="020B0604020202020204" pitchFamily="34" charset="0"/>
                <a:cs typeface="Arial" panose="020B0604020202020204" pitchFamily="34" charset="0"/>
              </a:rPr>
              <a:t>Proceso por proyecto. </a:t>
            </a:r>
            <a:r>
              <a:rPr lang="es-ES" b="0" i="0" u="none" strike="noStrike" baseline="0" dirty="0">
                <a:latin typeface="Arial" panose="020B0604020202020204" pitchFamily="34" charset="0"/>
                <a:cs typeface="Arial" panose="020B0604020202020204" pitchFamily="34" charset="0"/>
              </a:rPr>
              <a:t>Se utiliza para obtener productos únicos (hechos a medida) tales como una obra de arte, un concierto, un edificio o una película. Cada unidad de estos productos se elabora como un solo artículo.</a:t>
            </a:r>
            <a:endParaRPr lang="es-ES" dirty="0">
              <a:latin typeface="Arial" panose="020B0604020202020204" pitchFamily="34" charset="0"/>
              <a:cs typeface="Arial" panose="020B0604020202020204" pitchFamily="34" charset="0"/>
            </a:endParaRPr>
          </a:p>
        </p:txBody>
      </p:sp>
      <p:sp>
        <p:nvSpPr>
          <p:cNvPr id="4" name="3 Marcador de número de diapositiva"/>
          <p:cNvSpPr>
            <a:spLocks noGrp="1"/>
          </p:cNvSpPr>
          <p:nvPr>
            <p:ph type="sldNum" sz="quarter" idx="10"/>
          </p:nvPr>
        </p:nvSpPr>
        <p:spPr/>
        <p:txBody>
          <a:bodyPr/>
          <a:lstStyle/>
          <a:p>
            <a:fld id="{CEECDBCE-4DBF-4787-A3DF-9B00F446DCB3}" type="slidenum">
              <a:rPr lang="es-ES_tradnl" smtClean="0"/>
              <a:pPr/>
              <a:t>35</a:t>
            </a:fld>
            <a:endParaRPr lang="es-ES_tradnl"/>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a:xfrm>
            <a:off x="725488" y="571500"/>
            <a:ext cx="5322887" cy="2995613"/>
          </a:xfrm>
        </p:spPr>
      </p:sp>
      <p:sp>
        <p:nvSpPr>
          <p:cNvPr id="3" name="2 Marcador de notas"/>
          <p:cNvSpPr>
            <a:spLocks noGrp="1"/>
          </p:cNvSpPr>
          <p:nvPr>
            <p:ph type="body" idx="1"/>
          </p:nvPr>
        </p:nvSpPr>
        <p:spPr/>
        <p:txBody>
          <a:bodyPr/>
          <a:lstStyle/>
          <a:p>
            <a:endParaRPr lang="es-ES"/>
          </a:p>
        </p:txBody>
      </p:sp>
      <p:sp>
        <p:nvSpPr>
          <p:cNvPr id="4" name="3 Marcador de número de diapositiva"/>
          <p:cNvSpPr>
            <a:spLocks noGrp="1"/>
          </p:cNvSpPr>
          <p:nvPr>
            <p:ph type="sldNum" sz="quarter" idx="10"/>
          </p:nvPr>
        </p:nvSpPr>
        <p:spPr/>
        <p:txBody>
          <a:bodyPr/>
          <a:lstStyle/>
          <a:p>
            <a:pPr>
              <a:defRPr/>
            </a:pPr>
            <a:fld id="{29F2E6ED-1976-4EAF-AB62-268BCE3E05E2}" type="slidenum">
              <a:rPr lang="es-ES" smtClean="0"/>
              <a:pPr>
                <a:defRPr/>
              </a:pPr>
              <a:t>37</a:t>
            </a:fld>
            <a:endParaRPr lang="es-ES"/>
          </a:p>
        </p:txBody>
      </p:sp>
    </p:spTree>
    <p:extLst>
      <p:ext uri="{BB962C8B-B14F-4D97-AF65-F5344CB8AC3E}">
        <p14:creationId xmlns:p14="http://schemas.microsoft.com/office/powerpoint/2010/main" val="219622944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a:xfrm>
            <a:off x="725488" y="571500"/>
            <a:ext cx="5322887" cy="2995613"/>
          </a:xfrm>
        </p:spPr>
      </p:sp>
      <p:sp>
        <p:nvSpPr>
          <p:cNvPr id="3" name="2 Marcador de notas"/>
          <p:cNvSpPr>
            <a:spLocks noGrp="1"/>
          </p:cNvSpPr>
          <p:nvPr>
            <p:ph type="body" idx="1"/>
          </p:nvPr>
        </p:nvSpPr>
        <p:spPr/>
        <p:txBody>
          <a:bodyPr>
            <a:noAutofit/>
          </a:bodyPr>
          <a:lstStyle/>
          <a:p>
            <a:r>
              <a:rPr lang="es-ES" dirty="0">
                <a:latin typeface="Arial" panose="020B0604020202020204" pitchFamily="34" charset="0"/>
                <a:cs typeface="Arial" panose="020B0604020202020204" pitchFamily="34" charset="0"/>
              </a:rPr>
              <a:t>Elección de la capacidad de la planta: gran trascendencia:</a:t>
            </a:r>
          </a:p>
          <a:p>
            <a:pPr>
              <a:buFont typeface="Wingdings"/>
              <a:buChar char="à"/>
            </a:pPr>
            <a:r>
              <a:rPr lang="es-ES" u="sng" baseline="0" dirty="0">
                <a:latin typeface="Arial" panose="020B0604020202020204" pitchFamily="34" charset="0"/>
                <a:cs typeface="Arial" panose="020B0604020202020204" pitchFamily="34" charset="0"/>
                <a:sym typeface="Wingdings" pitchFamily="2" charset="2"/>
              </a:rPr>
              <a:t>inversión</a:t>
            </a:r>
            <a:r>
              <a:rPr lang="es-ES" baseline="0" dirty="0">
                <a:latin typeface="Arial" panose="020B0604020202020204" pitchFamily="34" charset="0"/>
                <a:cs typeface="Arial" panose="020B0604020202020204" pitchFamily="34" charset="0"/>
                <a:sym typeface="Wingdings" pitchFamily="2" charset="2"/>
              </a:rPr>
              <a:t> necesaria elevada financiación</a:t>
            </a:r>
          </a:p>
          <a:p>
            <a:pPr>
              <a:buFont typeface="Wingdings"/>
              <a:buChar char="à"/>
            </a:pPr>
            <a:r>
              <a:rPr lang="es-ES" baseline="0" dirty="0">
                <a:latin typeface="Arial" panose="020B0604020202020204" pitchFamily="34" charset="0"/>
                <a:cs typeface="Arial" panose="020B0604020202020204" pitchFamily="34" charset="0"/>
                <a:sym typeface="Wingdings" pitchFamily="2" charset="2"/>
              </a:rPr>
              <a:t>una vez construidas las instalaciones, la capacidad se convierte en un elemento de </a:t>
            </a:r>
            <a:r>
              <a:rPr lang="es-ES" u="sng" baseline="0" dirty="0">
                <a:latin typeface="Arial" panose="020B0604020202020204" pitchFamily="34" charset="0"/>
                <a:cs typeface="Arial" panose="020B0604020202020204" pitchFamily="34" charset="0"/>
                <a:sym typeface="Wingdings" pitchFamily="2" charset="2"/>
              </a:rPr>
              <a:t>restricción</a:t>
            </a:r>
            <a:r>
              <a:rPr lang="es-ES" baseline="0" dirty="0">
                <a:latin typeface="Arial" panose="020B0604020202020204" pitchFamily="34" charset="0"/>
                <a:cs typeface="Arial" panose="020B0604020202020204" pitchFamily="34" charset="0"/>
                <a:sym typeface="Wingdings" pitchFamily="2" charset="2"/>
              </a:rPr>
              <a:t> para el resto de decisiones productivas</a:t>
            </a:r>
          </a:p>
          <a:p>
            <a:pPr>
              <a:buFont typeface="Wingdings"/>
              <a:buChar char="à"/>
            </a:pPr>
            <a:endParaRPr lang="es-ES" baseline="0" dirty="0">
              <a:latin typeface="Arial" panose="020B0604020202020204" pitchFamily="34" charset="0"/>
              <a:cs typeface="Arial" panose="020B0604020202020204" pitchFamily="34" charset="0"/>
              <a:sym typeface="Wingdings" pitchFamily="2" charset="2"/>
            </a:endParaRPr>
          </a:p>
          <a:p>
            <a:pPr>
              <a:buFont typeface="Wingdings"/>
              <a:buNone/>
            </a:pPr>
            <a:r>
              <a:rPr lang="es-ES" baseline="0" dirty="0">
                <a:latin typeface="Arial" panose="020B0604020202020204" pitchFamily="34" charset="0"/>
                <a:cs typeface="Arial" panose="020B0604020202020204" pitchFamily="34" charset="0"/>
                <a:sym typeface="Wingdings" pitchFamily="2" charset="2"/>
              </a:rPr>
              <a:t>La medida de la capacidad se complica en el caso de la producción de múltiples productos o en las empresas de servicios. </a:t>
            </a:r>
            <a:r>
              <a:rPr lang="es-ES" baseline="0" dirty="0" err="1">
                <a:latin typeface="Arial" panose="020B0604020202020204" pitchFamily="34" charset="0"/>
                <a:cs typeface="Arial" panose="020B0604020202020204" pitchFamily="34" charset="0"/>
                <a:sym typeface="Wingdings" pitchFamily="2" charset="2"/>
              </a:rPr>
              <a:t>P.e.</a:t>
            </a:r>
            <a:r>
              <a:rPr lang="es-ES" baseline="0" dirty="0">
                <a:latin typeface="Arial" panose="020B0604020202020204" pitchFamily="34" charset="0"/>
                <a:cs typeface="Arial" panose="020B0604020202020204" pitchFamily="34" charset="0"/>
                <a:sym typeface="Wingdings" pitchFamily="2" charset="2"/>
              </a:rPr>
              <a:t> la capacidad de hoteles y hospitales se mide por el número de camas</a:t>
            </a:r>
          </a:p>
          <a:p>
            <a:pPr>
              <a:buFont typeface="Wingdings"/>
              <a:buNone/>
            </a:pPr>
            <a:endParaRPr lang="es-ES" baseline="0" dirty="0">
              <a:latin typeface="Arial" panose="020B0604020202020204" pitchFamily="34" charset="0"/>
              <a:cs typeface="Arial" panose="020B0604020202020204" pitchFamily="34" charset="0"/>
              <a:sym typeface="Wingdings" pitchFamily="2" charset="2"/>
            </a:endParaRPr>
          </a:p>
          <a:p>
            <a:r>
              <a:rPr lang="es-ES" b="1" i="0" u="none" strike="noStrike" baseline="0" dirty="0">
                <a:latin typeface="Arial" panose="020B0604020202020204" pitchFamily="34" charset="0"/>
                <a:cs typeface="Arial" panose="020B0604020202020204" pitchFamily="34" charset="0"/>
              </a:rPr>
              <a:t>Del Libro de la carpeta de Marisol (Libro Economía y dirección de empresas.pdf):</a:t>
            </a:r>
          </a:p>
          <a:p>
            <a:r>
              <a:rPr lang="es-ES" b="0" i="0" u="none" strike="noStrike" baseline="0" dirty="0">
                <a:latin typeface="Arial" panose="020B0604020202020204" pitchFamily="34" charset="0"/>
                <a:cs typeface="Arial" panose="020B0604020202020204" pitchFamily="34" charset="0"/>
              </a:rPr>
              <a:t>Bolívar, Cruz, Alicia, et al. Economía y dirección de empresas, Universidad de Las Palmas de Gran Canaria. Servicio de Publicaciones y Difusión Científica, 2014. ProQuest </a:t>
            </a:r>
            <a:r>
              <a:rPr lang="es-ES" b="0" i="0" u="none" strike="noStrike" baseline="0" dirty="0" err="1">
                <a:latin typeface="Arial" panose="020B0604020202020204" pitchFamily="34" charset="0"/>
                <a:cs typeface="Arial" panose="020B0604020202020204" pitchFamily="34" charset="0"/>
              </a:rPr>
              <a:t>Ebook</a:t>
            </a:r>
            <a:r>
              <a:rPr lang="es-ES" b="0" i="0" u="none" strike="noStrike" baseline="0" dirty="0">
                <a:latin typeface="Arial" panose="020B0604020202020204" pitchFamily="34" charset="0"/>
                <a:cs typeface="Arial" panose="020B0604020202020204" pitchFamily="34" charset="0"/>
              </a:rPr>
              <a:t> Central, http://ebookcentral.proquest.com/lib/us-ead-ebooks/detail.action?docID=3227378. </a:t>
            </a:r>
            <a:r>
              <a:rPr lang="en-US" b="0" i="0" u="none" strike="noStrike" baseline="0" dirty="0">
                <a:latin typeface="Arial" panose="020B0604020202020204" pitchFamily="34" charset="0"/>
                <a:cs typeface="Arial" panose="020B0604020202020204" pitchFamily="34" charset="0"/>
              </a:rPr>
              <a:t>Created from us-</a:t>
            </a:r>
            <a:r>
              <a:rPr lang="en-US" b="0" i="0" u="none" strike="noStrike" baseline="0" dirty="0" err="1">
                <a:latin typeface="Arial" panose="020B0604020202020204" pitchFamily="34" charset="0"/>
                <a:cs typeface="Arial" panose="020B0604020202020204" pitchFamily="34" charset="0"/>
              </a:rPr>
              <a:t>ead</a:t>
            </a:r>
            <a:r>
              <a:rPr lang="en-US" b="0" i="0" u="none" strike="noStrike" baseline="0" dirty="0">
                <a:latin typeface="Arial" panose="020B0604020202020204" pitchFamily="34" charset="0"/>
                <a:cs typeface="Arial" panose="020B0604020202020204" pitchFamily="34" charset="0"/>
              </a:rPr>
              <a:t>-</a:t>
            </a:r>
            <a:r>
              <a:rPr lang="en-US" b="0" i="0" u="none" strike="noStrike" baseline="0" dirty="0" err="1">
                <a:latin typeface="Arial" panose="020B0604020202020204" pitchFamily="34" charset="0"/>
                <a:cs typeface="Arial" panose="020B0604020202020204" pitchFamily="34" charset="0"/>
              </a:rPr>
              <a:t>ebooks</a:t>
            </a:r>
            <a:r>
              <a:rPr lang="en-US" b="0" i="0" u="none" strike="noStrike" baseline="0" dirty="0">
                <a:latin typeface="Arial" panose="020B0604020202020204" pitchFamily="34" charset="0"/>
                <a:cs typeface="Arial" panose="020B0604020202020204" pitchFamily="34" charset="0"/>
              </a:rPr>
              <a:t> on 2020-01-19 05:24:04.</a:t>
            </a:r>
            <a:endParaRPr lang="es-ES" b="0" i="0" u="none" strike="noStrike" baseline="0" dirty="0">
              <a:latin typeface="Arial" panose="020B0604020202020204" pitchFamily="34" charset="0"/>
              <a:cs typeface="Arial" panose="020B0604020202020204" pitchFamily="34" charset="0"/>
              <a:sym typeface="Wingdings" pitchFamily="2" charset="2"/>
            </a:endParaRPr>
          </a:p>
          <a:p>
            <a:endParaRPr lang="es-ES" b="0" i="0" u="none" strike="noStrike" baseline="0" dirty="0">
              <a:latin typeface="Arial" panose="020B0604020202020204" pitchFamily="34" charset="0"/>
              <a:cs typeface="Arial" panose="020B0604020202020204" pitchFamily="34" charset="0"/>
              <a:sym typeface="Wingdings" pitchFamily="2" charset="2"/>
            </a:endParaRPr>
          </a:p>
          <a:p>
            <a:pPr lvl="1"/>
            <a:r>
              <a:rPr lang="es-ES" b="0" i="0" u="none" strike="noStrike" baseline="0" dirty="0">
                <a:latin typeface="Arial" panose="020B0604020202020204" pitchFamily="34" charset="0"/>
                <a:cs typeface="Arial" panose="020B0604020202020204" pitchFamily="34" charset="0"/>
              </a:rPr>
              <a:t>La localización es el sitio elegido por el empresario para situar la planta o el establecimiento de la empresa. En la planificación de la localización los directivos deben tener en cuenta la proximidad de las materias primas y de los mercados, la disponibilidad de fuerza de trabajo y energía, los costes de transporte, los impuestos y regulaciones (tanto estatales como locales) e incluso las condiciones de vida de la comunidad en la que se ubicará la planta o el establecimiento. Además, la localización de una organización de servicios es especialmente importante en servicios de alto contacto porque necesitan estar cerca de sus clientes, los cuales deben ser una parte del sistema.</a:t>
            </a:r>
            <a:endParaRPr lang="es-ES" dirty="0">
              <a:latin typeface="Arial" panose="020B0604020202020204" pitchFamily="34" charset="0"/>
              <a:cs typeface="Arial" panose="020B0604020202020204" pitchFamily="34" charset="0"/>
            </a:endParaRPr>
          </a:p>
        </p:txBody>
      </p:sp>
      <p:sp>
        <p:nvSpPr>
          <p:cNvPr id="4" name="3 Marcador de número de diapositiva"/>
          <p:cNvSpPr>
            <a:spLocks noGrp="1"/>
          </p:cNvSpPr>
          <p:nvPr>
            <p:ph type="sldNum" sz="quarter" idx="10"/>
          </p:nvPr>
        </p:nvSpPr>
        <p:spPr/>
        <p:txBody>
          <a:bodyPr/>
          <a:lstStyle/>
          <a:p>
            <a:fld id="{CEECDBCE-4DBF-4787-A3DF-9B00F446DCB3}" type="slidenum">
              <a:rPr lang="es-ES_tradnl" smtClean="0"/>
              <a:pPr/>
              <a:t>38</a:t>
            </a:fld>
            <a:endParaRPr lang="es-ES_tradnl"/>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a:xfrm>
            <a:off x="725488" y="571500"/>
            <a:ext cx="5322887" cy="2995613"/>
          </a:xfrm>
        </p:spPr>
      </p:sp>
      <p:sp>
        <p:nvSpPr>
          <p:cNvPr id="3" name="2 Marcador de notas"/>
          <p:cNvSpPr>
            <a:spLocks noGrp="1"/>
          </p:cNvSpPr>
          <p:nvPr>
            <p:ph type="body" idx="1"/>
          </p:nvPr>
        </p:nvSpPr>
        <p:spPr/>
        <p:txBody>
          <a:bodyPr>
            <a:noAutofit/>
          </a:bodyPr>
          <a:lstStyle/>
          <a:p>
            <a:r>
              <a:rPr lang="es-ES" dirty="0">
                <a:latin typeface="Arial" panose="020B0604020202020204" pitchFamily="34" charset="0"/>
                <a:cs typeface="Arial" panose="020B0604020202020204" pitchFamily="34" charset="0"/>
              </a:rPr>
              <a:t>Elección de la capacidad de la planta: gran trascendencia:</a:t>
            </a:r>
          </a:p>
          <a:p>
            <a:pPr>
              <a:buFont typeface="Wingdings"/>
              <a:buChar char="à"/>
            </a:pPr>
            <a:r>
              <a:rPr lang="es-ES" u="sng" baseline="0" dirty="0">
                <a:latin typeface="Arial" panose="020B0604020202020204" pitchFamily="34" charset="0"/>
                <a:cs typeface="Arial" panose="020B0604020202020204" pitchFamily="34" charset="0"/>
                <a:sym typeface="Wingdings" pitchFamily="2" charset="2"/>
              </a:rPr>
              <a:t>inversión</a:t>
            </a:r>
            <a:r>
              <a:rPr lang="es-ES" baseline="0" dirty="0">
                <a:latin typeface="Arial" panose="020B0604020202020204" pitchFamily="34" charset="0"/>
                <a:cs typeface="Arial" panose="020B0604020202020204" pitchFamily="34" charset="0"/>
                <a:sym typeface="Wingdings" pitchFamily="2" charset="2"/>
              </a:rPr>
              <a:t> necesaria elevada financiación</a:t>
            </a:r>
          </a:p>
          <a:p>
            <a:pPr>
              <a:buFont typeface="Wingdings"/>
              <a:buChar char="à"/>
            </a:pPr>
            <a:r>
              <a:rPr lang="es-ES" baseline="0" dirty="0">
                <a:latin typeface="Arial" panose="020B0604020202020204" pitchFamily="34" charset="0"/>
                <a:cs typeface="Arial" panose="020B0604020202020204" pitchFamily="34" charset="0"/>
                <a:sym typeface="Wingdings" pitchFamily="2" charset="2"/>
              </a:rPr>
              <a:t>una vez construidas las instalaciones, la capacidad se convierte en un elemento de </a:t>
            </a:r>
            <a:r>
              <a:rPr lang="es-ES" u="sng" baseline="0" dirty="0">
                <a:latin typeface="Arial" panose="020B0604020202020204" pitchFamily="34" charset="0"/>
                <a:cs typeface="Arial" panose="020B0604020202020204" pitchFamily="34" charset="0"/>
                <a:sym typeface="Wingdings" pitchFamily="2" charset="2"/>
              </a:rPr>
              <a:t>restricción</a:t>
            </a:r>
            <a:r>
              <a:rPr lang="es-ES" baseline="0" dirty="0">
                <a:latin typeface="Arial" panose="020B0604020202020204" pitchFamily="34" charset="0"/>
                <a:cs typeface="Arial" panose="020B0604020202020204" pitchFamily="34" charset="0"/>
                <a:sym typeface="Wingdings" pitchFamily="2" charset="2"/>
              </a:rPr>
              <a:t> para el resto de decisiones productivas</a:t>
            </a:r>
          </a:p>
          <a:p>
            <a:pPr>
              <a:buFont typeface="Wingdings"/>
              <a:buChar char="à"/>
            </a:pPr>
            <a:endParaRPr lang="es-ES" baseline="0" dirty="0">
              <a:latin typeface="Arial" panose="020B0604020202020204" pitchFamily="34" charset="0"/>
              <a:cs typeface="Arial" panose="020B0604020202020204" pitchFamily="34" charset="0"/>
              <a:sym typeface="Wingdings" pitchFamily="2" charset="2"/>
            </a:endParaRPr>
          </a:p>
          <a:p>
            <a:pPr>
              <a:buFont typeface="Wingdings"/>
              <a:buNone/>
            </a:pPr>
            <a:r>
              <a:rPr lang="es-ES" baseline="0" dirty="0">
                <a:latin typeface="Arial" panose="020B0604020202020204" pitchFamily="34" charset="0"/>
                <a:cs typeface="Arial" panose="020B0604020202020204" pitchFamily="34" charset="0"/>
                <a:sym typeface="Wingdings" pitchFamily="2" charset="2"/>
              </a:rPr>
              <a:t>La medida de la capacidad se complica en el caso de la producción de múltiples productos o en las empresas de servicios. </a:t>
            </a:r>
            <a:r>
              <a:rPr lang="es-ES" baseline="0" dirty="0" err="1">
                <a:latin typeface="Arial" panose="020B0604020202020204" pitchFamily="34" charset="0"/>
                <a:cs typeface="Arial" panose="020B0604020202020204" pitchFamily="34" charset="0"/>
                <a:sym typeface="Wingdings" pitchFamily="2" charset="2"/>
              </a:rPr>
              <a:t>P.e.</a:t>
            </a:r>
            <a:r>
              <a:rPr lang="es-ES" baseline="0" dirty="0">
                <a:latin typeface="Arial" panose="020B0604020202020204" pitchFamily="34" charset="0"/>
                <a:cs typeface="Arial" panose="020B0604020202020204" pitchFamily="34" charset="0"/>
                <a:sym typeface="Wingdings" pitchFamily="2" charset="2"/>
              </a:rPr>
              <a:t> la capacidad de hoteles y hospitales se mide por el número de camas.</a:t>
            </a:r>
          </a:p>
          <a:p>
            <a:pPr>
              <a:buFont typeface="Wingdings"/>
              <a:buNone/>
            </a:pPr>
            <a:endParaRPr lang="es-ES" baseline="0" dirty="0">
              <a:latin typeface="Arial" panose="020B0604020202020204" pitchFamily="34" charset="0"/>
              <a:cs typeface="Arial" panose="020B0604020202020204" pitchFamily="34" charset="0"/>
              <a:sym typeface="Wingdings" pitchFamily="2" charset="2"/>
            </a:endParaRPr>
          </a:p>
          <a:p>
            <a:pPr marL="171450" indent="-171450">
              <a:buFont typeface="Wingdings" panose="05000000000000000000" pitchFamily="2" charset="2"/>
              <a:buChar char="à"/>
            </a:pPr>
            <a:r>
              <a:rPr lang="es-ES" baseline="0" dirty="0">
                <a:latin typeface="Arial" panose="020B0604020202020204" pitchFamily="34" charset="0"/>
                <a:cs typeface="Arial" panose="020B0604020202020204" pitchFamily="34" charset="0"/>
                <a:sym typeface="Wingdings" pitchFamily="2" charset="2"/>
              </a:rPr>
              <a:t>La capacidad debe estar referida a otra variable, normalmente a un período de tiempo  </a:t>
            </a:r>
            <a:r>
              <a:rPr lang="es-ES" baseline="0" dirty="0" err="1">
                <a:latin typeface="Arial" panose="020B0604020202020204" pitchFamily="34" charset="0"/>
                <a:cs typeface="Arial" panose="020B0604020202020204" pitchFamily="34" charset="0"/>
                <a:sym typeface="Wingdings" pitchFamily="2" charset="2"/>
              </a:rPr>
              <a:t>p.e</a:t>
            </a:r>
            <a:r>
              <a:rPr lang="es-ES" baseline="0" dirty="0">
                <a:latin typeface="Arial" panose="020B0604020202020204" pitchFamily="34" charset="0"/>
                <a:cs typeface="Arial" panose="020B0604020202020204" pitchFamily="34" charset="0"/>
                <a:sym typeface="Wingdings" pitchFamily="2" charset="2"/>
              </a:rPr>
              <a:t>. decir que la capacidad de una fábrica de coches es de 2000 coches no dice mucho: 200 al día, a la semana ???</a:t>
            </a:r>
          </a:p>
          <a:p>
            <a:pPr marL="171450" indent="-171450">
              <a:buFont typeface="Wingdings" panose="05000000000000000000" pitchFamily="2" charset="2"/>
              <a:buChar char="à"/>
            </a:pPr>
            <a:endParaRPr lang="es-ES" baseline="0" dirty="0">
              <a:latin typeface="Arial" panose="020B0604020202020204" pitchFamily="34" charset="0"/>
              <a:cs typeface="Arial" panose="020B0604020202020204" pitchFamily="34" charset="0"/>
              <a:sym typeface="Wingdings" pitchFamily="2" charset="2"/>
            </a:endParaRPr>
          </a:p>
          <a:p>
            <a:pPr marL="171450" indent="-171450">
              <a:buFont typeface="Wingdings" panose="05000000000000000000" pitchFamily="2" charset="2"/>
              <a:buChar char="à"/>
            </a:pPr>
            <a:r>
              <a:rPr lang="es-ES" baseline="0" dirty="0">
                <a:latin typeface="Arial" panose="020B0604020202020204" pitchFamily="34" charset="0"/>
                <a:cs typeface="Arial" panose="020B0604020202020204" pitchFamily="34" charset="0"/>
                <a:sym typeface="Wingdings" pitchFamily="2" charset="2"/>
              </a:rPr>
              <a:t>La capacidad se refiere a la </a:t>
            </a:r>
            <a:r>
              <a:rPr lang="es-ES" b="1" baseline="0" dirty="0">
                <a:latin typeface="Arial" panose="020B0604020202020204" pitchFamily="34" charset="0"/>
                <a:cs typeface="Arial" panose="020B0604020202020204" pitchFamily="34" charset="0"/>
                <a:sym typeface="Wingdings" pitchFamily="2" charset="2"/>
              </a:rPr>
              <a:t>capacidad máxima </a:t>
            </a:r>
            <a:r>
              <a:rPr lang="es-ES" b="0" baseline="0" dirty="0">
                <a:latin typeface="Arial" panose="020B0604020202020204" pitchFamily="34" charset="0"/>
                <a:cs typeface="Arial" panose="020B0604020202020204" pitchFamily="34" charset="0"/>
                <a:sym typeface="Wingdings" pitchFamily="2" charset="2"/>
              </a:rPr>
              <a:t>que puede obtenerse en un período, que no tiene por qué coincidir con el volumen que se está produciendo realmente (</a:t>
            </a:r>
            <a:r>
              <a:rPr lang="es-ES" b="1" baseline="0" dirty="0">
                <a:latin typeface="Arial" panose="020B0604020202020204" pitchFamily="34" charset="0"/>
                <a:cs typeface="Arial" panose="020B0604020202020204" pitchFamily="34" charset="0"/>
                <a:sym typeface="Wingdings" pitchFamily="2" charset="2"/>
              </a:rPr>
              <a:t>capacidad efectiva</a:t>
            </a:r>
            <a:r>
              <a:rPr lang="es-ES" b="0" baseline="0" dirty="0">
                <a:latin typeface="Arial" panose="020B0604020202020204" pitchFamily="34" charset="0"/>
                <a:cs typeface="Arial" panose="020B0604020202020204" pitchFamily="34" charset="0"/>
                <a:sym typeface="Wingdings" pitchFamily="2" charset="2"/>
              </a:rPr>
              <a:t>) ya que puede existir </a:t>
            </a:r>
            <a:r>
              <a:rPr lang="es-ES" b="1" baseline="0" dirty="0">
                <a:latin typeface="Arial" panose="020B0604020202020204" pitchFamily="34" charset="0"/>
                <a:cs typeface="Arial" panose="020B0604020202020204" pitchFamily="34" charset="0"/>
                <a:sym typeface="Wingdings" pitchFamily="2" charset="2"/>
              </a:rPr>
              <a:t>capacidad ociosa</a:t>
            </a:r>
            <a:r>
              <a:rPr lang="es-ES" b="0" baseline="0" dirty="0">
                <a:latin typeface="Arial" panose="020B0604020202020204" pitchFamily="34" charset="0"/>
                <a:cs typeface="Arial" panose="020B0604020202020204" pitchFamily="34" charset="0"/>
                <a:sym typeface="Wingdings" pitchFamily="2" charset="2"/>
              </a:rPr>
              <a:t> (sin utilizar).</a:t>
            </a:r>
          </a:p>
          <a:p>
            <a:pPr marL="171450" indent="-171450">
              <a:buFont typeface="Wingdings" panose="05000000000000000000" pitchFamily="2" charset="2"/>
              <a:buChar char="à"/>
            </a:pPr>
            <a:endParaRPr lang="es-ES" b="0" baseline="0" dirty="0">
              <a:latin typeface="Arial" panose="020B0604020202020204" pitchFamily="34" charset="0"/>
              <a:cs typeface="Arial" panose="020B0604020202020204" pitchFamily="34" charset="0"/>
              <a:sym typeface="Wingdings" pitchFamily="2" charset="2"/>
            </a:endParaRPr>
          </a:p>
          <a:p>
            <a:pPr marL="171450" indent="-171450">
              <a:buFont typeface="Wingdings" panose="05000000000000000000" pitchFamily="2" charset="2"/>
              <a:buChar char="à"/>
            </a:pPr>
            <a:r>
              <a:rPr lang="es-ES" b="0" baseline="0" dirty="0">
                <a:latin typeface="Arial" panose="020B0604020202020204" pitchFamily="34" charset="0"/>
                <a:cs typeface="Arial" panose="020B0604020202020204" pitchFamily="34" charset="0"/>
                <a:sym typeface="Wingdings" pitchFamily="2" charset="2"/>
              </a:rPr>
              <a:t>La </a:t>
            </a:r>
            <a:r>
              <a:rPr lang="es-ES" b="1" baseline="0" dirty="0">
                <a:latin typeface="Arial" panose="020B0604020202020204" pitchFamily="34" charset="0"/>
                <a:cs typeface="Arial" panose="020B0604020202020204" pitchFamily="34" charset="0"/>
                <a:sym typeface="Wingdings" pitchFamily="2" charset="2"/>
              </a:rPr>
              <a:t>capacidad punta</a:t>
            </a:r>
            <a:r>
              <a:rPr lang="es-ES" b="0" baseline="0" dirty="0">
                <a:latin typeface="Arial" panose="020B0604020202020204" pitchFamily="34" charset="0"/>
                <a:cs typeface="Arial" panose="020B0604020202020204" pitchFamily="34" charset="0"/>
                <a:sym typeface="Wingdings" pitchFamily="2" charset="2"/>
              </a:rPr>
              <a:t> incluye aumento de maquinaria, horas extraordinarias, turnos completos…  sólo es sostenible durante períodos limitados de tiempo ya que aumenta los costes de la empresa y acorta la vida útil de, por ejemplo, la maquinaria y equipos productivos.</a:t>
            </a:r>
          </a:p>
          <a:p>
            <a:pPr marL="171450" indent="-171450">
              <a:buFont typeface="Wingdings" panose="05000000000000000000" pitchFamily="2" charset="2"/>
              <a:buChar char="à"/>
            </a:pPr>
            <a:endParaRPr lang="es-ES" b="0" baseline="0" dirty="0">
              <a:latin typeface="Arial" panose="020B0604020202020204" pitchFamily="34" charset="0"/>
              <a:cs typeface="Arial" panose="020B0604020202020204" pitchFamily="34" charset="0"/>
              <a:sym typeface="Wingdings" pitchFamily="2" charset="2"/>
            </a:endParaRPr>
          </a:p>
          <a:p>
            <a:r>
              <a:rPr lang="es-ES" b="1" i="0" u="none" strike="noStrike" baseline="0" dirty="0">
                <a:latin typeface="Arial" panose="020B0604020202020204" pitchFamily="34" charset="0"/>
                <a:cs typeface="Arial" panose="020B0604020202020204" pitchFamily="34" charset="0"/>
              </a:rPr>
              <a:t>Del Libro de la carpeta de Marisol (Libro Economía y dirección de empresas.pdf):</a:t>
            </a:r>
          </a:p>
          <a:p>
            <a:r>
              <a:rPr lang="es-ES" b="0" i="0" u="none" strike="noStrike" baseline="0" dirty="0">
                <a:latin typeface="Arial" panose="020B0604020202020204" pitchFamily="34" charset="0"/>
                <a:cs typeface="Arial" panose="020B0604020202020204" pitchFamily="34" charset="0"/>
              </a:rPr>
              <a:t>Bolívar, Cruz, Alicia, et al. Economía y dirección de empresas, Universidad de Las Palmas de Gran Canaria. Servicio de Publicaciones y Difusión Científica, 2014. ProQuest </a:t>
            </a:r>
            <a:r>
              <a:rPr lang="es-ES" b="0" i="0" u="none" strike="noStrike" baseline="0" dirty="0" err="1">
                <a:latin typeface="Arial" panose="020B0604020202020204" pitchFamily="34" charset="0"/>
                <a:cs typeface="Arial" panose="020B0604020202020204" pitchFamily="34" charset="0"/>
              </a:rPr>
              <a:t>Ebook</a:t>
            </a:r>
            <a:r>
              <a:rPr lang="es-ES" b="0" i="0" u="none" strike="noStrike" baseline="0" dirty="0">
                <a:latin typeface="Arial" panose="020B0604020202020204" pitchFamily="34" charset="0"/>
                <a:cs typeface="Arial" panose="020B0604020202020204" pitchFamily="34" charset="0"/>
              </a:rPr>
              <a:t> Central, http://ebookcentral.proquest.com/lib/us-ead-ebooks/detail.action?docID=3227378. </a:t>
            </a:r>
            <a:r>
              <a:rPr lang="en-US" b="0" i="0" u="none" strike="noStrike" baseline="0" dirty="0">
                <a:latin typeface="Arial" panose="020B0604020202020204" pitchFamily="34" charset="0"/>
                <a:cs typeface="Arial" panose="020B0604020202020204" pitchFamily="34" charset="0"/>
              </a:rPr>
              <a:t>Created from us-</a:t>
            </a:r>
            <a:r>
              <a:rPr lang="en-US" b="0" i="0" u="none" strike="noStrike" baseline="0" dirty="0" err="1">
                <a:latin typeface="Arial" panose="020B0604020202020204" pitchFamily="34" charset="0"/>
                <a:cs typeface="Arial" panose="020B0604020202020204" pitchFamily="34" charset="0"/>
              </a:rPr>
              <a:t>ead</a:t>
            </a:r>
            <a:r>
              <a:rPr lang="en-US" b="0" i="0" u="none" strike="noStrike" baseline="0" dirty="0">
                <a:latin typeface="Arial" panose="020B0604020202020204" pitchFamily="34" charset="0"/>
                <a:cs typeface="Arial" panose="020B0604020202020204" pitchFamily="34" charset="0"/>
              </a:rPr>
              <a:t>-</a:t>
            </a:r>
            <a:r>
              <a:rPr lang="en-US" b="0" i="0" u="none" strike="noStrike" baseline="0" dirty="0" err="1">
                <a:latin typeface="Arial" panose="020B0604020202020204" pitchFamily="34" charset="0"/>
                <a:cs typeface="Arial" panose="020B0604020202020204" pitchFamily="34" charset="0"/>
              </a:rPr>
              <a:t>ebooks</a:t>
            </a:r>
            <a:r>
              <a:rPr lang="en-US" b="0" i="0" u="none" strike="noStrike" baseline="0" dirty="0">
                <a:latin typeface="Arial" panose="020B0604020202020204" pitchFamily="34" charset="0"/>
                <a:cs typeface="Arial" panose="020B0604020202020204" pitchFamily="34" charset="0"/>
              </a:rPr>
              <a:t> on 2020-01-19 05:24:04.</a:t>
            </a:r>
          </a:p>
          <a:p>
            <a:endParaRPr lang="es-ES" b="0" i="0" u="none" strike="noStrike" baseline="0" dirty="0">
              <a:latin typeface="Arial" panose="020B0604020202020204" pitchFamily="34" charset="0"/>
              <a:cs typeface="Arial" panose="020B0604020202020204" pitchFamily="34" charset="0"/>
            </a:endParaRPr>
          </a:p>
          <a:p>
            <a:pPr lvl="1"/>
            <a:r>
              <a:rPr lang="es-ES" b="0" i="0" u="none" strike="noStrike" baseline="0" dirty="0">
                <a:latin typeface="Arial" panose="020B0604020202020204" pitchFamily="34" charset="0"/>
                <a:cs typeface="Arial" panose="020B0604020202020204" pitchFamily="34" charset="0"/>
              </a:rPr>
              <a:t>Implica determinar la cantidad de un bien y/o servicio que la compañía puede producir por unidad de tiempo en condiciones normales de funcionamiento. La capacidad de una empresa depende de cuestiones como el número de personas que emplea y la cantidad y la dimensión de las instalaciones con las que opera. Con la planificación de la capacidad se pretende satisfacer, de la manera más eficiente y en el momento oportuno, la cantidad de producto requerida por el mercado.</a:t>
            </a:r>
          </a:p>
          <a:p>
            <a:pPr lvl="1"/>
            <a:endParaRPr lang="es-ES" b="0" i="0" u="none" strike="noStrike" baseline="0" dirty="0">
              <a:latin typeface="Arial" panose="020B0604020202020204" pitchFamily="34" charset="0"/>
              <a:cs typeface="Arial" panose="020B0604020202020204" pitchFamily="34" charset="0"/>
            </a:endParaRPr>
          </a:p>
          <a:p>
            <a:pPr lvl="1"/>
            <a:r>
              <a:rPr lang="es-ES" b="0" i="0" u="none" strike="noStrike" baseline="0" dirty="0">
                <a:latin typeface="Arial" panose="020B0604020202020204" pitchFamily="34" charset="0"/>
                <a:cs typeface="Arial" panose="020B0604020202020204" pitchFamily="34" charset="0"/>
              </a:rPr>
              <a:t>Con el proceso de planificación y control de la capacidad se pretende adaptar la capacidad disponible a la necesaria. Las estrategias encaminadas a ajustar la capacidad disponible con la necesaria pueden ser de dos tipos: expansivas (construcción o adquisición de nuevas instalaciones; expansión, modificación y actualización de las existentes; subcontratación; reapertura de instalaciones inactivas...) o contractivas (cierre de instalaciones, despido de mano de obra...).</a:t>
            </a:r>
            <a:endParaRPr lang="es-ES" dirty="0">
              <a:latin typeface="Arial" panose="020B0604020202020204" pitchFamily="34" charset="0"/>
              <a:cs typeface="Arial" panose="020B0604020202020204" pitchFamily="34" charset="0"/>
            </a:endParaRPr>
          </a:p>
          <a:p>
            <a:pPr marL="0" indent="0">
              <a:buFont typeface="Wingdings" panose="05000000000000000000" pitchFamily="2" charset="2"/>
              <a:buNone/>
            </a:pPr>
            <a:endParaRPr lang="es-ES" b="1" dirty="0">
              <a:latin typeface="Arial" panose="020B0604020202020204" pitchFamily="34" charset="0"/>
              <a:cs typeface="Arial" panose="020B0604020202020204" pitchFamily="34" charset="0"/>
            </a:endParaRPr>
          </a:p>
        </p:txBody>
      </p:sp>
      <p:sp>
        <p:nvSpPr>
          <p:cNvPr id="4" name="3 Marcador de número de diapositiva"/>
          <p:cNvSpPr>
            <a:spLocks noGrp="1"/>
          </p:cNvSpPr>
          <p:nvPr>
            <p:ph type="sldNum" sz="quarter" idx="10"/>
          </p:nvPr>
        </p:nvSpPr>
        <p:spPr/>
        <p:txBody>
          <a:bodyPr/>
          <a:lstStyle/>
          <a:p>
            <a:fld id="{CEECDBCE-4DBF-4787-A3DF-9B00F446DCB3}" type="slidenum">
              <a:rPr lang="es-ES_tradnl" smtClean="0"/>
              <a:pPr/>
              <a:t>39</a:t>
            </a:fld>
            <a:endParaRPr lang="es-ES_tradnl"/>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a:xfrm>
            <a:off x="725488" y="571500"/>
            <a:ext cx="5322887" cy="2995613"/>
          </a:xfrm>
        </p:spPr>
      </p:sp>
      <p:sp>
        <p:nvSpPr>
          <p:cNvPr id="3" name="2 Marcador de notas"/>
          <p:cNvSpPr>
            <a:spLocks noGrp="1"/>
          </p:cNvSpPr>
          <p:nvPr>
            <p:ph type="body" idx="1"/>
          </p:nvPr>
        </p:nvSpPr>
        <p:spPr/>
        <p:txBody>
          <a:bodyPr>
            <a:noAutofit/>
          </a:bodyPr>
          <a:lstStyle/>
          <a:p>
            <a:r>
              <a:rPr lang="es-ES" dirty="0">
                <a:latin typeface="Arial" panose="020B0604020202020204" pitchFamily="34" charset="0"/>
                <a:cs typeface="Arial" panose="020B0604020202020204" pitchFamily="34" charset="0"/>
              </a:rPr>
              <a:t>Espacio limitado </a:t>
            </a:r>
            <a:r>
              <a:rPr lang="es-ES" dirty="0">
                <a:latin typeface="Arial" panose="020B0604020202020204" pitchFamily="34" charset="0"/>
                <a:cs typeface="Arial" panose="020B0604020202020204" pitchFamily="34" charset="0"/>
                <a:sym typeface="Wingdings" pitchFamily="2" charset="2"/>
              </a:rPr>
              <a:t> transporte en el interior  actividades q generan costes y no</a:t>
            </a:r>
            <a:r>
              <a:rPr lang="es-ES" baseline="0" dirty="0">
                <a:latin typeface="Arial" panose="020B0604020202020204" pitchFamily="34" charset="0"/>
                <a:cs typeface="Arial" panose="020B0604020202020204" pitchFamily="34" charset="0"/>
                <a:sym typeface="Wingdings" pitchFamily="2" charset="2"/>
              </a:rPr>
              <a:t> valor</a:t>
            </a:r>
            <a:endParaRPr lang="es-ES" dirty="0">
              <a:latin typeface="Arial" panose="020B0604020202020204" pitchFamily="34" charset="0"/>
              <a:cs typeface="Arial" panose="020B0604020202020204" pitchFamily="34" charset="0"/>
              <a:sym typeface="Wingdings" pitchFamily="2" charset="2"/>
            </a:endParaRPr>
          </a:p>
          <a:p>
            <a:r>
              <a:rPr lang="es-ES" dirty="0">
                <a:latin typeface="Arial" panose="020B0604020202020204" pitchFamily="34" charset="0"/>
                <a:cs typeface="Arial" panose="020B0604020202020204" pitchFamily="34" charset="0"/>
                <a:sym typeface="Wingdings" pitchFamily="2" charset="2"/>
              </a:rPr>
              <a:t>	</a:t>
            </a:r>
            <a:r>
              <a:rPr lang="es-ES" baseline="0" dirty="0">
                <a:latin typeface="Arial" panose="020B0604020202020204" pitchFamily="34" charset="0"/>
                <a:cs typeface="Arial" panose="020B0604020202020204" pitchFamily="34" charset="0"/>
                <a:sym typeface="Wingdings" pitchFamily="2" charset="2"/>
              </a:rPr>
              <a:t>        almacenamiento</a:t>
            </a:r>
          </a:p>
          <a:p>
            <a:endParaRPr lang="es-ES" baseline="0" dirty="0">
              <a:latin typeface="Arial" panose="020B0604020202020204" pitchFamily="34" charset="0"/>
              <a:cs typeface="Arial" panose="020B0604020202020204" pitchFamily="34" charset="0"/>
              <a:sym typeface="Wingdings" pitchFamily="2" charset="2"/>
            </a:endParaRPr>
          </a:p>
          <a:p>
            <a:r>
              <a:rPr lang="es-ES" baseline="0" dirty="0">
                <a:latin typeface="Arial" panose="020B0604020202020204" pitchFamily="34" charset="0"/>
                <a:cs typeface="Arial" panose="020B0604020202020204" pitchFamily="34" charset="0"/>
                <a:sym typeface="Wingdings" pitchFamily="2" charset="2"/>
              </a:rPr>
              <a:t>Tendencia actual: diseños cada vez más flexibles  equipos pequeños, ligeros, móviles, empleados polivalentes… Sin embargo, existen TRES DISEÑOS BÁSICOS TRADICIONALES.</a:t>
            </a:r>
          </a:p>
          <a:p>
            <a:endParaRPr lang="es-ES" baseline="0" dirty="0">
              <a:latin typeface="Arial" panose="020B0604020202020204" pitchFamily="34" charset="0"/>
              <a:cs typeface="Arial" panose="020B0604020202020204" pitchFamily="34" charset="0"/>
              <a:sym typeface="Wingdings" pitchFamily="2" charset="2"/>
            </a:endParaRPr>
          </a:p>
          <a:p>
            <a:r>
              <a:rPr lang="es-ES" b="1" i="0" u="none" strike="noStrike" baseline="0" dirty="0">
                <a:latin typeface="Arial" panose="020B0604020202020204" pitchFamily="34" charset="0"/>
                <a:cs typeface="Arial" panose="020B0604020202020204" pitchFamily="34" charset="0"/>
              </a:rPr>
              <a:t>Del Libro de la carpeta de Marisol (Libro Economía y dirección de empresas.pdf):</a:t>
            </a:r>
          </a:p>
          <a:p>
            <a:r>
              <a:rPr lang="es-ES" b="0" i="0" u="none" strike="noStrike" baseline="0" dirty="0">
                <a:latin typeface="Arial" panose="020B0604020202020204" pitchFamily="34" charset="0"/>
                <a:cs typeface="Arial" panose="020B0604020202020204" pitchFamily="34" charset="0"/>
              </a:rPr>
              <a:t>Bolívar, Cruz, Alicia, et al. Economía y dirección de empresas, Universidad de Las Palmas de Gran Canaria. Servicio de Publicaciones y Difusión Científica, 2014. ProQuest </a:t>
            </a:r>
            <a:r>
              <a:rPr lang="es-ES" b="0" i="0" u="none" strike="noStrike" baseline="0" dirty="0" err="1">
                <a:latin typeface="Arial" panose="020B0604020202020204" pitchFamily="34" charset="0"/>
                <a:cs typeface="Arial" panose="020B0604020202020204" pitchFamily="34" charset="0"/>
              </a:rPr>
              <a:t>Ebook</a:t>
            </a:r>
            <a:r>
              <a:rPr lang="es-ES" b="0" i="0" u="none" strike="noStrike" baseline="0" dirty="0">
                <a:latin typeface="Arial" panose="020B0604020202020204" pitchFamily="34" charset="0"/>
                <a:cs typeface="Arial" panose="020B0604020202020204" pitchFamily="34" charset="0"/>
              </a:rPr>
              <a:t> Central, http://ebookcentral.proquest.com/lib/us-ead-ebooks/detail.action?docID=3227378. </a:t>
            </a:r>
            <a:r>
              <a:rPr lang="en-US" b="0" i="0" u="none" strike="noStrike" baseline="0" dirty="0">
                <a:latin typeface="Arial" panose="020B0604020202020204" pitchFamily="34" charset="0"/>
                <a:cs typeface="Arial" panose="020B0604020202020204" pitchFamily="34" charset="0"/>
              </a:rPr>
              <a:t>Created from us-</a:t>
            </a:r>
            <a:r>
              <a:rPr lang="en-US" b="0" i="0" u="none" strike="noStrike" baseline="0" dirty="0" err="1">
                <a:latin typeface="Arial" panose="020B0604020202020204" pitchFamily="34" charset="0"/>
                <a:cs typeface="Arial" panose="020B0604020202020204" pitchFamily="34" charset="0"/>
              </a:rPr>
              <a:t>ead</a:t>
            </a:r>
            <a:r>
              <a:rPr lang="en-US" b="0" i="0" u="none" strike="noStrike" baseline="0" dirty="0">
                <a:latin typeface="Arial" panose="020B0604020202020204" pitchFamily="34" charset="0"/>
                <a:cs typeface="Arial" panose="020B0604020202020204" pitchFamily="34" charset="0"/>
              </a:rPr>
              <a:t>-</a:t>
            </a:r>
            <a:r>
              <a:rPr lang="en-US" b="0" i="0" u="none" strike="noStrike" baseline="0" dirty="0" err="1">
                <a:latin typeface="Arial" panose="020B0604020202020204" pitchFamily="34" charset="0"/>
                <a:cs typeface="Arial" panose="020B0604020202020204" pitchFamily="34" charset="0"/>
              </a:rPr>
              <a:t>ebooks</a:t>
            </a:r>
            <a:r>
              <a:rPr lang="en-US" b="0" i="0" u="none" strike="noStrike" baseline="0" dirty="0">
                <a:latin typeface="Arial" panose="020B0604020202020204" pitchFamily="34" charset="0"/>
                <a:cs typeface="Arial" panose="020B0604020202020204" pitchFamily="34" charset="0"/>
              </a:rPr>
              <a:t> on 2020-01-19 05:24:04.</a:t>
            </a:r>
          </a:p>
          <a:p>
            <a:endParaRPr lang="es-ES" baseline="0" dirty="0">
              <a:latin typeface="Arial" panose="020B0604020202020204" pitchFamily="34" charset="0"/>
              <a:cs typeface="Arial" panose="020B0604020202020204" pitchFamily="34" charset="0"/>
              <a:sym typeface="Wingdings" pitchFamily="2" charset="2"/>
            </a:endParaRPr>
          </a:p>
          <a:p>
            <a:pPr lvl="1"/>
            <a:r>
              <a:rPr lang="es-ES" b="0" i="0" u="none" strike="noStrike" baseline="0" dirty="0">
                <a:latin typeface="Arial" panose="020B0604020202020204" pitchFamily="34" charset="0"/>
                <a:cs typeface="Arial" panose="020B0604020202020204" pitchFamily="34" charset="0"/>
              </a:rPr>
              <a:t>Consiste en la determinación de la forma más adecuada de colocar y emplazar el equipamiento y los recursos humanos requeridos para producir. Va a depender del tipo de producto a fabricar y de los niveles de producción que se pretendan alcanzar. En líneas generales se pueden considerar tres formas básicas de distribución en planta:</a:t>
            </a:r>
          </a:p>
          <a:p>
            <a:pPr marL="1200150" lvl="2" indent="-285750">
              <a:buFont typeface="Arial" panose="020B0604020202020204" pitchFamily="34" charset="0"/>
              <a:buChar char="•"/>
            </a:pPr>
            <a:r>
              <a:rPr lang="es-ES" b="0" i="1" u="none" strike="noStrike" baseline="0" dirty="0">
                <a:latin typeface="Arial" panose="020B0604020202020204" pitchFamily="34" charset="0"/>
                <a:cs typeface="Arial" panose="020B0604020202020204" pitchFamily="34" charset="0"/>
              </a:rPr>
              <a:t>Distribución por procesos o funcional. </a:t>
            </a:r>
            <a:r>
              <a:rPr lang="es-ES" b="0" i="0" u="none" strike="noStrike" baseline="0" dirty="0">
                <a:latin typeface="Arial" panose="020B0604020202020204" pitchFamily="34" charset="0"/>
                <a:cs typeface="Arial" panose="020B0604020202020204" pitchFamily="34" charset="0"/>
              </a:rPr>
              <a:t>Los equipos y las personas se agrupan de acuerdo a su función.</a:t>
            </a:r>
          </a:p>
          <a:p>
            <a:pPr marL="1200150" lvl="2" indent="-285750">
              <a:buFont typeface="Arial" panose="020B0604020202020204" pitchFamily="34" charset="0"/>
              <a:buChar char="•"/>
            </a:pPr>
            <a:r>
              <a:rPr lang="es-ES" b="0" i="1" u="none" strike="noStrike" baseline="0" dirty="0">
                <a:latin typeface="Arial" panose="020B0604020202020204" pitchFamily="34" charset="0"/>
                <a:cs typeface="Arial" panose="020B0604020202020204" pitchFamily="34" charset="0"/>
              </a:rPr>
              <a:t>Distribución por productos. </a:t>
            </a:r>
            <a:r>
              <a:rPr lang="es-ES" b="0" i="0" u="none" strike="noStrike" baseline="0" dirty="0">
                <a:latin typeface="Arial" panose="020B0604020202020204" pitchFamily="34" charset="0"/>
                <a:cs typeface="Arial" panose="020B0604020202020204" pitchFamily="34" charset="0"/>
              </a:rPr>
              <a:t>El criterio básico es agrupar en función</a:t>
            </a:r>
          </a:p>
          <a:p>
            <a:pPr marL="1200150" lvl="2" indent="-285750">
              <a:buFont typeface="Arial" panose="020B0604020202020204" pitchFamily="34" charset="0"/>
              <a:buChar char="•"/>
            </a:pPr>
            <a:r>
              <a:rPr lang="es-ES" b="0" i="1" u="none" strike="noStrike" baseline="0" dirty="0">
                <a:latin typeface="Arial" panose="020B0604020202020204" pitchFamily="34" charset="0"/>
                <a:cs typeface="Arial" panose="020B0604020202020204" pitchFamily="34" charset="0"/>
              </a:rPr>
              <a:t>Distribución de posición fija. </a:t>
            </a:r>
            <a:r>
              <a:rPr lang="es-ES" b="0" i="0" u="none" strike="noStrike" baseline="0" dirty="0">
                <a:latin typeface="Arial" panose="020B0604020202020204" pitchFamily="34" charset="0"/>
                <a:cs typeface="Arial" panose="020B0604020202020204" pitchFamily="34" charset="0"/>
              </a:rPr>
              <a:t>Es aquella forma de organizar las actividades de producción en la que la fuerza de trabajo, los materiales y el equipo se llevan todos juntos al lugar donde se va a realizar el trabajo.</a:t>
            </a:r>
          </a:p>
          <a:p>
            <a:pPr lvl="1"/>
            <a:r>
              <a:rPr lang="es-ES" b="0" i="0" u="none" strike="noStrike" baseline="0" dirty="0">
                <a:latin typeface="Arial" panose="020B0604020202020204" pitchFamily="34" charset="0"/>
                <a:cs typeface="Arial" panose="020B0604020202020204" pitchFamily="34" charset="0"/>
              </a:rPr>
              <a:t>Si bien en el caso de la producción de bienes o de la prestación de servicios de bajo contacto la disposición de las instalaciones se diseña para aumentar la producción, en el caso de los servicios de alto contacto la disposición en planta tiene como objetivo facilitar el acceso y satisfacer las necesidades y las expectativas de los clientes.</a:t>
            </a:r>
            <a:endParaRPr lang="es-ES" baseline="0" dirty="0">
              <a:latin typeface="Arial" panose="020B0604020202020204" pitchFamily="34" charset="0"/>
              <a:cs typeface="Arial" panose="020B0604020202020204" pitchFamily="34" charset="0"/>
              <a:sym typeface="Wingdings" pitchFamily="2" charset="2"/>
            </a:endParaRPr>
          </a:p>
        </p:txBody>
      </p:sp>
      <p:sp>
        <p:nvSpPr>
          <p:cNvPr id="4" name="3 Marcador de número de diapositiva"/>
          <p:cNvSpPr>
            <a:spLocks noGrp="1"/>
          </p:cNvSpPr>
          <p:nvPr>
            <p:ph type="sldNum" sz="quarter" idx="10"/>
          </p:nvPr>
        </p:nvSpPr>
        <p:spPr/>
        <p:txBody>
          <a:bodyPr/>
          <a:lstStyle/>
          <a:p>
            <a:fld id="{CEECDBCE-4DBF-4787-A3DF-9B00F446DCB3}" type="slidenum">
              <a:rPr lang="es-ES_tradnl" smtClean="0"/>
              <a:pPr/>
              <a:t>40</a:t>
            </a:fld>
            <a:endParaRPr lang="es-ES_tradnl"/>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a:xfrm>
            <a:off x="725488" y="571500"/>
            <a:ext cx="5322887" cy="2995613"/>
          </a:xfrm>
        </p:spPr>
      </p:sp>
      <p:sp>
        <p:nvSpPr>
          <p:cNvPr id="3" name="2 Marcador de notas"/>
          <p:cNvSpPr>
            <a:spLocks noGrp="1"/>
          </p:cNvSpPr>
          <p:nvPr>
            <p:ph type="body" idx="1"/>
          </p:nvPr>
        </p:nvSpPr>
        <p:spPr/>
        <p:txBody>
          <a:bodyPr>
            <a:noAutofit/>
          </a:bodyPr>
          <a:lstStyle/>
          <a:p>
            <a:pPr marL="0" marR="0" lvl="0" indent="0" algn="just" defTabSz="914400" rtl="0" eaLnBrk="0" fontAlgn="base" latinLnBrk="0" hangingPunct="0">
              <a:lnSpc>
                <a:spcPct val="100000"/>
              </a:lnSpc>
              <a:spcBef>
                <a:spcPct val="30000"/>
              </a:spcBef>
              <a:spcAft>
                <a:spcPct val="0"/>
              </a:spcAft>
              <a:buClrTx/>
              <a:buSzTx/>
              <a:buFontTx/>
              <a:buNone/>
              <a:tabLst/>
              <a:defRPr/>
            </a:pPr>
            <a:r>
              <a:rPr lang="es-ES" b="1" dirty="0">
                <a:sym typeface="Wingdings" panose="05000000000000000000" pitchFamily="2" charset="2"/>
              </a:rPr>
              <a:t>Curso 22/23: OJO!!! En el </a:t>
            </a:r>
            <a:r>
              <a:rPr lang="es-ES" b="1" dirty="0" err="1">
                <a:sym typeface="Wingdings" panose="05000000000000000000" pitchFamily="2" charset="2"/>
              </a:rPr>
              <a:t>pdf</a:t>
            </a:r>
            <a:r>
              <a:rPr lang="es-ES" b="1" dirty="0">
                <a:sym typeface="Wingdings" panose="05000000000000000000" pitchFamily="2" charset="2"/>
              </a:rPr>
              <a:t> que tienen después de esta diapo aparecía la de los tipos de calidad…</a:t>
            </a:r>
          </a:p>
          <a:p>
            <a:endParaRPr lang="es-ES" dirty="0"/>
          </a:p>
          <a:p>
            <a:r>
              <a:rPr lang="es-ES" dirty="0"/>
              <a:t>Interpretaciones NO correctas: </a:t>
            </a:r>
          </a:p>
          <a:p>
            <a:pPr marL="171450" indent="-171450">
              <a:buFont typeface="Arial" panose="020B0604020202020204" pitchFamily="34" charset="0"/>
              <a:buChar char="•"/>
            </a:pPr>
            <a:r>
              <a:rPr lang="es-ES" dirty="0"/>
              <a:t>Calidad = lujo, estética, altos precios</a:t>
            </a:r>
          </a:p>
          <a:p>
            <a:pPr marL="171450" indent="-171450">
              <a:buFont typeface="Arial" panose="020B0604020202020204" pitchFamily="34" charset="0"/>
              <a:buChar char="•"/>
            </a:pPr>
            <a:r>
              <a:rPr lang="es-ES" dirty="0"/>
              <a:t>Es intangible </a:t>
            </a:r>
            <a:r>
              <a:rPr lang="es-ES" dirty="0">
                <a:sym typeface="Wingdings" panose="05000000000000000000" pitchFamily="2" charset="2"/>
              </a:rPr>
              <a:t> no medible</a:t>
            </a:r>
          </a:p>
          <a:p>
            <a:pPr marL="171450" indent="-171450">
              <a:buFont typeface="Arial" panose="020B0604020202020204" pitchFamily="34" charset="0"/>
              <a:buChar char="•"/>
            </a:pPr>
            <a:r>
              <a:rPr lang="es-ES" dirty="0">
                <a:sym typeface="Wingdings" panose="05000000000000000000" pitchFamily="2" charset="2"/>
              </a:rPr>
              <a:t>Fabricar productos correctamente cuesta mucho dinero…</a:t>
            </a:r>
          </a:p>
          <a:p>
            <a:endParaRPr lang="es-ES" dirty="0">
              <a:sym typeface="Wingdings" panose="05000000000000000000" pitchFamily="2" charset="2"/>
            </a:endParaRPr>
          </a:p>
          <a:p>
            <a:r>
              <a:rPr lang="es-ES" kern="1200" dirty="0">
                <a:solidFill>
                  <a:schemeClr val="tx1"/>
                </a:solidFill>
                <a:effectLst/>
                <a:latin typeface="Arial" charset="0"/>
                <a:ea typeface="+mn-ea"/>
                <a:cs typeface="+mn-cs"/>
              </a:rPr>
              <a:t>Apuntes Isabel:</a:t>
            </a:r>
          </a:p>
          <a:p>
            <a:r>
              <a:rPr lang="es-ES" kern="1200" dirty="0">
                <a:solidFill>
                  <a:schemeClr val="tx1"/>
                </a:solidFill>
                <a:effectLst/>
                <a:latin typeface="Arial" charset="0"/>
                <a:ea typeface="+mn-ea"/>
                <a:cs typeface="+mn-cs"/>
              </a:rPr>
              <a:t>Desde un punto de vista general entendemos por calidad la adecuación del producto o servicio al uso, es decir, la satisfacción de las necesidades de los clientes (desde el punto de vista de empresa esta definición es insuficiente).  La Asociación Americana de Control de calidad (ASQC) define a la calidad como, el conjunto de características de un producto, proceso o servicio que le confieren aptitud para satisfacer las necesidades del usuario. Se trata de un concepto subjetivo, que recoge una serie de atributos (estética, prestaciones, adecuación a las especificaciones previstas,...). Una definición más específica del término calidad requiere el estudio del proceso productivo particular que se trate. </a:t>
            </a:r>
            <a:endParaRPr lang="es-US" kern="1200" dirty="0">
              <a:solidFill>
                <a:schemeClr val="tx1"/>
              </a:solidFill>
              <a:effectLst/>
              <a:latin typeface="Arial" charset="0"/>
              <a:ea typeface="+mn-ea"/>
              <a:cs typeface="+mn-cs"/>
            </a:endParaRPr>
          </a:p>
          <a:p>
            <a:endParaRPr lang="es-ES" kern="1200" dirty="0">
              <a:solidFill>
                <a:schemeClr val="tx1"/>
              </a:solidFill>
              <a:effectLst/>
              <a:latin typeface="Arial" charset="0"/>
              <a:ea typeface="+mn-ea"/>
              <a:cs typeface="+mn-cs"/>
            </a:endParaRPr>
          </a:p>
          <a:p>
            <a:pPr marL="0" marR="0" lvl="0" indent="0" algn="just" defTabSz="914400" rtl="0" eaLnBrk="0" fontAlgn="base" latinLnBrk="0" hangingPunct="0">
              <a:lnSpc>
                <a:spcPct val="100000"/>
              </a:lnSpc>
              <a:spcBef>
                <a:spcPct val="30000"/>
              </a:spcBef>
              <a:spcAft>
                <a:spcPct val="0"/>
              </a:spcAft>
              <a:buClrTx/>
              <a:buSzTx/>
              <a:buFontTx/>
              <a:buNone/>
              <a:tabLst/>
              <a:defRPr/>
            </a:pPr>
            <a:r>
              <a:rPr lang="es-ES" kern="1200" dirty="0">
                <a:solidFill>
                  <a:schemeClr val="tx1"/>
                </a:solidFill>
                <a:effectLst/>
                <a:latin typeface="Arial" charset="0"/>
                <a:ea typeface="+mn-ea"/>
                <a:cs typeface="+mn-cs"/>
                <a:sym typeface="Wingdings" panose="05000000000000000000" pitchFamily="2" charset="2"/>
              </a:rPr>
              <a:t> </a:t>
            </a:r>
            <a:r>
              <a:rPr lang="es-ES" dirty="0">
                <a:sym typeface="Wingdings" panose="05000000000000000000" pitchFamily="2" charset="2"/>
              </a:rPr>
              <a:t>La calidad consiste en el DISEÑO, PRODUCCIÓN y VENTA de BYS que satisfacen las necesidades del consumidor.</a:t>
            </a:r>
          </a:p>
          <a:p>
            <a:endParaRPr lang="es-ES" kern="1200" dirty="0">
              <a:solidFill>
                <a:schemeClr val="tx1"/>
              </a:solidFill>
              <a:effectLst/>
              <a:latin typeface="Arial" charset="0"/>
              <a:ea typeface="+mn-ea"/>
              <a:cs typeface="+mn-cs"/>
            </a:endParaRPr>
          </a:p>
          <a:p>
            <a:r>
              <a:rPr lang="es-ES" kern="1200" dirty="0">
                <a:solidFill>
                  <a:schemeClr val="tx1"/>
                </a:solidFill>
                <a:effectLst/>
                <a:latin typeface="Arial" charset="0"/>
                <a:ea typeface="+mn-ea"/>
                <a:cs typeface="+mn-cs"/>
              </a:rPr>
              <a:t>En los </a:t>
            </a:r>
            <a:r>
              <a:rPr lang="es-ES" b="1" kern="1200" dirty="0">
                <a:solidFill>
                  <a:schemeClr val="tx1"/>
                </a:solidFill>
                <a:effectLst/>
                <a:latin typeface="Arial" charset="0"/>
                <a:ea typeface="+mn-ea"/>
                <a:cs typeface="+mn-cs"/>
              </a:rPr>
              <a:t>servicios la calidad se conoce como de conformidad</a:t>
            </a:r>
            <a:r>
              <a:rPr lang="es-ES" kern="1200" dirty="0">
                <a:solidFill>
                  <a:schemeClr val="tx1"/>
                </a:solidFill>
                <a:effectLst/>
                <a:latin typeface="Arial" charset="0"/>
                <a:ea typeface="+mn-ea"/>
                <a:cs typeface="+mn-cs"/>
              </a:rPr>
              <a:t>, y se divide en </a:t>
            </a:r>
            <a:r>
              <a:rPr lang="es-ES" b="1" kern="1200" dirty="0">
                <a:solidFill>
                  <a:schemeClr val="tx1"/>
                </a:solidFill>
                <a:effectLst/>
                <a:latin typeface="Arial" charset="0"/>
                <a:ea typeface="+mn-ea"/>
                <a:cs typeface="+mn-cs"/>
              </a:rPr>
              <a:t>interna</a:t>
            </a:r>
            <a:r>
              <a:rPr lang="es-ES" kern="1200" dirty="0">
                <a:solidFill>
                  <a:schemeClr val="tx1"/>
                </a:solidFill>
                <a:effectLst/>
                <a:latin typeface="Arial" charset="0"/>
                <a:ea typeface="+mn-ea"/>
                <a:cs typeface="+mn-cs"/>
              </a:rPr>
              <a:t>, referida a los aspectos de los servicios que el cliente no puede percibir; y </a:t>
            </a:r>
            <a:r>
              <a:rPr lang="es-ES" b="1" kern="1200" dirty="0">
                <a:solidFill>
                  <a:schemeClr val="tx1"/>
                </a:solidFill>
                <a:effectLst/>
                <a:latin typeface="Arial" charset="0"/>
                <a:ea typeface="+mn-ea"/>
                <a:cs typeface="+mn-cs"/>
              </a:rPr>
              <a:t>externa</a:t>
            </a:r>
            <a:r>
              <a:rPr lang="es-ES" kern="1200" dirty="0">
                <a:solidFill>
                  <a:schemeClr val="tx1"/>
                </a:solidFill>
                <a:effectLst/>
                <a:latin typeface="Arial" charset="0"/>
                <a:ea typeface="+mn-ea"/>
                <a:cs typeface="+mn-cs"/>
              </a:rPr>
              <a:t>, referida a los aspectos percibidos por el usuario.</a:t>
            </a:r>
            <a:endParaRPr lang="es-US" kern="1200" dirty="0">
              <a:solidFill>
                <a:schemeClr val="tx1"/>
              </a:solidFill>
              <a:effectLst/>
              <a:latin typeface="Arial" charset="0"/>
              <a:ea typeface="+mn-ea"/>
              <a:cs typeface="+mn-cs"/>
            </a:endParaRPr>
          </a:p>
          <a:p>
            <a:endParaRPr lang="es-ES" kern="1200" dirty="0">
              <a:solidFill>
                <a:schemeClr val="tx1"/>
              </a:solidFill>
              <a:effectLst/>
              <a:latin typeface="Arial" charset="0"/>
              <a:ea typeface="+mn-ea"/>
              <a:cs typeface="+mn-cs"/>
            </a:endParaRPr>
          </a:p>
          <a:p>
            <a:r>
              <a:rPr lang="es-ES" kern="1200" dirty="0">
                <a:solidFill>
                  <a:schemeClr val="tx1"/>
                </a:solidFill>
                <a:effectLst/>
                <a:latin typeface="Arial" charset="0"/>
                <a:ea typeface="+mn-ea"/>
                <a:cs typeface="+mn-cs"/>
              </a:rPr>
              <a:t>Uno de los objetivos que persiguen las empresas con la mejora de la calidad es la disminución de los costes generados por los artículos defectuosos. (Ej. HP). La calidad supone una mejora en la productividad, ya que la empresa consigue ahorrarse el coste que suponen los productos defectuosos o de no calidad. Además, permite fijar un precio más elevado para los productos de la empres, porque el cliente que reconoce la calidad del producto está dispuesto a pagar un precio superior, lo que finalmente hace que la empresa logre una cuota de mercado mayor.</a:t>
            </a:r>
            <a:endParaRPr lang="es-ES" dirty="0"/>
          </a:p>
        </p:txBody>
      </p:sp>
      <p:sp>
        <p:nvSpPr>
          <p:cNvPr id="4" name="3 Marcador de número de diapositiva"/>
          <p:cNvSpPr>
            <a:spLocks noGrp="1"/>
          </p:cNvSpPr>
          <p:nvPr>
            <p:ph type="sldNum" sz="quarter" idx="10"/>
          </p:nvPr>
        </p:nvSpPr>
        <p:spPr/>
        <p:txBody>
          <a:bodyPr/>
          <a:lstStyle/>
          <a:p>
            <a:fld id="{CEECDBCE-4DBF-4787-A3DF-9B00F446DCB3}" type="slidenum">
              <a:rPr lang="es-ES_tradnl" smtClean="0"/>
              <a:pPr/>
              <a:t>41</a:t>
            </a:fld>
            <a:endParaRPr lang="es-ES_tradnl"/>
          </a:p>
        </p:txBody>
      </p:sp>
    </p:spTree>
    <p:extLst>
      <p:ext uri="{BB962C8B-B14F-4D97-AF65-F5344CB8AC3E}">
        <p14:creationId xmlns:p14="http://schemas.microsoft.com/office/powerpoint/2010/main" val="2666314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38DFC1F-01C0-084C-9126-E4EDD1D1C636}"/>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p>
        </p:txBody>
      </p:sp>
      <p:sp>
        <p:nvSpPr>
          <p:cNvPr id="3" name="Subtítulo 2">
            <a:extLst>
              <a:ext uri="{FF2B5EF4-FFF2-40B4-BE49-F238E27FC236}">
                <a16:creationId xmlns:a16="http://schemas.microsoft.com/office/drawing/2014/main" id="{61027833-0101-E34B-AEC5-CC7DB3DD19E5}"/>
              </a:ext>
            </a:extLst>
          </p:cNvPr>
          <p:cNvSpPr>
            <a:spLocks noGrp="1"/>
          </p:cNvSpPr>
          <p:nvPr>
            <p:ph type="subTitle" idx="1"/>
          </p:nvPr>
        </p:nvSpPr>
        <p:spPr>
          <a:xfrm>
            <a:off x="1524000" y="3602038"/>
            <a:ext cx="9144000" cy="1655762"/>
          </a:xfrm>
        </p:spPr>
        <p:txBody>
          <a:bodyPr/>
          <a:lstStyle>
            <a:lvl1pPr marL="0" indent="0" algn="ctr">
              <a:buNone/>
              <a:defRPr sz="240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s-ES"/>
              <a:t>Haga clic para modificar el estilo de subtítulo del patrón</a:t>
            </a:r>
          </a:p>
        </p:txBody>
      </p:sp>
      <p:sp>
        <p:nvSpPr>
          <p:cNvPr id="4" name="Marcador de fecha 3">
            <a:extLst>
              <a:ext uri="{FF2B5EF4-FFF2-40B4-BE49-F238E27FC236}">
                <a16:creationId xmlns:a16="http://schemas.microsoft.com/office/drawing/2014/main" id="{99C8B8A5-CE0B-D043-ABCF-BD9E23E937EB}"/>
              </a:ext>
            </a:extLst>
          </p:cNvPr>
          <p:cNvSpPr>
            <a:spLocks noGrp="1"/>
          </p:cNvSpPr>
          <p:nvPr>
            <p:ph type="dt" sz="half" idx="10"/>
          </p:nvPr>
        </p:nvSpPr>
        <p:spPr/>
        <p:txBody>
          <a:bodyPr/>
          <a:lstStyle/>
          <a:p>
            <a:fld id="{CEDC0119-332D-F045-8E34-BB7DAE1DBE5B}" type="datetimeFigureOut">
              <a:rPr lang="es-ES" smtClean="0"/>
              <a:t>18/12/2024</a:t>
            </a:fld>
            <a:endParaRPr lang="es-ES"/>
          </a:p>
        </p:txBody>
      </p:sp>
      <p:sp>
        <p:nvSpPr>
          <p:cNvPr id="5" name="Marcador de pie de página 4">
            <a:extLst>
              <a:ext uri="{FF2B5EF4-FFF2-40B4-BE49-F238E27FC236}">
                <a16:creationId xmlns:a16="http://schemas.microsoft.com/office/drawing/2014/main" id="{A0424049-D4F5-044E-ACDA-685095601248}"/>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6A7945BE-CDDC-0A42-AA76-10EF9F0111D6}"/>
              </a:ext>
            </a:extLst>
          </p:cNvPr>
          <p:cNvSpPr>
            <a:spLocks noGrp="1"/>
          </p:cNvSpPr>
          <p:nvPr>
            <p:ph type="sldNum" sz="quarter" idx="12"/>
          </p:nvPr>
        </p:nvSpPr>
        <p:spPr/>
        <p:txBody>
          <a:bodyPr/>
          <a:lstStyle/>
          <a:p>
            <a:fld id="{9F354E84-F07F-2247-9C61-60E2BAC4AC01}" type="slidenum">
              <a:rPr lang="es-ES" smtClean="0"/>
              <a:t>‹Nº›</a:t>
            </a:fld>
            <a:endParaRPr lang="es-ES"/>
          </a:p>
        </p:txBody>
      </p:sp>
    </p:spTree>
    <p:extLst>
      <p:ext uri="{BB962C8B-B14F-4D97-AF65-F5344CB8AC3E}">
        <p14:creationId xmlns:p14="http://schemas.microsoft.com/office/powerpoint/2010/main" val="13945939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F562707-92FD-6847-A7DA-BACD259184C0}"/>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EDD02F26-F569-FE46-B175-E5EB29C346A5}"/>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539C0E72-3952-F047-BADA-858D5D578C0E}"/>
              </a:ext>
            </a:extLst>
          </p:cNvPr>
          <p:cNvSpPr>
            <a:spLocks noGrp="1"/>
          </p:cNvSpPr>
          <p:nvPr>
            <p:ph type="dt" sz="half" idx="10"/>
          </p:nvPr>
        </p:nvSpPr>
        <p:spPr/>
        <p:txBody>
          <a:bodyPr/>
          <a:lstStyle/>
          <a:p>
            <a:fld id="{CEDC0119-332D-F045-8E34-BB7DAE1DBE5B}" type="datetimeFigureOut">
              <a:rPr lang="es-ES" smtClean="0"/>
              <a:t>18/12/2024</a:t>
            </a:fld>
            <a:endParaRPr lang="es-ES"/>
          </a:p>
        </p:txBody>
      </p:sp>
      <p:sp>
        <p:nvSpPr>
          <p:cNvPr id="5" name="Marcador de pie de página 4">
            <a:extLst>
              <a:ext uri="{FF2B5EF4-FFF2-40B4-BE49-F238E27FC236}">
                <a16:creationId xmlns:a16="http://schemas.microsoft.com/office/drawing/2014/main" id="{5A03B630-31E2-FC4B-86C2-A5A0D71DA20F}"/>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9778F574-A0FD-764B-9045-0D19A76FACFF}"/>
              </a:ext>
            </a:extLst>
          </p:cNvPr>
          <p:cNvSpPr>
            <a:spLocks noGrp="1"/>
          </p:cNvSpPr>
          <p:nvPr>
            <p:ph type="sldNum" sz="quarter" idx="12"/>
          </p:nvPr>
        </p:nvSpPr>
        <p:spPr/>
        <p:txBody>
          <a:bodyPr/>
          <a:lstStyle/>
          <a:p>
            <a:fld id="{9F354E84-F07F-2247-9C61-60E2BAC4AC01}" type="slidenum">
              <a:rPr lang="es-ES" smtClean="0"/>
              <a:t>‹Nº›</a:t>
            </a:fld>
            <a:endParaRPr lang="es-ES"/>
          </a:p>
        </p:txBody>
      </p:sp>
    </p:spTree>
    <p:extLst>
      <p:ext uri="{BB962C8B-B14F-4D97-AF65-F5344CB8AC3E}">
        <p14:creationId xmlns:p14="http://schemas.microsoft.com/office/powerpoint/2010/main" val="27854701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BD69CA2-4A65-1C4E-B7CF-D4309199B9B2}"/>
              </a:ext>
            </a:extLst>
          </p:cNvPr>
          <p:cNvSpPr>
            <a:spLocks noGrp="1"/>
          </p:cNvSpPr>
          <p:nvPr>
            <p:ph type="title"/>
          </p:nvPr>
        </p:nvSpPr>
        <p:spPr>
          <a:xfrm>
            <a:off x="831851" y="1709740"/>
            <a:ext cx="10515600" cy="2852737"/>
          </a:xfrm>
        </p:spPr>
        <p:txBody>
          <a:bodyPr anchor="b"/>
          <a:lstStyle>
            <a:lvl1pPr>
              <a:defRPr sz="6000"/>
            </a:lvl1pPr>
          </a:lstStyle>
          <a:p>
            <a:r>
              <a:rPr lang="es-ES"/>
              <a:t>Haga clic para modificar el estilo de título del patrón</a:t>
            </a:r>
          </a:p>
        </p:txBody>
      </p:sp>
      <p:sp>
        <p:nvSpPr>
          <p:cNvPr id="3" name="Marcador de texto 2">
            <a:extLst>
              <a:ext uri="{FF2B5EF4-FFF2-40B4-BE49-F238E27FC236}">
                <a16:creationId xmlns:a16="http://schemas.microsoft.com/office/drawing/2014/main" id="{BDDEB57F-BE14-194F-88F2-D3C127E17FF6}"/>
              </a:ext>
            </a:extLst>
          </p:cNvPr>
          <p:cNvSpPr>
            <a:spLocks noGrp="1"/>
          </p:cNvSpPr>
          <p:nvPr>
            <p:ph type="body" idx="1"/>
          </p:nvPr>
        </p:nvSpPr>
        <p:spPr>
          <a:xfrm>
            <a:off x="831851" y="4589465"/>
            <a:ext cx="10515600" cy="1500187"/>
          </a:xfrm>
        </p:spPr>
        <p:txBody>
          <a:bodyPr/>
          <a:lstStyle>
            <a:lvl1pPr marL="0" indent="0">
              <a:buNone/>
              <a:defRPr sz="2400">
                <a:solidFill>
                  <a:schemeClr val="tx1">
                    <a:tint val="75000"/>
                  </a:schemeClr>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8C8D67F9-782E-C344-B51B-CD0AAF2B9195}"/>
              </a:ext>
            </a:extLst>
          </p:cNvPr>
          <p:cNvSpPr>
            <a:spLocks noGrp="1"/>
          </p:cNvSpPr>
          <p:nvPr>
            <p:ph type="dt" sz="half" idx="10"/>
          </p:nvPr>
        </p:nvSpPr>
        <p:spPr/>
        <p:txBody>
          <a:bodyPr/>
          <a:lstStyle/>
          <a:p>
            <a:fld id="{CEDC0119-332D-F045-8E34-BB7DAE1DBE5B}" type="datetimeFigureOut">
              <a:rPr lang="es-ES" smtClean="0"/>
              <a:t>18/12/2024</a:t>
            </a:fld>
            <a:endParaRPr lang="es-ES"/>
          </a:p>
        </p:txBody>
      </p:sp>
      <p:sp>
        <p:nvSpPr>
          <p:cNvPr id="5" name="Marcador de pie de página 4">
            <a:extLst>
              <a:ext uri="{FF2B5EF4-FFF2-40B4-BE49-F238E27FC236}">
                <a16:creationId xmlns:a16="http://schemas.microsoft.com/office/drawing/2014/main" id="{85EE3212-1F98-1D4A-B779-C7386C62CEF2}"/>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46AFD62C-2D65-AB4E-86E3-6EC188265B45}"/>
              </a:ext>
            </a:extLst>
          </p:cNvPr>
          <p:cNvSpPr>
            <a:spLocks noGrp="1"/>
          </p:cNvSpPr>
          <p:nvPr>
            <p:ph type="sldNum" sz="quarter" idx="12"/>
          </p:nvPr>
        </p:nvSpPr>
        <p:spPr/>
        <p:txBody>
          <a:bodyPr/>
          <a:lstStyle/>
          <a:p>
            <a:fld id="{9F354E84-F07F-2247-9C61-60E2BAC4AC01}" type="slidenum">
              <a:rPr lang="es-ES" smtClean="0"/>
              <a:t>‹Nº›</a:t>
            </a:fld>
            <a:endParaRPr lang="es-ES"/>
          </a:p>
        </p:txBody>
      </p:sp>
    </p:spTree>
    <p:extLst>
      <p:ext uri="{BB962C8B-B14F-4D97-AF65-F5344CB8AC3E}">
        <p14:creationId xmlns:p14="http://schemas.microsoft.com/office/powerpoint/2010/main" val="1742336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39E555F-5454-D946-91DE-5BA12808455E}"/>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18705392-444F-D145-A56A-8D400172720C}"/>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contenido 3">
            <a:extLst>
              <a:ext uri="{FF2B5EF4-FFF2-40B4-BE49-F238E27FC236}">
                <a16:creationId xmlns:a16="http://schemas.microsoft.com/office/drawing/2014/main" id="{6C427DA1-B9D7-7349-AB71-19602F7ADCD8}"/>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fecha 4">
            <a:extLst>
              <a:ext uri="{FF2B5EF4-FFF2-40B4-BE49-F238E27FC236}">
                <a16:creationId xmlns:a16="http://schemas.microsoft.com/office/drawing/2014/main" id="{96E13232-2361-7E4F-80C8-CD6FC98966FE}"/>
              </a:ext>
            </a:extLst>
          </p:cNvPr>
          <p:cNvSpPr>
            <a:spLocks noGrp="1"/>
          </p:cNvSpPr>
          <p:nvPr>
            <p:ph type="dt" sz="half" idx="10"/>
          </p:nvPr>
        </p:nvSpPr>
        <p:spPr/>
        <p:txBody>
          <a:bodyPr/>
          <a:lstStyle/>
          <a:p>
            <a:fld id="{CEDC0119-332D-F045-8E34-BB7DAE1DBE5B}" type="datetimeFigureOut">
              <a:rPr lang="es-ES" smtClean="0"/>
              <a:t>18/12/2024</a:t>
            </a:fld>
            <a:endParaRPr lang="es-ES"/>
          </a:p>
        </p:txBody>
      </p:sp>
      <p:sp>
        <p:nvSpPr>
          <p:cNvPr id="6" name="Marcador de pie de página 5">
            <a:extLst>
              <a:ext uri="{FF2B5EF4-FFF2-40B4-BE49-F238E27FC236}">
                <a16:creationId xmlns:a16="http://schemas.microsoft.com/office/drawing/2014/main" id="{5BD059D2-37EE-0C4B-AAC6-16C47FCD7B03}"/>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DE139708-1748-BC42-8D3D-D39F715C8594}"/>
              </a:ext>
            </a:extLst>
          </p:cNvPr>
          <p:cNvSpPr>
            <a:spLocks noGrp="1"/>
          </p:cNvSpPr>
          <p:nvPr>
            <p:ph type="sldNum" sz="quarter" idx="12"/>
          </p:nvPr>
        </p:nvSpPr>
        <p:spPr/>
        <p:txBody>
          <a:bodyPr/>
          <a:lstStyle/>
          <a:p>
            <a:fld id="{9F354E84-F07F-2247-9C61-60E2BAC4AC01}" type="slidenum">
              <a:rPr lang="es-ES" smtClean="0"/>
              <a:t>‹Nº›</a:t>
            </a:fld>
            <a:endParaRPr lang="es-ES"/>
          </a:p>
        </p:txBody>
      </p:sp>
    </p:spTree>
    <p:extLst>
      <p:ext uri="{BB962C8B-B14F-4D97-AF65-F5344CB8AC3E}">
        <p14:creationId xmlns:p14="http://schemas.microsoft.com/office/powerpoint/2010/main" val="25801518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9875A4B-1107-4E4C-BDAC-9E8FCE0B4BD1}"/>
              </a:ext>
            </a:extLst>
          </p:cNvPr>
          <p:cNvSpPr>
            <a:spLocks noGrp="1"/>
          </p:cNvSpPr>
          <p:nvPr>
            <p:ph type="title"/>
          </p:nvPr>
        </p:nvSpPr>
        <p:spPr>
          <a:xfrm>
            <a:off x="839788" y="365127"/>
            <a:ext cx="10515600" cy="1325563"/>
          </a:xfrm>
        </p:spPr>
        <p:txBody>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5EA35E4A-D439-C844-B2F3-F7D26DDD489F}"/>
              </a:ext>
            </a:extLst>
          </p:cNvPr>
          <p:cNvSpPr>
            <a:spLocks noGrp="1"/>
          </p:cNvSpPr>
          <p:nvPr>
            <p:ph type="body" idx="1"/>
          </p:nvPr>
        </p:nvSpPr>
        <p:spPr>
          <a:xfrm>
            <a:off x="839789" y="1681163"/>
            <a:ext cx="5157787"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C7A88B3B-CB9F-2D40-8A04-341468D350AD}"/>
              </a:ext>
            </a:extLst>
          </p:cNvPr>
          <p:cNvSpPr>
            <a:spLocks noGrp="1"/>
          </p:cNvSpPr>
          <p:nvPr>
            <p:ph sz="half" idx="2"/>
          </p:nvPr>
        </p:nvSpPr>
        <p:spPr>
          <a:xfrm>
            <a:off x="839789"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texto 4">
            <a:extLst>
              <a:ext uri="{FF2B5EF4-FFF2-40B4-BE49-F238E27FC236}">
                <a16:creationId xmlns:a16="http://schemas.microsoft.com/office/drawing/2014/main" id="{722968B1-5363-C147-879C-DF4F0C5D7D47}"/>
              </a:ext>
            </a:extLst>
          </p:cNvPr>
          <p:cNvSpPr>
            <a:spLocks noGrp="1"/>
          </p:cNvSpPr>
          <p:nvPr>
            <p:ph type="body" sz="quarter" idx="3"/>
          </p:nvPr>
        </p:nvSpPr>
        <p:spPr>
          <a:xfrm>
            <a:off x="6172201" y="1681163"/>
            <a:ext cx="5183188"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88AAE07A-18D5-1C45-AA5D-1A414BE9E389}"/>
              </a:ext>
            </a:extLst>
          </p:cNvPr>
          <p:cNvSpPr>
            <a:spLocks noGrp="1"/>
          </p:cNvSpPr>
          <p:nvPr>
            <p:ph sz="quarter" idx="4"/>
          </p:nvPr>
        </p:nvSpPr>
        <p:spPr>
          <a:xfrm>
            <a:off x="6172201"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Marcador de fecha 6">
            <a:extLst>
              <a:ext uri="{FF2B5EF4-FFF2-40B4-BE49-F238E27FC236}">
                <a16:creationId xmlns:a16="http://schemas.microsoft.com/office/drawing/2014/main" id="{01ABCDD4-B23B-CF48-B3B3-5A874CB22FBD}"/>
              </a:ext>
            </a:extLst>
          </p:cNvPr>
          <p:cNvSpPr>
            <a:spLocks noGrp="1"/>
          </p:cNvSpPr>
          <p:nvPr>
            <p:ph type="dt" sz="half" idx="10"/>
          </p:nvPr>
        </p:nvSpPr>
        <p:spPr/>
        <p:txBody>
          <a:bodyPr/>
          <a:lstStyle/>
          <a:p>
            <a:fld id="{CEDC0119-332D-F045-8E34-BB7DAE1DBE5B}" type="datetimeFigureOut">
              <a:rPr lang="es-ES" smtClean="0"/>
              <a:t>18/12/2024</a:t>
            </a:fld>
            <a:endParaRPr lang="es-ES"/>
          </a:p>
        </p:txBody>
      </p:sp>
      <p:sp>
        <p:nvSpPr>
          <p:cNvPr id="8" name="Marcador de pie de página 7">
            <a:extLst>
              <a:ext uri="{FF2B5EF4-FFF2-40B4-BE49-F238E27FC236}">
                <a16:creationId xmlns:a16="http://schemas.microsoft.com/office/drawing/2014/main" id="{001E2703-9200-8946-AA0E-02001F03D26C}"/>
              </a:ext>
            </a:extLst>
          </p:cNvPr>
          <p:cNvSpPr>
            <a:spLocks noGrp="1"/>
          </p:cNvSpPr>
          <p:nvPr>
            <p:ph type="ftr" sz="quarter" idx="11"/>
          </p:nvPr>
        </p:nvSpPr>
        <p:spPr/>
        <p:txBody>
          <a:bodyPr/>
          <a:lstStyle/>
          <a:p>
            <a:endParaRPr lang="es-ES"/>
          </a:p>
        </p:txBody>
      </p:sp>
      <p:sp>
        <p:nvSpPr>
          <p:cNvPr id="9" name="Marcador de número de diapositiva 8">
            <a:extLst>
              <a:ext uri="{FF2B5EF4-FFF2-40B4-BE49-F238E27FC236}">
                <a16:creationId xmlns:a16="http://schemas.microsoft.com/office/drawing/2014/main" id="{CB4266AC-4CC2-214A-A41B-637C573A59B4}"/>
              </a:ext>
            </a:extLst>
          </p:cNvPr>
          <p:cNvSpPr>
            <a:spLocks noGrp="1"/>
          </p:cNvSpPr>
          <p:nvPr>
            <p:ph type="sldNum" sz="quarter" idx="12"/>
          </p:nvPr>
        </p:nvSpPr>
        <p:spPr/>
        <p:txBody>
          <a:bodyPr/>
          <a:lstStyle/>
          <a:p>
            <a:fld id="{9F354E84-F07F-2247-9C61-60E2BAC4AC01}" type="slidenum">
              <a:rPr lang="es-ES" smtClean="0"/>
              <a:t>‹Nº›</a:t>
            </a:fld>
            <a:endParaRPr lang="es-ES"/>
          </a:p>
        </p:txBody>
      </p:sp>
    </p:spTree>
    <p:extLst>
      <p:ext uri="{BB962C8B-B14F-4D97-AF65-F5344CB8AC3E}">
        <p14:creationId xmlns:p14="http://schemas.microsoft.com/office/powerpoint/2010/main" val="37728016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3E00FF2-5E3F-F544-9F4E-37A8886EEB88}"/>
              </a:ext>
            </a:extLst>
          </p:cNvPr>
          <p:cNvSpPr>
            <a:spLocks noGrp="1"/>
          </p:cNvSpPr>
          <p:nvPr>
            <p:ph type="title"/>
          </p:nvPr>
        </p:nvSpPr>
        <p:spPr/>
        <p:txBody>
          <a:bodyPr/>
          <a:lstStyle/>
          <a:p>
            <a:r>
              <a:rPr lang="es-ES"/>
              <a:t>Haga clic para modificar el estilo de título del patrón</a:t>
            </a:r>
          </a:p>
        </p:txBody>
      </p:sp>
      <p:sp>
        <p:nvSpPr>
          <p:cNvPr id="3" name="Marcador de fecha 2">
            <a:extLst>
              <a:ext uri="{FF2B5EF4-FFF2-40B4-BE49-F238E27FC236}">
                <a16:creationId xmlns:a16="http://schemas.microsoft.com/office/drawing/2014/main" id="{DEA223EB-B42E-CC42-8986-4C803C061F5A}"/>
              </a:ext>
            </a:extLst>
          </p:cNvPr>
          <p:cNvSpPr>
            <a:spLocks noGrp="1"/>
          </p:cNvSpPr>
          <p:nvPr>
            <p:ph type="dt" sz="half" idx="10"/>
          </p:nvPr>
        </p:nvSpPr>
        <p:spPr/>
        <p:txBody>
          <a:bodyPr/>
          <a:lstStyle/>
          <a:p>
            <a:fld id="{CEDC0119-332D-F045-8E34-BB7DAE1DBE5B}" type="datetimeFigureOut">
              <a:rPr lang="es-ES" smtClean="0"/>
              <a:t>18/12/2024</a:t>
            </a:fld>
            <a:endParaRPr lang="es-ES"/>
          </a:p>
        </p:txBody>
      </p:sp>
      <p:sp>
        <p:nvSpPr>
          <p:cNvPr id="4" name="Marcador de pie de página 3">
            <a:extLst>
              <a:ext uri="{FF2B5EF4-FFF2-40B4-BE49-F238E27FC236}">
                <a16:creationId xmlns:a16="http://schemas.microsoft.com/office/drawing/2014/main" id="{51D11432-A203-AE4F-AAC8-D420F1C66E0B}"/>
              </a:ext>
            </a:extLst>
          </p:cNvPr>
          <p:cNvSpPr>
            <a:spLocks noGrp="1"/>
          </p:cNvSpPr>
          <p:nvPr>
            <p:ph type="ftr" sz="quarter" idx="11"/>
          </p:nvPr>
        </p:nvSpPr>
        <p:spPr/>
        <p:txBody>
          <a:bodyPr/>
          <a:lstStyle/>
          <a:p>
            <a:endParaRPr lang="es-ES"/>
          </a:p>
        </p:txBody>
      </p:sp>
      <p:sp>
        <p:nvSpPr>
          <p:cNvPr id="5" name="Marcador de número de diapositiva 4">
            <a:extLst>
              <a:ext uri="{FF2B5EF4-FFF2-40B4-BE49-F238E27FC236}">
                <a16:creationId xmlns:a16="http://schemas.microsoft.com/office/drawing/2014/main" id="{CB79D0B9-190F-754E-81E3-26D5D56A7E09}"/>
              </a:ext>
            </a:extLst>
          </p:cNvPr>
          <p:cNvSpPr>
            <a:spLocks noGrp="1"/>
          </p:cNvSpPr>
          <p:nvPr>
            <p:ph type="sldNum" sz="quarter" idx="12"/>
          </p:nvPr>
        </p:nvSpPr>
        <p:spPr/>
        <p:txBody>
          <a:bodyPr/>
          <a:lstStyle/>
          <a:p>
            <a:fld id="{9F354E84-F07F-2247-9C61-60E2BAC4AC01}" type="slidenum">
              <a:rPr lang="es-ES" smtClean="0"/>
              <a:t>‹Nº›</a:t>
            </a:fld>
            <a:endParaRPr lang="es-ES"/>
          </a:p>
        </p:txBody>
      </p:sp>
    </p:spTree>
    <p:extLst>
      <p:ext uri="{BB962C8B-B14F-4D97-AF65-F5344CB8AC3E}">
        <p14:creationId xmlns:p14="http://schemas.microsoft.com/office/powerpoint/2010/main" val="24703624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0DDBE2CB-E0EE-C746-B66B-97719B8814AF}"/>
              </a:ext>
            </a:extLst>
          </p:cNvPr>
          <p:cNvSpPr>
            <a:spLocks noGrp="1"/>
          </p:cNvSpPr>
          <p:nvPr>
            <p:ph type="dt" sz="half" idx="10"/>
          </p:nvPr>
        </p:nvSpPr>
        <p:spPr/>
        <p:txBody>
          <a:bodyPr/>
          <a:lstStyle/>
          <a:p>
            <a:fld id="{CEDC0119-332D-F045-8E34-BB7DAE1DBE5B}" type="datetimeFigureOut">
              <a:rPr lang="es-ES" smtClean="0"/>
              <a:t>18/12/2024</a:t>
            </a:fld>
            <a:endParaRPr lang="es-ES"/>
          </a:p>
        </p:txBody>
      </p:sp>
      <p:sp>
        <p:nvSpPr>
          <p:cNvPr id="3" name="Marcador de pie de página 2">
            <a:extLst>
              <a:ext uri="{FF2B5EF4-FFF2-40B4-BE49-F238E27FC236}">
                <a16:creationId xmlns:a16="http://schemas.microsoft.com/office/drawing/2014/main" id="{E5F9D092-3F8A-9746-ACD4-04E068B90059}"/>
              </a:ext>
            </a:extLst>
          </p:cNvPr>
          <p:cNvSpPr>
            <a:spLocks noGrp="1"/>
          </p:cNvSpPr>
          <p:nvPr>
            <p:ph type="ftr" sz="quarter" idx="11"/>
          </p:nvPr>
        </p:nvSpPr>
        <p:spPr/>
        <p:txBody>
          <a:bodyPr/>
          <a:lstStyle/>
          <a:p>
            <a:endParaRPr lang="es-ES"/>
          </a:p>
        </p:txBody>
      </p:sp>
      <p:sp>
        <p:nvSpPr>
          <p:cNvPr id="4" name="Marcador de número de diapositiva 3">
            <a:extLst>
              <a:ext uri="{FF2B5EF4-FFF2-40B4-BE49-F238E27FC236}">
                <a16:creationId xmlns:a16="http://schemas.microsoft.com/office/drawing/2014/main" id="{1762E14E-1745-8140-A8B7-A7DD60A62E57}"/>
              </a:ext>
            </a:extLst>
          </p:cNvPr>
          <p:cNvSpPr>
            <a:spLocks noGrp="1"/>
          </p:cNvSpPr>
          <p:nvPr>
            <p:ph type="sldNum" sz="quarter" idx="12"/>
          </p:nvPr>
        </p:nvSpPr>
        <p:spPr/>
        <p:txBody>
          <a:bodyPr/>
          <a:lstStyle/>
          <a:p>
            <a:fld id="{9F354E84-F07F-2247-9C61-60E2BAC4AC01}" type="slidenum">
              <a:rPr lang="es-ES" smtClean="0"/>
              <a:t>‹Nº›</a:t>
            </a:fld>
            <a:endParaRPr lang="es-ES"/>
          </a:p>
        </p:txBody>
      </p:sp>
    </p:spTree>
    <p:extLst>
      <p:ext uri="{BB962C8B-B14F-4D97-AF65-F5344CB8AC3E}">
        <p14:creationId xmlns:p14="http://schemas.microsoft.com/office/powerpoint/2010/main" val="5938609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8E730F9-D8E1-0D4C-8D9D-8BB326A52AA3}"/>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7CAB2C71-61A0-0F46-96A2-157CA1C8743C}"/>
              </a:ext>
            </a:extLst>
          </p:cNvPr>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texto 3">
            <a:extLst>
              <a:ext uri="{FF2B5EF4-FFF2-40B4-BE49-F238E27FC236}">
                <a16:creationId xmlns:a16="http://schemas.microsoft.com/office/drawing/2014/main" id="{9E22A303-498E-4D47-97CF-36DA7113FDE4}"/>
              </a:ext>
            </a:extLst>
          </p:cNvPr>
          <p:cNvSpPr>
            <a:spLocks noGrp="1"/>
          </p:cNvSpPr>
          <p:nvPr>
            <p:ph type="body" sz="half" idx="2"/>
          </p:nvPr>
        </p:nvSpPr>
        <p:spPr>
          <a:xfrm>
            <a:off x="839788" y="2057400"/>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691EEDC9-5596-2842-9254-4BFFB13AB9A2}"/>
              </a:ext>
            </a:extLst>
          </p:cNvPr>
          <p:cNvSpPr>
            <a:spLocks noGrp="1"/>
          </p:cNvSpPr>
          <p:nvPr>
            <p:ph type="dt" sz="half" idx="10"/>
          </p:nvPr>
        </p:nvSpPr>
        <p:spPr/>
        <p:txBody>
          <a:bodyPr/>
          <a:lstStyle/>
          <a:p>
            <a:fld id="{CEDC0119-332D-F045-8E34-BB7DAE1DBE5B}" type="datetimeFigureOut">
              <a:rPr lang="es-ES" smtClean="0"/>
              <a:t>18/12/2024</a:t>
            </a:fld>
            <a:endParaRPr lang="es-ES"/>
          </a:p>
        </p:txBody>
      </p:sp>
      <p:sp>
        <p:nvSpPr>
          <p:cNvPr id="6" name="Marcador de pie de página 5">
            <a:extLst>
              <a:ext uri="{FF2B5EF4-FFF2-40B4-BE49-F238E27FC236}">
                <a16:creationId xmlns:a16="http://schemas.microsoft.com/office/drawing/2014/main" id="{FE71B96D-0663-1B40-B2B5-50C2146DC574}"/>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ADEE620A-8E7A-E845-8D6C-D8D9AF9E46D6}"/>
              </a:ext>
            </a:extLst>
          </p:cNvPr>
          <p:cNvSpPr>
            <a:spLocks noGrp="1"/>
          </p:cNvSpPr>
          <p:nvPr>
            <p:ph type="sldNum" sz="quarter" idx="12"/>
          </p:nvPr>
        </p:nvSpPr>
        <p:spPr/>
        <p:txBody>
          <a:bodyPr/>
          <a:lstStyle/>
          <a:p>
            <a:fld id="{9F354E84-F07F-2247-9C61-60E2BAC4AC01}" type="slidenum">
              <a:rPr lang="es-ES" smtClean="0"/>
              <a:t>‹Nº›</a:t>
            </a:fld>
            <a:endParaRPr lang="es-ES"/>
          </a:p>
        </p:txBody>
      </p:sp>
    </p:spTree>
    <p:extLst>
      <p:ext uri="{BB962C8B-B14F-4D97-AF65-F5344CB8AC3E}">
        <p14:creationId xmlns:p14="http://schemas.microsoft.com/office/powerpoint/2010/main" val="34645755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79EAC49-0E96-CA44-8EEC-6A5160E66138}"/>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posición de imagen 2">
            <a:extLst>
              <a:ext uri="{FF2B5EF4-FFF2-40B4-BE49-F238E27FC236}">
                <a16:creationId xmlns:a16="http://schemas.microsoft.com/office/drawing/2014/main" id="{4E951DBB-9A14-394D-A120-EB2A7E3CE664}"/>
              </a:ext>
            </a:extLst>
          </p:cNvPr>
          <p:cNvSpPr>
            <a:spLocks noGrp="1"/>
          </p:cNvSpPr>
          <p:nvPr>
            <p:ph type="pic" idx="1"/>
          </p:nvPr>
        </p:nvSpPr>
        <p:spPr>
          <a:xfrm>
            <a:off x="5183188" y="987427"/>
            <a:ext cx="6172200" cy="4873625"/>
          </a:xfrm>
        </p:spPr>
        <p:txBody>
          <a:bodyPr/>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es-ES"/>
          </a:p>
        </p:txBody>
      </p:sp>
      <p:sp>
        <p:nvSpPr>
          <p:cNvPr id="4" name="Marcador de texto 3">
            <a:extLst>
              <a:ext uri="{FF2B5EF4-FFF2-40B4-BE49-F238E27FC236}">
                <a16:creationId xmlns:a16="http://schemas.microsoft.com/office/drawing/2014/main" id="{D80D95CC-864E-074F-9831-353755B2B0DA}"/>
              </a:ext>
            </a:extLst>
          </p:cNvPr>
          <p:cNvSpPr>
            <a:spLocks noGrp="1"/>
          </p:cNvSpPr>
          <p:nvPr>
            <p:ph type="body" sz="half" idx="2"/>
          </p:nvPr>
        </p:nvSpPr>
        <p:spPr>
          <a:xfrm>
            <a:off x="839788" y="2057400"/>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71899231-C669-C14A-92B5-D3EC681BF1D6}"/>
              </a:ext>
            </a:extLst>
          </p:cNvPr>
          <p:cNvSpPr>
            <a:spLocks noGrp="1"/>
          </p:cNvSpPr>
          <p:nvPr>
            <p:ph type="dt" sz="half" idx="10"/>
          </p:nvPr>
        </p:nvSpPr>
        <p:spPr/>
        <p:txBody>
          <a:bodyPr/>
          <a:lstStyle/>
          <a:p>
            <a:fld id="{CEDC0119-332D-F045-8E34-BB7DAE1DBE5B}" type="datetimeFigureOut">
              <a:rPr lang="es-ES" smtClean="0"/>
              <a:t>18/12/2024</a:t>
            </a:fld>
            <a:endParaRPr lang="es-ES"/>
          </a:p>
        </p:txBody>
      </p:sp>
      <p:sp>
        <p:nvSpPr>
          <p:cNvPr id="6" name="Marcador de pie de página 5">
            <a:extLst>
              <a:ext uri="{FF2B5EF4-FFF2-40B4-BE49-F238E27FC236}">
                <a16:creationId xmlns:a16="http://schemas.microsoft.com/office/drawing/2014/main" id="{655B6B22-B3D4-7245-9117-B149FA4C970B}"/>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E40F11FF-E30B-3149-8FA1-51B560C9F34B}"/>
              </a:ext>
            </a:extLst>
          </p:cNvPr>
          <p:cNvSpPr>
            <a:spLocks noGrp="1"/>
          </p:cNvSpPr>
          <p:nvPr>
            <p:ph type="sldNum" sz="quarter" idx="12"/>
          </p:nvPr>
        </p:nvSpPr>
        <p:spPr/>
        <p:txBody>
          <a:bodyPr/>
          <a:lstStyle/>
          <a:p>
            <a:fld id="{9F354E84-F07F-2247-9C61-60E2BAC4AC01}" type="slidenum">
              <a:rPr lang="es-ES" smtClean="0"/>
              <a:t>‹Nº›</a:t>
            </a:fld>
            <a:endParaRPr lang="es-ES"/>
          </a:p>
        </p:txBody>
      </p:sp>
    </p:spTree>
    <p:extLst>
      <p:ext uri="{BB962C8B-B14F-4D97-AF65-F5344CB8AC3E}">
        <p14:creationId xmlns:p14="http://schemas.microsoft.com/office/powerpoint/2010/main" val="42777095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4F79A5D-B496-8944-B8BA-A9B9D25318D7}"/>
              </a:ext>
            </a:extLst>
          </p:cNvPr>
          <p:cNvSpPr>
            <a:spLocks noGrp="1"/>
          </p:cNvSpPr>
          <p:nvPr>
            <p:ph type="title"/>
          </p:nvPr>
        </p:nvSpPr>
        <p:spPr/>
        <p:txBody>
          <a:bodyPr/>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89888D5D-AA22-144E-BF91-924C05C58D20}"/>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2AD9F8EF-71DF-A248-AD34-13EA44607D92}"/>
              </a:ext>
            </a:extLst>
          </p:cNvPr>
          <p:cNvSpPr>
            <a:spLocks noGrp="1"/>
          </p:cNvSpPr>
          <p:nvPr>
            <p:ph type="dt" sz="half" idx="10"/>
          </p:nvPr>
        </p:nvSpPr>
        <p:spPr/>
        <p:txBody>
          <a:bodyPr/>
          <a:lstStyle/>
          <a:p>
            <a:fld id="{CEDC0119-332D-F045-8E34-BB7DAE1DBE5B}" type="datetimeFigureOut">
              <a:rPr lang="es-ES" smtClean="0"/>
              <a:t>18/12/2024</a:t>
            </a:fld>
            <a:endParaRPr lang="es-ES"/>
          </a:p>
        </p:txBody>
      </p:sp>
      <p:sp>
        <p:nvSpPr>
          <p:cNvPr id="5" name="Marcador de pie de página 4">
            <a:extLst>
              <a:ext uri="{FF2B5EF4-FFF2-40B4-BE49-F238E27FC236}">
                <a16:creationId xmlns:a16="http://schemas.microsoft.com/office/drawing/2014/main" id="{7189D563-8E77-4147-9017-9C82D3CED0B1}"/>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7BF73F85-7A44-264A-8DCC-BD97CCE7C025}"/>
              </a:ext>
            </a:extLst>
          </p:cNvPr>
          <p:cNvSpPr>
            <a:spLocks noGrp="1"/>
          </p:cNvSpPr>
          <p:nvPr>
            <p:ph type="sldNum" sz="quarter" idx="12"/>
          </p:nvPr>
        </p:nvSpPr>
        <p:spPr/>
        <p:txBody>
          <a:bodyPr/>
          <a:lstStyle/>
          <a:p>
            <a:fld id="{9F354E84-F07F-2247-9C61-60E2BAC4AC01}" type="slidenum">
              <a:rPr lang="es-ES" smtClean="0"/>
              <a:t>‹Nº›</a:t>
            </a:fld>
            <a:endParaRPr lang="es-ES"/>
          </a:p>
        </p:txBody>
      </p:sp>
    </p:spTree>
    <p:extLst>
      <p:ext uri="{BB962C8B-B14F-4D97-AF65-F5344CB8AC3E}">
        <p14:creationId xmlns:p14="http://schemas.microsoft.com/office/powerpoint/2010/main" val="42119877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09EE88B5-195A-1B40-A42B-CA99C76E3565}"/>
              </a:ext>
            </a:extLst>
          </p:cNvPr>
          <p:cNvSpPr>
            <a:spLocks noGrp="1"/>
          </p:cNvSpPr>
          <p:nvPr>
            <p:ph type="title" orient="vert"/>
          </p:nvPr>
        </p:nvSpPr>
        <p:spPr>
          <a:xfrm>
            <a:off x="8724901" y="365125"/>
            <a:ext cx="2628900" cy="5811838"/>
          </a:xfrm>
        </p:spPr>
        <p:txBody>
          <a:bodyPr vert="eaVert"/>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85ECAAE1-3250-DA4D-9E84-25C9181A269F}"/>
              </a:ext>
            </a:extLst>
          </p:cNvPr>
          <p:cNvSpPr>
            <a:spLocks noGrp="1"/>
          </p:cNvSpPr>
          <p:nvPr>
            <p:ph type="body" orient="vert" idx="1"/>
          </p:nvPr>
        </p:nvSpPr>
        <p:spPr>
          <a:xfrm>
            <a:off x="838201"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AF2A4B7C-6B86-324C-9981-DD016D74FA8F}"/>
              </a:ext>
            </a:extLst>
          </p:cNvPr>
          <p:cNvSpPr>
            <a:spLocks noGrp="1"/>
          </p:cNvSpPr>
          <p:nvPr>
            <p:ph type="dt" sz="half" idx="10"/>
          </p:nvPr>
        </p:nvSpPr>
        <p:spPr/>
        <p:txBody>
          <a:bodyPr/>
          <a:lstStyle/>
          <a:p>
            <a:fld id="{CEDC0119-332D-F045-8E34-BB7DAE1DBE5B}" type="datetimeFigureOut">
              <a:rPr lang="es-ES" smtClean="0"/>
              <a:t>18/12/2024</a:t>
            </a:fld>
            <a:endParaRPr lang="es-ES"/>
          </a:p>
        </p:txBody>
      </p:sp>
      <p:sp>
        <p:nvSpPr>
          <p:cNvPr id="5" name="Marcador de pie de página 4">
            <a:extLst>
              <a:ext uri="{FF2B5EF4-FFF2-40B4-BE49-F238E27FC236}">
                <a16:creationId xmlns:a16="http://schemas.microsoft.com/office/drawing/2014/main" id="{31C3DC9A-B105-C248-8529-06E1A4E70B0A}"/>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32D56AEF-1B34-0148-8A98-17506DDB13DA}"/>
              </a:ext>
            </a:extLst>
          </p:cNvPr>
          <p:cNvSpPr>
            <a:spLocks noGrp="1"/>
          </p:cNvSpPr>
          <p:nvPr>
            <p:ph type="sldNum" sz="quarter" idx="12"/>
          </p:nvPr>
        </p:nvSpPr>
        <p:spPr/>
        <p:txBody>
          <a:bodyPr/>
          <a:lstStyle/>
          <a:p>
            <a:fld id="{9F354E84-F07F-2247-9C61-60E2BAC4AC01}" type="slidenum">
              <a:rPr lang="es-ES" smtClean="0"/>
              <a:t>‹Nº›</a:t>
            </a:fld>
            <a:endParaRPr lang="es-ES"/>
          </a:p>
        </p:txBody>
      </p:sp>
    </p:spTree>
    <p:extLst>
      <p:ext uri="{BB962C8B-B14F-4D97-AF65-F5344CB8AC3E}">
        <p14:creationId xmlns:p14="http://schemas.microsoft.com/office/powerpoint/2010/main" val="37212793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6_Diseño personalizado">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 name="1 Título"/>
          <p:cNvSpPr>
            <a:spLocks noGrp="1"/>
          </p:cNvSpPr>
          <p:nvPr>
            <p:ph type="title"/>
          </p:nvPr>
        </p:nvSpPr>
        <p:spPr>
          <a:gradFill>
            <a:gsLst>
              <a:gs pos="0">
                <a:srgbClr val="E20000">
                  <a:shade val="30000"/>
                  <a:satMod val="115000"/>
                  <a:alpha val="27000"/>
                </a:srgbClr>
              </a:gs>
              <a:gs pos="50000">
                <a:srgbClr val="E20000">
                  <a:shade val="67500"/>
                  <a:satMod val="115000"/>
                </a:srgbClr>
              </a:gs>
              <a:gs pos="100000">
                <a:srgbClr val="E20000">
                  <a:shade val="100000"/>
                  <a:satMod val="115000"/>
                </a:srgbClr>
              </a:gs>
            </a:gsLst>
            <a:lin ang="8346000" scaled="0"/>
          </a:gradFill>
        </p:spPr>
        <p:style>
          <a:lnRef idx="0">
            <a:schemeClr val="accent6"/>
          </a:lnRef>
          <a:fillRef idx="3">
            <a:schemeClr val="accent6"/>
          </a:fillRef>
          <a:effectRef idx="3">
            <a:schemeClr val="accent6"/>
          </a:effectRef>
          <a:fontRef idx="none"/>
        </p:style>
        <p:txBody>
          <a:bodyPr/>
          <a:lstStyle>
            <a:lvl1pPr algn="ctr">
              <a:defRPr>
                <a:solidFill>
                  <a:schemeClr val="tx2"/>
                </a:solidFill>
              </a:defRPr>
            </a:lvl1pPr>
          </a:lstStyle>
          <a:p>
            <a:r>
              <a:rPr lang="es-ES" dirty="0"/>
              <a:t>Haga clic para modificar el estilo de título del patrón</a:t>
            </a:r>
          </a:p>
        </p:txBody>
      </p:sp>
    </p:spTree>
    <p:extLst>
      <p:ext uri="{BB962C8B-B14F-4D97-AF65-F5344CB8AC3E}">
        <p14:creationId xmlns:p14="http://schemas.microsoft.com/office/powerpoint/2010/main" val="1674830172"/>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A04C672F-E08A-504E-9C2C-5B800091CCF9}"/>
              </a:ext>
            </a:extLst>
          </p:cNvPr>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CDAA493A-E09D-3F46-9FBB-D9C38247B56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325B0D8C-B49B-4A47-A1BB-E8121F3781EB}"/>
              </a:ext>
            </a:extLst>
          </p:cNvPr>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EDC0119-332D-F045-8E34-BB7DAE1DBE5B}" type="datetimeFigureOut">
              <a:rPr lang="es-ES" smtClean="0"/>
              <a:t>18/12/2024</a:t>
            </a:fld>
            <a:endParaRPr lang="es-ES"/>
          </a:p>
        </p:txBody>
      </p:sp>
      <p:sp>
        <p:nvSpPr>
          <p:cNvPr id="5" name="Marcador de pie de página 4">
            <a:extLst>
              <a:ext uri="{FF2B5EF4-FFF2-40B4-BE49-F238E27FC236}">
                <a16:creationId xmlns:a16="http://schemas.microsoft.com/office/drawing/2014/main" id="{A05BCF5E-5B7F-3945-AB0A-D16B0E74B9FB}"/>
              </a:ext>
            </a:extLst>
          </p:cNvPr>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a:p>
        </p:txBody>
      </p:sp>
      <p:sp>
        <p:nvSpPr>
          <p:cNvPr id="6" name="Marcador de número de diapositiva 5">
            <a:extLst>
              <a:ext uri="{FF2B5EF4-FFF2-40B4-BE49-F238E27FC236}">
                <a16:creationId xmlns:a16="http://schemas.microsoft.com/office/drawing/2014/main" id="{583CDC3B-F648-2045-BA79-B11640B7ED0D}"/>
              </a:ext>
            </a:extLst>
          </p:cNvPr>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F354E84-F07F-2247-9C61-60E2BAC4AC01}" type="slidenum">
              <a:rPr lang="es-ES" smtClean="0"/>
              <a:t>‹Nº›</a:t>
            </a:fld>
            <a:endParaRPr lang="es-ES"/>
          </a:p>
        </p:txBody>
      </p:sp>
    </p:spTree>
    <p:extLst>
      <p:ext uri="{BB962C8B-B14F-4D97-AF65-F5344CB8AC3E}">
        <p14:creationId xmlns:p14="http://schemas.microsoft.com/office/powerpoint/2010/main" val="382448742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1" r:id="rId12"/>
  </p:sldLayoutIdLst>
  <p:txStyles>
    <p:titleStyle>
      <a:lvl1pPr algn="l" defTabSz="914377"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8" Type="http://schemas.openxmlformats.org/officeDocument/2006/relationships/diagramData" Target="../diagrams/data3.xml"/><Relationship Id="rId13" Type="http://schemas.openxmlformats.org/officeDocument/2006/relationships/image" Target="../media/image2.png"/><Relationship Id="rId3" Type="http://schemas.openxmlformats.org/officeDocument/2006/relationships/diagramData" Target="../diagrams/data2.xml"/><Relationship Id="rId7" Type="http://schemas.microsoft.com/office/2007/relationships/diagramDrawing" Target="../diagrams/drawing2.xml"/><Relationship Id="rId12" Type="http://schemas.microsoft.com/office/2007/relationships/diagramDrawing" Target="../diagrams/drawing3.xml"/><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diagramColors" Target="../diagrams/colors2.xml"/><Relationship Id="rId11" Type="http://schemas.openxmlformats.org/officeDocument/2006/relationships/diagramColors" Target="../diagrams/colors3.xml"/><Relationship Id="rId5" Type="http://schemas.openxmlformats.org/officeDocument/2006/relationships/diagramQuickStyle" Target="../diagrams/quickStyle2.xml"/><Relationship Id="rId10" Type="http://schemas.openxmlformats.org/officeDocument/2006/relationships/diagramQuickStyle" Target="../diagrams/quickStyle3.xml"/><Relationship Id="rId4" Type="http://schemas.openxmlformats.org/officeDocument/2006/relationships/diagramLayout" Target="../diagrams/layout2.xml"/><Relationship Id="rId9" Type="http://schemas.openxmlformats.org/officeDocument/2006/relationships/diagramLayout" Target="../diagrams/layout3.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6.xml"/><Relationship Id="rId7" Type="http://schemas.openxmlformats.org/officeDocument/2006/relationships/image" Target="../media/image2.png"/><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7.xml"/><Relationship Id="rId7" Type="http://schemas.openxmlformats.org/officeDocument/2006/relationships/image" Target="../media/image2.png"/><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12.xml.rels><?xml version="1.0" encoding="UTF-8" standalone="yes"?>
<Relationships xmlns="http://schemas.openxmlformats.org/package/2006/relationships"><Relationship Id="rId8" Type="http://schemas.openxmlformats.org/officeDocument/2006/relationships/diagramData" Target="../diagrams/data9.xml"/><Relationship Id="rId13" Type="http://schemas.openxmlformats.org/officeDocument/2006/relationships/diagramData" Target="../diagrams/data10.xml"/><Relationship Id="rId3" Type="http://schemas.openxmlformats.org/officeDocument/2006/relationships/diagramData" Target="../diagrams/data8.xml"/><Relationship Id="rId7" Type="http://schemas.microsoft.com/office/2007/relationships/diagramDrawing" Target="../diagrams/drawing8.xml"/><Relationship Id="rId12" Type="http://schemas.microsoft.com/office/2007/relationships/diagramDrawing" Target="../diagrams/drawing9.xml"/><Relationship Id="rId17" Type="http://schemas.microsoft.com/office/2007/relationships/diagramDrawing" Target="../diagrams/drawing10.xml"/><Relationship Id="rId2" Type="http://schemas.openxmlformats.org/officeDocument/2006/relationships/image" Target="../media/image2.png"/><Relationship Id="rId16" Type="http://schemas.openxmlformats.org/officeDocument/2006/relationships/diagramColors" Target="../diagrams/colors10.xml"/><Relationship Id="rId1" Type="http://schemas.openxmlformats.org/officeDocument/2006/relationships/slideLayout" Target="../slideLayouts/slideLayout2.xml"/><Relationship Id="rId6" Type="http://schemas.openxmlformats.org/officeDocument/2006/relationships/diagramColors" Target="../diagrams/colors8.xml"/><Relationship Id="rId11" Type="http://schemas.openxmlformats.org/officeDocument/2006/relationships/diagramColors" Target="../diagrams/colors9.xml"/><Relationship Id="rId5" Type="http://schemas.openxmlformats.org/officeDocument/2006/relationships/diagramQuickStyle" Target="../diagrams/quickStyle8.xml"/><Relationship Id="rId15" Type="http://schemas.openxmlformats.org/officeDocument/2006/relationships/diagramQuickStyle" Target="../diagrams/quickStyle10.xml"/><Relationship Id="rId10" Type="http://schemas.openxmlformats.org/officeDocument/2006/relationships/diagramQuickStyle" Target="../diagrams/quickStyle9.xml"/><Relationship Id="rId4" Type="http://schemas.openxmlformats.org/officeDocument/2006/relationships/diagramLayout" Target="../diagrams/layout8.xml"/><Relationship Id="rId9" Type="http://schemas.openxmlformats.org/officeDocument/2006/relationships/diagramLayout" Target="../diagrams/layout9.xml"/><Relationship Id="rId14" Type="http://schemas.openxmlformats.org/officeDocument/2006/relationships/diagramLayout" Target="../diagrams/layout10.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6.png"/></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27.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17.xml"/><Relationship Id="rId1" Type="http://schemas.openxmlformats.org/officeDocument/2006/relationships/slideLayout" Target="../slideLayouts/slideLayout12.xml"/><Relationship Id="rId5" Type="http://schemas.openxmlformats.org/officeDocument/2006/relationships/image" Target="../media/image70.png"/><Relationship Id="rId4" Type="http://schemas.openxmlformats.org/officeDocument/2006/relationships/image" Target="../media/image60.png"/></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diagramData" Target="../diagrams/data11.xml"/><Relationship Id="rId7" Type="http://schemas.microsoft.com/office/2007/relationships/diagramDrawing" Target="../diagrams/drawing11.xml"/><Relationship Id="rId2" Type="http://schemas.openxmlformats.org/officeDocument/2006/relationships/notesSlide" Target="../notesSlides/notesSlide20.xml"/><Relationship Id="rId1" Type="http://schemas.openxmlformats.org/officeDocument/2006/relationships/slideLayout" Target="../slideLayouts/slideLayout7.xml"/><Relationship Id="rId6" Type="http://schemas.openxmlformats.org/officeDocument/2006/relationships/diagramColors" Target="../diagrams/colors11.xml"/><Relationship Id="rId5" Type="http://schemas.openxmlformats.org/officeDocument/2006/relationships/diagramQuickStyle" Target="../diagrams/quickStyle11.xml"/><Relationship Id="rId4" Type="http://schemas.openxmlformats.org/officeDocument/2006/relationships/diagramLayout" Target="../diagrams/layout11.xml"/></Relationships>
</file>

<file path=ppt/slides/_rels/slide31.xml.rels><?xml version="1.0" encoding="UTF-8" standalone="yes"?>
<Relationships xmlns="http://schemas.openxmlformats.org/package/2006/relationships"><Relationship Id="rId8" Type="http://schemas.openxmlformats.org/officeDocument/2006/relationships/image" Target="../media/image2.png"/><Relationship Id="rId13" Type="http://schemas.microsoft.com/office/2007/relationships/diagramDrawing" Target="../diagrams/drawing13.xml"/><Relationship Id="rId3" Type="http://schemas.openxmlformats.org/officeDocument/2006/relationships/diagramData" Target="../diagrams/data12.xml"/><Relationship Id="rId7" Type="http://schemas.microsoft.com/office/2007/relationships/diagramDrawing" Target="../diagrams/drawing12.xml"/><Relationship Id="rId12" Type="http://schemas.openxmlformats.org/officeDocument/2006/relationships/diagramColors" Target="../diagrams/colors13.xml"/><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diagramColors" Target="../diagrams/colors12.xml"/><Relationship Id="rId11" Type="http://schemas.openxmlformats.org/officeDocument/2006/relationships/diagramQuickStyle" Target="../diagrams/quickStyle13.xml"/><Relationship Id="rId5" Type="http://schemas.openxmlformats.org/officeDocument/2006/relationships/diagramQuickStyle" Target="../diagrams/quickStyle12.xml"/><Relationship Id="rId10" Type="http://schemas.openxmlformats.org/officeDocument/2006/relationships/diagramLayout" Target="../diagrams/layout13.xml"/><Relationship Id="rId4" Type="http://schemas.openxmlformats.org/officeDocument/2006/relationships/diagramLayout" Target="../diagrams/layout12.xml"/><Relationship Id="rId9" Type="http://schemas.openxmlformats.org/officeDocument/2006/relationships/diagramData" Target="../diagrams/data13.xml"/></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diagramData" Target="../diagrams/data14.xml"/><Relationship Id="rId7" Type="http://schemas.microsoft.com/office/2007/relationships/diagramDrawing" Target="../diagrams/drawing14.xml"/><Relationship Id="rId2" Type="http://schemas.openxmlformats.org/officeDocument/2006/relationships/notesSlide" Target="../notesSlides/notesSlide23.xml"/><Relationship Id="rId1" Type="http://schemas.openxmlformats.org/officeDocument/2006/relationships/slideLayout" Target="../slideLayouts/slideLayout7.xml"/><Relationship Id="rId6" Type="http://schemas.openxmlformats.org/officeDocument/2006/relationships/diagramColors" Target="../diagrams/colors14.xml"/><Relationship Id="rId5" Type="http://schemas.openxmlformats.org/officeDocument/2006/relationships/diagramQuickStyle" Target="../diagrams/quickStyle14.xml"/><Relationship Id="rId4" Type="http://schemas.openxmlformats.org/officeDocument/2006/relationships/diagramLayout" Target="../diagrams/layout1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22.jpg"/><Relationship Id="rId7" Type="http://schemas.openxmlformats.org/officeDocument/2006/relationships/slide" Target="slide37.xml"/><Relationship Id="rId2" Type="http://schemas.openxmlformats.org/officeDocument/2006/relationships/slideLayout" Target="../slideLayouts/slideLayout7.xml"/><Relationship Id="rId1" Type="http://schemas.openxmlformats.org/officeDocument/2006/relationships/tags" Target="../tags/tag1.xml"/><Relationship Id="rId6" Type="http://schemas.openxmlformats.org/officeDocument/2006/relationships/image" Target="../media/image25.jpeg"/><Relationship Id="rId5" Type="http://schemas.openxmlformats.org/officeDocument/2006/relationships/image" Target="../media/image24.jpeg"/><Relationship Id="rId4" Type="http://schemas.openxmlformats.org/officeDocument/2006/relationships/image" Target="../media/image23.jpeg"/></Relationships>
</file>

<file path=ppt/slides/_rels/slide37.xml.rels><?xml version="1.0" encoding="UTF-8" standalone="yes"?>
<Relationships xmlns="http://schemas.openxmlformats.org/package/2006/relationships"><Relationship Id="rId8" Type="http://schemas.openxmlformats.org/officeDocument/2006/relationships/hyperlink" Target="https://www.youtube.com/watch?v=0TdqB4Zqlzk" TargetMode="External"/><Relationship Id="rId3" Type="http://schemas.openxmlformats.org/officeDocument/2006/relationships/hyperlink" Target="https://www.youtube.com/watch?v=SJqm93jtTD4" TargetMode="External"/><Relationship Id="rId7" Type="http://schemas.openxmlformats.org/officeDocument/2006/relationships/hyperlink" Target="https://www.youtube.com/watch?v=D7nvCqKInr8" TargetMode="External"/><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hyperlink" Target="about:blank" TargetMode="External"/><Relationship Id="rId5" Type="http://schemas.openxmlformats.org/officeDocument/2006/relationships/hyperlink" Target="https://www.youtube.com/watch?v=1XmvbKXuDko" TargetMode="External"/><Relationship Id="rId4" Type="http://schemas.openxmlformats.org/officeDocument/2006/relationships/hyperlink" Target="https://www.youtube.com/watch?v=q-ruwRFu3ik" TargetMode="External"/></Relationships>
</file>

<file path=ppt/slides/_rels/slide38.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diagramData" Target="../diagrams/data15.xml"/><Relationship Id="rId7" Type="http://schemas.microsoft.com/office/2007/relationships/diagramDrawing" Target="../diagrams/drawing15.xml"/><Relationship Id="rId2" Type="http://schemas.openxmlformats.org/officeDocument/2006/relationships/notesSlide" Target="../notesSlides/notesSlide30.xml"/><Relationship Id="rId1" Type="http://schemas.openxmlformats.org/officeDocument/2006/relationships/slideLayout" Target="../slideLayouts/slideLayout7.xml"/><Relationship Id="rId6" Type="http://schemas.openxmlformats.org/officeDocument/2006/relationships/diagramColors" Target="../diagrams/colors15.xml"/><Relationship Id="rId5" Type="http://schemas.openxmlformats.org/officeDocument/2006/relationships/diagramQuickStyle" Target="../diagrams/quickStyle15.xml"/><Relationship Id="rId4" Type="http://schemas.openxmlformats.org/officeDocument/2006/relationships/diagramLayout" Target="../diagrams/layout1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36F400F-DF28-43BC-8D8E-4929793B39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21564" y="320040"/>
            <a:ext cx="11548872" cy="6217920"/>
          </a:xfrm>
          <a:prstGeom prst="rect">
            <a:avLst/>
          </a:prstGeom>
          <a:solidFill>
            <a:schemeClr val="tx1">
              <a:alpha val="15000"/>
            </a:schemeClr>
          </a:solidFill>
          <a:ln w="127000" cap="sq" cmpd="thinThick">
            <a:solidFill>
              <a:schemeClr val="tx1">
                <a:alpha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1 Título"/>
          <p:cNvSpPr>
            <a:spLocks noGrp="1"/>
          </p:cNvSpPr>
          <p:nvPr>
            <p:ph type="ctrTitle"/>
          </p:nvPr>
        </p:nvSpPr>
        <p:spPr>
          <a:xfrm>
            <a:off x="838200" y="668377"/>
            <a:ext cx="10515600" cy="1325563"/>
          </a:xfrm>
          <a:prstGeom prst="roundRect">
            <a:avLst/>
          </a:prstGeom>
        </p:spPr>
        <p:txBody>
          <a:bodyPr vert="horz" lIns="91440" tIns="45720" rIns="91440" bIns="45720" rtlCol="0" anchor="ctr">
            <a:normAutofit/>
          </a:bodyPr>
          <a:lstStyle/>
          <a:p>
            <a:pPr algn="l" defTabSz="914400">
              <a:defRPr/>
            </a:pPr>
            <a:r>
              <a:rPr lang="en-US" sz="4000" kern="1200" dirty="0">
                <a:solidFill>
                  <a:schemeClr val="bg2">
                    <a:lumMod val="50000"/>
                  </a:schemeClr>
                </a:solidFill>
                <a:latin typeface="+mj-lt"/>
                <a:ea typeface="+mj-ea"/>
                <a:cs typeface="+mj-cs"/>
              </a:rPr>
              <a:t>EPRENDIMIENTO E INNOVACIÓN EN ROBÓTICA </a:t>
            </a:r>
            <a:r>
              <a:rPr lang="en-US" sz="4000" kern="1200" dirty="0" err="1">
                <a:solidFill>
                  <a:schemeClr val="bg2">
                    <a:lumMod val="50000"/>
                  </a:schemeClr>
                </a:solidFill>
                <a:latin typeface="+mj-lt"/>
                <a:ea typeface="+mj-ea"/>
                <a:cs typeface="+mj-cs"/>
              </a:rPr>
              <a:t>Curso</a:t>
            </a:r>
            <a:r>
              <a:rPr lang="en-US" sz="4000" kern="1200">
                <a:solidFill>
                  <a:schemeClr val="bg2">
                    <a:lumMod val="50000"/>
                  </a:schemeClr>
                </a:solidFill>
                <a:latin typeface="+mj-lt"/>
                <a:ea typeface="+mj-ea"/>
                <a:cs typeface="+mj-cs"/>
              </a:rPr>
              <a:t> 2024-2025</a:t>
            </a:r>
            <a:endParaRPr lang="en-US" sz="4000" kern="1200" dirty="0">
              <a:solidFill>
                <a:schemeClr val="bg2">
                  <a:lumMod val="50000"/>
                </a:schemeClr>
              </a:solidFill>
              <a:latin typeface="+mj-lt"/>
              <a:ea typeface="+mj-ea"/>
              <a:cs typeface="+mj-cs"/>
            </a:endParaRPr>
          </a:p>
        </p:txBody>
      </p:sp>
      <p:sp>
        <p:nvSpPr>
          <p:cNvPr id="3" name="2 Subtítulo"/>
          <p:cNvSpPr>
            <a:spLocks noGrp="1"/>
          </p:cNvSpPr>
          <p:nvPr>
            <p:ph type="subTitle" idx="1"/>
          </p:nvPr>
        </p:nvSpPr>
        <p:spPr>
          <a:xfrm>
            <a:off x="838200" y="2177456"/>
            <a:ext cx="10797540" cy="3795748"/>
          </a:xfrm>
          <a:prstGeom prst="roundRect">
            <a:avLst/>
          </a:prstGeom>
        </p:spPr>
        <p:style>
          <a:lnRef idx="2">
            <a:schemeClr val="accent2"/>
          </a:lnRef>
          <a:fillRef idx="1">
            <a:schemeClr val="lt1"/>
          </a:fillRef>
          <a:effectRef idx="0">
            <a:schemeClr val="accent2"/>
          </a:effectRef>
          <a:fontRef idx="minor">
            <a:schemeClr val="dk1"/>
          </a:fontRef>
        </p:style>
        <p:txBody>
          <a:bodyPr vert="horz" lIns="91440" tIns="45720" rIns="91440" bIns="45720" rtlCol="0">
            <a:normAutofit/>
          </a:bodyPr>
          <a:lstStyle/>
          <a:p>
            <a:pPr algn="l" defTabSz="914400">
              <a:defRPr/>
            </a:pPr>
            <a:r>
              <a:rPr lang="en-US" sz="3600" b="1" dirty="0">
                <a:solidFill>
                  <a:srgbClr val="CC0099"/>
                </a:solidFill>
              </a:rPr>
              <a:t>TEMA 7:</a:t>
            </a:r>
          </a:p>
          <a:p>
            <a:pPr algn="l" defTabSz="914400">
              <a:defRPr/>
            </a:pPr>
            <a:r>
              <a:rPr lang="en-US" sz="3600" b="1" dirty="0" err="1">
                <a:solidFill>
                  <a:srgbClr val="CC0099"/>
                </a:solidFill>
              </a:rPr>
              <a:t>Producción</a:t>
            </a:r>
            <a:r>
              <a:rPr lang="en-US" sz="3600" b="1" dirty="0">
                <a:solidFill>
                  <a:srgbClr val="CC0099"/>
                </a:solidFill>
              </a:rPr>
              <a:t>. El plan de </a:t>
            </a:r>
            <a:r>
              <a:rPr lang="en-US" sz="3600" b="1" dirty="0" err="1">
                <a:solidFill>
                  <a:srgbClr val="CC0099"/>
                </a:solidFill>
              </a:rPr>
              <a:t>operaciones</a:t>
            </a:r>
            <a:endParaRPr lang="en-US" sz="3600" b="1" dirty="0">
              <a:solidFill>
                <a:srgbClr val="CC0099"/>
              </a:solidFill>
            </a:endParaRPr>
          </a:p>
        </p:txBody>
      </p:sp>
      <p:sp>
        <p:nvSpPr>
          <p:cNvPr id="4" name="2 Subtítulo">
            <a:extLst>
              <a:ext uri="{FF2B5EF4-FFF2-40B4-BE49-F238E27FC236}">
                <a16:creationId xmlns:a16="http://schemas.microsoft.com/office/drawing/2014/main" id="{D05D6F69-66B3-41CA-977A-677FF5EA3C53}"/>
              </a:ext>
            </a:extLst>
          </p:cNvPr>
          <p:cNvSpPr txBox="1">
            <a:spLocks/>
          </p:cNvSpPr>
          <p:nvPr/>
        </p:nvSpPr>
        <p:spPr bwMode="auto">
          <a:xfrm>
            <a:off x="6256020" y="4446270"/>
            <a:ext cx="5097780" cy="1526934"/>
          </a:xfrm>
          <a:prstGeom prst="roundRect">
            <a:avLst/>
          </a:prstGeom>
        </p:spPr>
        <p:style>
          <a:lnRef idx="2">
            <a:schemeClr val="accent2"/>
          </a:lnRef>
          <a:fillRef idx="1">
            <a:schemeClr val="lt1"/>
          </a:fillRef>
          <a:effectRef idx="0">
            <a:schemeClr val="accent2"/>
          </a:effectRef>
          <a:fontRef idx="minor">
            <a:schemeClr val="dk1"/>
          </a:fontRef>
        </p:style>
        <p:txBody>
          <a:bodyPr vert="horz" lIns="91440" tIns="45720" rIns="91440" bIns="45720" numCol="1" rtlCol="0" anchor="b" anchorCtr="0" compatLnSpc="1">
            <a:prstTxWarp prst="textNoShape">
              <a:avLst/>
            </a:prstTxWarp>
            <a:normAutofit/>
          </a:bodyPr>
          <a:lstStyle/>
          <a:p>
            <a:pPr indent="-228600" fontAlgn="base">
              <a:lnSpc>
                <a:spcPct val="90000"/>
              </a:lnSpc>
              <a:spcBef>
                <a:spcPct val="20000"/>
              </a:spcBef>
              <a:spcAft>
                <a:spcPct val="0"/>
              </a:spcAft>
              <a:buFont typeface="Arial" panose="020B0604020202020204" pitchFamily="34" charset="0"/>
              <a:buChar char="•"/>
              <a:defRPr/>
            </a:pPr>
            <a:r>
              <a:rPr lang="en-US" sz="2400" dirty="0">
                <a:solidFill>
                  <a:srgbClr val="CC0099"/>
                </a:solidFill>
              </a:rPr>
              <a:t>Grado </a:t>
            </a:r>
            <a:r>
              <a:rPr lang="en-US" sz="2400" dirty="0" err="1">
                <a:solidFill>
                  <a:srgbClr val="CC0099"/>
                </a:solidFill>
              </a:rPr>
              <a:t>en</a:t>
            </a:r>
            <a:r>
              <a:rPr lang="en-US" sz="2400" dirty="0">
                <a:solidFill>
                  <a:srgbClr val="CC0099"/>
                </a:solidFill>
              </a:rPr>
              <a:t> </a:t>
            </a:r>
            <a:r>
              <a:rPr lang="en-US" sz="2400" dirty="0" err="1">
                <a:solidFill>
                  <a:srgbClr val="CC0099"/>
                </a:solidFill>
              </a:rPr>
              <a:t>ingeniería</a:t>
            </a:r>
            <a:r>
              <a:rPr lang="en-US" sz="2400" dirty="0">
                <a:solidFill>
                  <a:srgbClr val="CC0099"/>
                </a:solidFill>
              </a:rPr>
              <a:t> de </a:t>
            </a:r>
            <a:r>
              <a:rPr lang="en-US" sz="2400" dirty="0" err="1">
                <a:solidFill>
                  <a:srgbClr val="CC0099"/>
                </a:solidFill>
              </a:rPr>
              <a:t>robótica</a:t>
            </a:r>
            <a:r>
              <a:rPr lang="en-US" sz="2400">
                <a:solidFill>
                  <a:srgbClr val="CC0099"/>
                </a:solidFill>
              </a:rPr>
              <a:t> software</a:t>
            </a:r>
            <a:endParaRPr lang="en-US" sz="2400" dirty="0">
              <a:solidFill>
                <a:srgbClr val="CC0099"/>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045EDCF-FEB4-4306-8218-CE3E579914C0}"/>
              </a:ext>
            </a:extLst>
          </p:cNvPr>
          <p:cNvSpPr>
            <a:spLocks noGrp="1"/>
          </p:cNvSpPr>
          <p:nvPr>
            <p:ph type="title"/>
          </p:nvPr>
        </p:nvSpPr>
        <p:spPr>
          <a:xfrm>
            <a:off x="843023" y="365126"/>
            <a:ext cx="10515600" cy="1325563"/>
          </a:xfrm>
        </p:spPr>
        <p:txBody>
          <a:bodyPr/>
          <a:lstStyle/>
          <a:p>
            <a:r>
              <a:rPr lang="es-ES" b="1" dirty="0">
                <a:solidFill>
                  <a:srgbClr val="CC0099"/>
                </a:solidFill>
                <a:latin typeface="+mn-lt"/>
              </a:rPr>
              <a:t>INTRODUCCIÓN</a:t>
            </a:r>
          </a:p>
        </p:txBody>
      </p:sp>
      <p:graphicFrame>
        <p:nvGraphicFramePr>
          <p:cNvPr id="9" name="Marcador de contenido 2">
            <a:extLst>
              <a:ext uri="{FF2B5EF4-FFF2-40B4-BE49-F238E27FC236}">
                <a16:creationId xmlns:a16="http://schemas.microsoft.com/office/drawing/2014/main" id="{E721B178-E702-4974-BE6C-568E2C611498}"/>
              </a:ext>
            </a:extLst>
          </p:cNvPr>
          <p:cNvGraphicFramePr>
            <a:graphicFrameLocks noGrp="1"/>
          </p:cNvGraphicFramePr>
          <p:nvPr>
            <p:ph idx="1"/>
            <p:extLst>
              <p:ext uri="{D42A27DB-BD31-4B8C-83A1-F6EECF244321}">
                <p14:modId xmlns:p14="http://schemas.microsoft.com/office/powerpoint/2010/main" val="1282864609"/>
              </p:ext>
            </p:extLst>
          </p:nvPr>
        </p:nvGraphicFramePr>
        <p:xfrm>
          <a:off x="645460" y="1690689"/>
          <a:ext cx="10708341" cy="44862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4" name="Imagen 1">
            <a:extLst>
              <a:ext uri="{FF2B5EF4-FFF2-40B4-BE49-F238E27FC236}">
                <a16:creationId xmlns:a16="http://schemas.microsoft.com/office/drawing/2014/main" id="{E6F59E36-8B47-4068-A1DF-A80C7DF36BF6}"/>
              </a:ext>
            </a:extLst>
          </p:cNvPr>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10783887" y="7939"/>
            <a:ext cx="1408113"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2">
            <a:extLst>
              <a:ext uri="{FF2B5EF4-FFF2-40B4-BE49-F238E27FC236}">
                <a16:creationId xmlns:a16="http://schemas.microsoft.com/office/drawing/2014/main" id="{9B5FF3A1-DC1D-9E4A-9676-551539D9DFFC}"/>
              </a:ext>
            </a:extLst>
          </p:cNvPr>
          <p:cNvSpPr>
            <a:spLocks noGrp="1" noChangeArrowheads="1"/>
          </p:cNvSpPr>
          <p:nvPr>
            <p:ph type="title"/>
          </p:nvPr>
        </p:nvSpPr>
        <p:spPr>
          <a:xfrm>
            <a:off x="2205991" y="968592"/>
            <a:ext cx="5821998" cy="501651"/>
          </a:xfrm>
        </p:spPr>
        <p:txBody>
          <a:bodyPr>
            <a:normAutofit/>
          </a:bodyPr>
          <a:lstStyle/>
          <a:p>
            <a:pPr>
              <a:defRPr/>
            </a:pPr>
            <a:r>
              <a:rPr lang="es-ES" sz="2400" b="1" dirty="0">
                <a:solidFill>
                  <a:schemeClr val="tx2">
                    <a:lumMod val="50000"/>
                  </a:schemeClr>
                </a:solidFill>
                <a:latin typeface="+mn-lt"/>
              </a:rPr>
              <a:t>EL SUBSISTEMA DE PRODUCCIÓN</a:t>
            </a:r>
          </a:p>
        </p:txBody>
      </p:sp>
      <p:sp>
        <p:nvSpPr>
          <p:cNvPr id="2" name="Marcador de número de diapositiva 1">
            <a:extLst>
              <a:ext uri="{FF2B5EF4-FFF2-40B4-BE49-F238E27FC236}">
                <a16:creationId xmlns:a16="http://schemas.microsoft.com/office/drawing/2014/main" id="{0513B580-5373-344C-9CB2-9BA2562AFFAE}"/>
              </a:ext>
            </a:extLst>
          </p:cNvPr>
          <p:cNvSpPr>
            <a:spLocks noGrp="1"/>
          </p:cNvSpPr>
          <p:nvPr>
            <p:ph type="sldNum" sz="quarter" idx="12"/>
          </p:nvPr>
        </p:nvSpPr>
        <p:spPr/>
        <p:txBody>
          <a:bodyPr/>
          <a:lstStyle/>
          <a:p>
            <a:pPr>
              <a:defRPr/>
            </a:pPr>
            <a:fld id="{1C7F7FA1-5002-214C-82C1-6C1158CB8BD8}" type="slidenum">
              <a:rPr lang="es-ES" altLang="es-ES_tradnl" smtClean="0"/>
              <a:pPr>
                <a:defRPr/>
              </a:pPr>
              <a:t>3</a:t>
            </a:fld>
            <a:endParaRPr lang="es-ES" altLang="es-ES_tradnl"/>
          </a:p>
        </p:txBody>
      </p:sp>
      <p:grpSp>
        <p:nvGrpSpPr>
          <p:cNvPr id="3" name="Grupo 2">
            <a:extLst>
              <a:ext uri="{FF2B5EF4-FFF2-40B4-BE49-F238E27FC236}">
                <a16:creationId xmlns:a16="http://schemas.microsoft.com/office/drawing/2014/main" id="{173B89FC-BC28-4746-B6CB-745230ADCF57}"/>
              </a:ext>
            </a:extLst>
          </p:cNvPr>
          <p:cNvGrpSpPr/>
          <p:nvPr/>
        </p:nvGrpSpPr>
        <p:grpSpPr>
          <a:xfrm>
            <a:off x="1759352" y="1608881"/>
            <a:ext cx="9074552" cy="4977656"/>
            <a:chOff x="2063751" y="1052513"/>
            <a:chExt cx="7848600" cy="4752976"/>
          </a:xfrm>
        </p:grpSpPr>
        <p:sp>
          <p:nvSpPr>
            <p:cNvPr id="119811" name="Rectangle 3">
              <a:extLst>
                <a:ext uri="{FF2B5EF4-FFF2-40B4-BE49-F238E27FC236}">
                  <a16:creationId xmlns:a16="http://schemas.microsoft.com/office/drawing/2014/main" id="{89086527-D922-5049-B6D3-9DFFE22AA9AD}"/>
                </a:ext>
              </a:extLst>
            </p:cNvPr>
            <p:cNvSpPr>
              <a:spLocks noChangeArrowheads="1"/>
            </p:cNvSpPr>
            <p:nvPr/>
          </p:nvSpPr>
          <p:spPr bwMode="auto">
            <a:xfrm>
              <a:off x="2063751" y="1125538"/>
              <a:ext cx="2016125" cy="1008062"/>
            </a:xfrm>
            <a:prstGeom prst="rect">
              <a:avLst/>
            </a:prstGeom>
            <a:solidFill>
              <a:schemeClr val="accent1">
                <a:lumMod val="20000"/>
                <a:lumOff val="80000"/>
              </a:schemeClr>
            </a:solidFill>
            <a:ln w="38100">
              <a:solidFill>
                <a:schemeClr val="tx1"/>
              </a:solidFill>
              <a:miter lim="800000"/>
              <a:headEnd/>
              <a:tailEnd/>
            </a:ln>
            <a:effectLst/>
          </p:spPr>
          <p:txBody>
            <a:bodyPr wrap="none" anchor="ctr"/>
            <a:lstStyle/>
            <a:p>
              <a:pPr algn="ctr">
                <a:defRPr/>
              </a:pPr>
              <a:r>
                <a:rPr lang="es-ES" b="1" dirty="0">
                  <a:solidFill>
                    <a:schemeClr val="accent1">
                      <a:lumMod val="75000"/>
                    </a:schemeClr>
                  </a:solidFill>
                  <a:latin typeface="Arial" charset="0"/>
                  <a:cs typeface="Arial" charset="0"/>
                </a:rPr>
                <a:t>INPUT</a:t>
              </a:r>
            </a:p>
          </p:txBody>
        </p:sp>
        <p:sp>
          <p:nvSpPr>
            <p:cNvPr id="37891" name="Oval 4">
              <a:extLst>
                <a:ext uri="{FF2B5EF4-FFF2-40B4-BE49-F238E27FC236}">
                  <a16:creationId xmlns:a16="http://schemas.microsoft.com/office/drawing/2014/main" id="{45624010-7ABB-3845-A1B5-BADF6C143408}"/>
                </a:ext>
              </a:extLst>
            </p:cNvPr>
            <p:cNvSpPr>
              <a:spLocks noChangeArrowheads="1"/>
            </p:cNvSpPr>
            <p:nvPr/>
          </p:nvSpPr>
          <p:spPr bwMode="auto">
            <a:xfrm>
              <a:off x="4943476" y="1052513"/>
              <a:ext cx="2232025" cy="1223962"/>
            </a:xfrm>
            <a:prstGeom prst="ellipse">
              <a:avLst/>
            </a:prstGeom>
            <a:solidFill>
              <a:srgbClr val="92D050"/>
            </a:solidFill>
            <a:ln w="38100">
              <a:solidFill>
                <a:schemeClr val="accent6">
                  <a:lumMod val="50000"/>
                </a:schemeClr>
              </a:solidFill>
              <a:round/>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s-ES" altLang="es-ES_tradnl" b="1">
                  <a:solidFill>
                    <a:schemeClr val="accent6">
                      <a:lumMod val="50000"/>
                    </a:schemeClr>
                  </a:solidFill>
                  <a:cs typeface="Arial" panose="020B0604020202020204" pitchFamily="34" charset="0"/>
                </a:rPr>
                <a:t>EMPRESA</a:t>
              </a:r>
            </a:p>
          </p:txBody>
        </p:sp>
        <p:sp>
          <p:nvSpPr>
            <p:cNvPr id="119813" name="Rectangle 5">
              <a:extLst>
                <a:ext uri="{FF2B5EF4-FFF2-40B4-BE49-F238E27FC236}">
                  <a16:creationId xmlns:a16="http://schemas.microsoft.com/office/drawing/2014/main" id="{3AA79AD2-5ED9-594D-B0E8-FFCF84F8AF65}"/>
                </a:ext>
              </a:extLst>
            </p:cNvPr>
            <p:cNvSpPr>
              <a:spLocks noChangeArrowheads="1"/>
            </p:cNvSpPr>
            <p:nvPr/>
          </p:nvSpPr>
          <p:spPr bwMode="auto">
            <a:xfrm>
              <a:off x="7967664" y="1125538"/>
              <a:ext cx="1944687" cy="1079500"/>
            </a:xfrm>
            <a:prstGeom prst="rect">
              <a:avLst/>
            </a:prstGeom>
            <a:solidFill>
              <a:schemeClr val="accent1">
                <a:lumMod val="20000"/>
                <a:lumOff val="80000"/>
              </a:schemeClr>
            </a:solidFill>
            <a:ln w="38100">
              <a:solidFill>
                <a:schemeClr val="tx1"/>
              </a:solidFill>
              <a:miter lim="800000"/>
              <a:headEnd/>
              <a:tailEnd/>
            </a:ln>
            <a:effectLst/>
          </p:spPr>
          <p:txBody>
            <a:bodyPr wrap="none" anchor="ctr"/>
            <a:lstStyle/>
            <a:p>
              <a:pPr algn="ctr">
                <a:defRPr/>
              </a:pPr>
              <a:r>
                <a:rPr lang="es-ES" b="1" dirty="0">
                  <a:solidFill>
                    <a:schemeClr val="accent1">
                      <a:lumMod val="75000"/>
                    </a:schemeClr>
                  </a:solidFill>
                  <a:latin typeface="Arial" charset="0"/>
                  <a:cs typeface="Arial" charset="0"/>
                </a:rPr>
                <a:t>OUTPUT</a:t>
              </a:r>
            </a:p>
          </p:txBody>
        </p:sp>
        <p:sp>
          <p:nvSpPr>
            <p:cNvPr id="37893" name="Line 6">
              <a:extLst>
                <a:ext uri="{FF2B5EF4-FFF2-40B4-BE49-F238E27FC236}">
                  <a16:creationId xmlns:a16="http://schemas.microsoft.com/office/drawing/2014/main" id="{84239BAF-53CD-0343-96BB-F88D36ED25DF}"/>
                </a:ext>
              </a:extLst>
            </p:cNvPr>
            <p:cNvSpPr>
              <a:spLocks noChangeShapeType="1"/>
            </p:cNvSpPr>
            <p:nvPr/>
          </p:nvSpPr>
          <p:spPr bwMode="auto">
            <a:xfrm>
              <a:off x="4224338" y="1700213"/>
              <a:ext cx="576262"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s-ES"/>
            </a:p>
          </p:txBody>
        </p:sp>
        <p:sp>
          <p:nvSpPr>
            <p:cNvPr id="37894" name="Line 7">
              <a:extLst>
                <a:ext uri="{FF2B5EF4-FFF2-40B4-BE49-F238E27FC236}">
                  <a16:creationId xmlns:a16="http://schemas.microsoft.com/office/drawing/2014/main" id="{3F9AC0E5-8342-D344-ACEF-EBEDF3554C16}"/>
                </a:ext>
              </a:extLst>
            </p:cNvPr>
            <p:cNvSpPr>
              <a:spLocks noChangeShapeType="1"/>
            </p:cNvSpPr>
            <p:nvPr/>
          </p:nvSpPr>
          <p:spPr bwMode="auto">
            <a:xfrm>
              <a:off x="7319964" y="1628775"/>
              <a:ext cx="504825"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s-ES"/>
            </a:p>
          </p:txBody>
        </p:sp>
        <p:sp>
          <p:nvSpPr>
            <p:cNvPr id="37895" name="Rectangle 8">
              <a:extLst>
                <a:ext uri="{FF2B5EF4-FFF2-40B4-BE49-F238E27FC236}">
                  <a16:creationId xmlns:a16="http://schemas.microsoft.com/office/drawing/2014/main" id="{2638882A-6366-CE48-A288-5679C04758E7}"/>
                </a:ext>
              </a:extLst>
            </p:cNvPr>
            <p:cNvSpPr>
              <a:spLocks noChangeArrowheads="1"/>
            </p:cNvSpPr>
            <p:nvPr/>
          </p:nvSpPr>
          <p:spPr bwMode="auto">
            <a:xfrm>
              <a:off x="2135188" y="2997200"/>
              <a:ext cx="1943100" cy="2808288"/>
            </a:xfrm>
            <a:prstGeom prst="rect">
              <a:avLst/>
            </a:prstGeom>
            <a:solidFill>
              <a:schemeClr val="accent2">
                <a:lumMod val="60000"/>
                <a:lumOff val="40000"/>
              </a:schemeClr>
            </a:solidFill>
            <a:ln w="38100">
              <a:solidFill>
                <a:schemeClr val="accent2">
                  <a:lumMod val="50000"/>
                </a:schemeClr>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s-ES" altLang="es-ES_tradnl" b="1" dirty="0">
                  <a:solidFill>
                    <a:schemeClr val="accent2">
                      <a:lumMod val="50000"/>
                    </a:schemeClr>
                  </a:solidFill>
                  <a:cs typeface="Arial" panose="020B0604020202020204" pitchFamily="34" charset="0"/>
                </a:rPr>
                <a:t>Terrenos</a:t>
              </a:r>
            </a:p>
            <a:p>
              <a:pPr algn="ctr"/>
              <a:endParaRPr lang="es-ES" altLang="es-ES_tradnl" b="1" dirty="0">
                <a:solidFill>
                  <a:schemeClr val="accent2">
                    <a:lumMod val="50000"/>
                  </a:schemeClr>
                </a:solidFill>
                <a:cs typeface="Arial" panose="020B0604020202020204" pitchFamily="34" charset="0"/>
              </a:endParaRPr>
            </a:p>
            <a:p>
              <a:pPr algn="ctr"/>
              <a:r>
                <a:rPr lang="es-ES" altLang="es-ES_tradnl" b="1" dirty="0">
                  <a:solidFill>
                    <a:schemeClr val="accent2">
                      <a:lumMod val="50000"/>
                    </a:schemeClr>
                  </a:solidFill>
                  <a:cs typeface="Arial" panose="020B0604020202020204" pitchFamily="34" charset="0"/>
                </a:rPr>
                <a:t>Maquinaria</a:t>
              </a:r>
            </a:p>
            <a:p>
              <a:pPr algn="ctr"/>
              <a:endParaRPr lang="es-ES" altLang="es-ES_tradnl" b="1" dirty="0">
                <a:solidFill>
                  <a:schemeClr val="accent2">
                    <a:lumMod val="50000"/>
                  </a:schemeClr>
                </a:solidFill>
                <a:cs typeface="Arial" panose="020B0604020202020204" pitchFamily="34" charset="0"/>
              </a:endParaRPr>
            </a:p>
            <a:p>
              <a:pPr algn="ctr"/>
              <a:r>
                <a:rPr lang="es-ES" altLang="es-ES_tradnl" b="1" dirty="0">
                  <a:solidFill>
                    <a:schemeClr val="accent2">
                      <a:lumMod val="50000"/>
                    </a:schemeClr>
                  </a:solidFill>
                  <a:cs typeface="Arial" panose="020B0604020202020204" pitchFamily="34" charset="0"/>
                </a:rPr>
                <a:t>Edificios</a:t>
              </a:r>
            </a:p>
            <a:p>
              <a:pPr algn="ctr"/>
              <a:endParaRPr lang="es-ES" altLang="es-ES_tradnl" b="1" dirty="0">
                <a:solidFill>
                  <a:schemeClr val="accent2">
                    <a:lumMod val="50000"/>
                  </a:schemeClr>
                </a:solidFill>
                <a:cs typeface="Arial" panose="020B0604020202020204" pitchFamily="34" charset="0"/>
              </a:endParaRPr>
            </a:p>
            <a:p>
              <a:pPr algn="ctr"/>
              <a:r>
                <a:rPr lang="es-ES" altLang="es-ES_tradnl" b="1" dirty="0">
                  <a:solidFill>
                    <a:schemeClr val="accent2">
                      <a:lumMod val="50000"/>
                    </a:schemeClr>
                  </a:solidFill>
                  <a:cs typeface="Arial" panose="020B0604020202020204" pitchFamily="34" charset="0"/>
                </a:rPr>
                <a:t>Materia prima</a:t>
              </a:r>
            </a:p>
            <a:p>
              <a:pPr algn="ctr"/>
              <a:endParaRPr lang="es-ES" altLang="es-ES_tradnl" b="1" dirty="0">
                <a:solidFill>
                  <a:schemeClr val="accent2">
                    <a:lumMod val="50000"/>
                  </a:schemeClr>
                </a:solidFill>
                <a:cs typeface="Arial" panose="020B0604020202020204" pitchFamily="34" charset="0"/>
              </a:endParaRPr>
            </a:p>
            <a:p>
              <a:pPr algn="ctr"/>
              <a:r>
                <a:rPr lang="es-ES" altLang="es-ES_tradnl" b="1" dirty="0">
                  <a:solidFill>
                    <a:schemeClr val="accent2">
                      <a:lumMod val="50000"/>
                    </a:schemeClr>
                  </a:solidFill>
                  <a:cs typeface="Arial" panose="020B0604020202020204" pitchFamily="34" charset="0"/>
                </a:rPr>
                <a:t>Personal</a:t>
              </a:r>
            </a:p>
            <a:p>
              <a:pPr algn="ctr"/>
              <a:endParaRPr lang="es-ES" altLang="es-ES_tradnl" b="1" dirty="0">
                <a:solidFill>
                  <a:schemeClr val="accent2">
                    <a:lumMod val="50000"/>
                  </a:schemeClr>
                </a:solidFill>
                <a:cs typeface="Arial" panose="020B0604020202020204" pitchFamily="34" charset="0"/>
              </a:endParaRPr>
            </a:p>
          </p:txBody>
        </p:sp>
        <p:sp>
          <p:nvSpPr>
            <p:cNvPr id="37896" name="Rectangle 9">
              <a:extLst>
                <a:ext uri="{FF2B5EF4-FFF2-40B4-BE49-F238E27FC236}">
                  <a16:creationId xmlns:a16="http://schemas.microsoft.com/office/drawing/2014/main" id="{5325F859-D6E1-7C4D-A318-B482844D5B73}"/>
                </a:ext>
              </a:extLst>
            </p:cNvPr>
            <p:cNvSpPr>
              <a:spLocks noChangeArrowheads="1"/>
            </p:cNvSpPr>
            <p:nvPr/>
          </p:nvSpPr>
          <p:spPr bwMode="auto">
            <a:xfrm>
              <a:off x="4943475" y="3716339"/>
              <a:ext cx="2305050" cy="1081087"/>
            </a:xfrm>
            <a:prstGeom prst="rect">
              <a:avLst/>
            </a:prstGeom>
            <a:solidFill>
              <a:schemeClr val="accent4">
                <a:lumMod val="40000"/>
                <a:lumOff val="60000"/>
              </a:schemeClr>
            </a:solidFill>
            <a:ln w="38100">
              <a:solidFill>
                <a:schemeClr val="accent4">
                  <a:lumMod val="50000"/>
                </a:schemeClr>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s-ES" altLang="es-ES_tradnl" b="1" dirty="0">
                  <a:solidFill>
                    <a:schemeClr val="accent4">
                      <a:lumMod val="50000"/>
                    </a:schemeClr>
                  </a:solidFill>
                  <a:cs typeface="Arial" panose="020B0604020202020204" pitchFamily="34" charset="0"/>
                </a:rPr>
                <a:t>Actividades </a:t>
              </a:r>
            </a:p>
            <a:p>
              <a:pPr algn="ctr"/>
              <a:r>
                <a:rPr lang="es-ES" altLang="es-ES_tradnl" b="1" dirty="0">
                  <a:solidFill>
                    <a:schemeClr val="accent4">
                      <a:lumMod val="50000"/>
                    </a:schemeClr>
                  </a:solidFill>
                  <a:cs typeface="Arial" panose="020B0604020202020204" pitchFamily="34" charset="0"/>
                </a:rPr>
                <a:t>de transformación</a:t>
              </a:r>
            </a:p>
          </p:txBody>
        </p:sp>
        <p:sp>
          <p:nvSpPr>
            <p:cNvPr id="37897" name="Rectangle 10">
              <a:extLst>
                <a:ext uri="{FF2B5EF4-FFF2-40B4-BE49-F238E27FC236}">
                  <a16:creationId xmlns:a16="http://schemas.microsoft.com/office/drawing/2014/main" id="{56A7A73F-CBEE-0644-84F1-DFE973BBFE40}"/>
                </a:ext>
              </a:extLst>
            </p:cNvPr>
            <p:cNvSpPr>
              <a:spLocks noChangeArrowheads="1"/>
            </p:cNvSpPr>
            <p:nvPr/>
          </p:nvSpPr>
          <p:spPr bwMode="auto">
            <a:xfrm>
              <a:off x="7896226" y="3141664"/>
              <a:ext cx="2016125" cy="2663825"/>
            </a:xfrm>
            <a:prstGeom prst="rect">
              <a:avLst/>
            </a:prstGeom>
            <a:solidFill>
              <a:schemeClr val="accent2">
                <a:lumMod val="60000"/>
                <a:lumOff val="40000"/>
              </a:schemeClr>
            </a:solidFill>
            <a:ln w="38100">
              <a:solidFill>
                <a:schemeClr val="accent2">
                  <a:lumMod val="50000"/>
                </a:schemeClr>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s-ES" altLang="es-ES_tradnl" b="1">
                  <a:solidFill>
                    <a:schemeClr val="accent2">
                      <a:lumMod val="50000"/>
                    </a:schemeClr>
                  </a:solidFill>
                  <a:cs typeface="Arial" panose="020B0604020202020204" pitchFamily="34" charset="0"/>
                </a:rPr>
                <a:t>Bienes</a:t>
              </a:r>
            </a:p>
            <a:p>
              <a:pPr algn="ctr"/>
              <a:endParaRPr lang="es-ES" altLang="es-ES_tradnl" b="1">
                <a:solidFill>
                  <a:schemeClr val="accent2">
                    <a:lumMod val="50000"/>
                  </a:schemeClr>
                </a:solidFill>
                <a:cs typeface="Arial" panose="020B0604020202020204" pitchFamily="34" charset="0"/>
              </a:endParaRPr>
            </a:p>
            <a:p>
              <a:pPr algn="ctr"/>
              <a:r>
                <a:rPr lang="es-ES" altLang="es-ES_tradnl" b="1">
                  <a:solidFill>
                    <a:schemeClr val="accent2">
                      <a:lumMod val="50000"/>
                    </a:schemeClr>
                  </a:solidFill>
                  <a:cs typeface="Arial" panose="020B0604020202020204" pitchFamily="34" charset="0"/>
                </a:rPr>
                <a:t>Servicios</a:t>
              </a:r>
            </a:p>
          </p:txBody>
        </p:sp>
        <p:sp>
          <p:nvSpPr>
            <p:cNvPr id="37898" name="Line 11">
              <a:extLst>
                <a:ext uri="{FF2B5EF4-FFF2-40B4-BE49-F238E27FC236}">
                  <a16:creationId xmlns:a16="http://schemas.microsoft.com/office/drawing/2014/main" id="{CACB16F5-8B36-334E-A92A-B8207D3E0F76}"/>
                </a:ext>
              </a:extLst>
            </p:cNvPr>
            <p:cNvSpPr>
              <a:spLocks noChangeShapeType="1"/>
            </p:cNvSpPr>
            <p:nvPr/>
          </p:nvSpPr>
          <p:spPr bwMode="auto">
            <a:xfrm>
              <a:off x="4224339" y="4292600"/>
              <a:ext cx="503237"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s-ES"/>
            </a:p>
          </p:txBody>
        </p:sp>
        <p:sp>
          <p:nvSpPr>
            <p:cNvPr id="37899" name="Line 12">
              <a:extLst>
                <a:ext uri="{FF2B5EF4-FFF2-40B4-BE49-F238E27FC236}">
                  <a16:creationId xmlns:a16="http://schemas.microsoft.com/office/drawing/2014/main" id="{E65DA1B2-896B-974E-85BF-A4D613DF57C2}"/>
                </a:ext>
              </a:extLst>
            </p:cNvPr>
            <p:cNvSpPr>
              <a:spLocks noChangeShapeType="1"/>
            </p:cNvSpPr>
            <p:nvPr/>
          </p:nvSpPr>
          <p:spPr bwMode="auto">
            <a:xfrm>
              <a:off x="7319964" y="4292600"/>
              <a:ext cx="504825"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s-ES"/>
            </a:p>
          </p:txBody>
        </p:sp>
        <p:sp>
          <p:nvSpPr>
            <p:cNvPr id="37900" name="AutoShape 13">
              <a:extLst>
                <a:ext uri="{FF2B5EF4-FFF2-40B4-BE49-F238E27FC236}">
                  <a16:creationId xmlns:a16="http://schemas.microsoft.com/office/drawing/2014/main" id="{517A5137-65A6-394F-B807-D391D9678FBF}"/>
                </a:ext>
              </a:extLst>
            </p:cNvPr>
            <p:cNvSpPr>
              <a:spLocks noChangeArrowheads="1"/>
            </p:cNvSpPr>
            <p:nvPr/>
          </p:nvSpPr>
          <p:spPr bwMode="auto">
            <a:xfrm>
              <a:off x="2855914" y="2205038"/>
              <a:ext cx="503237" cy="647700"/>
            </a:xfrm>
            <a:prstGeom prst="downArrow">
              <a:avLst>
                <a:gd name="adj1" fmla="val 50000"/>
                <a:gd name="adj2" fmla="val 32177"/>
              </a:avLst>
            </a:prstGeom>
            <a:solidFill>
              <a:schemeClr val="bg2">
                <a:lumMod val="50000"/>
              </a:schemeClr>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s-ES_tradnl" altLang="es-ES_tradnl"/>
            </a:p>
          </p:txBody>
        </p:sp>
        <p:sp>
          <p:nvSpPr>
            <p:cNvPr id="37901" name="AutoShape 14">
              <a:extLst>
                <a:ext uri="{FF2B5EF4-FFF2-40B4-BE49-F238E27FC236}">
                  <a16:creationId xmlns:a16="http://schemas.microsoft.com/office/drawing/2014/main" id="{8EF34B10-01A8-7C40-9A78-30F2BE0605C2}"/>
                </a:ext>
              </a:extLst>
            </p:cNvPr>
            <p:cNvSpPr>
              <a:spLocks noChangeArrowheads="1"/>
            </p:cNvSpPr>
            <p:nvPr/>
          </p:nvSpPr>
          <p:spPr bwMode="auto">
            <a:xfrm>
              <a:off x="5880100" y="2420939"/>
              <a:ext cx="503238" cy="1152525"/>
            </a:xfrm>
            <a:prstGeom prst="downArrow">
              <a:avLst>
                <a:gd name="adj1" fmla="val 50000"/>
                <a:gd name="adj2" fmla="val 57255"/>
              </a:avLst>
            </a:prstGeom>
            <a:solidFill>
              <a:schemeClr val="bg2">
                <a:lumMod val="50000"/>
              </a:schemeClr>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s-ES_tradnl" altLang="es-ES_tradnl"/>
            </a:p>
          </p:txBody>
        </p:sp>
        <p:sp>
          <p:nvSpPr>
            <p:cNvPr id="37902" name="AutoShape 15">
              <a:extLst>
                <a:ext uri="{FF2B5EF4-FFF2-40B4-BE49-F238E27FC236}">
                  <a16:creationId xmlns:a16="http://schemas.microsoft.com/office/drawing/2014/main" id="{2ABBF74B-B3EF-DD43-B911-5205BBDCF8DC}"/>
                </a:ext>
              </a:extLst>
            </p:cNvPr>
            <p:cNvSpPr>
              <a:spLocks noChangeArrowheads="1"/>
            </p:cNvSpPr>
            <p:nvPr/>
          </p:nvSpPr>
          <p:spPr bwMode="auto">
            <a:xfrm>
              <a:off x="8759825" y="2276475"/>
              <a:ext cx="431800" cy="649288"/>
            </a:xfrm>
            <a:prstGeom prst="downArrow">
              <a:avLst>
                <a:gd name="adj1" fmla="val 50000"/>
                <a:gd name="adj2" fmla="val 37592"/>
              </a:avLst>
            </a:prstGeom>
            <a:solidFill>
              <a:schemeClr val="bg2">
                <a:lumMod val="50000"/>
              </a:schemeClr>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s-ES_tradnl" altLang="es-ES_tradnl"/>
            </a:p>
          </p:txBody>
        </p:sp>
      </p:grpSp>
      <p:sp>
        <p:nvSpPr>
          <p:cNvPr id="19" name="CuadroTexto 18">
            <a:extLst>
              <a:ext uri="{FF2B5EF4-FFF2-40B4-BE49-F238E27FC236}">
                <a16:creationId xmlns:a16="http://schemas.microsoft.com/office/drawing/2014/main" id="{A06DB42A-530E-49A4-A298-028EFF746318}"/>
              </a:ext>
            </a:extLst>
          </p:cNvPr>
          <p:cNvSpPr txBox="1"/>
          <p:nvPr/>
        </p:nvSpPr>
        <p:spPr>
          <a:xfrm>
            <a:off x="461321" y="279697"/>
            <a:ext cx="4427815" cy="523220"/>
          </a:xfrm>
          <a:prstGeom prst="rect">
            <a:avLst/>
          </a:prstGeom>
          <a:noFill/>
        </p:spPr>
        <p:txBody>
          <a:bodyPr wrap="none" rtlCol="0">
            <a:spAutoFit/>
          </a:bodyPr>
          <a:lstStyle/>
          <a:p>
            <a:r>
              <a:rPr lang="es-ES" sz="2800" b="1" dirty="0">
                <a:solidFill>
                  <a:srgbClr val="CC0099"/>
                </a:solidFill>
                <a:latin typeface="Century Gothic" panose="020B0502020202020204" pitchFamily="34" charset="0"/>
              </a:rPr>
              <a:t>1. El plan de producción</a:t>
            </a:r>
          </a:p>
        </p:txBody>
      </p:sp>
      <p:pic>
        <p:nvPicPr>
          <p:cNvPr id="20" name="Imagen 1">
            <a:extLst>
              <a:ext uri="{FF2B5EF4-FFF2-40B4-BE49-F238E27FC236}">
                <a16:creationId xmlns:a16="http://schemas.microsoft.com/office/drawing/2014/main" id="{A2DD853B-5E27-4186-9C56-B264EDB7DB56}"/>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649743" y="0"/>
            <a:ext cx="1408113"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20694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Box 4"/>
          <p:cNvSpPr txBox="1">
            <a:spLocks noChangeArrowheads="1"/>
          </p:cNvSpPr>
          <p:nvPr/>
        </p:nvSpPr>
        <p:spPr>
          <a:xfrm>
            <a:off x="645065" y="1463040"/>
            <a:ext cx="3796307" cy="2690949"/>
          </a:xfrm>
          <a:prstGeom prst="rect">
            <a:avLst/>
          </a:prstGeom>
        </p:spPr>
        <p:txBody>
          <a:bodyPr vert="horz" lIns="91440" tIns="45720" rIns="91440" bIns="45720" rtlCol="0" anchor="t">
            <a:normAutofit/>
          </a:bodyPr>
          <a:lstStyle/>
          <a:p>
            <a:pPr fontAlgn="base">
              <a:lnSpc>
                <a:spcPct val="90000"/>
              </a:lnSpc>
              <a:spcBef>
                <a:spcPct val="0"/>
              </a:spcBef>
              <a:spcAft>
                <a:spcPts val="600"/>
              </a:spcAft>
              <a:defRPr/>
            </a:pPr>
            <a:endParaRPr lang="en-US" sz="4800" b="1" dirty="0">
              <a:latin typeface="+mj-lt"/>
              <a:ea typeface="+mj-ea"/>
              <a:cs typeface="+mj-cs"/>
            </a:endParaRPr>
          </a:p>
        </p:txBody>
      </p:sp>
      <p:graphicFrame>
        <p:nvGraphicFramePr>
          <p:cNvPr id="15" name="Marcador de contenido 14">
            <a:extLst>
              <a:ext uri="{FF2B5EF4-FFF2-40B4-BE49-F238E27FC236}">
                <a16:creationId xmlns:a16="http://schemas.microsoft.com/office/drawing/2014/main" id="{02458F06-14E4-45AD-B14D-B5531FBC3B4A}"/>
              </a:ext>
            </a:extLst>
          </p:cNvPr>
          <p:cNvGraphicFramePr>
            <a:graphicFrameLocks noGrp="1"/>
          </p:cNvGraphicFramePr>
          <p:nvPr>
            <p:ph sz="half" idx="1"/>
            <p:extLst>
              <p:ext uri="{D42A27DB-BD31-4B8C-83A1-F6EECF244321}">
                <p14:modId xmlns:p14="http://schemas.microsoft.com/office/powerpoint/2010/main" val="3395895472"/>
              </p:ext>
            </p:extLst>
          </p:nvPr>
        </p:nvGraphicFramePr>
        <p:xfrm>
          <a:off x="461319" y="1057275"/>
          <a:ext cx="6234756" cy="552102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9" name="Marcador de contenido 8">
            <a:extLst>
              <a:ext uri="{FF2B5EF4-FFF2-40B4-BE49-F238E27FC236}">
                <a16:creationId xmlns:a16="http://schemas.microsoft.com/office/drawing/2014/main" id="{EE43FCE8-F8BF-428C-AF49-338EB8B4313C}"/>
              </a:ext>
            </a:extLst>
          </p:cNvPr>
          <p:cNvGraphicFramePr>
            <a:graphicFrameLocks noGrp="1"/>
          </p:cNvGraphicFramePr>
          <p:nvPr>
            <p:ph sz="half" idx="2"/>
            <p:extLst>
              <p:ext uri="{D42A27DB-BD31-4B8C-83A1-F6EECF244321}">
                <p14:modId xmlns:p14="http://schemas.microsoft.com/office/powerpoint/2010/main" val="903171079"/>
              </p:ext>
            </p:extLst>
          </p:nvPr>
        </p:nvGraphicFramePr>
        <p:xfrm>
          <a:off x="6879821" y="1517015"/>
          <a:ext cx="5312179" cy="4769485"/>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11" name="10 Marcador de número de diapositiva"/>
          <p:cNvSpPr>
            <a:spLocks noGrp="1"/>
          </p:cNvSpPr>
          <p:nvPr>
            <p:ph type="sldNum" sz="quarter" idx="12"/>
          </p:nvPr>
        </p:nvSpPr>
        <p:spPr>
          <a:prstGeom prst="rect">
            <a:avLst/>
          </a:prstGeom>
        </p:spPr>
        <p:txBody>
          <a:bodyPr vert="horz" lIns="91440" tIns="45720" rIns="91440" bIns="45720" rtlCol="0" anchor="ctr">
            <a:normAutofit/>
          </a:bodyPr>
          <a:lstStyle>
            <a:defPPr>
              <a:defRPr lang="es-ES_tradnl"/>
            </a:defPPr>
            <a:lvl1pPr algn="l" rtl="0" fontAlgn="base">
              <a:spcBef>
                <a:spcPct val="0"/>
              </a:spcBef>
              <a:spcAft>
                <a:spcPct val="0"/>
              </a:spcAft>
              <a:defRPr sz="1000" b="0" kern="1200">
                <a:solidFill>
                  <a:srgbClr val="C00000"/>
                </a:solidFill>
                <a:latin typeface="+mj-lt"/>
                <a:ea typeface="+mn-ea"/>
                <a:cs typeface="+mn-cs"/>
              </a:defRPr>
            </a:lvl1pPr>
            <a:lvl2pPr marL="457189" algn="l" rtl="0" fontAlgn="base">
              <a:spcBef>
                <a:spcPct val="0"/>
              </a:spcBef>
              <a:spcAft>
                <a:spcPct val="0"/>
              </a:spcAft>
              <a:defRPr kern="1200">
                <a:solidFill>
                  <a:schemeClr val="tx1"/>
                </a:solidFill>
                <a:latin typeface="Arial" charset="0"/>
                <a:ea typeface="+mn-ea"/>
                <a:cs typeface="+mn-cs"/>
              </a:defRPr>
            </a:lvl2pPr>
            <a:lvl3pPr marL="914377" algn="l" rtl="0" fontAlgn="base">
              <a:spcBef>
                <a:spcPct val="0"/>
              </a:spcBef>
              <a:spcAft>
                <a:spcPct val="0"/>
              </a:spcAft>
              <a:defRPr kern="1200">
                <a:solidFill>
                  <a:schemeClr val="tx1"/>
                </a:solidFill>
                <a:latin typeface="Arial" charset="0"/>
                <a:ea typeface="+mn-ea"/>
                <a:cs typeface="+mn-cs"/>
              </a:defRPr>
            </a:lvl3pPr>
            <a:lvl4pPr marL="1371566" algn="l" rtl="0" fontAlgn="base">
              <a:spcBef>
                <a:spcPct val="0"/>
              </a:spcBef>
              <a:spcAft>
                <a:spcPct val="0"/>
              </a:spcAft>
              <a:defRPr kern="1200">
                <a:solidFill>
                  <a:schemeClr val="tx1"/>
                </a:solidFill>
                <a:latin typeface="Arial" charset="0"/>
                <a:ea typeface="+mn-ea"/>
                <a:cs typeface="+mn-cs"/>
              </a:defRPr>
            </a:lvl4pPr>
            <a:lvl5pPr marL="1828754" algn="l" rtl="0" fontAlgn="base">
              <a:spcBef>
                <a:spcPct val="0"/>
              </a:spcBef>
              <a:spcAft>
                <a:spcPct val="0"/>
              </a:spcAft>
              <a:defRPr kern="1200">
                <a:solidFill>
                  <a:schemeClr val="tx1"/>
                </a:solidFill>
                <a:latin typeface="Arial" charset="0"/>
                <a:ea typeface="+mn-ea"/>
                <a:cs typeface="+mn-cs"/>
              </a:defRPr>
            </a:lvl5pPr>
            <a:lvl6pPr marL="2285943" algn="l" defTabSz="914377" rtl="0" eaLnBrk="1" latinLnBrk="0" hangingPunct="1">
              <a:defRPr kern="1200">
                <a:solidFill>
                  <a:schemeClr val="tx1"/>
                </a:solidFill>
                <a:latin typeface="Arial" charset="0"/>
                <a:ea typeface="+mn-ea"/>
                <a:cs typeface="+mn-cs"/>
              </a:defRPr>
            </a:lvl6pPr>
            <a:lvl7pPr marL="2743131" algn="l" defTabSz="914377" rtl="0" eaLnBrk="1" latinLnBrk="0" hangingPunct="1">
              <a:defRPr kern="1200">
                <a:solidFill>
                  <a:schemeClr val="tx1"/>
                </a:solidFill>
                <a:latin typeface="Arial" charset="0"/>
                <a:ea typeface="+mn-ea"/>
                <a:cs typeface="+mn-cs"/>
              </a:defRPr>
            </a:lvl7pPr>
            <a:lvl8pPr marL="3200320" algn="l" defTabSz="914377" rtl="0" eaLnBrk="1" latinLnBrk="0" hangingPunct="1">
              <a:defRPr kern="1200">
                <a:solidFill>
                  <a:schemeClr val="tx1"/>
                </a:solidFill>
                <a:latin typeface="Arial" charset="0"/>
                <a:ea typeface="+mn-ea"/>
                <a:cs typeface="+mn-cs"/>
              </a:defRPr>
            </a:lvl8pPr>
            <a:lvl9pPr marL="3657509" algn="l" defTabSz="914377" rtl="0" eaLnBrk="1" latinLnBrk="0" hangingPunct="1">
              <a:defRPr kern="1200">
                <a:solidFill>
                  <a:schemeClr val="tx1"/>
                </a:solidFill>
                <a:latin typeface="Arial" charset="0"/>
                <a:ea typeface="+mn-ea"/>
                <a:cs typeface="+mn-cs"/>
              </a:defRPr>
            </a:lvl9pPr>
          </a:lstStyle>
          <a:p>
            <a:pPr algn="r">
              <a:spcAft>
                <a:spcPts val="600"/>
              </a:spcAft>
            </a:pPr>
            <a:fld id="{70AA9B10-D414-4A58-B245-E95240800791}" type="slidenum">
              <a:rPr lang="en-US" sz="1200">
                <a:solidFill>
                  <a:schemeClr val="tx1">
                    <a:tint val="75000"/>
                  </a:schemeClr>
                </a:solidFill>
                <a:latin typeface="+mn-lt"/>
              </a:rPr>
              <a:pPr algn="r">
                <a:spcAft>
                  <a:spcPts val="600"/>
                </a:spcAft>
              </a:pPr>
              <a:t>4</a:t>
            </a:fld>
            <a:endParaRPr lang="en-US" sz="1200">
              <a:solidFill>
                <a:schemeClr val="tx1">
                  <a:tint val="75000"/>
                </a:schemeClr>
              </a:solidFill>
              <a:latin typeface="+mn-lt"/>
            </a:endParaRPr>
          </a:p>
        </p:txBody>
      </p:sp>
      <p:sp>
        <p:nvSpPr>
          <p:cNvPr id="12" name="CuadroTexto 11">
            <a:extLst>
              <a:ext uri="{FF2B5EF4-FFF2-40B4-BE49-F238E27FC236}">
                <a16:creationId xmlns:a16="http://schemas.microsoft.com/office/drawing/2014/main" id="{DB7B4AE1-D2F5-46F2-AEED-C78231DFDF61}"/>
              </a:ext>
            </a:extLst>
          </p:cNvPr>
          <p:cNvSpPr txBox="1"/>
          <p:nvPr/>
        </p:nvSpPr>
        <p:spPr>
          <a:xfrm>
            <a:off x="461321" y="279697"/>
            <a:ext cx="4198585" cy="523220"/>
          </a:xfrm>
          <a:prstGeom prst="rect">
            <a:avLst/>
          </a:prstGeom>
          <a:noFill/>
        </p:spPr>
        <p:txBody>
          <a:bodyPr wrap="none" rtlCol="0">
            <a:spAutoFit/>
          </a:bodyPr>
          <a:lstStyle/>
          <a:p>
            <a:r>
              <a:rPr lang="es-ES" sz="2800" b="1">
                <a:solidFill>
                  <a:srgbClr val="CC0099"/>
                </a:solidFill>
                <a:latin typeface="Century Gothic" panose="020B0502020202020204" pitchFamily="34" charset="0"/>
              </a:rPr>
              <a:t>El </a:t>
            </a:r>
            <a:r>
              <a:rPr lang="es-ES" sz="2800" b="1" dirty="0">
                <a:solidFill>
                  <a:srgbClr val="CC0099"/>
                </a:solidFill>
                <a:latin typeface="Century Gothic" panose="020B0502020202020204" pitchFamily="34" charset="0"/>
              </a:rPr>
              <a:t>plan de operaciones</a:t>
            </a:r>
          </a:p>
        </p:txBody>
      </p:sp>
      <p:pic>
        <p:nvPicPr>
          <p:cNvPr id="13" name="Imagen 1">
            <a:extLst>
              <a:ext uri="{FF2B5EF4-FFF2-40B4-BE49-F238E27FC236}">
                <a16:creationId xmlns:a16="http://schemas.microsoft.com/office/drawing/2014/main" id="{EF130EC8-8FA6-42F0-9561-D2938FA7F5D2}"/>
              </a:ext>
            </a:extLst>
          </p:cNvPr>
          <p:cNvPicPr>
            <a:picLocks noChangeAspect="1"/>
          </p:cNvPicPr>
          <p:nvPr/>
        </p:nvPicPr>
        <p:blipFill>
          <a:blip r:embed="rId13">
            <a:extLst>
              <a:ext uri="{28A0092B-C50C-407E-A947-70E740481C1C}">
                <a14:useLocalDpi xmlns:a14="http://schemas.microsoft.com/office/drawing/2010/main" val="0"/>
              </a:ext>
            </a:extLst>
          </a:blip>
          <a:srcRect/>
          <a:stretch>
            <a:fillRect/>
          </a:stretch>
        </p:blipFill>
        <p:spPr bwMode="auto">
          <a:xfrm>
            <a:off x="10649743" y="0"/>
            <a:ext cx="1408113"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DC930D6-19FD-43B5-B7C6-ECEA7BAF639F}"/>
              </a:ext>
            </a:extLst>
          </p:cNvPr>
          <p:cNvSpPr>
            <a:spLocks noGrp="1"/>
          </p:cNvSpPr>
          <p:nvPr>
            <p:ph type="title"/>
          </p:nvPr>
        </p:nvSpPr>
        <p:spPr>
          <a:xfrm>
            <a:off x="838200" y="175210"/>
            <a:ext cx="10515600" cy="879868"/>
          </a:xfrm>
        </p:spPr>
        <p:txBody>
          <a:bodyPr/>
          <a:lstStyle/>
          <a:p>
            <a:r>
              <a:rPr lang="es-ES" sz="4400" b="1" dirty="0">
                <a:solidFill>
                  <a:srgbClr val="CC0099"/>
                </a:solidFill>
                <a:latin typeface="Century Gothic" panose="020B0502020202020204" pitchFamily="34" charset="0"/>
              </a:rPr>
              <a:t>1. El plan de operaciones. Elementos </a:t>
            </a:r>
            <a:endParaRPr lang="es-ES" dirty="0"/>
          </a:p>
        </p:txBody>
      </p:sp>
      <p:graphicFrame>
        <p:nvGraphicFramePr>
          <p:cNvPr id="4" name="Marcador de contenido 3">
            <a:extLst>
              <a:ext uri="{FF2B5EF4-FFF2-40B4-BE49-F238E27FC236}">
                <a16:creationId xmlns:a16="http://schemas.microsoft.com/office/drawing/2014/main" id="{BBD091B9-FB15-4A89-B130-F83964C04BE5}"/>
              </a:ext>
            </a:extLst>
          </p:cNvPr>
          <p:cNvGraphicFramePr>
            <a:graphicFrameLocks noGrp="1"/>
          </p:cNvGraphicFramePr>
          <p:nvPr>
            <p:ph idx="1"/>
            <p:extLst>
              <p:ext uri="{D42A27DB-BD31-4B8C-83A1-F6EECF244321}">
                <p14:modId xmlns:p14="http://schemas.microsoft.com/office/powerpoint/2010/main" val="826256548"/>
              </p:ext>
            </p:extLst>
          </p:nvPr>
        </p:nvGraphicFramePr>
        <p:xfrm>
          <a:off x="705852" y="945734"/>
          <a:ext cx="10515600" cy="570316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5677719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73B1347-1953-45FE-96F3-B89E5ABFA32F}"/>
              </a:ext>
            </a:extLst>
          </p:cNvPr>
          <p:cNvSpPr>
            <a:spLocks noGrp="1"/>
          </p:cNvSpPr>
          <p:nvPr>
            <p:ph type="title"/>
          </p:nvPr>
        </p:nvSpPr>
        <p:spPr>
          <a:xfrm>
            <a:off x="620491" y="-1367"/>
            <a:ext cx="5257800" cy="709507"/>
          </a:xfrm>
        </p:spPr>
        <p:txBody>
          <a:bodyPr>
            <a:normAutofit/>
          </a:bodyPr>
          <a:lstStyle/>
          <a:p>
            <a:r>
              <a:rPr lang="es-ES" sz="2800" b="1" dirty="0">
                <a:solidFill>
                  <a:srgbClr val="CC0099"/>
                </a:solidFill>
                <a:latin typeface="Century Gothic" panose="020B0502020202020204" pitchFamily="34" charset="0"/>
              </a:rPr>
              <a:t>El plan de producción</a:t>
            </a:r>
            <a:endParaRPr lang="es-ES" sz="2800" dirty="0"/>
          </a:p>
        </p:txBody>
      </p:sp>
      <p:graphicFrame>
        <p:nvGraphicFramePr>
          <p:cNvPr id="8" name="Diagrama 7">
            <a:extLst>
              <a:ext uri="{FF2B5EF4-FFF2-40B4-BE49-F238E27FC236}">
                <a16:creationId xmlns:a16="http://schemas.microsoft.com/office/drawing/2014/main" id="{0600D8FF-380F-875A-845F-9328670E1AA9}"/>
              </a:ext>
            </a:extLst>
          </p:cNvPr>
          <p:cNvGraphicFramePr/>
          <p:nvPr>
            <p:extLst>
              <p:ext uri="{D42A27DB-BD31-4B8C-83A1-F6EECF244321}">
                <p14:modId xmlns:p14="http://schemas.microsoft.com/office/powerpoint/2010/main" val="580619055"/>
              </p:ext>
            </p:extLst>
          </p:nvPr>
        </p:nvGraphicFramePr>
        <p:xfrm>
          <a:off x="620490" y="1350529"/>
          <a:ext cx="10830612" cy="426248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pSp>
        <p:nvGrpSpPr>
          <p:cNvPr id="14" name="Grupo 13">
            <a:extLst>
              <a:ext uri="{FF2B5EF4-FFF2-40B4-BE49-F238E27FC236}">
                <a16:creationId xmlns:a16="http://schemas.microsoft.com/office/drawing/2014/main" id="{087BCB5B-01BC-5E67-3FB8-84CC6CF80A6D}"/>
              </a:ext>
            </a:extLst>
          </p:cNvPr>
          <p:cNvGrpSpPr/>
          <p:nvPr/>
        </p:nvGrpSpPr>
        <p:grpSpPr>
          <a:xfrm>
            <a:off x="420272" y="708140"/>
            <a:ext cx="7360920" cy="531360"/>
            <a:chOff x="525780" y="104874"/>
            <a:chExt cx="7360920" cy="531360"/>
          </a:xfrm>
        </p:grpSpPr>
        <p:sp>
          <p:nvSpPr>
            <p:cNvPr id="15" name="Rectángulo: esquinas redondeadas 14">
              <a:extLst>
                <a:ext uri="{FF2B5EF4-FFF2-40B4-BE49-F238E27FC236}">
                  <a16:creationId xmlns:a16="http://schemas.microsoft.com/office/drawing/2014/main" id="{53B405C6-D822-7F9B-0645-23078E9B0CD8}"/>
                </a:ext>
              </a:extLst>
            </p:cNvPr>
            <p:cNvSpPr/>
            <p:nvPr/>
          </p:nvSpPr>
          <p:spPr>
            <a:xfrm>
              <a:off x="525780" y="104874"/>
              <a:ext cx="7360920" cy="531360"/>
            </a:xfrm>
            <a:prstGeom prst="roundRect">
              <a:avLst/>
            </a:pr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a:lstStyle/>
            <a:p>
              <a:endParaRPr lang="es-ES"/>
            </a:p>
          </p:txBody>
        </p:sp>
        <p:sp>
          <p:nvSpPr>
            <p:cNvPr id="16" name="Rectángulo: esquinas redondeadas 4">
              <a:extLst>
                <a:ext uri="{FF2B5EF4-FFF2-40B4-BE49-F238E27FC236}">
                  <a16:creationId xmlns:a16="http://schemas.microsoft.com/office/drawing/2014/main" id="{B7DF6705-F5B9-B05E-658F-E4097459BD88}"/>
                </a:ext>
              </a:extLst>
            </p:cNvPr>
            <p:cNvSpPr txBox="1"/>
            <p:nvPr/>
          </p:nvSpPr>
          <p:spPr>
            <a:xfrm>
              <a:off x="551719" y="130813"/>
              <a:ext cx="7309042" cy="47948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278225" tIns="0" rIns="278225" bIns="0" numCol="1" spcCol="1270" anchor="ctr" anchorCtr="0">
              <a:noAutofit/>
            </a:bodyPr>
            <a:lstStyle/>
            <a:p>
              <a:pPr marL="0" lvl="0" indent="0" algn="l" defTabSz="800100">
                <a:lnSpc>
                  <a:spcPct val="90000"/>
                </a:lnSpc>
                <a:spcBef>
                  <a:spcPct val="0"/>
                </a:spcBef>
                <a:spcAft>
                  <a:spcPct val="35000"/>
                </a:spcAft>
                <a:buNone/>
              </a:pPr>
              <a:r>
                <a:rPr lang="es-ES" sz="1800" kern="1200" dirty="0"/>
                <a:t>1. Proceso de producción</a:t>
              </a:r>
            </a:p>
          </p:txBody>
        </p:sp>
      </p:grpSp>
    </p:spTree>
    <p:extLst>
      <p:ext uri="{BB962C8B-B14F-4D97-AF65-F5344CB8AC3E}">
        <p14:creationId xmlns:p14="http://schemas.microsoft.com/office/powerpoint/2010/main" val="19090447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73B1347-1953-45FE-96F3-B89E5ABFA32F}"/>
              </a:ext>
            </a:extLst>
          </p:cNvPr>
          <p:cNvSpPr>
            <a:spLocks noGrp="1"/>
          </p:cNvSpPr>
          <p:nvPr>
            <p:ph type="title"/>
          </p:nvPr>
        </p:nvSpPr>
        <p:spPr>
          <a:xfrm>
            <a:off x="620491" y="-1367"/>
            <a:ext cx="5257800" cy="709507"/>
          </a:xfrm>
        </p:spPr>
        <p:txBody>
          <a:bodyPr>
            <a:normAutofit/>
          </a:bodyPr>
          <a:lstStyle/>
          <a:p>
            <a:r>
              <a:rPr lang="es-ES" sz="2800" b="1" dirty="0">
                <a:solidFill>
                  <a:srgbClr val="CC0099"/>
                </a:solidFill>
                <a:latin typeface="Century Gothic" panose="020B0502020202020204" pitchFamily="34" charset="0"/>
              </a:rPr>
              <a:t>El plan de producción</a:t>
            </a:r>
            <a:endParaRPr lang="es-ES" sz="2800" dirty="0"/>
          </a:p>
        </p:txBody>
      </p:sp>
      <p:graphicFrame>
        <p:nvGraphicFramePr>
          <p:cNvPr id="5" name="Tabla 5">
            <a:extLst>
              <a:ext uri="{FF2B5EF4-FFF2-40B4-BE49-F238E27FC236}">
                <a16:creationId xmlns:a16="http://schemas.microsoft.com/office/drawing/2014/main" id="{DDB60846-1F9C-4077-9818-7C9FE21C702D}"/>
              </a:ext>
            </a:extLst>
          </p:cNvPr>
          <p:cNvGraphicFramePr>
            <a:graphicFrameLocks noGrp="1"/>
          </p:cNvGraphicFramePr>
          <p:nvPr/>
        </p:nvGraphicFramePr>
        <p:xfrm>
          <a:off x="524301" y="1253331"/>
          <a:ext cx="5979738" cy="2303231"/>
        </p:xfrm>
        <a:graphic>
          <a:graphicData uri="http://schemas.openxmlformats.org/drawingml/2006/table">
            <a:tbl>
              <a:tblPr firstRow="1" bandRow="1">
                <a:tableStyleId>{5C22544A-7EE6-4342-B048-85BDC9FD1C3A}</a:tableStyleId>
              </a:tblPr>
              <a:tblGrid>
                <a:gridCol w="5979738">
                  <a:extLst>
                    <a:ext uri="{9D8B030D-6E8A-4147-A177-3AD203B41FA5}">
                      <a16:colId xmlns:a16="http://schemas.microsoft.com/office/drawing/2014/main" val="4185360950"/>
                    </a:ext>
                  </a:extLst>
                </a:gridCol>
              </a:tblGrid>
              <a:tr h="411135">
                <a:tc>
                  <a:txBody>
                    <a:bodyPr/>
                    <a:lstStyle/>
                    <a:p>
                      <a:r>
                        <a:rPr lang="es-ES" dirty="0"/>
                        <a:t>Locales/oficinas</a:t>
                      </a:r>
                    </a:p>
                  </a:txBody>
                  <a:tcPr/>
                </a:tc>
                <a:extLst>
                  <a:ext uri="{0D108BD9-81ED-4DB2-BD59-A6C34878D82A}">
                    <a16:rowId xmlns:a16="http://schemas.microsoft.com/office/drawing/2014/main" val="3450342805"/>
                  </a:ext>
                </a:extLst>
              </a:tr>
              <a:tr h="238197">
                <a:tc>
                  <a:txBody>
                    <a:bodyPr/>
                    <a:lstStyle/>
                    <a:p>
                      <a:r>
                        <a:rPr lang="es-ES" dirty="0"/>
                        <a:t>Superficie</a:t>
                      </a:r>
                    </a:p>
                  </a:txBody>
                  <a:tcPr/>
                </a:tc>
                <a:extLst>
                  <a:ext uri="{0D108BD9-81ED-4DB2-BD59-A6C34878D82A}">
                    <a16:rowId xmlns:a16="http://schemas.microsoft.com/office/drawing/2014/main" val="1641657774"/>
                  </a:ext>
                </a:extLst>
              </a:tr>
              <a:tr h="381584">
                <a:tc>
                  <a:txBody>
                    <a:bodyPr/>
                    <a:lstStyle/>
                    <a:p>
                      <a:r>
                        <a:rPr lang="es-ES" dirty="0"/>
                        <a:t>Régimen de propiedad (compra o alquiler) y </a:t>
                      </a:r>
                      <a:r>
                        <a:rPr lang="es-ES" dirty="0" err="1"/>
                        <a:t>nº</a:t>
                      </a:r>
                      <a:r>
                        <a:rPr lang="es-ES" dirty="0"/>
                        <a:t> años</a:t>
                      </a:r>
                    </a:p>
                  </a:txBody>
                  <a:tcPr/>
                </a:tc>
                <a:extLst>
                  <a:ext uri="{0D108BD9-81ED-4DB2-BD59-A6C34878D82A}">
                    <a16:rowId xmlns:a16="http://schemas.microsoft.com/office/drawing/2014/main" val="1120508410"/>
                  </a:ext>
                </a:extLst>
              </a:tr>
              <a:tr h="381584">
                <a:tc>
                  <a:txBody>
                    <a:bodyPr/>
                    <a:lstStyle/>
                    <a:p>
                      <a:r>
                        <a:rPr lang="es-ES" dirty="0"/>
                        <a:t>Fecha de adquisición (si procede)</a:t>
                      </a:r>
                    </a:p>
                  </a:txBody>
                  <a:tcPr/>
                </a:tc>
                <a:extLst>
                  <a:ext uri="{0D108BD9-81ED-4DB2-BD59-A6C34878D82A}">
                    <a16:rowId xmlns:a16="http://schemas.microsoft.com/office/drawing/2014/main" val="2640013163"/>
                  </a:ext>
                </a:extLst>
              </a:tr>
              <a:tr h="381584">
                <a:tc>
                  <a:txBody>
                    <a:bodyPr/>
                    <a:lstStyle/>
                    <a:p>
                      <a:r>
                        <a:rPr lang="es-ES" dirty="0"/>
                        <a:t>Importe mensual o coste de adquisición</a:t>
                      </a:r>
                    </a:p>
                  </a:txBody>
                  <a:tcPr/>
                </a:tc>
                <a:extLst>
                  <a:ext uri="{0D108BD9-81ED-4DB2-BD59-A6C34878D82A}">
                    <a16:rowId xmlns:a16="http://schemas.microsoft.com/office/drawing/2014/main" val="2168015456"/>
                  </a:ext>
                </a:extLst>
              </a:tr>
              <a:tr h="381584">
                <a:tc>
                  <a:txBody>
                    <a:bodyPr/>
                    <a:lstStyle/>
                    <a:p>
                      <a:r>
                        <a:rPr lang="es-ES" dirty="0"/>
                        <a:t>Almacén, zona de carga y descarga (si procede)</a:t>
                      </a:r>
                    </a:p>
                  </a:txBody>
                  <a:tcPr/>
                </a:tc>
                <a:extLst>
                  <a:ext uri="{0D108BD9-81ED-4DB2-BD59-A6C34878D82A}">
                    <a16:rowId xmlns:a16="http://schemas.microsoft.com/office/drawing/2014/main" val="3652362138"/>
                  </a:ext>
                </a:extLst>
              </a:tr>
            </a:tbl>
          </a:graphicData>
        </a:graphic>
      </p:graphicFrame>
      <p:graphicFrame>
        <p:nvGraphicFramePr>
          <p:cNvPr id="6" name="Tabla 5">
            <a:extLst>
              <a:ext uri="{FF2B5EF4-FFF2-40B4-BE49-F238E27FC236}">
                <a16:creationId xmlns:a16="http://schemas.microsoft.com/office/drawing/2014/main" id="{EA4E40E5-C1E1-4113-AC7A-8E88D40BA52C}"/>
              </a:ext>
            </a:extLst>
          </p:cNvPr>
          <p:cNvGraphicFramePr>
            <a:graphicFrameLocks noGrp="1"/>
          </p:cNvGraphicFramePr>
          <p:nvPr/>
        </p:nvGraphicFramePr>
        <p:xfrm>
          <a:off x="524301" y="3765715"/>
          <a:ext cx="10876201" cy="2298723"/>
        </p:xfrm>
        <a:graphic>
          <a:graphicData uri="http://schemas.openxmlformats.org/drawingml/2006/table">
            <a:tbl>
              <a:tblPr firstRow="1" bandRow="1">
                <a:tableStyleId>{5C22544A-7EE6-4342-B048-85BDC9FD1C3A}</a:tableStyleId>
              </a:tblPr>
              <a:tblGrid>
                <a:gridCol w="1553743">
                  <a:extLst>
                    <a:ext uri="{9D8B030D-6E8A-4147-A177-3AD203B41FA5}">
                      <a16:colId xmlns:a16="http://schemas.microsoft.com/office/drawing/2014/main" val="4185360950"/>
                    </a:ext>
                  </a:extLst>
                </a:gridCol>
                <a:gridCol w="1553743">
                  <a:extLst>
                    <a:ext uri="{9D8B030D-6E8A-4147-A177-3AD203B41FA5}">
                      <a16:colId xmlns:a16="http://schemas.microsoft.com/office/drawing/2014/main" val="3006868695"/>
                    </a:ext>
                  </a:extLst>
                </a:gridCol>
                <a:gridCol w="1553743">
                  <a:extLst>
                    <a:ext uri="{9D8B030D-6E8A-4147-A177-3AD203B41FA5}">
                      <a16:colId xmlns:a16="http://schemas.microsoft.com/office/drawing/2014/main" val="3778606360"/>
                    </a:ext>
                  </a:extLst>
                </a:gridCol>
                <a:gridCol w="1553743">
                  <a:extLst>
                    <a:ext uri="{9D8B030D-6E8A-4147-A177-3AD203B41FA5}">
                      <a16:colId xmlns:a16="http://schemas.microsoft.com/office/drawing/2014/main" val="2711819052"/>
                    </a:ext>
                  </a:extLst>
                </a:gridCol>
                <a:gridCol w="1553743">
                  <a:extLst>
                    <a:ext uri="{9D8B030D-6E8A-4147-A177-3AD203B41FA5}">
                      <a16:colId xmlns:a16="http://schemas.microsoft.com/office/drawing/2014/main" val="1906277326"/>
                    </a:ext>
                  </a:extLst>
                </a:gridCol>
                <a:gridCol w="1553743">
                  <a:extLst>
                    <a:ext uri="{9D8B030D-6E8A-4147-A177-3AD203B41FA5}">
                      <a16:colId xmlns:a16="http://schemas.microsoft.com/office/drawing/2014/main" val="1308702246"/>
                    </a:ext>
                  </a:extLst>
                </a:gridCol>
                <a:gridCol w="1553743">
                  <a:extLst>
                    <a:ext uri="{9D8B030D-6E8A-4147-A177-3AD203B41FA5}">
                      <a16:colId xmlns:a16="http://schemas.microsoft.com/office/drawing/2014/main" val="2083695716"/>
                    </a:ext>
                  </a:extLst>
                </a:gridCol>
              </a:tblGrid>
              <a:tr h="599808">
                <a:tc>
                  <a:txBody>
                    <a:bodyPr/>
                    <a:lstStyle/>
                    <a:p>
                      <a:r>
                        <a:rPr lang="es-ES" sz="1400" dirty="0"/>
                        <a:t>Mobiliario</a:t>
                      </a:r>
                    </a:p>
                  </a:txBody>
                  <a:tcPr/>
                </a:tc>
                <a:tc>
                  <a:txBody>
                    <a:bodyPr/>
                    <a:lstStyle/>
                    <a:p>
                      <a:r>
                        <a:rPr lang="es-ES" sz="1400" dirty="0"/>
                        <a:t>Características</a:t>
                      </a:r>
                    </a:p>
                  </a:txBody>
                  <a:tcPr/>
                </a:tc>
                <a:tc>
                  <a:txBody>
                    <a:bodyPr/>
                    <a:lstStyle/>
                    <a:p>
                      <a:r>
                        <a:rPr lang="es-ES" sz="1400" dirty="0" err="1"/>
                        <a:t>Nº</a:t>
                      </a:r>
                      <a:endParaRPr lang="es-ES" sz="1400" dirty="0"/>
                    </a:p>
                  </a:txBody>
                  <a:tcPr/>
                </a:tc>
                <a:tc>
                  <a:txBody>
                    <a:bodyPr/>
                    <a:lstStyle/>
                    <a:p>
                      <a:r>
                        <a:rPr lang="es-ES" sz="1400" dirty="0"/>
                        <a:t>Importe</a:t>
                      </a:r>
                    </a:p>
                  </a:txBody>
                  <a:tcPr/>
                </a:tc>
                <a:tc>
                  <a:txBody>
                    <a:bodyPr/>
                    <a:lstStyle/>
                    <a:p>
                      <a:r>
                        <a:rPr lang="es-ES" sz="1400" dirty="0"/>
                        <a:t>IVA</a:t>
                      </a:r>
                    </a:p>
                  </a:txBody>
                  <a:tcPr/>
                </a:tc>
                <a:tc>
                  <a:txBody>
                    <a:bodyPr/>
                    <a:lstStyle/>
                    <a:p>
                      <a:r>
                        <a:rPr lang="es-ES" sz="1400" dirty="0"/>
                        <a:t>Total</a:t>
                      </a:r>
                    </a:p>
                  </a:txBody>
                  <a:tcPr/>
                </a:tc>
                <a:tc>
                  <a:txBody>
                    <a:bodyPr/>
                    <a:lstStyle/>
                    <a:p>
                      <a:r>
                        <a:rPr lang="es-ES" sz="1400" dirty="0"/>
                        <a:t>Forma de pago</a:t>
                      </a:r>
                    </a:p>
                  </a:txBody>
                  <a:tcPr/>
                </a:tc>
                <a:extLst>
                  <a:ext uri="{0D108BD9-81ED-4DB2-BD59-A6C34878D82A}">
                    <a16:rowId xmlns:a16="http://schemas.microsoft.com/office/drawing/2014/main" val="3450342805"/>
                  </a:ext>
                </a:extLst>
              </a:tr>
              <a:tr h="566305">
                <a:tc>
                  <a:txBody>
                    <a:bodyPr/>
                    <a:lstStyle/>
                    <a:p>
                      <a:endParaRPr lang="es-ES"/>
                    </a:p>
                  </a:txBody>
                  <a:tcPr/>
                </a:tc>
                <a:tc>
                  <a:txBody>
                    <a:bodyPr/>
                    <a:lstStyle/>
                    <a:p>
                      <a:endParaRPr lang="es-ES"/>
                    </a:p>
                  </a:txBody>
                  <a:tcPr/>
                </a:tc>
                <a:tc>
                  <a:txBody>
                    <a:bodyPr/>
                    <a:lstStyle/>
                    <a:p>
                      <a:endParaRPr lang="es-ES"/>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1641657774"/>
                  </a:ext>
                </a:extLst>
              </a:tr>
              <a:tr h="566305">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1120508410"/>
                  </a:ext>
                </a:extLst>
              </a:tr>
              <a:tr h="566305">
                <a:tc>
                  <a:txBody>
                    <a:bodyPr/>
                    <a:lstStyle/>
                    <a:p>
                      <a:r>
                        <a:rPr lang="es-ES" sz="1400" b="1" dirty="0">
                          <a:solidFill>
                            <a:schemeClr val="bg1"/>
                          </a:solidFill>
                        </a:rPr>
                        <a:t>Equipos informáticos</a:t>
                      </a:r>
                    </a:p>
                  </a:txBody>
                  <a:tcPr>
                    <a:solidFill>
                      <a:schemeClr val="accent1"/>
                    </a:solidFill>
                  </a:tcPr>
                </a:tc>
                <a:tc>
                  <a:txBody>
                    <a:bodyPr/>
                    <a:lstStyle/>
                    <a:p>
                      <a:r>
                        <a:rPr lang="es-ES" sz="1400" dirty="0">
                          <a:solidFill>
                            <a:schemeClr val="bg1"/>
                          </a:solidFill>
                        </a:rPr>
                        <a:t>Características</a:t>
                      </a:r>
                    </a:p>
                  </a:txBody>
                  <a:tcPr>
                    <a:solidFill>
                      <a:schemeClr val="accent1"/>
                    </a:solidFill>
                  </a:tcPr>
                </a:tc>
                <a:tc>
                  <a:txBody>
                    <a:bodyPr/>
                    <a:lstStyle/>
                    <a:p>
                      <a:r>
                        <a:rPr lang="es-ES" sz="1400" dirty="0" err="1">
                          <a:solidFill>
                            <a:schemeClr val="bg1"/>
                          </a:solidFill>
                        </a:rPr>
                        <a:t>Nº</a:t>
                      </a:r>
                      <a:endParaRPr lang="es-ES" sz="1400" dirty="0">
                        <a:solidFill>
                          <a:schemeClr val="bg1"/>
                        </a:solidFill>
                      </a:endParaRPr>
                    </a:p>
                  </a:txBody>
                  <a:tcPr>
                    <a:solidFill>
                      <a:schemeClr val="accent1"/>
                    </a:solidFill>
                  </a:tcPr>
                </a:tc>
                <a:tc>
                  <a:txBody>
                    <a:bodyPr/>
                    <a:lstStyle/>
                    <a:p>
                      <a:r>
                        <a:rPr lang="es-ES" sz="1400" dirty="0">
                          <a:solidFill>
                            <a:schemeClr val="bg1"/>
                          </a:solidFill>
                        </a:rPr>
                        <a:t>Importe</a:t>
                      </a:r>
                    </a:p>
                  </a:txBody>
                  <a:tcPr>
                    <a:solidFill>
                      <a:schemeClr val="accent1"/>
                    </a:solidFill>
                  </a:tcPr>
                </a:tc>
                <a:tc>
                  <a:txBody>
                    <a:bodyPr/>
                    <a:lstStyle/>
                    <a:p>
                      <a:r>
                        <a:rPr lang="es-ES" sz="1400" dirty="0">
                          <a:solidFill>
                            <a:schemeClr val="bg1"/>
                          </a:solidFill>
                        </a:rPr>
                        <a:t>IVA</a:t>
                      </a:r>
                    </a:p>
                  </a:txBody>
                  <a:tcPr>
                    <a:solidFill>
                      <a:schemeClr val="accent1"/>
                    </a:solidFill>
                  </a:tcPr>
                </a:tc>
                <a:tc>
                  <a:txBody>
                    <a:bodyPr/>
                    <a:lstStyle/>
                    <a:p>
                      <a:r>
                        <a:rPr lang="es-ES" sz="1400" dirty="0">
                          <a:solidFill>
                            <a:schemeClr val="bg1"/>
                          </a:solidFill>
                        </a:rPr>
                        <a:t>Total</a:t>
                      </a:r>
                    </a:p>
                  </a:txBody>
                  <a:tcPr>
                    <a:solidFill>
                      <a:schemeClr val="accent1"/>
                    </a:solidFill>
                  </a:tcPr>
                </a:tc>
                <a:tc>
                  <a:txBody>
                    <a:bodyPr/>
                    <a:lstStyle/>
                    <a:p>
                      <a:r>
                        <a:rPr lang="es-ES" sz="1400" dirty="0">
                          <a:solidFill>
                            <a:schemeClr val="bg1"/>
                          </a:solidFill>
                        </a:rPr>
                        <a:t>Forma de pago</a:t>
                      </a:r>
                    </a:p>
                  </a:txBody>
                  <a:tcPr>
                    <a:solidFill>
                      <a:schemeClr val="accent1"/>
                    </a:solidFill>
                  </a:tcPr>
                </a:tc>
                <a:extLst>
                  <a:ext uri="{0D108BD9-81ED-4DB2-BD59-A6C34878D82A}">
                    <a16:rowId xmlns:a16="http://schemas.microsoft.com/office/drawing/2014/main" val="773515088"/>
                  </a:ext>
                </a:extLst>
              </a:tr>
            </a:tbl>
          </a:graphicData>
        </a:graphic>
      </p:graphicFrame>
      <p:sp>
        <p:nvSpPr>
          <p:cNvPr id="9" name="CuadroTexto 8">
            <a:extLst>
              <a:ext uri="{FF2B5EF4-FFF2-40B4-BE49-F238E27FC236}">
                <a16:creationId xmlns:a16="http://schemas.microsoft.com/office/drawing/2014/main" id="{1545AEE2-62F1-48C5-8EE4-F0D61121A76B}"/>
              </a:ext>
            </a:extLst>
          </p:cNvPr>
          <p:cNvSpPr txBox="1"/>
          <p:nvPr/>
        </p:nvSpPr>
        <p:spPr>
          <a:xfrm>
            <a:off x="7104186" y="718414"/>
            <a:ext cx="4563514" cy="1938992"/>
          </a:xfrm>
          <a:prstGeom prst="rect">
            <a:avLst/>
          </a:prstGeom>
          <a:noFill/>
        </p:spPr>
        <p:txBody>
          <a:bodyPr wrap="square" rtlCol="0">
            <a:spAutoFit/>
          </a:bodyPr>
          <a:lstStyle/>
          <a:p>
            <a:pPr algn="just"/>
            <a:r>
              <a:rPr lang="es-ES" sz="2000" dirty="0">
                <a:latin typeface="Century Gothic" panose="020B0502020202020204" pitchFamily="34" charset="0"/>
              </a:rPr>
              <a:t>¿Qué tipo de instalaciones necesito y dónde han de estar localizadas?  </a:t>
            </a:r>
          </a:p>
          <a:p>
            <a:pPr algn="just"/>
            <a:r>
              <a:rPr lang="es-ES" sz="2000" dirty="0">
                <a:latin typeface="Century Gothic" panose="020B0502020202020204" pitchFamily="34" charset="0"/>
              </a:rPr>
              <a:t>¿Qué tipo de recursos materiales necesito y en qué cantidad? ¿Cuál es su coste? </a:t>
            </a:r>
          </a:p>
        </p:txBody>
      </p:sp>
      <p:sp>
        <p:nvSpPr>
          <p:cNvPr id="10" name="CuadroTexto 9">
            <a:extLst>
              <a:ext uri="{FF2B5EF4-FFF2-40B4-BE49-F238E27FC236}">
                <a16:creationId xmlns:a16="http://schemas.microsoft.com/office/drawing/2014/main" id="{A716D162-7819-4F06-8968-6D77D4988D18}"/>
              </a:ext>
            </a:extLst>
          </p:cNvPr>
          <p:cNvSpPr txBox="1"/>
          <p:nvPr/>
        </p:nvSpPr>
        <p:spPr>
          <a:xfrm>
            <a:off x="620491" y="644068"/>
            <a:ext cx="4794258" cy="400110"/>
          </a:xfrm>
          <a:prstGeom prst="rect">
            <a:avLst/>
          </a:prstGeom>
          <a:solidFill>
            <a:srgbClr val="CC0099"/>
          </a:solidFill>
          <a:ln w="57150">
            <a:solidFill>
              <a:srgbClr val="CC0099"/>
            </a:solidFill>
          </a:ln>
        </p:spPr>
        <p:txBody>
          <a:bodyPr wrap="square" rtlCol="0">
            <a:spAutoFit/>
          </a:bodyPr>
          <a:lstStyle/>
          <a:p>
            <a:r>
              <a:rPr lang="es-ES" sz="2000" b="1" dirty="0">
                <a:solidFill>
                  <a:schemeClr val="bg1"/>
                </a:solidFill>
              </a:rPr>
              <a:t>Recursos materiales. Instalaciones</a:t>
            </a:r>
          </a:p>
        </p:txBody>
      </p:sp>
    </p:spTree>
    <p:extLst>
      <p:ext uri="{BB962C8B-B14F-4D97-AF65-F5344CB8AC3E}">
        <p14:creationId xmlns:p14="http://schemas.microsoft.com/office/powerpoint/2010/main" val="18166628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 name="CuadroTexto 8">
            <a:extLst>
              <a:ext uri="{FF2B5EF4-FFF2-40B4-BE49-F238E27FC236}">
                <a16:creationId xmlns:a16="http://schemas.microsoft.com/office/drawing/2014/main" id="{29C40D96-8AA1-4E2F-8640-2CB84B8EFC7C}"/>
              </a:ext>
            </a:extLst>
          </p:cNvPr>
          <p:cNvSpPr txBox="1"/>
          <p:nvPr/>
        </p:nvSpPr>
        <p:spPr>
          <a:xfrm>
            <a:off x="347745" y="290125"/>
            <a:ext cx="4600940" cy="523220"/>
          </a:xfrm>
          <a:prstGeom prst="rect">
            <a:avLst/>
          </a:prstGeom>
          <a:noFill/>
        </p:spPr>
        <p:txBody>
          <a:bodyPr wrap="none" rtlCol="0">
            <a:spAutoFit/>
          </a:bodyPr>
          <a:lstStyle/>
          <a:p>
            <a:r>
              <a:rPr lang="es-ES" sz="2800" b="1" dirty="0">
                <a:solidFill>
                  <a:srgbClr val="CC0099"/>
                </a:solidFill>
                <a:latin typeface="Century Gothic" panose="020B0502020202020204" pitchFamily="34" charset="0"/>
              </a:rPr>
              <a:t>1. El plan de operaciones</a:t>
            </a:r>
            <a:endParaRPr lang="es-ES" sz="2800" i="1" dirty="0">
              <a:solidFill>
                <a:srgbClr val="CC0099"/>
              </a:solidFill>
            </a:endParaRPr>
          </a:p>
        </p:txBody>
      </p:sp>
      <p:sp>
        <p:nvSpPr>
          <p:cNvPr id="12" name="CuadroTexto 11">
            <a:extLst>
              <a:ext uri="{FF2B5EF4-FFF2-40B4-BE49-F238E27FC236}">
                <a16:creationId xmlns:a16="http://schemas.microsoft.com/office/drawing/2014/main" id="{CFE05A2D-A750-4E67-A4E6-ED10744D65C3}"/>
              </a:ext>
            </a:extLst>
          </p:cNvPr>
          <p:cNvSpPr txBox="1"/>
          <p:nvPr/>
        </p:nvSpPr>
        <p:spPr>
          <a:xfrm>
            <a:off x="482885" y="1438712"/>
            <a:ext cx="10926643" cy="2554545"/>
          </a:xfrm>
          <a:prstGeom prst="rect">
            <a:avLst/>
          </a:prstGeom>
          <a:noFill/>
        </p:spPr>
        <p:txBody>
          <a:bodyPr wrap="square" rtlCol="0">
            <a:spAutoFit/>
          </a:bodyPr>
          <a:lstStyle/>
          <a:p>
            <a:pPr algn="just"/>
            <a:r>
              <a:rPr lang="es-ES" sz="2000" dirty="0">
                <a:latin typeface="Century Gothic" panose="020B0502020202020204" pitchFamily="34" charset="0"/>
              </a:rPr>
              <a:t>¿A quién le compro las materias primas, embalajes, maquinaria, equipos, </a:t>
            </a:r>
            <a:r>
              <a:rPr lang="es-ES" sz="2000" dirty="0" err="1">
                <a:latin typeface="Century Gothic" panose="020B0502020202020204" pitchFamily="34" charset="0"/>
              </a:rPr>
              <a:t>etc</a:t>
            </a:r>
            <a:r>
              <a:rPr lang="es-ES" sz="2000" dirty="0">
                <a:latin typeface="Century Gothic" panose="020B0502020202020204" pitchFamily="34" charset="0"/>
              </a:rPr>
              <a:t> que necesito para el ejercicio de mi actividad?  </a:t>
            </a:r>
          </a:p>
          <a:p>
            <a:pPr algn="just"/>
            <a:r>
              <a:rPr lang="es-ES" sz="2000" dirty="0">
                <a:latin typeface="Century Gothic" panose="020B0502020202020204" pitchFamily="34" charset="0"/>
              </a:rPr>
              <a:t>Los proveedores en los que debería concentrarse la actividad deberían cumplir los siguientes requisitos:</a:t>
            </a:r>
          </a:p>
          <a:p>
            <a:pPr marL="285744" indent="-285744" algn="just">
              <a:buFont typeface="Wingdings" panose="05000000000000000000" pitchFamily="2" charset="2"/>
              <a:buChar char="ü"/>
            </a:pPr>
            <a:r>
              <a:rPr lang="es-ES" sz="2000" dirty="0">
                <a:latin typeface="Century Gothic" panose="020B0502020202020204" pitchFamily="34" charset="0"/>
              </a:rPr>
              <a:t> Fiables en calidad y entrega. </a:t>
            </a:r>
          </a:p>
          <a:p>
            <a:pPr marL="285744" indent="-285744" algn="just">
              <a:buFont typeface="Wingdings" panose="05000000000000000000" pitchFamily="2" charset="2"/>
              <a:buChar char="ü"/>
            </a:pPr>
            <a:r>
              <a:rPr lang="es-ES" sz="2000" dirty="0">
                <a:latin typeface="Century Gothic" panose="020B0502020202020204" pitchFamily="34" charset="0"/>
              </a:rPr>
              <a:t>Mejor asistencia técnica.</a:t>
            </a:r>
          </a:p>
          <a:p>
            <a:pPr marL="285744" indent="-285744" algn="just">
              <a:buFont typeface="Wingdings" panose="05000000000000000000" pitchFamily="2" charset="2"/>
              <a:buChar char="ü"/>
            </a:pPr>
            <a:r>
              <a:rPr lang="es-ES" sz="2000" dirty="0">
                <a:latin typeface="Century Gothic" panose="020B0502020202020204" pitchFamily="34" charset="0"/>
              </a:rPr>
              <a:t> Flexibles en los tamaños y momentos de las entregas. Especializados en los productos que entregan. </a:t>
            </a:r>
          </a:p>
        </p:txBody>
      </p:sp>
      <p:pic>
        <p:nvPicPr>
          <p:cNvPr id="13" name="Imagen 1">
            <a:extLst>
              <a:ext uri="{FF2B5EF4-FFF2-40B4-BE49-F238E27FC236}">
                <a16:creationId xmlns:a16="http://schemas.microsoft.com/office/drawing/2014/main" id="{0413D57C-D9FD-4733-9171-36667AAE4AB1}"/>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649743" y="0"/>
            <a:ext cx="1408113"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2" name="Tabla 2">
            <a:extLst>
              <a:ext uri="{FF2B5EF4-FFF2-40B4-BE49-F238E27FC236}">
                <a16:creationId xmlns:a16="http://schemas.microsoft.com/office/drawing/2014/main" id="{88F35ABF-77A4-4BE6-BF96-D56D745F52B7}"/>
              </a:ext>
            </a:extLst>
          </p:cNvPr>
          <p:cNvGraphicFramePr>
            <a:graphicFrameLocks noGrp="1"/>
          </p:cNvGraphicFramePr>
          <p:nvPr>
            <p:extLst>
              <p:ext uri="{D42A27DB-BD31-4B8C-83A1-F6EECF244321}">
                <p14:modId xmlns:p14="http://schemas.microsoft.com/office/powerpoint/2010/main" val="3374737863"/>
              </p:ext>
            </p:extLst>
          </p:nvPr>
        </p:nvGraphicFramePr>
        <p:xfrm>
          <a:off x="756213" y="4325123"/>
          <a:ext cx="10679574" cy="1823994"/>
        </p:xfrm>
        <a:graphic>
          <a:graphicData uri="http://schemas.openxmlformats.org/drawingml/2006/table">
            <a:tbl>
              <a:tblPr firstRow="1" bandRow="1">
                <a:tableStyleId>{5C22544A-7EE6-4342-B048-85BDC9FD1C3A}</a:tableStyleId>
              </a:tblPr>
              <a:tblGrid>
                <a:gridCol w="1779929">
                  <a:extLst>
                    <a:ext uri="{9D8B030D-6E8A-4147-A177-3AD203B41FA5}">
                      <a16:colId xmlns:a16="http://schemas.microsoft.com/office/drawing/2014/main" val="2083423675"/>
                    </a:ext>
                  </a:extLst>
                </a:gridCol>
                <a:gridCol w="1779929">
                  <a:extLst>
                    <a:ext uri="{9D8B030D-6E8A-4147-A177-3AD203B41FA5}">
                      <a16:colId xmlns:a16="http://schemas.microsoft.com/office/drawing/2014/main" val="3536831148"/>
                    </a:ext>
                  </a:extLst>
                </a:gridCol>
                <a:gridCol w="1779929">
                  <a:extLst>
                    <a:ext uri="{9D8B030D-6E8A-4147-A177-3AD203B41FA5}">
                      <a16:colId xmlns:a16="http://schemas.microsoft.com/office/drawing/2014/main" val="1836101315"/>
                    </a:ext>
                  </a:extLst>
                </a:gridCol>
                <a:gridCol w="1779929">
                  <a:extLst>
                    <a:ext uri="{9D8B030D-6E8A-4147-A177-3AD203B41FA5}">
                      <a16:colId xmlns:a16="http://schemas.microsoft.com/office/drawing/2014/main" val="2793726928"/>
                    </a:ext>
                  </a:extLst>
                </a:gridCol>
                <a:gridCol w="1779929">
                  <a:extLst>
                    <a:ext uri="{9D8B030D-6E8A-4147-A177-3AD203B41FA5}">
                      <a16:colId xmlns:a16="http://schemas.microsoft.com/office/drawing/2014/main" val="1347447645"/>
                    </a:ext>
                  </a:extLst>
                </a:gridCol>
                <a:gridCol w="1779929">
                  <a:extLst>
                    <a:ext uri="{9D8B030D-6E8A-4147-A177-3AD203B41FA5}">
                      <a16:colId xmlns:a16="http://schemas.microsoft.com/office/drawing/2014/main" val="3461525003"/>
                    </a:ext>
                  </a:extLst>
                </a:gridCol>
              </a:tblGrid>
              <a:tr h="484131">
                <a:tc>
                  <a:txBody>
                    <a:bodyPr/>
                    <a:lstStyle/>
                    <a:p>
                      <a:r>
                        <a:rPr lang="es-ES" dirty="0"/>
                        <a:t>Materiales</a:t>
                      </a:r>
                    </a:p>
                  </a:txBody>
                  <a:tcPr/>
                </a:tc>
                <a:tc>
                  <a:txBody>
                    <a:bodyPr/>
                    <a:lstStyle/>
                    <a:p>
                      <a:r>
                        <a:rPr lang="es-ES" dirty="0"/>
                        <a:t>Proveedor</a:t>
                      </a:r>
                    </a:p>
                  </a:txBody>
                  <a:tcPr/>
                </a:tc>
                <a:tc>
                  <a:txBody>
                    <a:bodyPr/>
                    <a:lstStyle/>
                    <a:p>
                      <a:r>
                        <a:rPr lang="es-ES" dirty="0"/>
                        <a:t>Forma de pago</a:t>
                      </a:r>
                    </a:p>
                  </a:txBody>
                  <a:tcPr/>
                </a:tc>
                <a:tc>
                  <a:txBody>
                    <a:bodyPr/>
                    <a:lstStyle/>
                    <a:p>
                      <a:r>
                        <a:rPr lang="es-ES" dirty="0"/>
                        <a:t>Tiempo de entrega</a:t>
                      </a:r>
                    </a:p>
                  </a:txBody>
                  <a:tcPr/>
                </a:tc>
                <a:tc>
                  <a:txBody>
                    <a:bodyPr/>
                    <a:lstStyle/>
                    <a:p>
                      <a:r>
                        <a:rPr lang="es-ES" dirty="0"/>
                        <a:t>Transporte</a:t>
                      </a:r>
                    </a:p>
                  </a:txBody>
                  <a:tcPr/>
                </a:tc>
                <a:tc>
                  <a:txBody>
                    <a:bodyPr/>
                    <a:lstStyle/>
                    <a:p>
                      <a:r>
                        <a:rPr lang="es-ES" dirty="0"/>
                        <a:t>Coste</a:t>
                      </a:r>
                    </a:p>
                  </a:txBody>
                  <a:tcPr/>
                </a:tc>
                <a:extLst>
                  <a:ext uri="{0D108BD9-81ED-4DB2-BD59-A6C34878D82A}">
                    <a16:rowId xmlns:a16="http://schemas.microsoft.com/office/drawing/2014/main" val="3834007712"/>
                  </a:ext>
                </a:extLst>
              </a:tr>
              <a:tr h="591957">
                <a:tc>
                  <a:txBody>
                    <a:bodyPr/>
                    <a:lstStyle/>
                    <a:p>
                      <a:endParaRPr lang="es-ES" dirty="0"/>
                    </a:p>
                  </a:txBody>
                  <a:tcPr/>
                </a:tc>
                <a:tc>
                  <a:txBody>
                    <a:bodyPr/>
                    <a:lstStyle/>
                    <a:p>
                      <a:endParaRPr lang="es-ES"/>
                    </a:p>
                  </a:txBody>
                  <a:tcPr/>
                </a:tc>
                <a:tc>
                  <a:txBody>
                    <a:bodyPr/>
                    <a:lstStyle/>
                    <a:p>
                      <a:endParaRPr lang="es-ES"/>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1106411021"/>
                  </a:ext>
                </a:extLst>
              </a:tr>
              <a:tr h="591957">
                <a:tc>
                  <a:txBody>
                    <a:bodyPr/>
                    <a:lstStyle/>
                    <a:p>
                      <a:endParaRPr lang="es-ES" dirty="0"/>
                    </a:p>
                  </a:txBody>
                  <a:tcPr/>
                </a:tc>
                <a:tc>
                  <a:txBody>
                    <a:bodyPr/>
                    <a:lstStyle/>
                    <a:p>
                      <a:endParaRPr lang="es-ES"/>
                    </a:p>
                  </a:txBody>
                  <a:tcPr/>
                </a:tc>
                <a:tc>
                  <a:txBody>
                    <a:bodyPr/>
                    <a:lstStyle/>
                    <a:p>
                      <a:endParaRPr lang="es-ES"/>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1586643925"/>
                  </a:ext>
                </a:extLst>
              </a:tr>
            </a:tbl>
          </a:graphicData>
        </a:graphic>
      </p:graphicFrame>
      <p:sp>
        <p:nvSpPr>
          <p:cNvPr id="8" name="CuadroTexto 7">
            <a:extLst>
              <a:ext uri="{FF2B5EF4-FFF2-40B4-BE49-F238E27FC236}">
                <a16:creationId xmlns:a16="http://schemas.microsoft.com/office/drawing/2014/main" id="{A79D9334-9A04-4734-9CA7-5080EC24A7DE}"/>
              </a:ext>
            </a:extLst>
          </p:cNvPr>
          <p:cNvSpPr txBox="1"/>
          <p:nvPr/>
        </p:nvSpPr>
        <p:spPr>
          <a:xfrm>
            <a:off x="482885" y="868111"/>
            <a:ext cx="4794258" cy="400110"/>
          </a:xfrm>
          <a:prstGeom prst="rect">
            <a:avLst/>
          </a:prstGeom>
          <a:solidFill>
            <a:srgbClr val="CC0099"/>
          </a:solidFill>
          <a:ln w="57150">
            <a:solidFill>
              <a:srgbClr val="CC0099"/>
            </a:solidFill>
          </a:ln>
        </p:spPr>
        <p:txBody>
          <a:bodyPr wrap="square" rtlCol="0">
            <a:spAutoFit/>
          </a:bodyPr>
          <a:lstStyle/>
          <a:p>
            <a:r>
              <a:rPr lang="es-ES" sz="2000" b="1" dirty="0">
                <a:solidFill>
                  <a:schemeClr val="bg1"/>
                </a:solidFill>
              </a:rPr>
              <a:t>Gestión de proveedores</a:t>
            </a:r>
          </a:p>
        </p:txBody>
      </p:sp>
    </p:spTree>
    <p:extLst>
      <p:ext uri="{BB962C8B-B14F-4D97-AF65-F5344CB8AC3E}">
        <p14:creationId xmlns:p14="http://schemas.microsoft.com/office/powerpoint/2010/main" val="33219182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Marcador de contenido 1">
            <a:extLst>
              <a:ext uri="{FF2B5EF4-FFF2-40B4-BE49-F238E27FC236}">
                <a16:creationId xmlns:a16="http://schemas.microsoft.com/office/drawing/2014/main" id="{96717914-6C4E-4FDC-827F-A6A312243BBF}"/>
              </a:ext>
            </a:extLst>
          </p:cNvPr>
          <p:cNvGraphicFramePr>
            <a:graphicFrameLocks noGrp="1"/>
          </p:cNvGraphicFramePr>
          <p:nvPr>
            <p:ph idx="1"/>
            <p:extLst>
              <p:ext uri="{D42A27DB-BD31-4B8C-83A1-F6EECF244321}">
                <p14:modId xmlns:p14="http://schemas.microsoft.com/office/powerpoint/2010/main" val="618727827"/>
              </p:ext>
            </p:extLst>
          </p:nvPr>
        </p:nvGraphicFramePr>
        <p:xfrm>
          <a:off x="775854" y="1391515"/>
          <a:ext cx="10954827" cy="513787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CuadroTexto 5">
            <a:extLst>
              <a:ext uri="{FF2B5EF4-FFF2-40B4-BE49-F238E27FC236}">
                <a16:creationId xmlns:a16="http://schemas.microsoft.com/office/drawing/2014/main" id="{C8C3FD3E-524D-48AA-B1A3-9A32EECE0EF2}"/>
              </a:ext>
            </a:extLst>
          </p:cNvPr>
          <p:cNvSpPr txBox="1"/>
          <p:nvPr/>
        </p:nvSpPr>
        <p:spPr>
          <a:xfrm>
            <a:off x="347745" y="290125"/>
            <a:ext cx="4629794" cy="523220"/>
          </a:xfrm>
          <a:prstGeom prst="rect">
            <a:avLst/>
          </a:prstGeom>
          <a:noFill/>
        </p:spPr>
        <p:txBody>
          <a:bodyPr wrap="none" rtlCol="0">
            <a:spAutoFit/>
          </a:bodyPr>
          <a:lstStyle/>
          <a:p>
            <a:r>
              <a:rPr lang="es-ES" sz="2800" b="1" dirty="0">
                <a:solidFill>
                  <a:srgbClr val="CC0099"/>
                </a:solidFill>
                <a:latin typeface="Century Gothic" panose="020B0502020202020204" pitchFamily="34" charset="0"/>
              </a:rPr>
              <a:t>1. El plan de operaciones</a:t>
            </a:r>
            <a:endParaRPr lang="es-ES" sz="2800" i="1" dirty="0">
              <a:solidFill>
                <a:srgbClr val="CC0099"/>
              </a:solidFill>
            </a:endParaRPr>
          </a:p>
        </p:txBody>
      </p:sp>
      <p:pic>
        <p:nvPicPr>
          <p:cNvPr id="7" name="Imagen 1">
            <a:extLst>
              <a:ext uri="{FF2B5EF4-FFF2-40B4-BE49-F238E27FC236}">
                <a16:creationId xmlns:a16="http://schemas.microsoft.com/office/drawing/2014/main" id="{F9249BC4-B75B-4B8C-8ACE-81EC940D63B9}"/>
              </a:ext>
            </a:extLst>
          </p:cNvPr>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10649743" y="0"/>
            <a:ext cx="1408113"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CuadroTexto 7">
            <a:extLst>
              <a:ext uri="{FF2B5EF4-FFF2-40B4-BE49-F238E27FC236}">
                <a16:creationId xmlns:a16="http://schemas.microsoft.com/office/drawing/2014/main" id="{73796679-C22F-41DF-83E9-7AA3EE75BBD8}"/>
              </a:ext>
            </a:extLst>
          </p:cNvPr>
          <p:cNvSpPr txBox="1"/>
          <p:nvPr/>
        </p:nvSpPr>
        <p:spPr>
          <a:xfrm>
            <a:off x="512669" y="813345"/>
            <a:ext cx="4794258" cy="400110"/>
          </a:xfrm>
          <a:prstGeom prst="rect">
            <a:avLst/>
          </a:prstGeom>
          <a:solidFill>
            <a:srgbClr val="CC0099"/>
          </a:solidFill>
          <a:ln w="57150">
            <a:solidFill>
              <a:srgbClr val="CC0099"/>
            </a:solidFill>
          </a:ln>
        </p:spPr>
        <p:txBody>
          <a:bodyPr wrap="square" rtlCol="0">
            <a:spAutoFit/>
          </a:bodyPr>
          <a:lstStyle/>
          <a:p>
            <a:r>
              <a:rPr lang="es-ES" sz="2000" b="1" dirty="0">
                <a:solidFill>
                  <a:schemeClr val="bg1"/>
                </a:solidFill>
              </a:rPr>
              <a:t>Proceso de producción</a:t>
            </a:r>
          </a:p>
        </p:txBody>
      </p:sp>
    </p:spTree>
    <p:extLst>
      <p:ext uri="{BB962C8B-B14F-4D97-AF65-F5344CB8AC3E}">
        <p14:creationId xmlns:p14="http://schemas.microsoft.com/office/powerpoint/2010/main" val="17777095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BE13943F-CFF4-4097-BBA8-20BDDF6E4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3108484"/>
            <a:ext cx="10911840" cy="64008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45BC0E20-1B07-D053-34E4-3544C3D8796A}"/>
              </a:ext>
            </a:extLst>
          </p:cNvPr>
          <p:cNvSpPr>
            <a:spLocks noGrp="1"/>
          </p:cNvSpPr>
          <p:nvPr>
            <p:ph type="title"/>
          </p:nvPr>
        </p:nvSpPr>
        <p:spPr>
          <a:xfrm>
            <a:off x="485701" y="115901"/>
            <a:ext cx="10911840" cy="640081"/>
          </a:xfrm>
        </p:spPr>
        <p:txBody>
          <a:bodyPr vert="horz" lIns="91440" tIns="45720" rIns="91440" bIns="45720" rtlCol="0" anchor="ctr">
            <a:normAutofit/>
          </a:bodyPr>
          <a:lstStyle/>
          <a:p>
            <a:pPr algn="ctr" defTabSz="914400"/>
            <a:r>
              <a:rPr lang="en-US" sz="3200" dirty="0" err="1">
                <a:solidFill>
                  <a:schemeClr val="tx1">
                    <a:lumMod val="85000"/>
                    <a:lumOff val="15000"/>
                  </a:schemeClr>
                </a:solidFill>
              </a:rPr>
              <a:t>Proceso</a:t>
            </a:r>
            <a:r>
              <a:rPr lang="en-US" sz="3200" dirty="0">
                <a:solidFill>
                  <a:schemeClr val="tx1">
                    <a:lumMod val="85000"/>
                    <a:lumOff val="15000"/>
                  </a:schemeClr>
                </a:solidFill>
              </a:rPr>
              <a:t> de </a:t>
            </a:r>
            <a:r>
              <a:rPr lang="en-US" sz="3200" dirty="0" err="1">
                <a:solidFill>
                  <a:schemeClr val="tx1">
                    <a:lumMod val="85000"/>
                    <a:lumOff val="15000"/>
                  </a:schemeClr>
                </a:solidFill>
              </a:rPr>
              <a:t>producción</a:t>
            </a:r>
            <a:r>
              <a:rPr lang="en-US" sz="3200" dirty="0">
                <a:solidFill>
                  <a:schemeClr val="tx1">
                    <a:lumMod val="85000"/>
                    <a:lumOff val="15000"/>
                  </a:schemeClr>
                </a:solidFill>
              </a:rPr>
              <a:t> McDonalds</a:t>
            </a:r>
          </a:p>
        </p:txBody>
      </p:sp>
      <p:pic>
        <p:nvPicPr>
          <p:cNvPr id="8" name="Marcador de contenido 7">
            <a:extLst>
              <a:ext uri="{FF2B5EF4-FFF2-40B4-BE49-F238E27FC236}">
                <a16:creationId xmlns:a16="http://schemas.microsoft.com/office/drawing/2014/main" id="{865CC2C5-E5B2-96E0-33B7-076241A3D7FB}"/>
              </a:ext>
            </a:extLst>
          </p:cNvPr>
          <p:cNvPicPr>
            <a:picLocks noGrp="1" noChangeAspect="1"/>
          </p:cNvPicPr>
          <p:nvPr>
            <p:ph idx="1"/>
          </p:nvPr>
        </p:nvPicPr>
        <p:blipFill>
          <a:blip r:embed="rId2"/>
          <a:stretch>
            <a:fillRect/>
          </a:stretch>
        </p:blipFill>
        <p:spPr>
          <a:xfrm>
            <a:off x="1024034" y="1078334"/>
            <a:ext cx="10739271" cy="5132461"/>
          </a:xfrm>
          <a:prstGeom prst="rect">
            <a:avLst/>
          </a:prstGeom>
        </p:spPr>
      </p:pic>
    </p:spTree>
    <p:extLst>
      <p:ext uri="{BB962C8B-B14F-4D97-AF65-F5344CB8AC3E}">
        <p14:creationId xmlns:p14="http://schemas.microsoft.com/office/powerpoint/2010/main" val="37323339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Marcador de contenido 1">
            <a:extLst>
              <a:ext uri="{FF2B5EF4-FFF2-40B4-BE49-F238E27FC236}">
                <a16:creationId xmlns:a16="http://schemas.microsoft.com/office/drawing/2014/main" id="{C69B8710-BE98-4970-B732-A70A1B13F22D}"/>
              </a:ext>
            </a:extLst>
          </p:cNvPr>
          <p:cNvGraphicFramePr>
            <a:graphicFrameLocks noGrp="1"/>
          </p:cNvGraphicFramePr>
          <p:nvPr>
            <p:ph idx="1"/>
            <p:extLst>
              <p:ext uri="{D42A27DB-BD31-4B8C-83A1-F6EECF244321}">
                <p14:modId xmlns:p14="http://schemas.microsoft.com/office/powerpoint/2010/main" val="2173356240"/>
              </p:ext>
            </p:extLst>
          </p:nvPr>
        </p:nvGraphicFramePr>
        <p:xfrm>
          <a:off x="398972" y="1332028"/>
          <a:ext cx="11016741" cy="513787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CuadroTexto 4">
            <a:extLst>
              <a:ext uri="{FF2B5EF4-FFF2-40B4-BE49-F238E27FC236}">
                <a16:creationId xmlns:a16="http://schemas.microsoft.com/office/drawing/2014/main" id="{722139F0-AC24-4C5B-817E-ADCA86C3E99F}"/>
              </a:ext>
            </a:extLst>
          </p:cNvPr>
          <p:cNvSpPr txBox="1"/>
          <p:nvPr/>
        </p:nvSpPr>
        <p:spPr>
          <a:xfrm>
            <a:off x="347746" y="95577"/>
            <a:ext cx="5452980" cy="523220"/>
          </a:xfrm>
          <a:prstGeom prst="rect">
            <a:avLst/>
          </a:prstGeom>
          <a:noFill/>
        </p:spPr>
        <p:txBody>
          <a:bodyPr wrap="square" rtlCol="0">
            <a:spAutoFit/>
          </a:bodyPr>
          <a:lstStyle/>
          <a:p>
            <a:r>
              <a:rPr lang="es-ES" sz="2800" b="1" dirty="0">
                <a:solidFill>
                  <a:srgbClr val="CC0099"/>
                </a:solidFill>
                <a:latin typeface="Century Gothic" panose="020B0502020202020204" pitchFamily="34" charset="0"/>
              </a:rPr>
              <a:t>1. El plan de operaciones</a:t>
            </a:r>
            <a:endParaRPr lang="es-ES" sz="2800" i="1" dirty="0">
              <a:solidFill>
                <a:srgbClr val="CC0099"/>
              </a:solidFill>
            </a:endParaRPr>
          </a:p>
        </p:txBody>
      </p:sp>
      <p:pic>
        <p:nvPicPr>
          <p:cNvPr id="6" name="Imagen 1">
            <a:extLst>
              <a:ext uri="{FF2B5EF4-FFF2-40B4-BE49-F238E27FC236}">
                <a16:creationId xmlns:a16="http://schemas.microsoft.com/office/drawing/2014/main" id="{B122E63A-EFE4-4E8A-B870-D8D88EF0E6B2}"/>
              </a:ext>
            </a:extLst>
          </p:cNvPr>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10649743" y="0"/>
            <a:ext cx="1408113"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CuadroTexto 6">
            <a:extLst>
              <a:ext uri="{FF2B5EF4-FFF2-40B4-BE49-F238E27FC236}">
                <a16:creationId xmlns:a16="http://schemas.microsoft.com/office/drawing/2014/main" id="{16AAA737-4EEE-4D70-9BBA-01D9F236783B}"/>
              </a:ext>
            </a:extLst>
          </p:cNvPr>
          <p:cNvSpPr txBox="1"/>
          <p:nvPr/>
        </p:nvSpPr>
        <p:spPr>
          <a:xfrm>
            <a:off x="5292859" y="623807"/>
            <a:ext cx="3791764" cy="461665"/>
          </a:xfrm>
          <a:prstGeom prst="rect">
            <a:avLst/>
          </a:prstGeom>
          <a:noFill/>
          <a:ln w="57150">
            <a:solidFill>
              <a:srgbClr val="CC0099"/>
            </a:solidFill>
          </a:ln>
        </p:spPr>
        <p:txBody>
          <a:bodyPr wrap="square" rtlCol="0">
            <a:spAutoFit/>
          </a:bodyPr>
          <a:lstStyle/>
          <a:p>
            <a:r>
              <a:rPr lang="es-ES" sz="2400" b="1" dirty="0">
                <a:solidFill>
                  <a:schemeClr val="accent1"/>
                </a:solidFill>
              </a:rPr>
              <a:t>Tipos de procesos</a:t>
            </a:r>
          </a:p>
        </p:txBody>
      </p:sp>
      <p:sp>
        <p:nvSpPr>
          <p:cNvPr id="8" name="CuadroTexto 7">
            <a:extLst>
              <a:ext uri="{FF2B5EF4-FFF2-40B4-BE49-F238E27FC236}">
                <a16:creationId xmlns:a16="http://schemas.microsoft.com/office/drawing/2014/main" id="{8EAE020C-AD58-4B22-9799-9B5F12A06F38}"/>
              </a:ext>
            </a:extLst>
          </p:cNvPr>
          <p:cNvSpPr txBox="1"/>
          <p:nvPr/>
        </p:nvSpPr>
        <p:spPr>
          <a:xfrm>
            <a:off x="498601" y="663315"/>
            <a:ext cx="4794258" cy="400110"/>
          </a:xfrm>
          <a:prstGeom prst="rect">
            <a:avLst/>
          </a:prstGeom>
          <a:solidFill>
            <a:srgbClr val="CC0099"/>
          </a:solidFill>
          <a:ln w="57150">
            <a:solidFill>
              <a:srgbClr val="CC0099"/>
            </a:solidFill>
          </a:ln>
        </p:spPr>
        <p:txBody>
          <a:bodyPr wrap="square" rtlCol="0">
            <a:spAutoFit/>
          </a:bodyPr>
          <a:lstStyle/>
          <a:p>
            <a:r>
              <a:rPr lang="es-ES" sz="2000" b="1" dirty="0">
                <a:solidFill>
                  <a:schemeClr val="bg1"/>
                </a:solidFill>
              </a:rPr>
              <a:t>Proceso de producción</a:t>
            </a:r>
          </a:p>
        </p:txBody>
      </p:sp>
    </p:spTree>
    <p:extLst>
      <p:ext uri="{BB962C8B-B14F-4D97-AF65-F5344CB8AC3E}">
        <p14:creationId xmlns:p14="http://schemas.microsoft.com/office/powerpoint/2010/main" val="21558725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76AB81BB-ECE2-0244-A7E9-C0488AB4A514}"/>
              </a:ext>
            </a:extLst>
          </p:cNvPr>
          <p:cNvSpPr txBox="1"/>
          <p:nvPr/>
        </p:nvSpPr>
        <p:spPr>
          <a:xfrm>
            <a:off x="323458" y="1357107"/>
            <a:ext cx="4681923" cy="400110"/>
          </a:xfrm>
          <a:prstGeom prst="rect">
            <a:avLst/>
          </a:prstGeom>
          <a:noFill/>
        </p:spPr>
        <p:txBody>
          <a:bodyPr wrap="none" rtlCol="0">
            <a:spAutoFit/>
          </a:bodyPr>
          <a:lstStyle/>
          <a:p>
            <a:r>
              <a:rPr lang="es-ES" sz="2000" b="1" dirty="0">
                <a:solidFill>
                  <a:schemeClr val="accent1">
                    <a:lumMod val="50000"/>
                  </a:schemeClr>
                </a:solidFill>
              </a:rPr>
              <a:t>EJEMPLO 1: Procesos operativos generales</a:t>
            </a:r>
          </a:p>
        </p:txBody>
      </p:sp>
      <p:sp>
        <p:nvSpPr>
          <p:cNvPr id="7" name="CuadroTexto 6">
            <a:extLst>
              <a:ext uri="{FF2B5EF4-FFF2-40B4-BE49-F238E27FC236}">
                <a16:creationId xmlns:a16="http://schemas.microsoft.com/office/drawing/2014/main" id="{EF098912-4F43-4621-894F-1D586E417D11}"/>
              </a:ext>
            </a:extLst>
          </p:cNvPr>
          <p:cNvSpPr txBox="1"/>
          <p:nvPr/>
        </p:nvSpPr>
        <p:spPr>
          <a:xfrm>
            <a:off x="347745" y="290125"/>
            <a:ext cx="4629794" cy="523220"/>
          </a:xfrm>
          <a:prstGeom prst="rect">
            <a:avLst/>
          </a:prstGeom>
          <a:noFill/>
        </p:spPr>
        <p:txBody>
          <a:bodyPr wrap="none" rtlCol="0">
            <a:spAutoFit/>
          </a:bodyPr>
          <a:lstStyle/>
          <a:p>
            <a:r>
              <a:rPr lang="es-ES" sz="2800" b="1" dirty="0">
                <a:solidFill>
                  <a:srgbClr val="CC0099"/>
                </a:solidFill>
                <a:latin typeface="Century Gothic" panose="020B0502020202020204" pitchFamily="34" charset="0"/>
              </a:rPr>
              <a:t>1. El plan de operaciones</a:t>
            </a:r>
            <a:endParaRPr lang="es-ES" sz="2800" i="1" dirty="0">
              <a:solidFill>
                <a:srgbClr val="CC0099"/>
              </a:solidFill>
            </a:endParaRPr>
          </a:p>
        </p:txBody>
      </p:sp>
      <p:pic>
        <p:nvPicPr>
          <p:cNvPr id="8" name="Imagen 1">
            <a:extLst>
              <a:ext uri="{FF2B5EF4-FFF2-40B4-BE49-F238E27FC236}">
                <a16:creationId xmlns:a16="http://schemas.microsoft.com/office/drawing/2014/main" id="{3C57112C-ECE3-437E-84AD-A7DE9CD02A4B}"/>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0649743" y="0"/>
            <a:ext cx="1408113"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2" name="Diagrama 1">
            <a:extLst>
              <a:ext uri="{FF2B5EF4-FFF2-40B4-BE49-F238E27FC236}">
                <a16:creationId xmlns:a16="http://schemas.microsoft.com/office/drawing/2014/main" id="{29503F54-44BC-42A4-8FD4-624E58472EE6}"/>
              </a:ext>
            </a:extLst>
          </p:cNvPr>
          <p:cNvGraphicFramePr/>
          <p:nvPr>
            <p:extLst>
              <p:ext uri="{D42A27DB-BD31-4B8C-83A1-F6EECF244321}">
                <p14:modId xmlns:p14="http://schemas.microsoft.com/office/powerpoint/2010/main" val="711826836"/>
              </p:ext>
            </p:extLst>
          </p:nvPr>
        </p:nvGraphicFramePr>
        <p:xfrm>
          <a:off x="568939" y="1493611"/>
          <a:ext cx="10080804" cy="159039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0" name="CuadroTexto 9">
            <a:extLst>
              <a:ext uri="{FF2B5EF4-FFF2-40B4-BE49-F238E27FC236}">
                <a16:creationId xmlns:a16="http://schemas.microsoft.com/office/drawing/2014/main" id="{1C8F7441-BA33-4BE8-8994-19EC0E5D13F1}"/>
              </a:ext>
            </a:extLst>
          </p:cNvPr>
          <p:cNvSpPr txBox="1"/>
          <p:nvPr/>
        </p:nvSpPr>
        <p:spPr>
          <a:xfrm>
            <a:off x="568939" y="872361"/>
            <a:ext cx="4794258" cy="400110"/>
          </a:xfrm>
          <a:prstGeom prst="rect">
            <a:avLst/>
          </a:prstGeom>
          <a:solidFill>
            <a:srgbClr val="CC0099"/>
          </a:solidFill>
          <a:ln w="57150">
            <a:solidFill>
              <a:srgbClr val="CC0099"/>
            </a:solidFill>
          </a:ln>
        </p:spPr>
        <p:txBody>
          <a:bodyPr wrap="square" rtlCol="0">
            <a:spAutoFit/>
          </a:bodyPr>
          <a:lstStyle/>
          <a:p>
            <a:r>
              <a:rPr lang="es-ES" sz="2000" b="1" dirty="0">
                <a:solidFill>
                  <a:schemeClr val="bg1"/>
                </a:solidFill>
              </a:rPr>
              <a:t>Proceso de producción</a:t>
            </a:r>
          </a:p>
        </p:txBody>
      </p:sp>
      <p:graphicFrame>
        <p:nvGraphicFramePr>
          <p:cNvPr id="9" name="Diagrama 8">
            <a:extLst>
              <a:ext uri="{FF2B5EF4-FFF2-40B4-BE49-F238E27FC236}">
                <a16:creationId xmlns:a16="http://schemas.microsoft.com/office/drawing/2014/main" id="{EA887BF0-7459-849F-F568-AA6D420D1FD8}"/>
              </a:ext>
            </a:extLst>
          </p:cNvPr>
          <p:cNvGraphicFramePr/>
          <p:nvPr>
            <p:extLst>
              <p:ext uri="{D42A27DB-BD31-4B8C-83A1-F6EECF244321}">
                <p14:modId xmlns:p14="http://schemas.microsoft.com/office/powerpoint/2010/main" val="3394237254"/>
              </p:ext>
            </p:extLst>
          </p:nvPr>
        </p:nvGraphicFramePr>
        <p:xfrm>
          <a:off x="568938" y="2926365"/>
          <a:ext cx="11488917" cy="1864741"/>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11" name="CuadroTexto 10">
            <a:extLst>
              <a:ext uri="{FF2B5EF4-FFF2-40B4-BE49-F238E27FC236}">
                <a16:creationId xmlns:a16="http://schemas.microsoft.com/office/drawing/2014/main" id="{E9C4D48E-F9F1-2970-D084-45FE29636507}"/>
              </a:ext>
            </a:extLst>
          </p:cNvPr>
          <p:cNvSpPr txBox="1"/>
          <p:nvPr/>
        </p:nvSpPr>
        <p:spPr>
          <a:xfrm>
            <a:off x="347745" y="2753842"/>
            <a:ext cx="9433545" cy="646331"/>
          </a:xfrm>
          <a:prstGeom prst="rect">
            <a:avLst/>
          </a:prstGeom>
          <a:noFill/>
        </p:spPr>
        <p:txBody>
          <a:bodyPr wrap="none" rtlCol="0">
            <a:spAutoFit/>
          </a:bodyPr>
          <a:lstStyle/>
          <a:p>
            <a:r>
              <a:rPr lang="es-ES" sz="2000" b="1" dirty="0">
                <a:solidFill>
                  <a:schemeClr val="accent1">
                    <a:lumMod val="50000"/>
                  </a:schemeClr>
                </a:solidFill>
              </a:rPr>
              <a:t>EJEMPLO 2:</a:t>
            </a:r>
            <a:r>
              <a:rPr lang="es-ES" sz="3600" b="1" dirty="0">
                <a:solidFill>
                  <a:schemeClr val="accent1">
                    <a:lumMod val="50000"/>
                  </a:schemeClr>
                </a:solidFill>
              </a:rPr>
              <a:t> </a:t>
            </a:r>
            <a:r>
              <a:rPr lang="es-ES" sz="2000" b="1" dirty="0">
                <a:solidFill>
                  <a:schemeClr val="accent1">
                    <a:lumMod val="50000"/>
                  </a:schemeClr>
                </a:solidFill>
              </a:rPr>
              <a:t>Procesos de una empresa que se dedica a la Reparación de instalaciones</a:t>
            </a:r>
            <a:endParaRPr lang="es-ES" sz="3600" b="1" dirty="0">
              <a:solidFill>
                <a:schemeClr val="accent1">
                  <a:lumMod val="50000"/>
                </a:schemeClr>
              </a:solidFill>
            </a:endParaRPr>
          </a:p>
        </p:txBody>
      </p:sp>
      <p:sp>
        <p:nvSpPr>
          <p:cNvPr id="13" name="CuadroTexto 12">
            <a:extLst>
              <a:ext uri="{FF2B5EF4-FFF2-40B4-BE49-F238E27FC236}">
                <a16:creationId xmlns:a16="http://schemas.microsoft.com/office/drawing/2014/main" id="{8CBC5B60-4BC6-2336-67C5-4ED476D9A341}"/>
              </a:ext>
            </a:extLst>
          </p:cNvPr>
          <p:cNvSpPr txBox="1"/>
          <p:nvPr/>
        </p:nvSpPr>
        <p:spPr>
          <a:xfrm>
            <a:off x="347745" y="4463354"/>
            <a:ext cx="9457437" cy="769441"/>
          </a:xfrm>
          <a:prstGeom prst="rect">
            <a:avLst/>
          </a:prstGeom>
          <a:noFill/>
        </p:spPr>
        <p:txBody>
          <a:bodyPr wrap="square">
            <a:spAutoFit/>
          </a:bodyPr>
          <a:lstStyle/>
          <a:p>
            <a:r>
              <a:rPr lang="es-ES" sz="2000" b="1" dirty="0">
                <a:solidFill>
                  <a:schemeClr val="accent1">
                    <a:lumMod val="50000"/>
                  </a:schemeClr>
                </a:solidFill>
              </a:rPr>
              <a:t>EJEMPLO 3:</a:t>
            </a:r>
            <a:r>
              <a:rPr lang="es-ES" sz="2400" b="1" dirty="0">
                <a:solidFill>
                  <a:schemeClr val="accent1">
                    <a:lumMod val="50000"/>
                  </a:schemeClr>
                </a:solidFill>
              </a:rPr>
              <a:t> </a:t>
            </a:r>
            <a:r>
              <a:rPr lang="es-ES" sz="2000" b="1" dirty="0">
                <a:solidFill>
                  <a:schemeClr val="accent1">
                    <a:lumMod val="50000"/>
                  </a:schemeClr>
                </a:solidFill>
              </a:rPr>
              <a:t>Procesos de una empresa que se dedica al diseño y desarrollo de aplicaciones informáticas</a:t>
            </a:r>
            <a:endParaRPr lang="es-ES" sz="2400" b="1" dirty="0">
              <a:solidFill>
                <a:schemeClr val="accent1">
                  <a:lumMod val="50000"/>
                </a:schemeClr>
              </a:solidFill>
            </a:endParaRPr>
          </a:p>
        </p:txBody>
      </p:sp>
      <p:graphicFrame>
        <p:nvGraphicFramePr>
          <p:cNvPr id="15" name="Diagrama 14">
            <a:extLst>
              <a:ext uri="{FF2B5EF4-FFF2-40B4-BE49-F238E27FC236}">
                <a16:creationId xmlns:a16="http://schemas.microsoft.com/office/drawing/2014/main" id="{ABFFB050-9532-2A08-FC5B-5228596B3E25}"/>
              </a:ext>
            </a:extLst>
          </p:cNvPr>
          <p:cNvGraphicFramePr/>
          <p:nvPr>
            <p:extLst>
              <p:ext uri="{D42A27DB-BD31-4B8C-83A1-F6EECF244321}">
                <p14:modId xmlns:p14="http://schemas.microsoft.com/office/powerpoint/2010/main" val="3939708431"/>
              </p:ext>
            </p:extLst>
          </p:nvPr>
        </p:nvGraphicFramePr>
        <p:xfrm>
          <a:off x="323458" y="4802608"/>
          <a:ext cx="10954826" cy="2446252"/>
        </p:xfrm>
        <a:graphic>
          <a:graphicData uri="http://schemas.openxmlformats.org/drawingml/2006/diagram">
            <dgm:relIds xmlns:dgm="http://schemas.openxmlformats.org/drawingml/2006/diagram" xmlns:r="http://schemas.openxmlformats.org/officeDocument/2006/relationships" r:dm="rId13" r:lo="rId14" r:qs="rId15" r:cs="rId16"/>
          </a:graphicData>
        </a:graphic>
      </p:graphicFrame>
    </p:spTree>
    <p:extLst>
      <p:ext uri="{BB962C8B-B14F-4D97-AF65-F5344CB8AC3E}">
        <p14:creationId xmlns:p14="http://schemas.microsoft.com/office/powerpoint/2010/main" val="31894735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73B1347-1953-45FE-96F3-B89E5ABFA32F}"/>
              </a:ext>
            </a:extLst>
          </p:cNvPr>
          <p:cNvSpPr>
            <a:spLocks noGrp="1"/>
          </p:cNvSpPr>
          <p:nvPr>
            <p:ph type="title"/>
          </p:nvPr>
        </p:nvSpPr>
        <p:spPr>
          <a:xfrm>
            <a:off x="541496" y="152097"/>
            <a:ext cx="10515600" cy="593798"/>
          </a:xfrm>
        </p:spPr>
        <p:txBody>
          <a:bodyPr>
            <a:normAutofit/>
          </a:bodyPr>
          <a:lstStyle/>
          <a:p>
            <a:r>
              <a:rPr lang="es-ES" sz="2800" b="1" dirty="0">
                <a:solidFill>
                  <a:srgbClr val="CC0099"/>
                </a:solidFill>
                <a:latin typeface="Century Gothic" panose="020B0502020202020204" pitchFamily="34" charset="0"/>
              </a:rPr>
              <a:t>1. El plan de operaciones</a:t>
            </a:r>
            <a:endParaRPr lang="es-ES" sz="2800" dirty="0"/>
          </a:p>
        </p:txBody>
      </p:sp>
      <p:sp>
        <p:nvSpPr>
          <p:cNvPr id="3" name="Marcador de contenido 2">
            <a:extLst>
              <a:ext uri="{FF2B5EF4-FFF2-40B4-BE49-F238E27FC236}">
                <a16:creationId xmlns:a16="http://schemas.microsoft.com/office/drawing/2014/main" id="{E5929BC1-0357-4427-AE25-41B7F3407B0F}"/>
              </a:ext>
            </a:extLst>
          </p:cNvPr>
          <p:cNvSpPr>
            <a:spLocks noGrp="1"/>
          </p:cNvSpPr>
          <p:nvPr>
            <p:ph idx="1"/>
          </p:nvPr>
        </p:nvSpPr>
        <p:spPr>
          <a:xfrm>
            <a:off x="428954" y="1341563"/>
            <a:ext cx="10515600" cy="4351338"/>
          </a:xfrm>
        </p:spPr>
        <p:txBody>
          <a:bodyPr>
            <a:normAutofit/>
          </a:bodyPr>
          <a:lstStyle/>
          <a:p>
            <a:pPr marL="0" indent="0" algn="just">
              <a:buNone/>
            </a:pPr>
            <a:r>
              <a:rPr lang="es-ES" sz="2400" b="1" dirty="0">
                <a:solidFill>
                  <a:schemeClr val="accent1"/>
                </a:solidFill>
                <a:latin typeface="Century Gothic" panose="020B0502020202020204" pitchFamily="34" charset="0"/>
              </a:rPr>
              <a:t>Flujograma</a:t>
            </a:r>
            <a:r>
              <a:rPr lang="es-ES" sz="2000" dirty="0">
                <a:latin typeface="Century Gothic" panose="020B0502020202020204" pitchFamily="34" charset="0"/>
              </a:rPr>
              <a:t>: Herramienta para analizar el proceso de producción. Representa gráficamente la secuencia de actividades de un proceso, los materiales o servicios que entran y salen, las decisiones, el equipamiento y las personas involucradas. </a:t>
            </a:r>
            <a:r>
              <a:rPr lang="es-ES" sz="2000" dirty="0">
                <a:effectLst/>
                <a:latin typeface="Century Gothic" panose="020B0502020202020204" pitchFamily="34" charset="0"/>
                <a:ea typeface="Times New Roman" panose="02020603050405020304" pitchFamily="18" charset="0"/>
              </a:rPr>
              <a:t>Utiliza rectángulos, óvalos, diamantes y otras figuras para definir el tipo de paso, junto con flechas conectoras que establecen el flujo y la secuencia.</a:t>
            </a:r>
            <a:endParaRPr lang="es-ES" sz="2000" dirty="0">
              <a:latin typeface="Century Gothic" panose="020B0502020202020204" pitchFamily="34" charset="0"/>
            </a:endParaRPr>
          </a:p>
        </p:txBody>
      </p:sp>
      <p:sp>
        <p:nvSpPr>
          <p:cNvPr id="5" name="CuadroTexto 4">
            <a:extLst>
              <a:ext uri="{FF2B5EF4-FFF2-40B4-BE49-F238E27FC236}">
                <a16:creationId xmlns:a16="http://schemas.microsoft.com/office/drawing/2014/main" id="{FC413F26-13C1-495B-8DDD-D19D168E5DEE}"/>
              </a:ext>
            </a:extLst>
          </p:cNvPr>
          <p:cNvSpPr txBox="1"/>
          <p:nvPr/>
        </p:nvSpPr>
        <p:spPr>
          <a:xfrm>
            <a:off x="681481" y="733222"/>
            <a:ext cx="4794258" cy="400110"/>
          </a:xfrm>
          <a:prstGeom prst="rect">
            <a:avLst/>
          </a:prstGeom>
          <a:solidFill>
            <a:srgbClr val="CC0099"/>
          </a:solidFill>
          <a:ln w="57150">
            <a:solidFill>
              <a:srgbClr val="CC0099"/>
            </a:solidFill>
          </a:ln>
        </p:spPr>
        <p:txBody>
          <a:bodyPr wrap="square" rtlCol="0">
            <a:spAutoFit/>
          </a:bodyPr>
          <a:lstStyle/>
          <a:p>
            <a:r>
              <a:rPr lang="es-ES" sz="2000" b="1" dirty="0">
                <a:solidFill>
                  <a:schemeClr val="bg1"/>
                </a:solidFill>
              </a:rPr>
              <a:t>Proceso de producción</a:t>
            </a:r>
          </a:p>
        </p:txBody>
      </p:sp>
      <p:sp>
        <p:nvSpPr>
          <p:cNvPr id="10" name="Marcador de contenido 2">
            <a:extLst>
              <a:ext uri="{FF2B5EF4-FFF2-40B4-BE49-F238E27FC236}">
                <a16:creationId xmlns:a16="http://schemas.microsoft.com/office/drawing/2014/main" id="{C7469F33-9140-4105-BEF5-842385CDA77B}"/>
              </a:ext>
            </a:extLst>
          </p:cNvPr>
          <p:cNvSpPr txBox="1">
            <a:spLocks/>
          </p:cNvSpPr>
          <p:nvPr/>
        </p:nvSpPr>
        <p:spPr>
          <a:xfrm>
            <a:off x="541496" y="3663669"/>
            <a:ext cx="6633028" cy="2280645"/>
          </a:xfrm>
          <a:prstGeom prst="rect">
            <a:avLst/>
          </a:prstGeom>
        </p:spPr>
        <p:txBody>
          <a:bodyPr vert="horz" lIns="91440" tIns="45720" rIns="91440" bIns="45720" rtlCol="0">
            <a:noAutofit/>
          </a:bodyPr>
          <a:lst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ES_tradnl" sz="1800" dirty="0">
                <a:latin typeface="Calibri" panose="020F0502020204030204" pitchFamily="34" charset="0"/>
                <a:ea typeface="Times New Roman" panose="02020603050405020304" pitchFamily="18" charset="0"/>
              </a:rPr>
              <a:t>Un ejemplo para cocinar un huevo para otra persona sería:</a:t>
            </a:r>
            <a:endParaRPr lang="es-ES" sz="1800" dirty="0">
              <a:latin typeface="Times New Roman" panose="02020603050405020304" pitchFamily="18" charset="0"/>
              <a:ea typeface="Times New Roman" panose="02020603050405020304" pitchFamily="18" charset="0"/>
            </a:endParaRPr>
          </a:p>
          <a:p>
            <a:pPr marL="342900" indent="-342900">
              <a:buFont typeface="Wingdings" panose="05000000000000000000" pitchFamily="2" charset="2"/>
              <a:buChar char=""/>
            </a:pPr>
            <a:r>
              <a:rPr lang="es-ES_tradnl" sz="1800" dirty="0">
                <a:latin typeface="Calibri" panose="020F0502020204030204" pitchFamily="34" charset="0"/>
                <a:ea typeface="Times New Roman" panose="02020603050405020304" pitchFamily="18" charset="0"/>
              </a:rPr>
              <a:t>Pregunto si quiere el huevo frito.</a:t>
            </a:r>
            <a:endParaRPr lang="es-ES" sz="1800" dirty="0">
              <a:latin typeface="Times New Roman" panose="02020603050405020304" pitchFamily="18" charset="0"/>
              <a:ea typeface="Times New Roman" panose="02020603050405020304" pitchFamily="18" charset="0"/>
            </a:endParaRPr>
          </a:p>
          <a:p>
            <a:pPr marL="342900" indent="-342900">
              <a:buFont typeface="Wingdings" panose="05000000000000000000" pitchFamily="2" charset="2"/>
              <a:buChar char=""/>
            </a:pPr>
            <a:r>
              <a:rPr lang="es-ES_tradnl" sz="1800" dirty="0">
                <a:latin typeface="Calibri" panose="020F0502020204030204" pitchFamily="34" charset="0"/>
                <a:ea typeface="Times New Roman" panose="02020603050405020304" pitchFamily="18" charset="0"/>
              </a:rPr>
              <a:t>Si me dice que si, lo frio, si me dice que no, lo hago hervido.</a:t>
            </a:r>
            <a:endParaRPr lang="es-ES" sz="1800" dirty="0">
              <a:latin typeface="Times New Roman" panose="02020603050405020304" pitchFamily="18" charset="0"/>
              <a:ea typeface="Times New Roman" panose="02020603050405020304" pitchFamily="18" charset="0"/>
            </a:endParaRPr>
          </a:p>
          <a:p>
            <a:pPr marL="342900" indent="-342900">
              <a:buFont typeface="Wingdings" panose="05000000000000000000" pitchFamily="2" charset="2"/>
              <a:buChar char=""/>
            </a:pPr>
            <a:r>
              <a:rPr lang="es-ES_tradnl" sz="1800" dirty="0">
                <a:latin typeface="Calibri" panose="020F0502020204030204" pitchFamily="34" charset="0"/>
                <a:ea typeface="Times New Roman" panose="02020603050405020304" pitchFamily="18" charset="0"/>
              </a:rPr>
              <a:t>Una vez cocinado le pregunto si quiere sal en el huevo.</a:t>
            </a:r>
            <a:endParaRPr lang="es-ES" sz="1800" dirty="0">
              <a:latin typeface="Times New Roman" panose="02020603050405020304" pitchFamily="18" charset="0"/>
              <a:ea typeface="Times New Roman" panose="02020603050405020304" pitchFamily="18" charset="0"/>
            </a:endParaRPr>
          </a:p>
          <a:p>
            <a:pPr marL="342900" indent="-342900">
              <a:buFont typeface="Wingdings" panose="05000000000000000000" pitchFamily="2" charset="2"/>
              <a:buChar char=""/>
            </a:pPr>
            <a:r>
              <a:rPr lang="es-ES_tradnl" sz="1800" dirty="0">
                <a:latin typeface="Calibri" panose="020F0502020204030204" pitchFamily="34" charset="0"/>
                <a:ea typeface="Times New Roman" panose="02020603050405020304" pitchFamily="18" charset="0"/>
              </a:rPr>
              <a:t>Si me dice que no, lo sirvo en el Plato, si me dice que si, le hecho sal y después lo sirvo en el plato.</a:t>
            </a:r>
            <a:endParaRPr lang="es-ES" sz="1800" dirty="0">
              <a:latin typeface="Times New Roman" panose="02020603050405020304" pitchFamily="18" charset="0"/>
              <a:ea typeface="Times New Roman" panose="02020603050405020304" pitchFamily="18" charset="0"/>
            </a:endParaRPr>
          </a:p>
        </p:txBody>
      </p:sp>
      <p:pic>
        <p:nvPicPr>
          <p:cNvPr id="11" name="Imagen 10">
            <a:extLst>
              <a:ext uri="{FF2B5EF4-FFF2-40B4-BE49-F238E27FC236}">
                <a16:creationId xmlns:a16="http://schemas.microsoft.com/office/drawing/2014/main" id="{758BC845-85C5-42B3-872D-418D94276D62}"/>
              </a:ext>
            </a:extLst>
          </p:cNvPr>
          <p:cNvPicPr>
            <a:picLocks noChangeAspect="1"/>
          </p:cNvPicPr>
          <p:nvPr/>
        </p:nvPicPr>
        <p:blipFill rotWithShape="1">
          <a:blip r:embed="rId2"/>
          <a:srcRect t="20794" b="28187"/>
          <a:stretch/>
        </p:blipFill>
        <p:spPr>
          <a:xfrm>
            <a:off x="7292534" y="3129795"/>
            <a:ext cx="4470512" cy="2747963"/>
          </a:xfrm>
          <a:prstGeom prst="rect">
            <a:avLst/>
          </a:prstGeom>
        </p:spPr>
      </p:pic>
    </p:spTree>
    <p:extLst>
      <p:ext uri="{BB962C8B-B14F-4D97-AF65-F5344CB8AC3E}">
        <p14:creationId xmlns:p14="http://schemas.microsoft.com/office/powerpoint/2010/main" val="38027888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3" name="CuadroTexto 2">
            <a:extLst>
              <a:ext uri="{FF2B5EF4-FFF2-40B4-BE49-F238E27FC236}">
                <a16:creationId xmlns:a16="http://schemas.microsoft.com/office/drawing/2014/main" id="{646E5976-104E-49A2-8CF8-D4529FF45076}"/>
              </a:ext>
            </a:extLst>
          </p:cNvPr>
          <p:cNvSpPr txBox="1">
            <a:spLocks noChangeArrowheads="1"/>
          </p:cNvSpPr>
          <p:nvPr/>
        </p:nvSpPr>
        <p:spPr bwMode="auto">
          <a:xfrm>
            <a:off x="2870202" y="2397125"/>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s-ES_tradnl" altLang="es-ES_tradnl"/>
          </a:p>
        </p:txBody>
      </p:sp>
      <p:sp>
        <p:nvSpPr>
          <p:cNvPr id="3" name="Título 2">
            <a:extLst>
              <a:ext uri="{FF2B5EF4-FFF2-40B4-BE49-F238E27FC236}">
                <a16:creationId xmlns:a16="http://schemas.microsoft.com/office/drawing/2014/main" id="{96C086F9-74FC-42C3-A82A-8C9A381C66BA}"/>
              </a:ext>
            </a:extLst>
          </p:cNvPr>
          <p:cNvSpPr>
            <a:spLocks noGrp="1"/>
          </p:cNvSpPr>
          <p:nvPr>
            <p:ph type="ctrTitle"/>
          </p:nvPr>
        </p:nvSpPr>
        <p:spPr>
          <a:xfrm>
            <a:off x="229678" y="168956"/>
            <a:ext cx="5188483" cy="624817"/>
          </a:xfrm>
        </p:spPr>
        <p:txBody>
          <a:bodyPr anchor="t">
            <a:normAutofit/>
          </a:bodyPr>
          <a:lstStyle/>
          <a:p>
            <a:r>
              <a:rPr lang="es-ES" sz="3200" b="1" dirty="0">
                <a:solidFill>
                  <a:srgbClr val="CC0099"/>
                </a:solidFill>
                <a:latin typeface="Century Gothic" panose="020B0502020202020204" pitchFamily="34" charset="0"/>
              </a:rPr>
              <a:t>1. El plan de operaciones</a:t>
            </a:r>
            <a:endParaRPr lang="es-ES" sz="3200" i="1" dirty="0">
              <a:solidFill>
                <a:srgbClr val="CC0099"/>
              </a:solidFill>
            </a:endParaRPr>
          </a:p>
        </p:txBody>
      </p:sp>
      <p:sp>
        <p:nvSpPr>
          <p:cNvPr id="7174" name="Marcador de número de diapositiva 1">
            <a:extLst>
              <a:ext uri="{FF2B5EF4-FFF2-40B4-BE49-F238E27FC236}">
                <a16:creationId xmlns:a16="http://schemas.microsoft.com/office/drawing/2014/main" id="{AE2B3835-AE90-431A-8A51-D0D5F1474078}"/>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32" indent="-285744">
              <a:defRPr>
                <a:solidFill>
                  <a:schemeClr val="tx1"/>
                </a:solidFill>
                <a:latin typeface="Arial" panose="020B0604020202020204" pitchFamily="34" charset="0"/>
              </a:defRPr>
            </a:lvl2pPr>
            <a:lvl3pPr marL="1142971" indent="-228594">
              <a:defRPr>
                <a:solidFill>
                  <a:schemeClr val="tx1"/>
                </a:solidFill>
                <a:latin typeface="Arial" panose="020B0604020202020204" pitchFamily="34" charset="0"/>
              </a:defRPr>
            </a:lvl3pPr>
            <a:lvl4pPr marL="1600160" indent="-228594">
              <a:defRPr>
                <a:solidFill>
                  <a:schemeClr val="tx1"/>
                </a:solidFill>
                <a:latin typeface="Arial" panose="020B0604020202020204" pitchFamily="34" charset="0"/>
              </a:defRPr>
            </a:lvl4pPr>
            <a:lvl5pPr marL="2057349" indent="-228594">
              <a:defRPr>
                <a:solidFill>
                  <a:schemeClr val="tx1"/>
                </a:solidFill>
                <a:latin typeface="Arial" panose="020B0604020202020204" pitchFamily="34" charset="0"/>
              </a:defRPr>
            </a:lvl5pPr>
            <a:lvl6pPr marL="2514537" indent="-228594" eaLnBrk="0" fontAlgn="base" hangingPunct="0">
              <a:spcBef>
                <a:spcPct val="0"/>
              </a:spcBef>
              <a:spcAft>
                <a:spcPct val="0"/>
              </a:spcAft>
              <a:defRPr>
                <a:solidFill>
                  <a:schemeClr val="tx1"/>
                </a:solidFill>
                <a:latin typeface="Arial" panose="020B0604020202020204" pitchFamily="34" charset="0"/>
              </a:defRPr>
            </a:lvl6pPr>
            <a:lvl7pPr marL="2971726" indent="-228594" eaLnBrk="0" fontAlgn="base" hangingPunct="0">
              <a:spcBef>
                <a:spcPct val="0"/>
              </a:spcBef>
              <a:spcAft>
                <a:spcPct val="0"/>
              </a:spcAft>
              <a:defRPr>
                <a:solidFill>
                  <a:schemeClr val="tx1"/>
                </a:solidFill>
                <a:latin typeface="Arial" panose="020B0604020202020204" pitchFamily="34" charset="0"/>
              </a:defRPr>
            </a:lvl7pPr>
            <a:lvl8pPr marL="3428914" indent="-228594" eaLnBrk="0" fontAlgn="base" hangingPunct="0">
              <a:spcBef>
                <a:spcPct val="0"/>
              </a:spcBef>
              <a:spcAft>
                <a:spcPct val="0"/>
              </a:spcAft>
              <a:defRPr>
                <a:solidFill>
                  <a:schemeClr val="tx1"/>
                </a:solidFill>
                <a:latin typeface="Arial" panose="020B0604020202020204" pitchFamily="34" charset="0"/>
              </a:defRPr>
            </a:lvl8pPr>
            <a:lvl9pPr marL="3886103" indent="-228594" eaLnBrk="0" fontAlgn="base" hangingPunct="0">
              <a:spcBef>
                <a:spcPct val="0"/>
              </a:spcBef>
              <a:spcAft>
                <a:spcPct val="0"/>
              </a:spcAft>
              <a:defRPr>
                <a:solidFill>
                  <a:schemeClr val="tx1"/>
                </a:solidFill>
                <a:latin typeface="Arial" panose="020B0604020202020204" pitchFamily="34" charset="0"/>
              </a:defRPr>
            </a:lvl9pPr>
          </a:lstStyle>
          <a:p>
            <a:fld id="{0A4E6959-A04E-4845-9864-356C1A785025}" type="slidenum">
              <a:rPr lang="es-ES" altLang="es-ES_tradnl" smtClean="0">
                <a:solidFill>
                  <a:srgbClr val="898989"/>
                </a:solidFill>
              </a:rPr>
              <a:pPr/>
              <a:t>14</a:t>
            </a:fld>
            <a:endParaRPr lang="es-ES" altLang="es-ES_tradnl">
              <a:solidFill>
                <a:srgbClr val="898989"/>
              </a:solidFill>
            </a:endParaRPr>
          </a:p>
        </p:txBody>
      </p:sp>
      <p:sp>
        <p:nvSpPr>
          <p:cNvPr id="15" name="CuadroTexto 14">
            <a:extLst>
              <a:ext uri="{FF2B5EF4-FFF2-40B4-BE49-F238E27FC236}">
                <a16:creationId xmlns:a16="http://schemas.microsoft.com/office/drawing/2014/main" id="{84B430D4-CFDF-49F2-82DE-64AB13982C2B}"/>
              </a:ext>
            </a:extLst>
          </p:cNvPr>
          <p:cNvSpPr txBox="1"/>
          <p:nvPr/>
        </p:nvSpPr>
        <p:spPr>
          <a:xfrm>
            <a:off x="387660" y="1094827"/>
            <a:ext cx="10788721" cy="4182171"/>
          </a:xfrm>
          <a:prstGeom prst="rect">
            <a:avLst/>
          </a:prstGeom>
          <a:noFill/>
        </p:spPr>
        <p:txBody>
          <a:bodyPr wrap="square">
            <a:spAutoFit/>
          </a:bodyPr>
          <a:lstStyle/>
          <a:p>
            <a:pPr algn="just">
              <a:lnSpc>
                <a:spcPct val="125000"/>
              </a:lnSpc>
              <a:spcBef>
                <a:spcPts val="451"/>
              </a:spcBef>
              <a:spcAft>
                <a:spcPts val="451"/>
              </a:spcAft>
            </a:pPr>
            <a:r>
              <a:rPr lang="es-ES" dirty="0">
                <a:latin typeface="Century Gothic" panose="020B0502020202020204" pitchFamily="34" charset="0"/>
              </a:rPr>
              <a:t>Distinguir entre los </a:t>
            </a:r>
            <a:r>
              <a:rPr lang="es-ES" b="1" dirty="0">
                <a:solidFill>
                  <a:srgbClr val="CC0099"/>
                </a:solidFill>
                <a:latin typeface="Century Gothic" panose="020B0502020202020204" pitchFamily="34" charset="0"/>
              </a:rPr>
              <a:t>costes fijos y variables </a:t>
            </a:r>
            <a:r>
              <a:rPr lang="es-ES" dirty="0">
                <a:latin typeface="Century Gothic" panose="020B0502020202020204" pitchFamily="34" charset="0"/>
              </a:rPr>
              <a:t>de una empresa es una de las primeras cuestiones que se tiene en cuenta cuando desarrollamos un estudio de</a:t>
            </a:r>
            <a:r>
              <a:rPr lang="es-ES" b="1" dirty="0">
                <a:latin typeface="Century Gothic" panose="020B0502020202020204" pitchFamily="34" charset="0"/>
              </a:rPr>
              <a:t> </a:t>
            </a:r>
            <a:r>
              <a:rPr lang="es-ES" b="1" dirty="0">
                <a:solidFill>
                  <a:srgbClr val="CC0099"/>
                </a:solidFill>
                <a:latin typeface="Century Gothic" panose="020B0502020202020204" pitchFamily="34" charset="0"/>
              </a:rPr>
              <a:t>viabilidad</a:t>
            </a:r>
            <a:r>
              <a:rPr lang="es-ES" dirty="0">
                <a:latin typeface="Century Gothic" panose="020B0502020202020204" pitchFamily="34" charset="0"/>
              </a:rPr>
              <a:t> y queremos conocer el coste total de la actividad para, de esta forma, establecer el </a:t>
            </a:r>
            <a:r>
              <a:rPr lang="es-ES" b="1" dirty="0">
                <a:solidFill>
                  <a:srgbClr val="CC0099"/>
                </a:solidFill>
                <a:latin typeface="Century Gothic" panose="020B0502020202020204" pitchFamily="34" charset="0"/>
              </a:rPr>
              <a:t>precio de venta </a:t>
            </a:r>
            <a:r>
              <a:rPr lang="es-ES" dirty="0">
                <a:latin typeface="Century Gothic" panose="020B0502020202020204" pitchFamily="34" charset="0"/>
              </a:rPr>
              <a:t>del producto o servicio. </a:t>
            </a:r>
          </a:p>
          <a:p>
            <a:pPr algn="just">
              <a:lnSpc>
                <a:spcPct val="125000"/>
              </a:lnSpc>
              <a:spcBef>
                <a:spcPts val="451"/>
              </a:spcBef>
              <a:spcAft>
                <a:spcPts val="451"/>
              </a:spcAft>
            </a:pPr>
            <a:r>
              <a:rPr lang="es-ES" dirty="0">
                <a:latin typeface="Century Gothic" panose="020B0502020202020204" pitchFamily="34" charset="0"/>
              </a:rPr>
              <a:t>Esto será determinante para calcular el máximo de costos y el mínimo de ventas para que el negocio sea rentable </a:t>
            </a:r>
            <a:r>
              <a:rPr lang="es-ES" dirty="0">
                <a:latin typeface="Century Gothic" panose="020B0502020202020204" pitchFamily="34" charset="0"/>
                <a:sym typeface="Wingdings" panose="05000000000000000000" pitchFamily="2" charset="2"/>
              </a:rPr>
              <a:t> </a:t>
            </a:r>
            <a:r>
              <a:rPr lang="es-ES" b="1" u="sng" dirty="0">
                <a:latin typeface="Century Gothic" panose="020B0502020202020204" pitchFamily="34" charset="0"/>
                <a:sym typeface="Wingdings" panose="05000000000000000000" pitchFamily="2" charset="2"/>
              </a:rPr>
              <a:t>ANÁLISIS DEL PUNTO MUERTO</a:t>
            </a:r>
            <a:endParaRPr lang="es-ES" altLang="es-ES_tradnl" sz="2000" dirty="0">
              <a:solidFill>
                <a:srgbClr val="000000"/>
              </a:solidFill>
              <a:latin typeface="Century Gothic" panose="020B0502020202020204" pitchFamily="34" charset="0"/>
              <a:cs typeface="Calibri" panose="020F0502020204030204" pitchFamily="34" charset="0"/>
            </a:endParaRPr>
          </a:p>
          <a:p>
            <a:pPr algn="ctr">
              <a:lnSpc>
                <a:spcPct val="125000"/>
              </a:lnSpc>
              <a:spcBef>
                <a:spcPts val="451"/>
              </a:spcBef>
              <a:spcAft>
                <a:spcPts val="451"/>
              </a:spcAft>
            </a:pPr>
            <a:r>
              <a:rPr lang="es-ES" altLang="es-ES_tradnl" sz="2000" u="sng" dirty="0">
                <a:solidFill>
                  <a:schemeClr val="accent5">
                    <a:lumMod val="75000"/>
                  </a:schemeClr>
                </a:solidFill>
                <a:latin typeface="Century Gothic" panose="020B0502020202020204" pitchFamily="34" charset="0"/>
                <a:cs typeface="Calibri" panose="020F0502020204030204" pitchFamily="34" charset="0"/>
              </a:rPr>
              <a:t>CLASIFICACIÓN DE LOS COSTES DE UNA EMPRESA</a:t>
            </a:r>
          </a:p>
          <a:p>
            <a:pPr marL="342891" indent="-342891" algn="just">
              <a:lnSpc>
                <a:spcPct val="125000"/>
              </a:lnSpc>
              <a:spcBef>
                <a:spcPts val="451"/>
              </a:spcBef>
              <a:spcAft>
                <a:spcPts val="451"/>
              </a:spcAft>
              <a:buFontTx/>
              <a:buChar char="-"/>
            </a:pPr>
            <a:r>
              <a:rPr lang="es-ES" altLang="es-ES_tradnl" sz="2000" b="1" dirty="0">
                <a:solidFill>
                  <a:srgbClr val="000000"/>
                </a:solidFill>
                <a:latin typeface="Century Gothic" panose="020B0502020202020204" pitchFamily="34" charset="0"/>
                <a:cs typeface="Calibri" panose="020F0502020204030204" pitchFamily="34" charset="0"/>
              </a:rPr>
              <a:t>Costes fijos: </a:t>
            </a:r>
            <a:r>
              <a:rPr lang="es-ES" altLang="es-ES_tradnl" sz="2000" dirty="0">
                <a:solidFill>
                  <a:srgbClr val="000000"/>
                </a:solidFill>
                <a:latin typeface="Century Gothic" panose="020B0502020202020204" pitchFamily="34" charset="0"/>
                <a:cs typeface="Calibri" panose="020F0502020204030204" pitchFamily="34" charset="0"/>
              </a:rPr>
              <a:t>No depende de la producción, son independientes y se generan periódicamente</a:t>
            </a:r>
          </a:p>
          <a:p>
            <a:pPr marL="342891" indent="-342891" algn="just">
              <a:lnSpc>
                <a:spcPct val="125000"/>
              </a:lnSpc>
              <a:spcBef>
                <a:spcPts val="451"/>
              </a:spcBef>
              <a:spcAft>
                <a:spcPts val="451"/>
              </a:spcAft>
              <a:buFontTx/>
              <a:buChar char="-"/>
            </a:pPr>
            <a:r>
              <a:rPr lang="es-ES" altLang="es-ES_tradnl" sz="2000" b="1" dirty="0">
                <a:solidFill>
                  <a:srgbClr val="000000"/>
                </a:solidFill>
                <a:latin typeface="Century Gothic" panose="020B0502020202020204" pitchFamily="34" charset="0"/>
                <a:cs typeface="Calibri" panose="020F0502020204030204" pitchFamily="34" charset="0"/>
              </a:rPr>
              <a:t>Costes variables: </a:t>
            </a:r>
            <a:r>
              <a:rPr lang="es-ES" altLang="es-ES_tradnl" sz="2000" dirty="0">
                <a:solidFill>
                  <a:srgbClr val="000000"/>
                </a:solidFill>
                <a:latin typeface="Century Gothic" panose="020B0502020202020204" pitchFamily="34" charset="0"/>
                <a:cs typeface="Calibri" panose="020F0502020204030204" pitchFamily="34" charset="0"/>
              </a:rPr>
              <a:t>Costes vinculados al volumen producción de una empresa.</a:t>
            </a:r>
          </a:p>
        </p:txBody>
      </p:sp>
      <p:sp>
        <p:nvSpPr>
          <p:cNvPr id="16" name="CuadroTexto 15">
            <a:extLst>
              <a:ext uri="{FF2B5EF4-FFF2-40B4-BE49-F238E27FC236}">
                <a16:creationId xmlns:a16="http://schemas.microsoft.com/office/drawing/2014/main" id="{24050C8B-41D7-47DD-A0EE-12C6E9249AAF}"/>
              </a:ext>
            </a:extLst>
          </p:cNvPr>
          <p:cNvSpPr txBox="1"/>
          <p:nvPr/>
        </p:nvSpPr>
        <p:spPr>
          <a:xfrm>
            <a:off x="662940" y="5485150"/>
            <a:ext cx="8607669" cy="1015663"/>
          </a:xfrm>
          <a:prstGeom prst="rect">
            <a:avLst/>
          </a:prstGeom>
          <a:ln w="57150">
            <a:solidFill>
              <a:srgbClr val="CC0099"/>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r>
              <a:rPr lang="es-ES" sz="2000" b="1" dirty="0"/>
              <a:t>COSTE TOTAL = COSTES FIJOS + (COSTES VARIABLES x Q)</a:t>
            </a:r>
          </a:p>
          <a:p>
            <a:endParaRPr lang="es-ES" sz="2000" b="1" dirty="0"/>
          </a:p>
          <a:p>
            <a:r>
              <a:rPr lang="es-ES" sz="2000" i="1" dirty="0"/>
              <a:t>(Q= Cantidad de servicios prestados o producto fabricado)</a:t>
            </a:r>
          </a:p>
        </p:txBody>
      </p:sp>
      <p:pic>
        <p:nvPicPr>
          <p:cNvPr id="17" name="Imagen 1">
            <a:extLst>
              <a:ext uri="{FF2B5EF4-FFF2-40B4-BE49-F238E27FC236}">
                <a16:creationId xmlns:a16="http://schemas.microsoft.com/office/drawing/2014/main" id="{48F80D3B-7B53-4445-9E5D-F9FA8340D8A4}"/>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649743" y="0"/>
            <a:ext cx="1408113"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CuadroTexto 8">
            <a:extLst>
              <a:ext uri="{FF2B5EF4-FFF2-40B4-BE49-F238E27FC236}">
                <a16:creationId xmlns:a16="http://schemas.microsoft.com/office/drawing/2014/main" id="{03CE6E48-8B7F-4F12-8FC9-A4AB8F82FB55}"/>
              </a:ext>
            </a:extLst>
          </p:cNvPr>
          <p:cNvSpPr txBox="1"/>
          <p:nvPr/>
        </p:nvSpPr>
        <p:spPr>
          <a:xfrm>
            <a:off x="473073" y="674108"/>
            <a:ext cx="4794258" cy="400110"/>
          </a:xfrm>
          <a:prstGeom prst="rect">
            <a:avLst/>
          </a:prstGeom>
          <a:solidFill>
            <a:srgbClr val="CC0099"/>
          </a:solidFill>
          <a:ln w="57150">
            <a:solidFill>
              <a:srgbClr val="CC0099"/>
            </a:solidFill>
          </a:ln>
        </p:spPr>
        <p:txBody>
          <a:bodyPr wrap="square" rtlCol="0">
            <a:spAutoFit/>
          </a:bodyPr>
          <a:lstStyle/>
          <a:p>
            <a:r>
              <a:rPr lang="es-ES" sz="2000" b="1" dirty="0">
                <a:solidFill>
                  <a:schemeClr val="bg1"/>
                </a:solidFill>
              </a:rPr>
              <a:t>Estructura de costes </a:t>
            </a:r>
          </a:p>
        </p:txBody>
      </p:sp>
    </p:spTree>
    <p:extLst>
      <p:ext uri="{BB962C8B-B14F-4D97-AF65-F5344CB8AC3E}">
        <p14:creationId xmlns:p14="http://schemas.microsoft.com/office/powerpoint/2010/main" val="15678643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3" name="CuadroTexto 2">
            <a:extLst>
              <a:ext uri="{FF2B5EF4-FFF2-40B4-BE49-F238E27FC236}">
                <a16:creationId xmlns:a16="http://schemas.microsoft.com/office/drawing/2014/main" id="{646E5976-104E-49A2-8CF8-D4529FF45076}"/>
              </a:ext>
            </a:extLst>
          </p:cNvPr>
          <p:cNvSpPr txBox="1">
            <a:spLocks noChangeArrowheads="1"/>
          </p:cNvSpPr>
          <p:nvPr/>
        </p:nvSpPr>
        <p:spPr bwMode="auto">
          <a:xfrm>
            <a:off x="2870202" y="2397125"/>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s-ES_tradnl" altLang="es-ES_tradnl"/>
          </a:p>
        </p:txBody>
      </p:sp>
      <p:sp>
        <p:nvSpPr>
          <p:cNvPr id="7174" name="Marcador de número de diapositiva 1">
            <a:extLst>
              <a:ext uri="{FF2B5EF4-FFF2-40B4-BE49-F238E27FC236}">
                <a16:creationId xmlns:a16="http://schemas.microsoft.com/office/drawing/2014/main" id="{AE2B3835-AE90-431A-8A51-D0D5F1474078}"/>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32" indent="-285744">
              <a:defRPr>
                <a:solidFill>
                  <a:schemeClr val="tx1"/>
                </a:solidFill>
                <a:latin typeface="Arial" panose="020B0604020202020204" pitchFamily="34" charset="0"/>
              </a:defRPr>
            </a:lvl2pPr>
            <a:lvl3pPr marL="1142971" indent="-228594">
              <a:defRPr>
                <a:solidFill>
                  <a:schemeClr val="tx1"/>
                </a:solidFill>
                <a:latin typeface="Arial" panose="020B0604020202020204" pitchFamily="34" charset="0"/>
              </a:defRPr>
            </a:lvl3pPr>
            <a:lvl4pPr marL="1600160" indent="-228594">
              <a:defRPr>
                <a:solidFill>
                  <a:schemeClr val="tx1"/>
                </a:solidFill>
                <a:latin typeface="Arial" panose="020B0604020202020204" pitchFamily="34" charset="0"/>
              </a:defRPr>
            </a:lvl4pPr>
            <a:lvl5pPr marL="2057349" indent="-228594">
              <a:defRPr>
                <a:solidFill>
                  <a:schemeClr val="tx1"/>
                </a:solidFill>
                <a:latin typeface="Arial" panose="020B0604020202020204" pitchFamily="34" charset="0"/>
              </a:defRPr>
            </a:lvl5pPr>
            <a:lvl6pPr marL="2514537" indent="-228594" eaLnBrk="0" fontAlgn="base" hangingPunct="0">
              <a:spcBef>
                <a:spcPct val="0"/>
              </a:spcBef>
              <a:spcAft>
                <a:spcPct val="0"/>
              </a:spcAft>
              <a:defRPr>
                <a:solidFill>
                  <a:schemeClr val="tx1"/>
                </a:solidFill>
                <a:latin typeface="Arial" panose="020B0604020202020204" pitchFamily="34" charset="0"/>
              </a:defRPr>
            </a:lvl6pPr>
            <a:lvl7pPr marL="2971726" indent="-228594" eaLnBrk="0" fontAlgn="base" hangingPunct="0">
              <a:spcBef>
                <a:spcPct val="0"/>
              </a:spcBef>
              <a:spcAft>
                <a:spcPct val="0"/>
              </a:spcAft>
              <a:defRPr>
                <a:solidFill>
                  <a:schemeClr val="tx1"/>
                </a:solidFill>
                <a:latin typeface="Arial" panose="020B0604020202020204" pitchFamily="34" charset="0"/>
              </a:defRPr>
            </a:lvl7pPr>
            <a:lvl8pPr marL="3428914" indent="-228594" eaLnBrk="0" fontAlgn="base" hangingPunct="0">
              <a:spcBef>
                <a:spcPct val="0"/>
              </a:spcBef>
              <a:spcAft>
                <a:spcPct val="0"/>
              </a:spcAft>
              <a:defRPr>
                <a:solidFill>
                  <a:schemeClr val="tx1"/>
                </a:solidFill>
                <a:latin typeface="Arial" panose="020B0604020202020204" pitchFamily="34" charset="0"/>
              </a:defRPr>
            </a:lvl8pPr>
            <a:lvl9pPr marL="3886103" indent="-228594" eaLnBrk="0" fontAlgn="base" hangingPunct="0">
              <a:spcBef>
                <a:spcPct val="0"/>
              </a:spcBef>
              <a:spcAft>
                <a:spcPct val="0"/>
              </a:spcAft>
              <a:defRPr>
                <a:solidFill>
                  <a:schemeClr val="tx1"/>
                </a:solidFill>
                <a:latin typeface="Arial" panose="020B0604020202020204" pitchFamily="34" charset="0"/>
              </a:defRPr>
            </a:lvl9pPr>
          </a:lstStyle>
          <a:p>
            <a:fld id="{0A4E6959-A04E-4845-9864-356C1A785025}" type="slidenum">
              <a:rPr lang="es-ES" altLang="es-ES_tradnl" smtClean="0">
                <a:solidFill>
                  <a:srgbClr val="898989"/>
                </a:solidFill>
              </a:rPr>
              <a:pPr/>
              <a:t>15</a:t>
            </a:fld>
            <a:endParaRPr lang="es-ES" altLang="es-ES_tradnl">
              <a:solidFill>
                <a:srgbClr val="898989"/>
              </a:solidFill>
            </a:endParaRPr>
          </a:p>
        </p:txBody>
      </p:sp>
      <p:sp>
        <p:nvSpPr>
          <p:cNvPr id="9" name="CuadroTexto 8">
            <a:extLst>
              <a:ext uri="{FF2B5EF4-FFF2-40B4-BE49-F238E27FC236}">
                <a16:creationId xmlns:a16="http://schemas.microsoft.com/office/drawing/2014/main" id="{4963F2F9-9729-49BD-8840-A15C50EFBEB3}"/>
              </a:ext>
            </a:extLst>
          </p:cNvPr>
          <p:cNvSpPr txBox="1"/>
          <p:nvPr/>
        </p:nvSpPr>
        <p:spPr>
          <a:xfrm>
            <a:off x="347745" y="886"/>
            <a:ext cx="4629794" cy="523220"/>
          </a:xfrm>
          <a:prstGeom prst="rect">
            <a:avLst/>
          </a:prstGeom>
          <a:noFill/>
        </p:spPr>
        <p:txBody>
          <a:bodyPr wrap="none" rtlCol="0">
            <a:spAutoFit/>
          </a:bodyPr>
          <a:lstStyle/>
          <a:p>
            <a:r>
              <a:rPr lang="es-ES" sz="2800" b="1" dirty="0">
                <a:solidFill>
                  <a:srgbClr val="CC0099"/>
                </a:solidFill>
                <a:latin typeface="Century Gothic" panose="020B0502020202020204" pitchFamily="34" charset="0"/>
              </a:rPr>
              <a:t>1. El plan de operaciones</a:t>
            </a:r>
            <a:endParaRPr lang="es-ES" sz="2800" i="1" dirty="0">
              <a:solidFill>
                <a:srgbClr val="CC0099"/>
              </a:solidFill>
            </a:endParaRPr>
          </a:p>
        </p:txBody>
      </p:sp>
      <p:sp>
        <p:nvSpPr>
          <p:cNvPr id="15" name="CuadroTexto 14">
            <a:extLst>
              <a:ext uri="{FF2B5EF4-FFF2-40B4-BE49-F238E27FC236}">
                <a16:creationId xmlns:a16="http://schemas.microsoft.com/office/drawing/2014/main" id="{84B430D4-CFDF-49F2-82DE-64AB13982C2B}"/>
              </a:ext>
            </a:extLst>
          </p:cNvPr>
          <p:cNvSpPr txBox="1"/>
          <p:nvPr/>
        </p:nvSpPr>
        <p:spPr>
          <a:xfrm>
            <a:off x="150472" y="881136"/>
            <a:ext cx="11907383" cy="5313891"/>
          </a:xfrm>
          <a:prstGeom prst="rect">
            <a:avLst/>
          </a:prstGeom>
          <a:noFill/>
        </p:spPr>
        <p:txBody>
          <a:bodyPr wrap="square">
            <a:spAutoFit/>
          </a:bodyPr>
          <a:lstStyle/>
          <a:p>
            <a:pPr algn="just">
              <a:lnSpc>
                <a:spcPct val="125000"/>
              </a:lnSpc>
              <a:spcBef>
                <a:spcPts val="451"/>
              </a:spcBef>
              <a:spcAft>
                <a:spcPts val="451"/>
              </a:spcAft>
            </a:pPr>
            <a:r>
              <a:rPr lang="es-ES" sz="2000" dirty="0"/>
              <a:t>Los principales </a:t>
            </a:r>
            <a:r>
              <a:rPr lang="es-ES" sz="2000" dirty="0">
                <a:solidFill>
                  <a:schemeClr val="accent5">
                    <a:lumMod val="50000"/>
                  </a:schemeClr>
                </a:solidFill>
              </a:rPr>
              <a:t>COSTES FIJOS </a:t>
            </a:r>
            <a:r>
              <a:rPr lang="es-ES" sz="2000" dirty="0"/>
              <a:t>que tienen la mayoría de los negocios son los siguientes </a:t>
            </a:r>
            <a:r>
              <a:rPr lang="es-ES" sz="2000" b="1" u="sng" dirty="0">
                <a:solidFill>
                  <a:schemeClr val="accent5">
                    <a:lumMod val="50000"/>
                  </a:schemeClr>
                </a:solidFill>
              </a:rPr>
              <a:t>gastos de explotación: </a:t>
            </a:r>
          </a:p>
          <a:p>
            <a:pPr algn="just">
              <a:lnSpc>
                <a:spcPct val="125000"/>
              </a:lnSpc>
              <a:spcBef>
                <a:spcPts val="451"/>
              </a:spcBef>
              <a:spcAft>
                <a:spcPts val="451"/>
              </a:spcAft>
            </a:pPr>
            <a:r>
              <a:rPr lang="es-ES" sz="2000" dirty="0"/>
              <a:t>• </a:t>
            </a:r>
            <a:r>
              <a:rPr lang="es-ES" sz="2000" b="1" dirty="0">
                <a:solidFill>
                  <a:schemeClr val="accent5">
                    <a:lumMod val="50000"/>
                  </a:schemeClr>
                </a:solidFill>
              </a:rPr>
              <a:t>Alquiler. </a:t>
            </a:r>
            <a:r>
              <a:rPr lang="es-ES" sz="2000" dirty="0"/>
              <a:t>En negocios con local. Es uno de los costes fijos más grandes. </a:t>
            </a:r>
          </a:p>
          <a:p>
            <a:pPr algn="just">
              <a:lnSpc>
                <a:spcPct val="125000"/>
              </a:lnSpc>
              <a:spcBef>
                <a:spcPts val="451"/>
              </a:spcBef>
              <a:spcAft>
                <a:spcPts val="451"/>
              </a:spcAft>
            </a:pPr>
            <a:r>
              <a:rPr lang="es-ES" sz="2000" dirty="0">
                <a:solidFill>
                  <a:schemeClr val="accent5">
                    <a:lumMod val="50000"/>
                  </a:schemeClr>
                </a:solidFill>
              </a:rPr>
              <a:t>• </a:t>
            </a:r>
            <a:r>
              <a:rPr lang="es-ES" sz="2000" b="1" dirty="0">
                <a:solidFill>
                  <a:schemeClr val="accent5">
                    <a:lumMod val="50000"/>
                  </a:schemeClr>
                </a:solidFill>
              </a:rPr>
              <a:t>Suministros</a:t>
            </a:r>
            <a:r>
              <a:rPr lang="es-ES" sz="2000" b="1" dirty="0"/>
              <a:t>. </a:t>
            </a:r>
            <a:r>
              <a:rPr lang="es-ES" sz="2000" dirty="0"/>
              <a:t>Gastos de teléfono, conexión a Internet, luz, agua, gas, etc. </a:t>
            </a:r>
          </a:p>
          <a:p>
            <a:pPr algn="just">
              <a:lnSpc>
                <a:spcPct val="125000"/>
              </a:lnSpc>
              <a:spcBef>
                <a:spcPts val="451"/>
              </a:spcBef>
              <a:spcAft>
                <a:spcPts val="451"/>
              </a:spcAft>
            </a:pPr>
            <a:r>
              <a:rPr lang="es-ES" sz="2000" dirty="0">
                <a:solidFill>
                  <a:schemeClr val="accent5">
                    <a:lumMod val="50000"/>
                  </a:schemeClr>
                </a:solidFill>
              </a:rPr>
              <a:t>•</a:t>
            </a:r>
            <a:r>
              <a:rPr lang="es-ES" sz="2000" b="1" dirty="0">
                <a:solidFill>
                  <a:schemeClr val="accent5">
                    <a:lumMod val="50000"/>
                  </a:schemeClr>
                </a:solidFill>
              </a:rPr>
              <a:t>Profesionales independientes</a:t>
            </a:r>
            <a:r>
              <a:rPr lang="es-ES" sz="2000" dirty="0">
                <a:solidFill>
                  <a:schemeClr val="accent5">
                    <a:lumMod val="50000"/>
                  </a:schemeClr>
                </a:solidFill>
              </a:rPr>
              <a:t>. </a:t>
            </a:r>
            <a:r>
              <a:rPr lang="es-ES" sz="2000" dirty="0"/>
              <a:t>Normalmente gastos de gestoría.. </a:t>
            </a:r>
          </a:p>
          <a:p>
            <a:pPr algn="just">
              <a:lnSpc>
                <a:spcPct val="125000"/>
              </a:lnSpc>
              <a:spcBef>
                <a:spcPts val="451"/>
              </a:spcBef>
              <a:spcAft>
                <a:spcPts val="451"/>
              </a:spcAft>
            </a:pPr>
            <a:r>
              <a:rPr lang="es-ES" sz="2000" dirty="0">
                <a:solidFill>
                  <a:schemeClr val="accent5">
                    <a:lumMod val="50000"/>
                  </a:schemeClr>
                </a:solidFill>
              </a:rPr>
              <a:t>• </a:t>
            </a:r>
            <a:r>
              <a:rPr lang="es-ES" sz="2000" b="1" dirty="0">
                <a:solidFill>
                  <a:schemeClr val="accent5">
                    <a:lumMod val="50000"/>
                  </a:schemeClr>
                </a:solidFill>
              </a:rPr>
              <a:t>Comunicación / publicidad. </a:t>
            </a:r>
            <a:r>
              <a:rPr lang="es-ES" sz="2000" dirty="0"/>
              <a:t>Gastos de mantenimiento de la web, folletos, bolsas, anuncios, etc. </a:t>
            </a:r>
          </a:p>
          <a:p>
            <a:pPr algn="just">
              <a:lnSpc>
                <a:spcPct val="125000"/>
              </a:lnSpc>
              <a:spcBef>
                <a:spcPts val="451"/>
              </a:spcBef>
              <a:spcAft>
                <a:spcPts val="451"/>
              </a:spcAft>
            </a:pPr>
            <a:r>
              <a:rPr lang="es-ES" sz="2000" dirty="0">
                <a:solidFill>
                  <a:schemeClr val="accent5">
                    <a:lumMod val="50000"/>
                  </a:schemeClr>
                </a:solidFill>
              </a:rPr>
              <a:t>• </a:t>
            </a:r>
            <a:r>
              <a:rPr lang="es-ES" sz="2000" b="1" dirty="0">
                <a:solidFill>
                  <a:schemeClr val="accent5">
                    <a:lumMod val="50000"/>
                  </a:schemeClr>
                </a:solidFill>
              </a:rPr>
              <a:t>Conservación. </a:t>
            </a:r>
            <a:r>
              <a:rPr lang="es-ES" sz="2000" dirty="0"/>
              <a:t>Gastos de mantenimiento del local y limpieza.</a:t>
            </a:r>
          </a:p>
          <a:p>
            <a:pPr algn="just">
              <a:lnSpc>
                <a:spcPct val="125000"/>
              </a:lnSpc>
              <a:spcBef>
                <a:spcPts val="451"/>
              </a:spcBef>
              <a:spcAft>
                <a:spcPts val="451"/>
              </a:spcAft>
            </a:pPr>
            <a:r>
              <a:rPr lang="es-ES" sz="2000" dirty="0">
                <a:solidFill>
                  <a:schemeClr val="accent5">
                    <a:lumMod val="50000"/>
                  </a:schemeClr>
                </a:solidFill>
              </a:rPr>
              <a:t>• </a:t>
            </a:r>
            <a:r>
              <a:rPr lang="es-ES" sz="2000" b="1" dirty="0">
                <a:solidFill>
                  <a:schemeClr val="accent5">
                    <a:lumMod val="50000"/>
                  </a:schemeClr>
                </a:solidFill>
              </a:rPr>
              <a:t>Gastos de constitución de la empresa</a:t>
            </a:r>
            <a:r>
              <a:rPr lang="es-ES" sz="2000" dirty="0"/>
              <a:t>, en el caso de que sea una Sociedad Mercantil (gastos de notario, registro, etc.). </a:t>
            </a:r>
          </a:p>
          <a:p>
            <a:pPr algn="just">
              <a:lnSpc>
                <a:spcPct val="125000"/>
              </a:lnSpc>
              <a:spcBef>
                <a:spcPts val="451"/>
              </a:spcBef>
              <a:spcAft>
                <a:spcPts val="451"/>
              </a:spcAft>
            </a:pPr>
            <a:r>
              <a:rPr lang="es-ES" sz="2000" dirty="0">
                <a:solidFill>
                  <a:schemeClr val="accent5">
                    <a:lumMod val="50000"/>
                  </a:schemeClr>
                </a:solidFill>
              </a:rPr>
              <a:t>• </a:t>
            </a:r>
            <a:r>
              <a:rPr lang="es-ES" sz="2000" b="1" dirty="0">
                <a:solidFill>
                  <a:schemeClr val="accent5">
                    <a:lumMod val="50000"/>
                  </a:schemeClr>
                </a:solidFill>
              </a:rPr>
              <a:t>Seguros. </a:t>
            </a:r>
            <a:r>
              <a:rPr lang="es-ES" sz="2000" dirty="0"/>
              <a:t>Seguro del local y seguro de responsabilidad civil</a:t>
            </a:r>
          </a:p>
          <a:p>
            <a:pPr algn="just">
              <a:lnSpc>
                <a:spcPct val="125000"/>
              </a:lnSpc>
              <a:spcBef>
                <a:spcPts val="451"/>
              </a:spcBef>
              <a:spcAft>
                <a:spcPts val="451"/>
              </a:spcAft>
            </a:pPr>
            <a:r>
              <a:rPr lang="es-ES" sz="2000" dirty="0"/>
              <a:t>La suma de todos estos gastos más los </a:t>
            </a:r>
            <a:r>
              <a:rPr lang="es-ES" sz="2000" b="1" dirty="0">
                <a:solidFill>
                  <a:schemeClr val="accent5">
                    <a:lumMod val="50000"/>
                  </a:schemeClr>
                </a:solidFill>
              </a:rPr>
              <a:t>gastos de personal </a:t>
            </a:r>
            <a:r>
              <a:rPr lang="es-ES" sz="2000" dirty="0"/>
              <a:t>suponen los gastos fijos mensuales.</a:t>
            </a:r>
          </a:p>
        </p:txBody>
      </p:sp>
      <p:pic>
        <p:nvPicPr>
          <p:cNvPr id="10" name="Imagen 1">
            <a:extLst>
              <a:ext uri="{FF2B5EF4-FFF2-40B4-BE49-F238E27FC236}">
                <a16:creationId xmlns:a16="http://schemas.microsoft.com/office/drawing/2014/main" id="{0AB1BEE8-9E7E-4CE9-9357-E19C64ADBAB0}"/>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649743" y="0"/>
            <a:ext cx="1408113"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CuadroTexto 10">
            <a:extLst>
              <a:ext uri="{FF2B5EF4-FFF2-40B4-BE49-F238E27FC236}">
                <a16:creationId xmlns:a16="http://schemas.microsoft.com/office/drawing/2014/main" id="{F8A6F49D-BE54-4A94-86CB-8F937186867D}"/>
              </a:ext>
            </a:extLst>
          </p:cNvPr>
          <p:cNvSpPr txBox="1"/>
          <p:nvPr/>
        </p:nvSpPr>
        <p:spPr>
          <a:xfrm>
            <a:off x="484533" y="481026"/>
            <a:ext cx="4794258" cy="400110"/>
          </a:xfrm>
          <a:prstGeom prst="rect">
            <a:avLst/>
          </a:prstGeom>
          <a:solidFill>
            <a:srgbClr val="CC0099"/>
          </a:solidFill>
          <a:ln w="57150">
            <a:solidFill>
              <a:srgbClr val="CC0099"/>
            </a:solidFill>
          </a:ln>
        </p:spPr>
        <p:txBody>
          <a:bodyPr wrap="square" rtlCol="0">
            <a:spAutoFit/>
          </a:bodyPr>
          <a:lstStyle/>
          <a:p>
            <a:r>
              <a:rPr lang="es-ES" sz="2000" b="1" dirty="0">
                <a:solidFill>
                  <a:schemeClr val="bg1"/>
                </a:solidFill>
              </a:rPr>
              <a:t>Estructura de costes </a:t>
            </a:r>
          </a:p>
        </p:txBody>
      </p:sp>
    </p:spTree>
    <p:extLst>
      <p:ext uri="{BB962C8B-B14F-4D97-AF65-F5344CB8AC3E}">
        <p14:creationId xmlns:p14="http://schemas.microsoft.com/office/powerpoint/2010/main" val="18394016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3" name="CuadroTexto 2">
            <a:extLst>
              <a:ext uri="{FF2B5EF4-FFF2-40B4-BE49-F238E27FC236}">
                <a16:creationId xmlns:a16="http://schemas.microsoft.com/office/drawing/2014/main" id="{646E5976-104E-49A2-8CF8-D4529FF45076}"/>
              </a:ext>
            </a:extLst>
          </p:cNvPr>
          <p:cNvSpPr txBox="1">
            <a:spLocks noChangeArrowheads="1"/>
          </p:cNvSpPr>
          <p:nvPr/>
        </p:nvSpPr>
        <p:spPr bwMode="auto">
          <a:xfrm>
            <a:off x="2870202" y="2397125"/>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s-ES_tradnl" altLang="es-ES_tradnl"/>
          </a:p>
        </p:txBody>
      </p:sp>
      <p:sp>
        <p:nvSpPr>
          <p:cNvPr id="3" name="Título 2">
            <a:extLst>
              <a:ext uri="{FF2B5EF4-FFF2-40B4-BE49-F238E27FC236}">
                <a16:creationId xmlns:a16="http://schemas.microsoft.com/office/drawing/2014/main" id="{A563F552-369D-4FFF-A36F-78E36B6696FD}"/>
              </a:ext>
            </a:extLst>
          </p:cNvPr>
          <p:cNvSpPr>
            <a:spLocks noGrp="1"/>
          </p:cNvSpPr>
          <p:nvPr>
            <p:ph type="ctrTitle"/>
          </p:nvPr>
        </p:nvSpPr>
        <p:spPr>
          <a:xfrm>
            <a:off x="156563" y="81570"/>
            <a:ext cx="5859438" cy="632805"/>
          </a:xfrm>
        </p:spPr>
        <p:txBody>
          <a:bodyPr anchor="t">
            <a:normAutofit/>
          </a:bodyPr>
          <a:lstStyle/>
          <a:p>
            <a:r>
              <a:rPr lang="es-ES" sz="3200" b="1" dirty="0">
                <a:solidFill>
                  <a:srgbClr val="CC0099"/>
                </a:solidFill>
                <a:latin typeface="Century Gothic" panose="020B0502020202020204" pitchFamily="34" charset="0"/>
              </a:rPr>
              <a:t>1. El plan de operaciones</a:t>
            </a:r>
            <a:endParaRPr lang="es-ES" sz="3200" i="1" dirty="0">
              <a:solidFill>
                <a:srgbClr val="CC0099"/>
              </a:solidFill>
            </a:endParaRPr>
          </a:p>
        </p:txBody>
      </p:sp>
      <p:sp>
        <p:nvSpPr>
          <p:cNvPr id="7174" name="Marcador de número de diapositiva 1">
            <a:extLst>
              <a:ext uri="{FF2B5EF4-FFF2-40B4-BE49-F238E27FC236}">
                <a16:creationId xmlns:a16="http://schemas.microsoft.com/office/drawing/2014/main" id="{AE2B3835-AE90-431A-8A51-D0D5F1474078}"/>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32" indent="-285744">
              <a:defRPr>
                <a:solidFill>
                  <a:schemeClr val="tx1"/>
                </a:solidFill>
                <a:latin typeface="Arial" panose="020B0604020202020204" pitchFamily="34" charset="0"/>
              </a:defRPr>
            </a:lvl2pPr>
            <a:lvl3pPr marL="1142971" indent="-228594">
              <a:defRPr>
                <a:solidFill>
                  <a:schemeClr val="tx1"/>
                </a:solidFill>
                <a:latin typeface="Arial" panose="020B0604020202020204" pitchFamily="34" charset="0"/>
              </a:defRPr>
            </a:lvl3pPr>
            <a:lvl4pPr marL="1600160" indent="-228594">
              <a:defRPr>
                <a:solidFill>
                  <a:schemeClr val="tx1"/>
                </a:solidFill>
                <a:latin typeface="Arial" panose="020B0604020202020204" pitchFamily="34" charset="0"/>
              </a:defRPr>
            </a:lvl4pPr>
            <a:lvl5pPr marL="2057349" indent="-228594">
              <a:defRPr>
                <a:solidFill>
                  <a:schemeClr val="tx1"/>
                </a:solidFill>
                <a:latin typeface="Arial" panose="020B0604020202020204" pitchFamily="34" charset="0"/>
              </a:defRPr>
            </a:lvl5pPr>
            <a:lvl6pPr marL="2514537" indent="-228594" eaLnBrk="0" fontAlgn="base" hangingPunct="0">
              <a:spcBef>
                <a:spcPct val="0"/>
              </a:spcBef>
              <a:spcAft>
                <a:spcPct val="0"/>
              </a:spcAft>
              <a:defRPr>
                <a:solidFill>
                  <a:schemeClr val="tx1"/>
                </a:solidFill>
                <a:latin typeface="Arial" panose="020B0604020202020204" pitchFamily="34" charset="0"/>
              </a:defRPr>
            </a:lvl6pPr>
            <a:lvl7pPr marL="2971726" indent="-228594" eaLnBrk="0" fontAlgn="base" hangingPunct="0">
              <a:spcBef>
                <a:spcPct val="0"/>
              </a:spcBef>
              <a:spcAft>
                <a:spcPct val="0"/>
              </a:spcAft>
              <a:defRPr>
                <a:solidFill>
                  <a:schemeClr val="tx1"/>
                </a:solidFill>
                <a:latin typeface="Arial" panose="020B0604020202020204" pitchFamily="34" charset="0"/>
              </a:defRPr>
            </a:lvl7pPr>
            <a:lvl8pPr marL="3428914" indent="-228594" eaLnBrk="0" fontAlgn="base" hangingPunct="0">
              <a:spcBef>
                <a:spcPct val="0"/>
              </a:spcBef>
              <a:spcAft>
                <a:spcPct val="0"/>
              </a:spcAft>
              <a:defRPr>
                <a:solidFill>
                  <a:schemeClr val="tx1"/>
                </a:solidFill>
                <a:latin typeface="Arial" panose="020B0604020202020204" pitchFamily="34" charset="0"/>
              </a:defRPr>
            </a:lvl8pPr>
            <a:lvl9pPr marL="3886103" indent="-228594" eaLnBrk="0" fontAlgn="base" hangingPunct="0">
              <a:spcBef>
                <a:spcPct val="0"/>
              </a:spcBef>
              <a:spcAft>
                <a:spcPct val="0"/>
              </a:spcAft>
              <a:defRPr>
                <a:solidFill>
                  <a:schemeClr val="tx1"/>
                </a:solidFill>
                <a:latin typeface="Arial" panose="020B0604020202020204" pitchFamily="34" charset="0"/>
              </a:defRPr>
            </a:lvl9pPr>
          </a:lstStyle>
          <a:p>
            <a:fld id="{0A4E6959-A04E-4845-9864-356C1A785025}" type="slidenum">
              <a:rPr lang="es-ES" altLang="es-ES_tradnl" smtClean="0">
                <a:solidFill>
                  <a:srgbClr val="898989"/>
                </a:solidFill>
              </a:rPr>
              <a:pPr/>
              <a:t>16</a:t>
            </a:fld>
            <a:endParaRPr lang="es-ES" altLang="es-ES_tradnl">
              <a:solidFill>
                <a:srgbClr val="898989"/>
              </a:solidFill>
            </a:endParaRPr>
          </a:p>
        </p:txBody>
      </p:sp>
      <p:sp>
        <p:nvSpPr>
          <p:cNvPr id="15" name="CuadroTexto 14">
            <a:extLst>
              <a:ext uri="{FF2B5EF4-FFF2-40B4-BE49-F238E27FC236}">
                <a16:creationId xmlns:a16="http://schemas.microsoft.com/office/drawing/2014/main" id="{84B430D4-CFDF-49F2-82DE-64AB13982C2B}"/>
              </a:ext>
            </a:extLst>
          </p:cNvPr>
          <p:cNvSpPr txBox="1"/>
          <p:nvPr/>
        </p:nvSpPr>
        <p:spPr>
          <a:xfrm>
            <a:off x="296600" y="1715022"/>
            <a:ext cx="11057200" cy="3646768"/>
          </a:xfrm>
          <a:prstGeom prst="rect">
            <a:avLst/>
          </a:prstGeom>
          <a:noFill/>
        </p:spPr>
        <p:txBody>
          <a:bodyPr wrap="square">
            <a:spAutoFit/>
          </a:bodyPr>
          <a:lstStyle/>
          <a:p>
            <a:pPr algn="just">
              <a:lnSpc>
                <a:spcPct val="125000"/>
              </a:lnSpc>
              <a:spcBef>
                <a:spcPts val="451"/>
              </a:spcBef>
              <a:spcAft>
                <a:spcPts val="451"/>
              </a:spcAft>
            </a:pPr>
            <a:r>
              <a:rPr lang="es-ES" sz="2000" b="1" dirty="0">
                <a:solidFill>
                  <a:schemeClr val="accent5">
                    <a:lumMod val="50000"/>
                  </a:schemeClr>
                </a:solidFill>
              </a:rPr>
              <a:t>GASTOS O COSTES VARIABLES </a:t>
            </a:r>
            <a:r>
              <a:rPr lang="es-ES" sz="2000" dirty="0"/>
              <a:t>(asociados a la producción).la </a:t>
            </a:r>
          </a:p>
          <a:p>
            <a:pPr algn="just">
              <a:lnSpc>
                <a:spcPct val="125000"/>
              </a:lnSpc>
              <a:spcBef>
                <a:spcPts val="451"/>
              </a:spcBef>
              <a:spcAft>
                <a:spcPts val="451"/>
              </a:spcAft>
            </a:pPr>
            <a:r>
              <a:rPr lang="es-ES" sz="2000" dirty="0"/>
              <a:t>En el caso de una prestación de servicios profesionales serán muy pequeños o incluso inexistentes, pero en el caso de un negocio de comercio, hostelería o fabricación suponen un coste importante. </a:t>
            </a:r>
          </a:p>
          <a:p>
            <a:pPr algn="just">
              <a:lnSpc>
                <a:spcPct val="125000"/>
              </a:lnSpc>
              <a:spcBef>
                <a:spcPts val="451"/>
              </a:spcBef>
              <a:spcAft>
                <a:spcPts val="451"/>
              </a:spcAft>
            </a:pPr>
            <a:r>
              <a:rPr lang="es-ES" sz="2000" dirty="0"/>
              <a:t>Los más habituales son: </a:t>
            </a:r>
          </a:p>
          <a:p>
            <a:pPr algn="just">
              <a:lnSpc>
                <a:spcPct val="125000"/>
              </a:lnSpc>
              <a:spcBef>
                <a:spcPts val="451"/>
              </a:spcBef>
              <a:spcAft>
                <a:spcPts val="451"/>
              </a:spcAft>
            </a:pPr>
            <a:r>
              <a:rPr lang="es-ES" sz="2000" b="1" dirty="0">
                <a:solidFill>
                  <a:schemeClr val="accent5">
                    <a:lumMod val="50000"/>
                  </a:schemeClr>
                </a:solidFill>
              </a:rPr>
              <a:t>• Compra de materias primas. </a:t>
            </a:r>
          </a:p>
          <a:p>
            <a:pPr algn="just">
              <a:lnSpc>
                <a:spcPct val="125000"/>
              </a:lnSpc>
              <a:spcBef>
                <a:spcPts val="451"/>
              </a:spcBef>
              <a:spcAft>
                <a:spcPts val="451"/>
              </a:spcAft>
            </a:pPr>
            <a:r>
              <a:rPr lang="es-ES" sz="2000" b="1" dirty="0">
                <a:solidFill>
                  <a:schemeClr val="accent5">
                    <a:lumMod val="50000"/>
                  </a:schemeClr>
                </a:solidFill>
              </a:rPr>
              <a:t>• Servicios de otras empresas. </a:t>
            </a:r>
            <a:r>
              <a:rPr lang="es-ES" sz="2000" dirty="0"/>
              <a:t>Como puede ser el transporte de los productos, o la subcontratación de parte de la actividad, pago a colaboradores, etc. </a:t>
            </a:r>
          </a:p>
        </p:txBody>
      </p:sp>
      <p:pic>
        <p:nvPicPr>
          <p:cNvPr id="7" name="Imagen 1">
            <a:extLst>
              <a:ext uri="{FF2B5EF4-FFF2-40B4-BE49-F238E27FC236}">
                <a16:creationId xmlns:a16="http://schemas.microsoft.com/office/drawing/2014/main" id="{5D9F8675-E0C6-4F87-B79A-8E328582FE3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649743" y="0"/>
            <a:ext cx="1408113"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CuadroTexto 8">
            <a:extLst>
              <a:ext uri="{FF2B5EF4-FFF2-40B4-BE49-F238E27FC236}">
                <a16:creationId xmlns:a16="http://schemas.microsoft.com/office/drawing/2014/main" id="{57F921D2-8D53-46AB-AB57-B92F40BB3E4D}"/>
              </a:ext>
            </a:extLst>
          </p:cNvPr>
          <p:cNvSpPr txBox="1"/>
          <p:nvPr/>
        </p:nvSpPr>
        <p:spPr>
          <a:xfrm>
            <a:off x="657804" y="616414"/>
            <a:ext cx="4794258" cy="400110"/>
          </a:xfrm>
          <a:prstGeom prst="rect">
            <a:avLst/>
          </a:prstGeom>
          <a:solidFill>
            <a:srgbClr val="CC0099"/>
          </a:solidFill>
          <a:ln w="57150">
            <a:solidFill>
              <a:srgbClr val="CC0099"/>
            </a:solidFill>
          </a:ln>
        </p:spPr>
        <p:txBody>
          <a:bodyPr wrap="square" rtlCol="0">
            <a:spAutoFit/>
          </a:bodyPr>
          <a:lstStyle/>
          <a:p>
            <a:r>
              <a:rPr lang="es-ES" sz="2000" b="1" dirty="0">
                <a:solidFill>
                  <a:schemeClr val="bg1"/>
                </a:solidFill>
              </a:rPr>
              <a:t>Estructura de costes </a:t>
            </a:r>
          </a:p>
        </p:txBody>
      </p:sp>
    </p:spTree>
    <p:extLst>
      <p:ext uri="{BB962C8B-B14F-4D97-AF65-F5344CB8AC3E}">
        <p14:creationId xmlns:p14="http://schemas.microsoft.com/office/powerpoint/2010/main" val="30206150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D46934B4-7FFC-4471-87EC-81DA1742BF3E}"/>
              </a:ext>
            </a:extLst>
          </p:cNvPr>
          <p:cNvSpPr>
            <a:spLocks noGrp="1"/>
          </p:cNvSpPr>
          <p:nvPr>
            <p:ph type="ctrTitle"/>
          </p:nvPr>
        </p:nvSpPr>
        <p:spPr>
          <a:xfrm>
            <a:off x="788193" y="990599"/>
            <a:ext cx="8484324" cy="523220"/>
          </a:xfrm>
        </p:spPr>
        <p:txBody>
          <a:bodyPr>
            <a:normAutofit fontScale="90000"/>
          </a:bodyPr>
          <a:lstStyle/>
          <a:p>
            <a:pPr eaLnBrk="1" hangingPunct="1"/>
            <a:r>
              <a:rPr lang="es-ES_tradnl" altLang="es-ES_tradnl" sz="2800" b="1" dirty="0">
                <a:solidFill>
                  <a:schemeClr val="tx2"/>
                </a:solidFill>
                <a:latin typeface="Calibri" panose="020F0502020204030204" pitchFamily="34" charset="0"/>
                <a:cs typeface="Calibri" panose="020F0502020204030204" pitchFamily="34" charset="0"/>
              </a:rPr>
              <a:t>CÁLCULO DEL PUNTO MUERTO O UMBRAL DE RENTABILIDAD</a:t>
            </a:r>
            <a:endParaRPr lang="es-ES" altLang="es-ES_tradnl" sz="2800" b="1" dirty="0">
              <a:solidFill>
                <a:schemeClr val="tx2"/>
              </a:solidFill>
              <a:latin typeface="Calibri" panose="020F0502020204030204" pitchFamily="34" charset="0"/>
              <a:cs typeface="Calibri" panose="020F0502020204030204" pitchFamily="34" charset="0"/>
            </a:endParaRPr>
          </a:p>
        </p:txBody>
      </p:sp>
      <p:sp>
        <p:nvSpPr>
          <p:cNvPr id="2051" name="Rectangle 3">
            <a:extLst>
              <a:ext uri="{FF2B5EF4-FFF2-40B4-BE49-F238E27FC236}">
                <a16:creationId xmlns:a16="http://schemas.microsoft.com/office/drawing/2014/main" id="{86463E19-3D19-4F7A-8F79-D26A46704BD7}"/>
              </a:ext>
            </a:extLst>
          </p:cNvPr>
          <p:cNvSpPr>
            <a:spLocks noGrp="1" noChangeArrowheads="1"/>
          </p:cNvSpPr>
          <p:nvPr>
            <p:ph type="subTitle" idx="1"/>
          </p:nvPr>
        </p:nvSpPr>
        <p:spPr>
          <a:xfrm>
            <a:off x="796130" y="1741161"/>
            <a:ext cx="9853613" cy="4429125"/>
          </a:xfrm>
        </p:spPr>
        <p:txBody>
          <a:bodyPr rtlCol="0">
            <a:normAutofit/>
          </a:bodyPr>
          <a:lstStyle/>
          <a:p>
            <a:pPr algn="just">
              <a:lnSpc>
                <a:spcPct val="80000"/>
              </a:lnSpc>
              <a:defRPr/>
            </a:pPr>
            <a:r>
              <a:rPr lang="es-ES_tradnl" altLang="es-ES_tradnl" sz="2000" dirty="0">
                <a:latin typeface="Century Gothic" panose="020B0502020202020204" pitchFamily="34" charset="0"/>
              </a:rPr>
              <a:t>Es el volumen de ventas que es necesario para que la empresa o departamento cubra la totalidad de sus costes</a:t>
            </a:r>
          </a:p>
          <a:p>
            <a:pPr algn="just">
              <a:lnSpc>
                <a:spcPct val="80000"/>
              </a:lnSpc>
              <a:defRPr/>
            </a:pPr>
            <a:r>
              <a:rPr lang="es-ES_tradnl" altLang="es-ES_tradnl" sz="2000" dirty="0">
                <a:latin typeface="Century Gothic" panose="020B0502020202020204" pitchFamily="34" charset="0"/>
              </a:rPr>
              <a:t>  Se llama:</a:t>
            </a:r>
          </a:p>
          <a:p>
            <a:pPr>
              <a:lnSpc>
                <a:spcPct val="80000"/>
              </a:lnSpc>
              <a:defRPr/>
            </a:pPr>
            <a:endParaRPr lang="es-ES_tradnl" altLang="es-ES_tradnl" sz="2800" b="1" dirty="0"/>
          </a:p>
          <a:p>
            <a:pPr>
              <a:lnSpc>
                <a:spcPct val="80000"/>
              </a:lnSpc>
              <a:defRPr/>
            </a:pPr>
            <a:endParaRPr lang="es-ES_tradnl" altLang="es-ES_tradnl" sz="2800" b="1" dirty="0"/>
          </a:p>
          <a:p>
            <a:pPr algn="just">
              <a:lnSpc>
                <a:spcPct val="80000"/>
              </a:lnSpc>
              <a:defRPr/>
            </a:pPr>
            <a:endParaRPr lang="es-ES_tradnl" altLang="es-ES_tradnl" b="1" dirty="0"/>
          </a:p>
          <a:p>
            <a:pPr algn="just">
              <a:lnSpc>
                <a:spcPct val="80000"/>
              </a:lnSpc>
              <a:defRPr/>
            </a:pPr>
            <a:endParaRPr lang="es-ES_tradnl" altLang="es-ES_tradnl" b="1" dirty="0"/>
          </a:p>
          <a:p>
            <a:pPr algn="just">
              <a:lnSpc>
                <a:spcPct val="80000"/>
              </a:lnSpc>
              <a:defRPr/>
            </a:pPr>
            <a:endParaRPr lang="es-ES" altLang="es-ES_tradnl" sz="1951" b="1" dirty="0"/>
          </a:p>
        </p:txBody>
      </p:sp>
      <p:sp>
        <p:nvSpPr>
          <p:cNvPr id="15366" name="Marcador de número de diapositiva 1">
            <a:extLst>
              <a:ext uri="{FF2B5EF4-FFF2-40B4-BE49-F238E27FC236}">
                <a16:creationId xmlns:a16="http://schemas.microsoft.com/office/drawing/2014/main" id="{6C9D8C7C-BEAA-4BAB-8E7B-74346D36F9D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32" indent="-285744">
              <a:defRPr>
                <a:solidFill>
                  <a:schemeClr val="tx1"/>
                </a:solidFill>
                <a:latin typeface="Arial" panose="020B0604020202020204" pitchFamily="34" charset="0"/>
              </a:defRPr>
            </a:lvl2pPr>
            <a:lvl3pPr marL="1142971" indent="-228594">
              <a:defRPr>
                <a:solidFill>
                  <a:schemeClr val="tx1"/>
                </a:solidFill>
                <a:latin typeface="Arial" panose="020B0604020202020204" pitchFamily="34" charset="0"/>
              </a:defRPr>
            </a:lvl3pPr>
            <a:lvl4pPr marL="1600160" indent="-228594">
              <a:defRPr>
                <a:solidFill>
                  <a:schemeClr val="tx1"/>
                </a:solidFill>
                <a:latin typeface="Arial" panose="020B0604020202020204" pitchFamily="34" charset="0"/>
              </a:defRPr>
            </a:lvl4pPr>
            <a:lvl5pPr marL="2057349" indent="-228594">
              <a:defRPr>
                <a:solidFill>
                  <a:schemeClr val="tx1"/>
                </a:solidFill>
                <a:latin typeface="Arial" panose="020B0604020202020204" pitchFamily="34" charset="0"/>
              </a:defRPr>
            </a:lvl5pPr>
            <a:lvl6pPr marL="2514537" indent="-228594" eaLnBrk="0" fontAlgn="base" hangingPunct="0">
              <a:spcBef>
                <a:spcPct val="0"/>
              </a:spcBef>
              <a:spcAft>
                <a:spcPct val="0"/>
              </a:spcAft>
              <a:defRPr>
                <a:solidFill>
                  <a:schemeClr val="tx1"/>
                </a:solidFill>
                <a:latin typeface="Arial" panose="020B0604020202020204" pitchFamily="34" charset="0"/>
              </a:defRPr>
            </a:lvl6pPr>
            <a:lvl7pPr marL="2971726" indent="-228594" eaLnBrk="0" fontAlgn="base" hangingPunct="0">
              <a:spcBef>
                <a:spcPct val="0"/>
              </a:spcBef>
              <a:spcAft>
                <a:spcPct val="0"/>
              </a:spcAft>
              <a:defRPr>
                <a:solidFill>
                  <a:schemeClr val="tx1"/>
                </a:solidFill>
                <a:latin typeface="Arial" panose="020B0604020202020204" pitchFamily="34" charset="0"/>
              </a:defRPr>
            </a:lvl7pPr>
            <a:lvl8pPr marL="3428914" indent="-228594" eaLnBrk="0" fontAlgn="base" hangingPunct="0">
              <a:spcBef>
                <a:spcPct val="0"/>
              </a:spcBef>
              <a:spcAft>
                <a:spcPct val="0"/>
              </a:spcAft>
              <a:defRPr>
                <a:solidFill>
                  <a:schemeClr val="tx1"/>
                </a:solidFill>
                <a:latin typeface="Arial" panose="020B0604020202020204" pitchFamily="34" charset="0"/>
              </a:defRPr>
            </a:lvl8pPr>
            <a:lvl9pPr marL="3886103" indent="-228594" eaLnBrk="0" fontAlgn="base" hangingPunct="0">
              <a:spcBef>
                <a:spcPct val="0"/>
              </a:spcBef>
              <a:spcAft>
                <a:spcPct val="0"/>
              </a:spcAft>
              <a:defRPr>
                <a:solidFill>
                  <a:schemeClr val="tx1"/>
                </a:solidFill>
                <a:latin typeface="Arial" panose="020B0604020202020204" pitchFamily="34" charset="0"/>
              </a:defRPr>
            </a:lvl9pPr>
          </a:lstStyle>
          <a:p>
            <a:fld id="{8D8D5635-E33A-4EBA-BA1E-1EC37AF4E96B}" type="slidenum">
              <a:rPr lang="es-ES" altLang="es-ES_tradnl" smtClean="0">
                <a:solidFill>
                  <a:srgbClr val="898989"/>
                </a:solidFill>
              </a:rPr>
              <a:pPr/>
              <a:t>17</a:t>
            </a:fld>
            <a:endParaRPr lang="es-ES" altLang="es-ES_tradnl">
              <a:solidFill>
                <a:srgbClr val="898989"/>
              </a:solidFill>
            </a:endParaRPr>
          </a:p>
        </p:txBody>
      </p:sp>
      <p:sp>
        <p:nvSpPr>
          <p:cNvPr id="15365" name="CuadroTexto 2">
            <a:extLst>
              <a:ext uri="{FF2B5EF4-FFF2-40B4-BE49-F238E27FC236}">
                <a16:creationId xmlns:a16="http://schemas.microsoft.com/office/drawing/2014/main" id="{8AFFB444-E2DA-43E0-AD8F-45E31A6F2A56}"/>
              </a:ext>
            </a:extLst>
          </p:cNvPr>
          <p:cNvSpPr txBox="1">
            <a:spLocks noChangeArrowheads="1"/>
          </p:cNvSpPr>
          <p:nvPr/>
        </p:nvSpPr>
        <p:spPr bwMode="auto">
          <a:xfrm>
            <a:off x="2870202" y="2397125"/>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s-ES_tradnl" altLang="es-ES_tradnl"/>
          </a:p>
        </p:txBody>
      </p:sp>
      <p:sp>
        <p:nvSpPr>
          <p:cNvPr id="15367" name="CuadroTexto 2">
            <a:extLst>
              <a:ext uri="{FF2B5EF4-FFF2-40B4-BE49-F238E27FC236}">
                <a16:creationId xmlns:a16="http://schemas.microsoft.com/office/drawing/2014/main" id="{59C959CC-BD40-4296-9DFB-0A6784C9BD85}"/>
              </a:ext>
            </a:extLst>
          </p:cNvPr>
          <p:cNvSpPr txBox="1">
            <a:spLocks noChangeArrowheads="1"/>
          </p:cNvSpPr>
          <p:nvPr/>
        </p:nvSpPr>
        <p:spPr bwMode="auto">
          <a:xfrm>
            <a:off x="788195" y="2800047"/>
            <a:ext cx="4631531" cy="1323439"/>
          </a:xfrm>
          <a:prstGeom prst="rect">
            <a:avLst/>
          </a:prstGeom>
          <a:ln/>
        </p:spPr>
        <p:style>
          <a:lnRef idx="2">
            <a:schemeClr val="accent3"/>
          </a:lnRef>
          <a:fillRef idx="1">
            <a:schemeClr val="lt1"/>
          </a:fillRef>
          <a:effectRef idx="0">
            <a:schemeClr val="accent3"/>
          </a:effectRef>
          <a:fontRef idx="minor">
            <a:schemeClr val="dk1"/>
          </a:fontRef>
        </p:style>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s-ES" altLang="es-ES" sz="2000" b="1" u="sng" dirty="0">
                <a:solidFill>
                  <a:schemeClr val="tx2"/>
                </a:solidFill>
              </a:rPr>
              <a:t>PUNTO MUERTO</a:t>
            </a:r>
            <a:r>
              <a:rPr lang="es-ES" altLang="es-ES" sz="2000" b="1" dirty="0">
                <a:solidFill>
                  <a:schemeClr val="tx2"/>
                </a:solidFill>
              </a:rPr>
              <a:t> </a:t>
            </a:r>
          </a:p>
          <a:p>
            <a:r>
              <a:rPr lang="es-ES" altLang="es-ES" sz="2000" b="1" dirty="0">
                <a:solidFill>
                  <a:schemeClr val="tx2"/>
                </a:solidFill>
              </a:rPr>
              <a:t>porque con ese volumen de ventas la empresa no obtiene ni pérdidas ni beneficios.</a:t>
            </a:r>
          </a:p>
        </p:txBody>
      </p:sp>
      <p:sp>
        <p:nvSpPr>
          <p:cNvPr id="15368" name="CuadroTexto 8">
            <a:extLst>
              <a:ext uri="{FF2B5EF4-FFF2-40B4-BE49-F238E27FC236}">
                <a16:creationId xmlns:a16="http://schemas.microsoft.com/office/drawing/2014/main" id="{C739D03E-AEDF-4281-B362-B8230F24120C}"/>
              </a:ext>
            </a:extLst>
          </p:cNvPr>
          <p:cNvSpPr txBox="1">
            <a:spLocks noChangeArrowheads="1"/>
          </p:cNvSpPr>
          <p:nvPr/>
        </p:nvSpPr>
        <p:spPr bwMode="auto">
          <a:xfrm>
            <a:off x="788193" y="4237157"/>
            <a:ext cx="4631531" cy="1323439"/>
          </a:xfrm>
          <a:prstGeom prst="rect">
            <a:avLst/>
          </a:prstGeom>
          <a:ln/>
        </p:spPr>
        <p:style>
          <a:lnRef idx="2">
            <a:schemeClr val="accent3"/>
          </a:lnRef>
          <a:fillRef idx="1">
            <a:schemeClr val="lt1"/>
          </a:fillRef>
          <a:effectRef idx="0">
            <a:schemeClr val="accent3"/>
          </a:effectRef>
          <a:fontRef idx="minor">
            <a:schemeClr val="dk1"/>
          </a:fontRef>
        </p:style>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s-ES" altLang="es-ES" sz="2000" b="1" u="sng" dirty="0">
                <a:solidFill>
                  <a:schemeClr val="tx2"/>
                </a:solidFill>
              </a:rPr>
              <a:t>UMBRAL DE RENTABILIDAD</a:t>
            </a:r>
          </a:p>
          <a:p>
            <a:pPr algn="just"/>
            <a:r>
              <a:rPr lang="es-ES" altLang="es-ES" sz="2000" b="1" dirty="0">
                <a:solidFill>
                  <a:schemeClr val="tx2"/>
                </a:solidFill>
              </a:rPr>
              <a:t>porque a partir de ese punto la empresa empieza a obtener beneficios.</a:t>
            </a:r>
          </a:p>
        </p:txBody>
      </p:sp>
      <p:sp>
        <p:nvSpPr>
          <p:cNvPr id="9" name="CuadroTexto 8">
            <a:extLst>
              <a:ext uri="{FF2B5EF4-FFF2-40B4-BE49-F238E27FC236}">
                <a16:creationId xmlns:a16="http://schemas.microsoft.com/office/drawing/2014/main" id="{984159F7-EEF6-499D-B262-3DA999ABA65D}"/>
              </a:ext>
            </a:extLst>
          </p:cNvPr>
          <p:cNvSpPr txBox="1"/>
          <p:nvPr/>
        </p:nvSpPr>
        <p:spPr>
          <a:xfrm>
            <a:off x="400561" y="119299"/>
            <a:ext cx="3974165" cy="461665"/>
          </a:xfrm>
          <a:prstGeom prst="rect">
            <a:avLst/>
          </a:prstGeom>
          <a:noFill/>
        </p:spPr>
        <p:txBody>
          <a:bodyPr wrap="none" rtlCol="0">
            <a:spAutoFit/>
          </a:bodyPr>
          <a:lstStyle/>
          <a:p>
            <a:r>
              <a:rPr lang="es-ES" sz="2400" b="1" dirty="0">
                <a:solidFill>
                  <a:srgbClr val="CC0099"/>
                </a:solidFill>
                <a:latin typeface="Century Gothic" panose="020B0502020202020204" pitchFamily="34" charset="0"/>
              </a:rPr>
              <a:t>1. El plan de operaciones</a:t>
            </a:r>
            <a:endParaRPr lang="es-ES" sz="2400" i="1" dirty="0">
              <a:solidFill>
                <a:srgbClr val="CC0099"/>
              </a:solidFill>
            </a:endParaRPr>
          </a:p>
        </p:txBody>
      </p:sp>
      <p:sp>
        <p:nvSpPr>
          <p:cNvPr id="10" name="Rectangle 3">
            <a:extLst>
              <a:ext uri="{FF2B5EF4-FFF2-40B4-BE49-F238E27FC236}">
                <a16:creationId xmlns:a16="http://schemas.microsoft.com/office/drawing/2014/main" id="{4A08A8A9-510B-4C25-A3C3-BBE26D0A2266}"/>
              </a:ext>
            </a:extLst>
          </p:cNvPr>
          <p:cNvSpPr txBox="1">
            <a:spLocks noChangeArrowheads="1"/>
          </p:cNvSpPr>
          <p:nvPr/>
        </p:nvSpPr>
        <p:spPr>
          <a:xfrm>
            <a:off x="5868197" y="2582069"/>
            <a:ext cx="5711031" cy="3285331"/>
          </a:xfrm>
          <a:prstGeom prst="rect">
            <a:avLst/>
          </a:prstGeom>
        </p:spPr>
        <p:style>
          <a:lnRef idx="2">
            <a:schemeClr val="accent1"/>
          </a:lnRef>
          <a:fillRef idx="1">
            <a:schemeClr val="lt1"/>
          </a:fillRef>
          <a:effectRef idx="0">
            <a:schemeClr val="accent1"/>
          </a:effectRef>
          <a:fontRef idx="minor">
            <a:schemeClr val="dk1"/>
          </a:fontRef>
        </p:style>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80000"/>
              </a:lnSpc>
              <a:defRPr/>
            </a:pPr>
            <a:r>
              <a:rPr lang="es-ES_tradnl" altLang="es-ES_tradnl" sz="1800" b="1" dirty="0"/>
              <a:t>DEPENDE DE:</a:t>
            </a:r>
          </a:p>
          <a:p>
            <a:pPr algn="l">
              <a:lnSpc>
                <a:spcPct val="80000"/>
              </a:lnSpc>
              <a:defRPr/>
            </a:pPr>
            <a:endParaRPr lang="es-ES_tradnl" altLang="es-ES_tradnl" sz="1800" b="1" dirty="0"/>
          </a:p>
          <a:p>
            <a:pPr marL="457189" indent="-457189" algn="l">
              <a:lnSpc>
                <a:spcPct val="80000"/>
              </a:lnSpc>
              <a:buFont typeface="Wingdings" panose="05000000000000000000" pitchFamily="2" charset="2"/>
              <a:buChar char="Ø"/>
              <a:defRPr/>
            </a:pPr>
            <a:r>
              <a:rPr lang="es-ES_tradnl" altLang="es-ES_tradnl" sz="1800" dirty="0"/>
              <a:t>Los </a:t>
            </a:r>
            <a:r>
              <a:rPr lang="es-ES_tradnl" altLang="es-ES_tradnl" sz="1800" b="1" dirty="0">
                <a:solidFill>
                  <a:srgbClr val="881A0E"/>
                </a:solidFill>
              </a:rPr>
              <a:t>INGRESOS</a:t>
            </a:r>
            <a:r>
              <a:rPr lang="es-ES_tradnl" altLang="es-ES_tradnl" sz="1800" dirty="0"/>
              <a:t> de la empresa, es decir, del volumen de ventas realizadas.</a:t>
            </a:r>
          </a:p>
          <a:p>
            <a:pPr marL="457189" indent="-457189" algn="l">
              <a:lnSpc>
                <a:spcPct val="80000"/>
              </a:lnSpc>
              <a:buFont typeface="Wingdings" panose="05000000000000000000" pitchFamily="2" charset="2"/>
              <a:buChar char="Ø"/>
              <a:defRPr/>
            </a:pPr>
            <a:r>
              <a:rPr lang="es-ES_tradnl" altLang="es-ES_tradnl" sz="1800" dirty="0"/>
              <a:t>Los </a:t>
            </a:r>
            <a:r>
              <a:rPr lang="es-ES_tradnl" altLang="es-ES_tradnl" sz="1800" b="1" dirty="0">
                <a:solidFill>
                  <a:srgbClr val="881A0E"/>
                </a:solidFill>
              </a:rPr>
              <a:t>COSTES </a:t>
            </a:r>
            <a:r>
              <a:rPr lang="es-ES_tradnl" altLang="es-ES_tradnl" sz="1800" dirty="0"/>
              <a:t>de la empresa:</a:t>
            </a:r>
          </a:p>
          <a:p>
            <a:pPr marL="457189" indent="-457189" algn="l">
              <a:lnSpc>
                <a:spcPct val="80000"/>
              </a:lnSpc>
              <a:buFont typeface="Wingdings" panose="05000000000000000000" pitchFamily="2" charset="2"/>
              <a:buChar char="Ø"/>
              <a:defRPr/>
            </a:pPr>
            <a:endParaRPr lang="es-ES_tradnl" altLang="es-ES_tradnl" sz="1800" dirty="0"/>
          </a:p>
          <a:p>
            <a:pPr marL="800080" lvl="1" indent="-457189" algn="l">
              <a:lnSpc>
                <a:spcPct val="80000"/>
              </a:lnSpc>
              <a:buFont typeface="Wingdings" panose="05000000000000000000" pitchFamily="2" charset="2"/>
              <a:buChar char="v"/>
              <a:defRPr/>
            </a:pPr>
            <a:r>
              <a:rPr lang="es-ES_tradnl" altLang="es-ES_tradnl" sz="1600" b="1" dirty="0"/>
              <a:t>Costes fijos</a:t>
            </a:r>
            <a:r>
              <a:rPr lang="es-ES_tradnl" altLang="es-ES_tradnl" sz="1600" dirty="0"/>
              <a:t>, que son independentes del volumen de actividad, es decir del número de unidades vendidas (Q).</a:t>
            </a:r>
          </a:p>
          <a:p>
            <a:pPr lvl="3" algn="l">
              <a:lnSpc>
                <a:spcPct val="80000"/>
              </a:lnSpc>
              <a:defRPr/>
            </a:pPr>
            <a:endParaRPr lang="es-ES_tradnl" altLang="es-ES_tradnl" dirty="0"/>
          </a:p>
          <a:p>
            <a:pPr marL="800080" lvl="1" indent="-457189" algn="l">
              <a:lnSpc>
                <a:spcPct val="80000"/>
              </a:lnSpc>
              <a:buFont typeface="Wingdings" panose="05000000000000000000" pitchFamily="2" charset="2"/>
              <a:buChar char="v"/>
              <a:defRPr/>
            </a:pPr>
            <a:r>
              <a:rPr lang="es-ES_tradnl" altLang="es-ES_tradnl" sz="1600" b="1" dirty="0"/>
              <a:t>Costes variables</a:t>
            </a:r>
            <a:r>
              <a:rPr lang="es-ES_tradnl" altLang="es-ES_tradnl" sz="1600" dirty="0"/>
              <a:t>, que aumentan con el volumen de actividad, a mayor producción mayores costes.</a:t>
            </a:r>
            <a:endParaRPr lang="es-ES_tradnl" altLang="es-ES_tradnl" sz="2400" dirty="0"/>
          </a:p>
          <a:p>
            <a:pPr algn="just">
              <a:lnSpc>
                <a:spcPct val="80000"/>
              </a:lnSpc>
              <a:defRPr/>
            </a:pPr>
            <a:endParaRPr lang="es-ES" altLang="es-ES_tradnl" sz="1951" b="1" dirty="0"/>
          </a:p>
        </p:txBody>
      </p:sp>
      <p:pic>
        <p:nvPicPr>
          <p:cNvPr id="11" name="Imagen 1">
            <a:extLst>
              <a:ext uri="{FF2B5EF4-FFF2-40B4-BE49-F238E27FC236}">
                <a16:creationId xmlns:a16="http://schemas.microsoft.com/office/drawing/2014/main" id="{60658809-969C-475F-B76B-5412D20142DC}"/>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649743" y="0"/>
            <a:ext cx="1408113"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CuadroTexto 12">
            <a:extLst>
              <a:ext uri="{FF2B5EF4-FFF2-40B4-BE49-F238E27FC236}">
                <a16:creationId xmlns:a16="http://schemas.microsoft.com/office/drawing/2014/main" id="{38E836AC-1BDF-4E14-8900-1CAF165493EC}"/>
              </a:ext>
            </a:extLst>
          </p:cNvPr>
          <p:cNvSpPr txBox="1"/>
          <p:nvPr/>
        </p:nvSpPr>
        <p:spPr>
          <a:xfrm>
            <a:off x="484533" y="534461"/>
            <a:ext cx="4794258" cy="400110"/>
          </a:xfrm>
          <a:prstGeom prst="rect">
            <a:avLst/>
          </a:prstGeom>
          <a:solidFill>
            <a:srgbClr val="CC0099"/>
          </a:solidFill>
          <a:ln w="57150">
            <a:solidFill>
              <a:srgbClr val="CC0099"/>
            </a:solidFill>
          </a:ln>
        </p:spPr>
        <p:txBody>
          <a:bodyPr wrap="square" rtlCol="0">
            <a:spAutoFit/>
          </a:bodyPr>
          <a:lstStyle/>
          <a:p>
            <a:r>
              <a:rPr lang="es-ES" sz="2000" b="1" dirty="0">
                <a:solidFill>
                  <a:schemeClr val="bg1"/>
                </a:solidFill>
              </a:rPr>
              <a:t>Estructura de costes </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D46934B4-7FFC-4471-87EC-81DA1742BF3E}"/>
              </a:ext>
            </a:extLst>
          </p:cNvPr>
          <p:cNvSpPr>
            <a:spLocks noGrp="1"/>
          </p:cNvSpPr>
          <p:nvPr>
            <p:ph type="ctrTitle"/>
          </p:nvPr>
        </p:nvSpPr>
        <p:spPr>
          <a:xfrm>
            <a:off x="1657604" y="1279583"/>
            <a:ext cx="8484324" cy="523220"/>
          </a:xfrm>
        </p:spPr>
        <p:txBody>
          <a:bodyPr>
            <a:normAutofit fontScale="90000"/>
          </a:bodyPr>
          <a:lstStyle/>
          <a:p>
            <a:pPr eaLnBrk="1" hangingPunct="1"/>
            <a:r>
              <a:rPr lang="es-ES_tradnl" altLang="es-ES_tradnl" sz="2800" b="1" i="1" dirty="0">
                <a:solidFill>
                  <a:schemeClr val="tx2"/>
                </a:solidFill>
                <a:latin typeface="Calibri" panose="020F0502020204030204" pitchFamily="34" charset="0"/>
                <a:cs typeface="Calibri" panose="020F0502020204030204" pitchFamily="34" charset="0"/>
              </a:rPr>
              <a:t>CÁLCULO DEL PUNTO MUERTO O UMBRAL DE RENTABILIDAD</a:t>
            </a:r>
            <a:endParaRPr lang="es-ES" altLang="es-ES_tradnl" sz="2800" b="1" i="1" dirty="0">
              <a:solidFill>
                <a:schemeClr val="tx2"/>
              </a:solidFill>
              <a:latin typeface="Calibri" panose="020F0502020204030204" pitchFamily="34" charset="0"/>
              <a:cs typeface="Calibri" panose="020F0502020204030204" pitchFamily="34" charset="0"/>
            </a:endParaRPr>
          </a:p>
        </p:txBody>
      </p:sp>
      <p:sp>
        <p:nvSpPr>
          <p:cNvPr id="15366" name="Marcador de número de diapositiva 1">
            <a:extLst>
              <a:ext uri="{FF2B5EF4-FFF2-40B4-BE49-F238E27FC236}">
                <a16:creationId xmlns:a16="http://schemas.microsoft.com/office/drawing/2014/main" id="{6C9D8C7C-BEAA-4BAB-8E7B-74346D36F9D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32" indent="-285744">
              <a:defRPr>
                <a:solidFill>
                  <a:schemeClr val="tx1"/>
                </a:solidFill>
                <a:latin typeface="Arial" panose="020B0604020202020204" pitchFamily="34" charset="0"/>
              </a:defRPr>
            </a:lvl2pPr>
            <a:lvl3pPr marL="1142971" indent="-228594">
              <a:defRPr>
                <a:solidFill>
                  <a:schemeClr val="tx1"/>
                </a:solidFill>
                <a:latin typeface="Arial" panose="020B0604020202020204" pitchFamily="34" charset="0"/>
              </a:defRPr>
            </a:lvl3pPr>
            <a:lvl4pPr marL="1600160" indent="-228594">
              <a:defRPr>
                <a:solidFill>
                  <a:schemeClr val="tx1"/>
                </a:solidFill>
                <a:latin typeface="Arial" panose="020B0604020202020204" pitchFamily="34" charset="0"/>
              </a:defRPr>
            </a:lvl4pPr>
            <a:lvl5pPr marL="2057349" indent="-228594">
              <a:defRPr>
                <a:solidFill>
                  <a:schemeClr val="tx1"/>
                </a:solidFill>
                <a:latin typeface="Arial" panose="020B0604020202020204" pitchFamily="34" charset="0"/>
              </a:defRPr>
            </a:lvl5pPr>
            <a:lvl6pPr marL="2514537" indent="-228594" eaLnBrk="0" fontAlgn="base" hangingPunct="0">
              <a:spcBef>
                <a:spcPct val="0"/>
              </a:spcBef>
              <a:spcAft>
                <a:spcPct val="0"/>
              </a:spcAft>
              <a:defRPr>
                <a:solidFill>
                  <a:schemeClr val="tx1"/>
                </a:solidFill>
                <a:latin typeface="Arial" panose="020B0604020202020204" pitchFamily="34" charset="0"/>
              </a:defRPr>
            </a:lvl6pPr>
            <a:lvl7pPr marL="2971726" indent="-228594" eaLnBrk="0" fontAlgn="base" hangingPunct="0">
              <a:spcBef>
                <a:spcPct val="0"/>
              </a:spcBef>
              <a:spcAft>
                <a:spcPct val="0"/>
              </a:spcAft>
              <a:defRPr>
                <a:solidFill>
                  <a:schemeClr val="tx1"/>
                </a:solidFill>
                <a:latin typeface="Arial" panose="020B0604020202020204" pitchFamily="34" charset="0"/>
              </a:defRPr>
            </a:lvl7pPr>
            <a:lvl8pPr marL="3428914" indent="-228594" eaLnBrk="0" fontAlgn="base" hangingPunct="0">
              <a:spcBef>
                <a:spcPct val="0"/>
              </a:spcBef>
              <a:spcAft>
                <a:spcPct val="0"/>
              </a:spcAft>
              <a:defRPr>
                <a:solidFill>
                  <a:schemeClr val="tx1"/>
                </a:solidFill>
                <a:latin typeface="Arial" panose="020B0604020202020204" pitchFamily="34" charset="0"/>
              </a:defRPr>
            </a:lvl8pPr>
            <a:lvl9pPr marL="3886103" indent="-228594" eaLnBrk="0" fontAlgn="base" hangingPunct="0">
              <a:spcBef>
                <a:spcPct val="0"/>
              </a:spcBef>
              <a:spcAft>
                <a:spcPct val="0"/>
              </a:spcAft>
              <a:defRPr>
                <a:solidFill>
                  <a:schemeClr val="tx1"/>
                </a:solidFill>
                <a:latin typeface="Arial" panose="020B0604020202020204" pitchFamily="34" charset="0"/>
              </a:defRPr>
            </a:lvl9pPr>
          </a:lstStyle>
          <a:p>
            <a:fld id="{8D8D5635-E33A-4EBA-BA1E-1EC37AF4E96B}" type="slidenum">
              <a:rPr lang="es-ES" altLang="es-ES_tradnl" smtClean="0">
                <a:solidFill>
                  <a:srgbClr val="898989"/>
                </a:solidFill>
              </a:rPr>
              <a:pPr/>
              <a:t>18</a:t>
            </a:fld>
            <a:endParaRPr lang="es-ES" altLang="es-ES_tradnl">
              <a:solidFill>
                <a:srgbClr val="898989"/>
              </a:solidFill>
            </a:endParaRPr>
          </a:p>
        </p:txBody>
      </p:sp>
      <p:sp>
        <p:nvSpPr>
          <p:cNvPr id="15365" name="CuadroTexto 2">
            <a:extLst>
              <a:ext uri="{FF2B5EF4-FFF2-40B4-BE49-F238E27FC236}">
                <a16:creationId xmlns:a16="http://schemas.microsoft.com/office/drawing/2014/main" id="{8AFFB444-E2DA-43E0-AD8F-45E31A6F2A56}"/>
              </a:ext>
            </a:extLst>
          </p:cNvPr>
          <p:cNvSpPr txBox="1">
            <a:spLocks noChangeArrowheads="1"/>
          </p:cNvSpPr>
          <p:nvPr/>
        </p:nvSpPr>
        <p:spPr bwMode="auto">
          <a:xfrm>
            <a:off x="2870202" y="2397125"/>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s-ES_tradnl" altLang="es-ES_tradnl"/>
          </a:p>
        </p:txBody>
      </p:sp>
      <p:sp>
        <p:nvSpPr>
          <p:cNvPr id="9" name="CuadroTexto 8">
            <a:extLst>
              <a:ext uri="{FF2B5EF4-FFF2-40B4-BE49-F238E27FC236}">
                <a16:creationId xmlns:a16="http://schemas.microsoft.com/office/drawing/2014/main" id="{984159F7-EEF6-499D-B262-3DA999ABA65D}"/>
              </a:ext>
            </a:extLst>
          </p:cNvPr>
          <p:cNvSpPr txBox="1"/>
          <p:nvPr/>
        </p:nvSpPr>
        <p:spPr>
          <a:xfrm>
            <a:off x="347745" y="240037"/>
            <a:ext cx="4629794" cy="523220"/>
          </a:xfrm>
          <a:prstGeom prst="rect">
            <a:avLst/>
          </a:prstGeom>
          <a:noFill/>
        </p:spPr>
        <p:txBody>
          <a:bodyPr wrap="none" rtlCol="0">
            <a:spAutoFit/>
          </a:bodyPr>
          <a:lstStyle/>
          <a:p>
            <a:r>
              <a:rPr lang="es-ES" sz="2800" b="1" dirty="0">
                <a:solidFill>
                  <a:srgbClr val="CC0099"/>
                </a:solidFill>
                <a:latin typeface="Century Gothic" panose="020B0502020202020204" pitchFamily="34" charset="0"/>
              </a:rPr>
              <a:t>1. El plan de operaciones</a:t>
            </a:r>
            <a:endParaRPr lang="es-ES" sz="2800" i="1" dirty="0">
              <a:solidFill>
                <a:srgbClr val="CC0099"/>
              </a:solidFill>
            </a:endParaRPr>
          </a:p>
        </p:txBody>
      </p:sp>
      <p:pic>
        <p:nvPicPr>
          <p:cNvPr id="13" name="Imagen 3">
            <a:extLst>
              <a:ext uri="{FF2B5EF4-FFF2-40B4-BE49-F238E27FC236}">
                <a16:creationId xmlns:a16="http://schemas.microsoft.com/office/drawing/2014/main" id="{BC1076FB-7075-415F-9E1F-57E4F9ABB67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4380" y="2306640"/>
            <a:ext cx="4971643" cy="26686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Imagen 2">
            <a:extLst>
              <a:ext uri="{FF2B5EF4-FFF2-40B4-BE49-F238E27FC236}">
                <a16:creationId xmlns:a16="http://schemas.microsoft.com/office/drawing/2014/main" id="{B8846609-F7DD-41E7-93A9-CE65616B8B6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39531" y="2306640"/>
            <a:ext cx="5244444" cy="3894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Imagen 1">
            <a:extLst>
              <a:ext uri="{FF2B5EF4-FFF2-40B4-BE49-F238E27FC236}">
                <a16:creationId xmlns:a16="http://schemas.microsoft.com/office/drawing/2014/main" id="{681FB7D8-FD58-43E9-99E0-D10C0DA166D6}"/>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10649743" y="0"/>
            <a:ext cx="1408113"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CuadroTexto 10">
            <a:extLst>
              <a:ext uri="{FF2B5EF4-FFF2-40B4-BE49-F238E27FC236}">
                <a16:creationId xmlns:a16="http://schemas.microsoft.com/office/drawing/2014/main" id="{B3A739EC-EF8E-4356-BBE3-8E4CE2433B17}"/>
              </a:ext>
            </a:extLst>
          </p:cNvPr>
          <p:cNvSpPr txBox="1"/>
          <p:nvPr/>
        </p:nvSpPr>
        <p:spPr>
          <a:xfrm>
            <a:off x="561765" y="775746"/>
            <a:ext cx="4794258" cy="400110"/>
          </a:xfrm>
          <a:prstGeom prst="rect">
            <a:avLst/>
          </a:prstGeom>
          <a:solidFill>
            <a:srgbClr val="CC0099"/>
          </a:solidFill>
          <a:ln w="57150">
            <a:solidFill>
              <a:srgbClr val="CC0099"/>
            </a:solidFill>
          </a:ln>
        </p:spPr>
        <p:txBody>
          <a:bodyPr wrap="square" rtlCol="0">
            <a:spAutoFit/>
          </a:bodyPr>
          <a:lstStyle/>
          <a:p>
            <a:r>
              <a:rPr lang="es-ES" sz="2000" b="1" dirty="0">
                <a:solidFill>
                  <a:schemeClr val="bg1"/>
                </a:solidFill>
              </a:rPr>
              <a:t>Estructura de costes </a:t>
            </a:r>
          </a:p>
        </p:txBody>
      </p:sp>
      <p:sp>
        <p:nvSpPr>
          <p:cNvPr id="2" name="CuadroTexto 1">
            <a:extLst>
              <a:ext uri="{FF2B5EF4-FFF2-40B4-BE49-F238E27FC236}">
                <a16:creationId xmlns:a16="http://schemas.microsoft.com/office/drawing/2014/main" id="{43C69984-D143-8B99-0A74-987AB2A71F1B}"/>
              </a:ext>
            </a:extLst>
          </p:cNvPr>
          <p:cNvSpPr txBox="1"/>
          <p:nvPr/>
        </p:nvSpPr>
        <p:spPr>
          <a:xfrm>
            <a:off x="2444435" y="5883580"/>
            <a:ext cx="4191755" cy="369332"/>
          </a:xfrm>
          <a:prstGeom prst="rect">
            <a:avLst/>
          </a:prstGeom>
          <a:noFill/>
        </p:spPr>
        <p:txBody>
          <a:bodyPr wrap="square" rtlCol="0">
            <a:spAutoFit/>
          </a:bodyPr>
          <a:lstStyle/>
          <a:p>
            <a:r>
              <a:rPr lang="es-ES" dirty="0">
                <a:latin typeface="Arial" panose="020B0604020202020204" pitchFamily="34" charset="0"/>
                <a:cs typeface="Arial" panose="020B0604020202020204" pitchFamily="34" charset="0"/>
              </a:rPr>
              <a:t>(P- </a:t>
            </a:r>
            <a:r>
              <a:rPr lang="es-ES" dirty="0" err="1">
                <a:latin typeface="Arial" panose="020B0604020202020204" pitchFamily="34" charset="0"/>
                <a:cs typeface="Arial" panose="020B0604020202020204" pitchFamily="34" charset="0"/>
              </a:rPr>
              <a:t>Cvu</a:t>
            </a:r>
            <a:r>
              <a:rPr lang="es-ES" dirty="0">
                <a:latin typeface="Arial" panose="020B0604020202020204" pitchFamily="34" charset="0"/>
                <a:cs typeface="Arial" panose="020B0604020202020204" pitchFamily="34" charset="0"/>
              </a:rPr>
              <a:t>) es el margen de contribución</a:t>
            </a:r>
          </a:p>
        </p:txBody>
      </p:sp>
      <p:cxnSp>
        <p:nvCxnSpPr>
          <p:cNvPr id="4" name="Conector recto de flecha 3">
            <a:extLst>
              <a:ext uri="{FF2B5EF4-FFF2-40B4-BE49-F238E27FC236}">
                <a16:creationId xmlns:a16="http://schemas.microsoft.com/office/drawing/2014/main" id="{D419EA65-0795-BE5B-BE29-0421D5ED1400}"/>
              </a:ext>
            </a:extLst>
          </p:cNvPr>
          <p:cNvCxnSpPr/>
          <p:nvPr/>
        </p:nvCxnSpPr>
        <p:spPr>
          <a:xfrm flipH="1">
            <a:off x="6409853" y="5479112"/>
            <a:ext cx="1819747" cy="4871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767102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602" name="Marcador de contenido 2">
            <a:extLst>
              <a:ext uri="{FF2B5EF4-FFF2-40B4-BE49-F238E27FC236}">
                <a16:creationId xmlns:a16="http://schemas.microsoft.com/office/drawing/2014/main" id="{A7075E63-9049-4DFD-9E80-AAF92879FB16}"/>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1682749" y="1178501"/>
            <a:ext cx="7861300" cy="5616575"/>
          </a:xfrm>
        </p:spPr>
      </p:pic>
      <p:sp>
        <p:nvSpPr>
          <p:cNvPr id="25604" name="Marcador de número de diapositiva 2">
            <a:extLst>
              <a:ext uri="{FF2B5EF4-FFF2-40B4-BE49-F238E27FC236}">
                <a16:creationId xmlns:a16="http://schemas.microsoft.com/office/drawing/2014/main" id="{92DF6123-2785-44EF-B119-0912ACF6DF33}"/>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32" indent="-285744">
              <a:defRPr>
                <a:solidFill>
                  <a:schemeClr val="tx1"/>
                </a:solidFill>
                <a:latin typeface="Arial" panose="020B0604020202020204" pitchFamily="34" charset="0"/>
              </a:defRPr>
            </a:lvl2pPr>
            <a:lvl3pPr marL="1142971" indent="-228594">
              <a:defRPr>
                <a:solidFill>
                  <a:schemeClr val="tx1"/>
                </a:solidFill>
                <a:latin typeface="Arial" panose="020B0604020202020204" pitchFamily="34" charset="0"/>
              </a:defRPr>
            </a:lvl3pPr>
            <a:lvl4pPr marL="1600160" indent="-228594">
              <a:defRPr>
                <a:solidFill>
                  <a:schemeClr val="tx1"/>
                </a:solidFill>
                <a:latin typeface="Arial" panose="020B0604020202020204" pitchFamily="34" charset="0"/>
              </a:defRPr>
            </a:lvl4pPr>
            <a:lvl5pPr marL="2057349" indent="-228594">
              <a:defRPr>
                <a:solidFill>
                  <a:schemeClr val="tx1"/>
                </a:solidFill>
                <a:latin typeface="Arial" panose="020B0604020202020204" pitchFamily="34" charset="0"/>
              </a:defRPr>
            </a:lvl5pPr>
            <a:lvl6pPr marL="2514537" indent="-228594" eaLnBrk="0" fontAlgn="base" hangingPunct="0">
              <a:spcBef>
                <a:spcPct val="0"/>
              </a:spcBef>
              <a:spcAft>
                <a:spcPct val="0"/>
              </a:spcAft>
              <a:defRPr>
                <a:solidFill>
                  <a:schemeClr val="tx1"/>
                </a:solidFill>
                <a:latin typeface="Arial" panose="020B0604020202020204" pitchFamily="34" charset="0"/>
              </a:defRPr>
            </a:lvl6pPr>
            <a:lvl7pPr marL="2971726" indent="-228594" eaLnBrk="0" fontAlgn="base" hangingPunct="0">
              <a:spcBef>
                <a:spcPct val="0"/>
              </a:spcBef>
              <a:spcAft>
                <a:spcPct val="0"/>
              </a:spcAft>
              <a:defRPr>
                <a:solidFill>
                  <a:schemeClr val="tx1"/>
                </a:solidFill>
                <a:latin typeface="Arial" panose="020B0604020202020204" pitchFamily="34" charset="0"/>
              </a:defRPr>
            </a:lvl7pPr>
            <a:lvl8pPr marL="3428914" indent="-228594" eaLnBrk="0" fontAlgn="base" hangingPunct="0">
              <a:spcBef>
                <a:spcPct val="0"/>
              </a:spcBef>
              <a:spcAft>
                <a:spcPct val="0"/>
              </a:spcAft>
              <a:defRPr>
                <a:solidFill>
                  <a:schemeClr val="tx1"/>
                </a:solidFill>
                <a:latin typeface="Arial" panose="020B0604020202020204" pitchFamily="34" charset="0"/>
              </a:defRPr>
            </a:lvl8pPr>
            <a:lvl9pPr marL="3886103" indent="-228594" eaLnBrk="0" fontAlgn="base" hangingPunct="0">
              <a:spcBef>
                <a:spcPct val="0"/>
              </a:spcBef>
              <a:spcAft>
                <a:spcPct val="0"/>
              </a:spcAft>
              <a:defRPr>
                <a:solidFill>
                  <a:schemeClr val="tx1"/>
                </a:solidFill>
                <a:latin typeface="Arial" panose="020B0604020202020204" pitchFamily="34" charset="0"/>
              </a:defRPr>
            </a:lvl9pPr>
          </a:lstStyle>
          <a:p>
            <a:fld id="{FC2A1FE4-43C3-439A-A87A-9CBF42F09602}" type="slidenum">
              <a:rPr lang="es-ES" altLang="es-ES_tradnl" smtClean="0">
                <a:solidFill>
                  <a:srgbClr val="898989"/>
                </a:solidFill>
              </a:rPr>
              <a:pPr/>
              <a:t>19</a:t>
            </a:fld>
            <a:endParaRPr lang="es-ES" altLang="es-ES_tradnl">
              <a:solidFill>
                <a:srgbClr val="898989"/>
              </a:solidFill>
            </a:endParaRPr>
          </a:p>
        </p:txBody>
      </p:sp>
      <p:sp>
        <p:nvSpPr>
          <p:cNvPr id="25603" name="Rectángulo 3">
            <a:extLst>
              <a:ext uri="{FF2B5EF4-FFF2-40B4-BE49-F238E27FC236}">
                <a16:creationId xmlns:a16="http://schemas.microsoft.com/office/drawing/2014/main" id="{8AF085CE-5367-4505-9F13-0D5108CDAF43}"/>
              </a:ext>
            </a:extLst>
          </p:cNvPr>
          <p:cNvSpPr>
            <a:spLocks noChangeArrowheads="1"/>
          </p:cNvSpPr>
          <p:nvPr/>
        </p:nvSpPr>
        <p:spPr bwMode="auto">
          <a:xfrm>
            <a:off x="2647951" y="1241426"/>
            <a:ext cx="7861300" cy="4456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a:lnSpc>
                <a:spcPct val="80000"/>
              </a:lnSpc>
              <a:buFont typeface="Wingdings" panose="05000000000000000000" pitchFamily="2" charset="2"/>
              <a:buNone/>
            </a:pPr>
            <a:r>
              <a:rPr lang="es-ES" altLang="es-ES_tradnl" sz="2800" b="1" dirty="0">
                <a:solidFill>
                  <a:srgbClr val="C00000"/>
                </a:solidFill>
                <a:latin typeface="Calibri" panose="020F0502020204030204" pitchFamily="34" charset="0"/>
                <a:cs typeface="Calibri" panose="020F0502020204030204" pitchFamily="34" charset="0"/>
              </a:rPr>
              <a:t>REPRESENTACIÓN GRÁFICA PUNTO MUERTO</a:t>
            </a:r>
            <a:endParaRPr lang="es-ES_tradnl" altLang="es-ES_tradnl" sz="2800" b="1" dirty="0">
              <a:solidFill>
                <a:srgbClr val="C00000"/>
              </a:solidFill>
              <a:latin typeface="Calibri" panose="020F0502020204030204" pitchFamily="34" charset="0"/>
              <a:cs typeface="Calibri" panose="020F0502020204030204" pitchFamily="34" charset="0"/>
            </a:endParaRPr>
          </a:p>
        </p:txBody>
      </p:sp>
      <p:sp>
        <p:nvSpPr>
          <p:cNvPr id="6" name="Rectangle 2">
            <a:extLst>
              <a:ext uri="{FF2B5EF4-FFF2-40B4-BE49-F238E27FC236}">
                <a16:creationId xmlns:a16="http://schemas.microsoft.com/office/drawing/2014/main" id="{0484BDC3-258D-4B99-8FC8-B1269A6668B7}"/>
              </a:ext>
            </a:extLst>
          </p:cNvPr>
          <p:cNvSpPr txBox="1">
            <a:spLocks/>
          </p:cNvSpPr>
          <p:nvPr/>
        </p:nvSpPr>
        <p:spPr>
          <a:xfrm>
            <a:off x="1853838" y="906217"/>
            <a:ext cx="8484324" cy="523220"/>
          </a:xfrm>
          <a:prstGeom prst="rect">
            <a:avLst/>
          </a:prstGeom>
        </p:spPr>
        <p:txBody>
          <a:bodyPr vert="horz" lIns="91440" tIns="45720" rIns="91440" bIns="45720" rtlCol="0" anchor="ctr">
            <a:normAutofit fontScale="9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_tradnl" altLang="es-ES_tradnl" sz="2800" b="1" i="1" dirty="0">
                <a:solidFill>
                  <a:schemeClr val="tx2"/>
                </a:solidFill>
                <a:latin typeface="Calibri" panose="020F0502020204030204" pitchFamily="34" charset="0"/>
                <a:cs typeface="Calibri" panose="020F0502020204030204" pitchFamily="34" charset="0"/>
              </a:rPr>
              <a:t>CÁLCULO DEL PUNTO MUERTO O UMBRAL DE RENTABILIDAD</a:t>
            </a:r>
            <a:endParaRPr lang="es-ES" altLang="es-ES_tradnl" sz="2800" b="1" i="1" dirty="0">
              <a:solidFill>
                <a:schemeClr val="tx2"/>
              </a:solidFill>
              <a:latin typeface="Calibri" panose="020F0502020204030204" pitchFamily="34" charset="0"/>
              <a:cs typeface="Calibri" panose="020F0502020204030204" pitchFamily="34" charset="0"/>
            </a:endParaRPr>
          </a:p>
        </p:txBody>
      </p:sp>
      <p:sp>
        <p:nvSpPr>
          <p:cNvPr id="7" name="CuadroTexto 6">
            <a:extLst>
              <a:ext uri="{FF2B5EF4-FFF2-40B4-BE49-F238E27FC236}">
                <a16:creationId xmlns:a16="http://schemas.microsoft.com/office/drawing/2014/main" id="{48384587-CEAE-42A6-A938-1C290C5ADDCC}"/>
              </a:ext>
            </a:extLst>
          </p:cNvPr>
          <p:cNvSpPr txBox="1"/>
          <p:nvPr/>
        </p:nvSpPr>
        <p:spPr>
          <a:xfrm>
            <a:off x="347745" y="59065"/>
            <a:ext cx="4629794" cy="523220"/>
          </a:xfrm>
          <a:prstGeom prst="rect">
            <a:avLst/>
          </a:prstGeom>
          <a:noFill/>
        </p:spPr>
        <p:txBody>
          <a:bodyPr wrap="none" rtlCol="0">
            <a:spAutoFit/>
          </a:bodyPr>
          <a:lstStyle/>
          <a:p>
            <a:r>
              <a:rPr lang="es-ES" sz="2800" b="1" dirty="0">
                <a:solidFill>
                  <a:srgbClr val="CC0099"/>
                </a:solidFill>
                <a:latin typeface="Century Gothic" panose="020B0502020202020204" pitchFamily="34" charset="0"/>
              </a:rPr>
              <a:t>1. El plan de operaciones</a:t>
            </a:r>
            <a:endParaRPr lang="es-ES" sz="2800" i="1" dirty="0">
              <a:solidFill>
                <a:srgbClr val="CC0099"/>
              </a:solidFill>
            </a:endParaRPr>
          </a:p>
        </p:txBody>
      </p:sp>
      <p:pic>
        <p:nvPicPr>
          <p:cNvPr id="8" name="Imagen 1">
            <a:extLst>
              <a:ext uri="{FF2B5EF4-FFF2-40B4-BE49-F238E27FC236}">
                <a16:creationId xmlns:a16="http://schemas.microsoft.com/office/drawing/2014/main" id="{608E9651-AB7E-4535-8F3F-CEC496431D50}"/>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0649743" y="0"/>
            <a:ext cx="1408113"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CuadroTexto 8">
            <a:extLst>
              <a:ext uri="{FF2B5EF4-FFF2-40B4-BE49-F238E27FC236}">
                <a16:creationId xmlns:a16="http://schemas.microsoft.com/office/drawing/2014/main" id="{F769022D-E7E2-498D-8F9D-12FF65D98B7D}"/>
              </a:ext>
            </a:extLst>
          </p:cNvPr>
          <p:cNvSpPr txBox="1"/>
          <p:nvPr/>
        </p:nvSpPr>
        <p:spPr>
          <a:xfrm>
            <a:off x="484533" y="534461"/>
            <a:ext cx="4794258" cy="400110"/>
          </a:xfrm>
          <a:prstGeom prst="rect">
            <a:avLst/>
          </a:prstGeom>
          <a:solidFill>
            <a:srgbClr val="CC0099"/>
          </a:solidFill>
          <a:ln w="57150">
            <a:solidFill>
              <a:srgbClr val="CC0099"/>
            </a:solidFill>
          </a:ln>
        </p:spPr>
        <p:txBody>
          <a:bodyPr wrap="square" rtlCol="0">
            <a:spAutoFit/>
          </a:bodyPr>
          <a:lstStyle/>
          <a:p>
            <a:r>
              <a:rPr lang="es-ES" sz="2000" b="1" dirty="0">
                <a:solidFill>
                  <a:schemeClr val="bg1"/>
                </a:solidFill>
              </a:rPr>
              <a:t>Estructura de costes </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6" name="Marcador de número de diapositiva 1">
            <a:extLst>
              <a:ext uri="{FF2B5EF4-FFF2-40B4-BE49-F238E27FC236}">
                <a16:creationId xmlns:a16="http://schemas.microsoft.com/office/drawing/2014/main" id="{6C9D8C7C-BEAA-4BAB-8E7B-74346D36F9D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32" indent="-285744">
              <a:defRPr>
                <a:solidFill>
                  <a:schemeClr val="tx1"/>
                </a:solidFill>
                <a:latin typeface="Arial" panose="020B0604020202020204" pitchFamily="34" charset="0"/>
              </a:defRPr>
            </a:lvl2pPr>
            <a:lvl3pPr marL="1142971" indent="-228594">
              <a:defRPr>
                <a:solidFill>
                  <a:schemeClr val="tx1"/>
                </a:solidFill>
                <a:latin typeface="Arial" panose="020B0604020202020204" pitchFamily="34" charset="0"/>
              </a:defRPr>
            </a:lvl3pPr>
            <a:lvl4pPr marL="1600160" indent="-228594">
              <a:defRPr>
                <a:solidFill>
                  <a:schemeClr val="tx1"/>
                </a:solidFill>
                <a:latin typeface="Arial" panose="020B0604020202020204" pitchFamily="34" charset="0"/>
              </a:defRPr>
            </a:lvl4pPr>
            <a:lvl5pPr marL="2057349" indent="-228594">
              <a:defRPr>
                <a:solidFill>
                  <a:schemeClr val="tx1"/>
                </a:solidFill>
                <a:latin typeface="Arial" panose="020B0604020202020204" pitchFamily="34" charset="0"/>
              </a:defRPr>
            </a:lvl5pPr>
            <a:lvl6pPr marL="2514537" indent="-228594" eaLnBrk="0" fontAlgn="base" hangingPunct="0">
              <a:spcBef>
                <a:spcPct val="0"/>
              </a:spcBef>
              <a:spcAft>
                <a:spcPct val="0"/>
              </a:spcAft>
              <a:defRPr>
                <a:solidFill>
                  <a:schemeClr val="tx1"/>
                </a:solidFill>
                <a:latin typeface="Arial" panose="020B0604020202020204" pitchFamily="34" charset="0"/>
              </a:defRPr>
            </a:lvl6pPr>
            <a:lvl7pPr marL="2971726" indent="-228594" eaLnBrk="0" fontAlgn="base" hangingPunct="0">
              <a:spcBef>
                <a:spcPct val="0"/>
              </a:spcBef>
              <a:spcAft>
                <a:spcPct val="0"/>
              </a:spcAft>
              <a:defRPr>
                <a:solidFill>
                  <a:schemeClr val="tx1"/>
                </a:solidFill>
                <a:latin typeface="Arial" panose="020B0604020202020204" pitchFamily="34" charset="0"/>
              </a:defRPr>
            </a:lvl7pPr>
            <a:lvl8pPr marL="3428914" indent="-228594" eaLnBrk="0" fontAlgn="base" hangingPunct="0">
              <a:spcBef>
                <a:spcPct val="0"/>
              </a:spcBef>
              <a:spcAft>
                <a:spcPct val="0"/>
              </a:spcAft>
              <a:defRPr>
                <a:solidFill>
                  <a:schemeClr val="tx1"/>
                </a:solidFill>
                <a:latin typeface="Arial" panose="020B0604020202020204" pitchFamily="34" charset="0"/>
              </a:defRPr>
            </a:lvl8pPr>
            <a:lvl9pPr marL="3886103" indent="-228594" eaLnBrk="0" fontAlgn="base" hangingPunct="0">
              <a:spcBef>
                <a:spcPct val="0"/>
              </a:spcBef>
              <a:spcAft>
                <a:spcPct val="0"/>
              </a:spcAft>
              <a:defRPr>
                <a:solidFill>
                  <a:schemeClr val="tx1"/>
                </a:solidFill>
                <a:latin typeface="Arial" panose="020B0604020202020204" pitchFamily="34" charset="0"/>
              </a:defRPr>
            </a:lvl9pPr>
          </a:lstStyle>
          <a:p>
            <a:fld id="{8D8D5635-E33A-4EBA-BA1E-1EC37AF4E96B}" type="slidenum">
              <a:rPr lang="es-ES" altLang="es-ES_tradnl" smtClean="0">
                <a:solidFill>
                  <a:srgbClr val="898989"/>
                </a:solidFill>
              </a:rPr>
              <a:pPr/>
              <a:t>20</a:t>
            </a:fld>
            <a:endParaRPr lang="es-ES" altLang="es-ES_tradnl">
              <a:solidFill>
                <a:srgbClr val="898989"/>
              </a:solidFill>
            </a:endParaRPr>
          </a:p>
        </p:txBody>
      </p:sp>
      <p:sp>
        <p:nvSpPr>
          <p:cNvPr id="15365" name="CuadroTexto 2">
            <a:extLst>
              <a:ext uri="{FF2B5EF4-FFF2-40B4-BE49-F238E27FC236}">
                <a16:creationId xmlns:a16="http://schemas.microsoft.com/office/drawing/2014/main" id="{8AFFB444-E2DA-43E0-AD8F-45E31A6F2A56}"/>
              </a:ext>
            </a:extLst>
          </p:cNvPr>
          <p:cNvSpPr txBox="1">
            <a:spLocks noChangeArrowheads="1"/>
          </p:cNvSpPr>
          <p:nvPr/>
        </p:nvSpPr>
        <p:spPr bwMode="auto">
          <a:xfrm>
            <a:off x="2870202" y="2397125"/>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s-ES_tradnl" altLang="es-ES_tradnl"/>
          </a:p>
        </p:txBody>
      </p:sp>
      <p:sp>
        <p:nvSpPr>
          <p:cNvPr id="9" name="CuadroTexto 8">
            <a:extLst>
              <a:ext uri="{FF2B5EF4-FFF2-40B4-BE49-F238E27FC236}">
                <a16:creationId xmlns:a16="http://schemas.microsoft.com/office/drawing/2014/main" id="{984159F7-EEF6-499D-B262-3DA999ABA65D}"/>
              </a:ext>
            </a:extLst>
          </p:cNvPr>
          <p:cNvSpPr txBox="1"/>
          <p:nvPr/>
        </p:nvSpPr>
        <p:spPr>
          <a:xfrm>
            <a:off x="347745" y="240037"/>
            <a:ext cx="4629794" cy="523220"/>
          </a:xfrm>
          <a:prstGeom prst="rect">
            <a:avLst/>
          </a:prstGeom>
          <a:noFill/>
        </p:spPr>
        <p:txBody>
          <a:bodyPr wrap="none" rtlCol="0">
            <a:spAutoFit/>
          </a:bodyPr>
          <a:lstStyle/>
          <a:p>
            <a:r>
              <a:rPr lang="es-ES" sz="2800" b="1" dirty="0">
                <a:solidFill>
                  <a:srgbClr val="CC0099"/>
                </a:solidFill>
                <a:latin typeface="Century Gothic" panose="020B0502020202020204" pitchFamily="34" charset="0"/>
              </a:rPr>
              <a:t>1. El plan de operaciones</a:t>
            </a:r>
            <a:endParaRPr lang="es-ES" sz="2800" i="1" dirty="0">
              <a:solidFill>
                <a:srgbClr val="CC0099"/>
              </a:solidFill>
            </a:endParaRPr>
          </a:p>
        </p:txBody>
      </p:sp>
      <p:pic>
        <p:nvPicPr>
          <p:cNvPr id="14" name="Imagen 1">
            <a:extLst>
              <a:ext uri="{FF2B5EF4-FFF2-40B4-BE49-F238E27FC236}">
                <a16:creationId xmlns:a16="http://schemas.microsoft.com/office/drawing/2014/main" id="{F5F1B615-6B1F-46B9-839B-9860DFE01246}"/>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649743" y="0"/>
            <a:ext cx="1408113"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CuadroTexto 10">
            <a:extLst>
              <a:ext uri="{FF2B5EF4-FFF2-40B4-BE49-F238E27FC236}">
                <a16:creationId xmlns:a16="http://schemas.microsoft.com/office/drawing/2014/main" id="{FA6DA23B-9EC6-4EBD-8EBF-B775024EBB8B}"/>
              </a:ext>
            </a:extLst>
          </p:cNvPr>
          <p:cNvSpPr txBox="1"/>
          <p:nvPr/>
        </p:nvSpPr>
        <p:spPr>
          <a:xfrm>
            <a:off x="494863" y="748113"/>
            <a:ext cx="4794258" cy="400110"/>
          </a:xfrm>
          <a:prstGeom prst="rect">
            <a:avLst/>
          </a:prstGeom>
          <a:solidFill>
            <a:srgbClr val="CC0099"/>
          </a:solidFill>
          <a:ln w="57150">
            <a:solidFill>
              <a:srgbClr val="CC0099"/>
            </a:solidFill>
          </a:ln>
        </p:spPr>
        <p:txBody>
          <a:bodyPr wrap="square" rtlCol="0">
            <a:spAutoFit/>
          </a:bodyPr>
          <a:lstStyle/>
          <a:p>
            <a:r>
              <a:rPr lang="es-ES" sz="2000" b="1" dirty="0">
                <a:solidFill>
                  <a:schemeClr val="bg1"/>
                </a:solidFill>
              </a:rPr>
              <a:t>Estructura de costes </a:t>
            </a:r>
          </a:p>
        </p:txBody>
      </p:sp>
      <p:pic>
        <p:nvPicPr>
          <p:cNvPr id="6" name="Picture 2">
            <a:extLst>
              <a:ext uri="{FF2B5EF4-FFF2-40B4-BE49-F238E27FC236}">
                <a16:creationId xmlns:a16="http://schemas.microsoft.com/office/drawing/2014/main" id="{15530E9D-B4AC-0F62-5086-15087C7C0F4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09682" y="1413828"/>
            <a:ext cx="6800918" cy="46435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1727868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00" name="Marcador de contenido 1">
            <a:extLst>
              <a:ext uri="{FF2B5EF4-FFF2-40B4-BE49-F238E27FC236}">
                <a16:creationId xmlns:a16="http://schemas.microsoft.com/office/drawing/2014/main" id="{2EE1A451-56D1-44E7-B44F-598C56C7F8D4}"/>
              </a:ext>
            </a:extLst>
          </p:cNvPr>
          <p:cNvSpPr>
            <a:spLocks noGrp="1"/>
          </p:cNvSpPr>
          <p:nvPr>
            <p:ph idx="1"/>
          </p:nvPr>
        </p:nvSpPr>
        <p:spPr>
          <a:xfrm>
            <a:off x="703265" y="1980407"/>
            <a:ext cx="10115626" cy="3109913"/>
          </a:xfrm>
        </p:spPr>
        <p:txBody>
          <a:bodyPr>
            <a:normAutofit/>
          </a:bodyPr>
          <a:lstStyle/>
          <a:p>
            <a:pPr marL="0" indent="0" algn="just">
              <a:buNone/>
            </a:pPr>
            <a:r>
              <a:rPr lang="es-ES" altLang="es-ES" dirty="0">
                <a:latin typeface="+mj-lt"/>
              </a:rPr>
              <a:t>Una empresa fabrica teléfonos móviles y desea conocer la cantidad que ha de vender para no perder dinero. Las instalaciones, maquinaria y mobiliario suponen unos costes fijos de 750.000€, y fabricar cada terminal móvil se hace con un coste de 220€. Los teléfonos móviles se venden a un precio de 270€.</a:t>
            </a:r>
          </a:p>
        </p:txBody>
      </p:sp>
      <p:sp>
        <p:nvSpPr>
          <p:cNvPr id="29699" name="Marcador de número de diapositiva 2">
            <a:extLst>
              <a:ext uri="{FF2B5EF4-FFF2-40B4-BE49-F238E27FC236}">
                <a16:creationId xmlns:a16="http://schemas.microsoft.com/office/drawing/2014/main" id="{5C9551DE-F15F-4732-9C0E-36FA06C8B917}"/>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32" indent="-285744">
              <a:defRPr>
                <a:solidFill>
                  <a:schemeClr val="tx1"/>
                </a:solidFill>
                <a:latin typeface="Arial" panose="020B0604020202020204" pitchFamily="34" charset="0"/>
              </a:defRPr>
            </a:lvl2pPr>
            <a:lvl3pPr marL="1142971" indent="-228594">
              <a:defRPr>
                <a:solidFill>
                  <a:schemeClr val="tx1"/>
                </a:solidFill>
                <a:latin typeface="Arial" panose="020B0604020202020204" pitchFamily="34" charset="0"/>
              </a:defRPr>
            </a:lvl3pPr>
            <a:lvl4pPr marL="1600160" indent="-228594">
              <a:defRPr>
                <a:solidFill>
                  <a:schemeClr val="tx1"/>
                </a:solidFill>
                <a:latin typeface="Arial" panose="020B0604020202020204" pitchFamily="34" charset="0"/>
              </a:defRPr>
            </a:lvl4pPr>
            <a:lvl5pPr marL="2057349" indent="-228594">
              <a:defRPr>
                <a:solidFill>
                  <a:schemeClr val="tx1"/>
                </a:solidFill>
                <a:latin typeface="Arial" panose="020B0604020202020204" pitchFamily="34" charset="0"/>
              </a:defRPr>
            </a:lvl5pPr>
            <a:lvl6pPr marL="2514537" indent="-228594" eaLnBrk="0" fontAlgn="base" hangingPunct="0">
              <a:spcBef>
                <a:spcPct val="0"/>
              </a:spcBef>
              <a:spcAft>
                <a:spcPct val="0"/>
              </a:spcAft>
              <a:defRPr>
                <a:solidFill>
                  <a:schemeClr val="tx1"/>
                </a:solidFill>
                <a:latin typeface="Arial" panose="020B0604020202020204" pitchFamily="34" charset="0"/>
              </a:defRPr>
            </a:lvl6pPr>
            <a:lvl7pPr marL="2971726" indent="-228594" eaLnBrk="0" fontAlgn="base" hangingPunct="0">
              <a:spcBef>
                <a:spcPct val="0"/>
              </a:spcBef>
              <a:spcAft>
                <a:spcPct val="0"/>
              </a:spcAft>
              <a:defRPr>
                <a:solidFill>
                  <a:schemeClr val="tx1"/>
                </a:solidFill>
                <a:latin typeface="Arial" panose="020B0604020202020204" pitchFamily="34" charset="0"/>
              </a:defRPr>
            </a:lvl7pPr>
            <a:lvl8pPr marL="3428914" indent="-228594" eaLnBrk="0" fontAlgn="base" hangingPunct="0">
              <a:spcBef>
                <a:spcPct val="0"/>
              </a:spcBef>
              <a:spcAft>
                <a:spcPct val="0"/>
              </a:spcAft>
              <a:defRPr>
                <a:solidFill>
                  <a:schemeClr val="tx1"/>
                </a:solidFill>
                <a:latin typeface="Arial" panose="020B0604020202020204" pitchFamily="34" charset="0"/>
              </a:defRPr>
            </a:lvl8pPr>
            <a:lvl9pPr marL="3886103" indent="-228594" eaLnBrk="0" fontAlgn="base" hangingPunct="0">
              <a:spcBef>
                <a:spcPct val="0"/>
              </a:spcBef>
              <a:spcAft>
                <a:spcPct val="0"/>
              </a:spcAft>
              <a:defRPr>
                <a:solidFill>
                  <a:schemeClr val="tx1"/>
                </a:solidFill>
                <a:latin typeface="Arial" panose="020B0604020202020204" pitchFamily="34" charset="0"/>
              </a:defRPr>
            </a:lvl9pPr>
          </a:lstStyle>
          <a:p>
            <a:fld id="{C1B739D5-8336-4C0F-8A57-A752A1CE0E57}" type="slidenum">
              <a:rPr lang="es-ES" altLang="es-ES_tradnl" smtClean="0">
                <a:solidFill>
                  <a:srgbClr val="898989"/>
                </a:solidFill>
              </a:rPr>
              <a:pPr/>
              <a:t>21</a:t>
            </a:fld>
            <a:endParaRPr lang="es-ES" altLang="es-ES_tradnl">
              <a:solidFill>
                <a:srgbClr val="898989"/>
              </a:solidFill>
            </a:endParaRPr>
          </a:p>
        </p:txBody>
      </p:sp>
      <p:sp>
        <p:nvSpPr>
          <p:cNvPr id="7" name="Rectangle 2">
            <a:extLst>
              <a:ext uri="{FF2B5EF4-FFF2-40B4-BE49-F238E27FC236}">
                <a16:creationId xmlns:a16="http://schemas.microsoft.com/office/drawing/2014/main" id="{CA14E421-CA35-4CD2-8C80-D791E2BB5A19}"/>
              </a:ext>
            </a:extLst>
          </p:cNvPr>
          <p:cNvSpPr txBox="1">
            <a:spLocks/>
          </p:cNvSpPr>
          <p:nvPr/>
        </p:nvSpPr>
        <p:spPr>
          <a:xfrm>
            <a:off x="602527" y="1032599"/>
            <a:ext cx="8484324" cy="523220"/>
          </a:xfrm>
          <a:prstGeom prst="rect">
            <a:avLst/>
          </a:prstGeom>
        </p:spPr>
        <p:txBody>
          <a:bodyPr vert="horz" lIns="91440" tIns="45720" rIns="91440" bIns="45720" rtlCol="0" anchor="ctr">
            <a:normAutofit fontScale="9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_tradnl" altLang="es-ES_tradnl" sz="2800" b="1" dirty="0">
                <a:solidFill>
                  <a:schemeClr val="tx2"/>
                </a:solidFill>
                <a:latin typeface="Calibri" panose="020F0502020204030204" pitchFamily="34" charset="0"/>
                <a:cs typeface="Calibri" panose="020F0502020204030204" pitchFamily="34" charset="0"/>
              </a:rPr>
              <a:t>CÁLCULO DEL PUNTO MUERTO O UMBRAL DE RENTABILIDAD</a:t>
            </a:r>
            <a:endParaRPr lang="es-ES" altLang="es-ES_tradnl" sz="2800" b="1" dirty="0">
              <a:solidFill>
                <a:schemeClr val="tx2"/>
              </a:solidFill>
              <a:latin typeface="Calibri" panose="020F0502020204030204" pitchFamily="34" charset="0"/>
              <a:cs typeface="Calibri" panose="020F0502020204030204" pitchFamily="34" charset="0"/>
            </a:endParaRPr>
          </a:p>
        </p:txBody>
      </p:sp>
      <p:sp>
        <p:nvSpPr>
          <p:cNvPr id="8" name="CuadroTexto 7">
            <a:extLst>
              <a:ext uri="{FF2B5EF4-FFF2-40B4-BE49-F238E27FC236}">
                <a16:creationId xmlns:a16="http://schemas.microsoft.com/office/drawing/2014/main" id="{88FE98A2-E9D1-4772-941B-4E3361DBC2C4}"/>
              </a:ext>
            </a:extLst>
          </p:cNvPr>
          <p:cNvSpPr txBox="1"/>
          <p:nvPr/>
        </p:nvSpPr>
        <p:spPr>
          <a:xfrm>
            <a:off x="347745" y="240037"/>
            <a:ext cx="4629794" cy="523220"/>
          </a:xfrm>
          <a:prstGeom prst="rect">
            <a:avLst/>
          </a:prstGeom>
          <a:noFill/>
        </p:spPr>
        <p:txBody>
          <a:bodyPr wrap="none" rtlCol="0">
            <a:spAutoFit/>
          </a:bodyPr>
          <a:lstStyle/>
          <a:p>
            <a:r>
              <a:rPr lang="es-ES" sz="2800" b="1" dirty="0">
                <a:solidFill>
                  <a:srgbClr val="CC0099"/>
                </a:solidFill>
                <a:latin typeface="Century Gothic" panose="020B0502020202020204" pitchFamily="34" charset="0"/>
              </a:rPr>
              <a:t>1. El plan de operaciones</a:t>
            </a:r>
            <a:endParaRPr lang="es-ES" sz="2800" i="1" dirty="0">
              <a:solidFill>
                <a:srgbClr val="CC0099"/>
              </a:solidFill>
            </a:endParaRPr>
          </a:p>
        </p:txBody>
      </p:sp>
      <p:pic>
        <p:nvPicPr>
          <p:cNvPr id="9" name="Imagen 1">
            <a:extLst>
              <a:ext uri="{FF2B5EF4-FFF2-40B4-BE49-F238E27FC236}">
                <a16:creationId xmlns:a16="http://schemas.microsoft.com/office/drawing/2014/main" id="{60288BC9-81C3-44DF-A352-C49A483C331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649743" y="0"/>
            <a:ext cx="1408113"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Marcador de número de diapositiva 2">
            <a:extLst>
              <a:ext uri="{FF2B5EF4-FFF2-40B4-BE49-F238E27FC236}">
                <a16:creationId xmlns:a16="http://schemas.microsoft.com/office/drawing/2014/main" id="{A23E3160-B4AB-4EBB-89B7-368FB4739B61}"/>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32" indent="-285744">
              <a:defRPr>
                <a:solidFill>
                  <a:schemeClr val="tx1"/>
                </a:solidFill>
                <a:latin typeface="Arial" panose="020B0604020202020204" pitchFamily="34" charset="0"/>
              </a:defRPr>
            </a:lvl2pPr>
            <a:lvl3pPr marL="1142971" indent="-228594">
              <a:defRPr>
                <a:solidFill>
                  <a:schemeClr val="tx1"/>
                </a:solidFill>
                <a:latin typeface="Arial" panose="020B0604020202020204" pitchFamily="34" charset="0"/>
              </a:defRPr>
            </a:lvl3pPr>
            <a:lvl4pPr marL="1600160" indent="-228594">
              <a:defRPr>
                <a:solidFill>
                  <a:schemeClr val="tx1"/>
                </a:solidFill>
                <a:latin typeface="Arial" panose="020B0604020202020204" pitchFamily="34" charset="0"/>
              </a:defRPr>
            </a:lvl4pPr>
            <a:lvl5pPr marL="2057349" indent="-228594">
              <a:defRPr>
                <a:solidFill>
                  <a:schemeClr val="tx1"/>
                </a:solidFill>
                <a:latin typeface="Arial" panose="020B0604020202020204" pitchFamily="34" charset="0"/>
              </a:defRPr>
            </a:lvl5pPr>
            <a:lvl6pPr marL="2514537" indent="-228594" eaLnBrk="0" fontAlgn="base" hangingPunct="0">
              <a:spcBef>
                <a:spcPct val="0"/>
              </a:spcBef>
              <a:spcAft>
                <a:spcPct val="0"/>
              </a:spcAft>
              <a:defRPr>
                <a:solidFill>
                  <a:schemeClr val="tx1"/>
                </a:solidFill>
                <a:latin typeface="Arial" panose="020B0604020202020204" pitchFamily="34" charset="0"/>
              </a:defRPr>
            </a:lvl6pPr>
            <a:lvl7pPr marL="2971726" indent="-228594" eaLnBrk="0" fontAlgn="base" hangingPunct="0">
              <a:spcBef>
                <a:spcPct val="0"/>
              </a:spcBef>
              <a:spcAft>
                <a:spcPct val="0"/>
              </a:spcAft>
              <a:defRPr>
                <a:solidFill>
                  <a:schemeClr val="tx1"/>
                </a:solidFill>
                <a:latin typeface="Arial" panose="020B0604020202020204" pitchFamily="34" charset="0"/>
              </a:defRPr>
            </a:lvl7pPr>
            <a:lvl8pPr marL="3428914" indent="-228594" eaLnBrk="0" fontAlgn="base" hangingPunct="0">
              <a:spcBef>
                <a:spcPct val="0"/>
              </a:spcBef>
              <a:spcAft>
                <a:spcPct val="0"/>
              </a:spcAft>
              <a:defRPr>
                <a:solidFill>
                  <a:schemeClr val="tx1"/>
                </a:solidFill>
                <a:latin typeface="Arial" panose="020B0604020202020204" pitchFamily="34" charset="0"/>
              </a:defRPr>
            </a:lvl8pPr>
            <a:lvl9pPr marL="3886103" indent="-228594" eaLnBrk="0" fontAlgn="base" hangingPunct="0">
              <a:spcBef>
                <a:spcPct val="0"/>
              </a:spcBef>
              <a:spcAft>
                <a:spcPct val="0"/>
              </a:spcAft>
              <a:defRPr>
                <a:solidFill>
                  <a:schemeClr val="tx1"/>
                </a:solidFill>
                <a:latin typeface="Arial" panose="020B0604020202020204" pitchFamily="34" charset="0"/>
              </a:defRPr>
            </a:lvl9pPr>
          </a:lstStyle>
          <a:p>
            <a:fld id="{FCB322B2-D1AC-498D-BDD7-2A308A0C88DD}" type="slidenum">
              <a:rPr lang="es-ES" altLang="es-ES_tradnl" smtClean="0">
                <a:solidFill>
                  <a:srgbClr val="898989"/>
                </a:solidFill>
              </a:rPr>
              <a:pPr/>
              <a:t>22</a:t>
            </a:fld>
            <a:endParaRPr lang="es-ES" altLang="es-ES_tradnl">
              <a:solidFill>
                <a:srgbClr val="898989"/>
              </a:solidFill>
            </a:endParaRPr>
          </a:p>
        </p:txBody>
      </p:sp>
      <p:pic>
        <p:nvPicPr>
          <p:cNvPr id="31750" name="Imagen 3">
            <a:extLst>
              <a:ext uri="{FF2B5EF4-FFF2-40B4-BE49-F238E27FC236}">
                <a16:creationId xmlns:a16="http://schemas.microsoft.com/office/drawing/2014/main" id="{3F17C461-1BB7-47AA-A398-9B01B5B6A80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40526" y="2091781"/>
            <a:ext cx="7453313" cy="4605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2">
            <a:extLst>
              <a:ext uri="{FF2B5EF4-FFF2-40B4-BE49-F238E27FC236}">
                <a16:creationId xmlns:a16="http://schemas.microsoft.com/office/drawing/2014/main" id="{E887A178-D320-4F2F-8E4D-DEE7D81EDAA9}"/>
              </a:ext>
            </a:extLst>
          </p:cNvPr>
          <p:cNvSpPr txBox="1">
            <a:spLocks/>
          </p:cNvSpPr>
          <p:nvPr/>
        </p:nvSpPr>
        <p:spPr>
          <a:xfrm>
            <a:off x="1497876" y="1373455"/>
            <a:ext cx="8484324" cy="523220"/>
          </a:xfrm>
          <a:prstGeom prst="rect">
            <a:avLst/>
          </a:prstGeom>
        </p:spPr>
        <p:txBody>
          <a:bodyPr vert="horz" lIns="91440" tIns="45720" rIns="91440" bIns="45720" rtlCol="0" anchor="ctr">
            <a:normAutofit fontScale="90000"/>
          </a:bodyPr>
          <a:lstStyle>
            <a:lvl1pPr algn="l" defTabSz="914377" rtl="0" eaLnBrk="1" latinLnBrk="0" hangingPunct="1">
              <a:lnSpc>
                <a:spcPct val="90000"/>
              </a:lnSpc>
              <a:spcBef>
                <a:spcPct val="0"/>
              </a:spcBef>
              <a:buNone/>
              <a:defRPr sz="4400" kern="1200">
                <a:solidFill>
                  <a:schemeClr val="tx1"/>
                </a:solidFill>
                <a:latin typeface="+mj-lt"/>
                <a:ea typeface="+mj-ea"/>
                <a:cs typeface="+mj-cs"/>
              </a:defRPr>
            </a:lvl1pPr>
          </a:lstStyle>
          <a:p>
            <a:r>
              <a:rPr lang="es-ES_tradnl" altLang="es-ES_tradnl" sz="2800" b="1" dirty="0">
                <a:solidFill>
                  <a:schemeClr val="tx2"/>
                </a:solidFill>
                <a:latin typeface="Calibri" panose="020F0502020204030204" pitchFamily="34" charset="0"/>
                <a:cs typeface="Calibri" panose="020F0502020204030204" pitchFamily="34" charset="0"/>
              </a:rPr>
              <a:t>CÁLCULO DEL PUNTO MUERTO O UMBRAL DE RENTABILIDAD</a:t>
            </a:r>
            <a:endParaRPr lang="es-ES" altLang="es-ES_tradnl" sz="2800" b="1" dirty="0">
              <a:solidFill>
                <a:schemeClr val="tx2"/>
              </a:solidFill>
              <a:latin typeface="Calibri" panose="020F0502020204030204" pitchFamily="34" charset="0"/>
              <a:cs typeface="Calibri" panose="020F0502020204030204" pitchFamily="34" charset="0"/>
            </a:endParaRPr>
          </a:p>
        </p:txBody>
      </p:sp>
      <p:sp>
        <p:nvSpPr>
          <p:cNvPr id="8" name="CuadroTexto 7">
            <a:extLst>
              <a:ext uri="{FF2B5EF4-FFF2-40B4-BE49-F238E27FC236}">
                <a16:creationId xmlns:a16="http://schemas.microsoft.com/office/drawing/2014/main" id="{2BC440A8-831E-4B76-A952-2821E003B17C}"/>
              </a:ext>
            </a:extLst>
          </p:cNvPr>
          <p:cNvSpPr txBox="1"/>
          <p:nvPr/>
        </p:nvSpPr>
        <p:spPr>
          <a:xfrm>
            <a:off x="347745" y="95577"/>
            <a:ext cx="4629794" cy="523220"/>
          </a:xfrm>
          <a:prstGeom prst="rect">
            <a:avLst/>
          </a:prstGeom>
          <a:noFill/>
        </p:spPr>
        <p:txBody>
          <a:bodyPr wrap="none" rtlCol="0">
            <a:spAutoFit/>
          </a:bodyPr>
          <a:lstStyle/>
          <a:p>
            <a:r>
              <a:rPr lang="es-ES" sz="2800" b="1" dirty="0">
                <a:solidFill>
                  <a:srgbClr val="CC0099"/>
                </a:solidFill>
                <a:latin typeface="Century Gothic" panose="020B0502020202020204" pitchFamily="34" charset="0"/>
              </a:rPr>
              <a:t>1. El plan de operaciones</a:t>
            </a:r>
            <a:endParaRPr lang="es-ES" sz="2800" i="1" dirty="0">
              <a:solidFill>
                <a:srgbClr val="CC0099"/>
              </a:solidFill>
            </a:endParaRPr>
          </a:p>
        </p:txBody>
      </p:sp>
      <p:pic>
        <p:nvPicPr>
          <p:cNvPr id="11" name="Imagen 1">
            <a:extLst>
              <a:ext uri="{FF2B5EF4-FFF2-40B4-BE49-F238E27FC236}">
                <a16:creationId xmlns:a16="http://schemas.microsoft.com/office/drawing/2014/main" id="{91C44BE6-3DEE-4427-9A92-6F3B45AF3742}"/>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0649743" y="0"/>
            <a:ext cx="1408113"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CuadroTexto 8">
            <a:extLst>
              <a:ext uri="{FF2B5EF4-FFF2-40B4-BE49-F238E27FC236}">
                <a16:creationId xmlns:a16="http://schemas.microsoft.com/office/drawing/2014/main" id="{1C691EBD-1BEE-452C-85ED-27ED72DDBCBC}"/>
              </a:ext>
            </a:extLst>
          </p:cNvPr>
          <p:cNvSpPr txBox="1"/>
          <p:nvPr/>
        </p:nvSpPr>
        <p:spPr>
          <a:xfrm>
            <a:off x="484533" y="655033"/>
            <a:ext cx="4794258" cy="400110"/>
          </a:xfrm>
          <a:prstGeom prst="rect">
            <a:avLst/>
          </a:prstGeom>
          <a:solidFill>
            <a:srgbClr val="CC0099"/>
          </a:solidFill>
          <a:ln w="57150">
            <a:solidFill>
              <a:srgbClr val="CC0099"/>
            </a:solidFill>
          </a:ln>
        </p:spPr>
        <p:txBody>
          <a:bodyPr wrap="square" rtlCol="0">
            <a:spAutoFit/>
          </a:bodyPr>
          <a:lstStyle/>
          <a:p>
            <a:r>
              <a:rPr lang="es-ES" sz="2000" b="1" dirty="0">
                <a:solidFill>
                  <a:schemeClr val="bg1"/>
                </a:solidFill>
              </a:rPr>
              <a:t>Estructura de costes </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
            <a:extLst>
              <a:ext uri="{FF2B5EF4-FFF2-40B4-BE49-F238E27FC236}">
                <a16:creationId xmlns:a16="http://schemas.microsoft.com/office/drawing/2014/main" id="{21B2F037-7911-408E-B511-F07493D56542}"/>
              </a:ext>
            </a:extLst>
          </p:cNvPr>
          <p:cNvSpPr>
            <a:spLocks noChangeArrowheads="1"/>
          </p:cNvSpPr>
          <p:nvPr/>
        </p:nvSpPr>
        <p:spPr bwMode="auto">
          <a:xfrm>
            <a:off x="1879599" y="1158607"/>
            <a:ext cx="8432800" cy="3708708"/>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algn="just" fontAlgn="base">
              <a:spcBef>
                <a:spcPct val="0"/>
              </a:spcBef>
              <a:spcAft>
                <a:spcPct val="0"/>
              </a:spcAft>
              <a:defRPr/>
            </a:pPr>
            <a:r>
              <a:rPr lang="es-ES" altLang="ja-JP" sz="2000" b="1" dirty="0">
                <a:solidFill>
                  <a:srgbClr val="C00000"/>
                </a:solidFill>
                <a:latin typeface="Comic Sans MS"/>
                <a:ea typeface="MS Mincho" pitchFamily="49" charset="-128"/>
                <a:cs typeface="Arial" pitchFamily="34" charset="0"/>
              </a:rPr>
              <a:t>EJEMPLO 2</a:t>
            </a:r>
          </a:p>
          <a:p>
            <a:pPr algn="just" fontAlgn="base">
              <a:spcBef>
                <a:spcPct val="0"/>
              </a:spcBef>
              <a:spcAft>
                <a:spcPct val="0"/>
              </a:spcAft>
              <a:defRPr/>
            </a:pPr>
            <a:endParaRPr lang="es-ES" altLang="ja-JP" sz="2000" dirty="0">
              <a:solidFill>
                <a:srgbClr val="000000"/>
              </a:solidFill>
              <a:latin typeface="Comic Sans MS"/>
              <a:cs typeface="Arial" pitchFamily="34" charset="0"/>
            </a:endParaRPr>
          </a:p>
          <a:p>
            <a:pPr algn="just" fontAlgn="base">
              <a:spcBef>
                <a:spcPct val="0"/>
              </a:spcBef>
              <a:spcAft>
                <a:spcPts val="600"/>
              </a:spcAft>
              <a:defRPr/>
            </a:pPr>
            <a:r>
              <a:rPr lang="es-ES" sz="2000" dirty="0">
                <a:solidFill>
                  <a:srgbClr val="000000"/>
                </a:solidFill>
                <a:latin typeface="Comic Sans MS"/>
                <a:cs typeface="Arial" panose="020B0604020202020204" pitchFamily="34" charset="0"/>
              </a:rPr>
              <a:t>Dolly, S.L. es una pequeña empresa que fabrica muñecas de porcelana. El precio de venta a las grandes superficies es de 5 euros la unidad. Si los costes variables de fabricación de cada muñeca son 3 euros y los costes fijos para esta operación son 8.000 euros al año, calcula: </a:t>
            </a:r>
          </a:p>
          <a:p>
            <a:pPr marL="342900" indent="-342900" algn="just" fontAlgn="base">
              <a:spcBef>
                <a:spcPct val="0"/>
              </a:spcBef>
              <a:spcAft>
                <a:spcPts val="600"/>
              </a:spcAft>
              <a:buFont typeface="+mj-lt"/>
              <a:buAutoNum type="alphaLcParenR"/>
              <a:defRPr/>
            </a:pPr>
            <a:r>
              <a:rPr lang="es-ES" sz="2000" b="1" dirty="0">
                <a:solidFill>
                  <a:srgbClr val="000000"/>
                </a:solidFill>
                <a:latin typeface="Comic Sans MS"/>
                <a:cs typeface="Arial" panose="020B0604020202020204" pitchFamily="34" charset="0"/>
              </a:rPr>
              <a:t>El punto muerto para esta compañía en términos de número de muñecas anuales.</a:t>
            </a:r>
          </a:p>
          <a:p>
            <a:pPr marL="342900" indent="-342900" algn="just" fontAlgn="base">
              <a:spcBef>
                <a:spcPct val="0"/>
              </a:spcBef>
              <a:spcAft>
                <a:spcPts val="600"/>
              </a:spcAft>
              <a:buFont typeface="+mj-lt"/>
              <a:buAutoNum type="alphaLcParenR"/>
              <a:defRPr/>
            </a:pPr>
            <a:r>
              <a:rPr lang="es-ES" sz="2000" b="1" dirty="0">
                <a:solidFill>
                  <a:srgbClr val="000000"/>
                </a:solidFill>
                <a:latin typeface="Comic Sans MS"/>
                <a:cs typeface="Arial" panose="020B0604020202020204" pitchFamily="34" charset="0"/>
              </a:rPr>
              <a:t>Suponiendo que las ventas del año pasado fueron de 6.000 muñecas, el beneficio o la pérdida que obtuvo.</a:t>
            </a:r>
            <a:endParaRPr lang="es-US" sz="2000" dirty="0">
              <a:solidFill>
                <a:srgbClr val="000000"/>
              </a:solidFill>
              <a:latin typeface="Comic Sans MS"/>
              <a:cs typeface="Arial" panose="020B0604020202020204" pitchFamily="34" charset="0"/>
            </a:endParaRPr>
          </a:p>
          <a:p>
            <a:pPr marL="342900" indent="-342900" algn="just" fontAlgn="base">
              <a:spcBef>
                <a:spcPct val="0"/>
              </a:spcBef>
              <a:buFont typeface="+mj-lt"/>
              <a:buAutoNum type="alphaLcParenR"/>
              <a:tabLst>
                <a:tab pos="228600" algn="l"/>
              </a:tabLst>
              <a:defRPr/>
            </a:pPr>
            <a:endParaRPr lang="es-ES" sz="2000" dirty="0">
              <a:solidFill>
                <a:srgbClr val="000000"/>
              </a:solidFill>
              <a:latin typeface="Comic Sans MS"/>
              <a:ea typeface="MS Mincho"/>
              <a:cs typeface="Arial" pitchFamily="34" charset="0"/>
            </a:endParaRPr>
          </a:p>
        </p:txBody>
      </p:sp>
      <p:sp>
        <p:nvSpPr>
          <p:cNvPr id="6" name="Marcador de número de diapositiva 1">
            <a:extLst>
              <a:ext uri="{FF2B5EF4-FFF2-40B4-BE49-F238E27FC236}">
                <a16:creationId xmlns:a16="http://schemas.microsoft.com/office/drawing/2014/main" id="{E9B722A2-313F-47FD-868F-D8EAF35CC4E5}"/>
              </a:ext>
            </a:extLst>
          </p:cNvPr>
          <p:cNvSpPr txBox="1">
            <a:spLocks/>
          </p:cNvSpPr>
          <p:nvPr/>
        </p:nvSpPr>
        <p:spPr>
          <a:xfrm>
            <a:off x="1559496" y="6381329"/>
            <a:ext cx="648072" cy="360039"/>
          </a:xfrm>
          <a:prstGeom prst="rect">
            <a:avLst/>
          </a:prstGeom>
        </p:spPr>
        <p:txBody>
          <a:bodyPr vert="horz" lIns="91440" tIns="45720" rIns="91440" bIns="45720" rtlCol="0" anchor="ctr"/>
          <a:lstStyle>
            <a:defPPr>
              <a:defRPr lang="en-US"/>
            </a:defPPr>
            <a:lvl1pPr marL="0" algn="ctr" defTabSz="457200" rtl="0" eaLnBrk="1" latinLnBrk="0" hangingPunct="1">
              <a:defRPr sz="1000" b="1" kern="1200">
                <a:solidFill>
                  <a:srgbClr val="C00000"/>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fld id="{AF75CF5D-3D4E-4D8A-8B54-5D72594A67B8}" type="slidenum">
              <a:rPr lang="es-US">
                <a:latin typeface="Comic Sans MS"/>
              </a:rPr>
              <a:pPr>
                <a:defRPr/>
              </a:pPr>
              <a:t>23</a:t>
            </a:fld>
            <a:endParaRPr lang="es-US" dirty="0">
              <a:latin typeface="Comic Sans MS"/>
            </a:endParaRPr>
          </a:p>
        </p:txBody>
      </p:sp>
      <p:sp>
        <p:nvSpPr>
          <p:cNvPr id="8" name="Rectángulo 7">
            <a:extLst>
              <a:ext uri="{FF2B5EF4-FFF2-40B4-BE49-F238E27FC236}">
                <a16:creationId xmlns:a16="http://schemas.microsoft.com/office/drawing/2014/main" id="{AB8BF567-09A4-41D8-A956-BD89C8706384}"/>
              </a:ext>
            </a:extLst>
          </p:cNvPr>
          <p:cNvSpPr/>
          <p:nvPr/>
        </p:nvSpPr>
        <p:spPr>
          <a:xfrm>
            <a:off x="1146269" y="743034"/>
            <a:ext cx="8432800" cy="400110"/>
          </a:xfrm>
          <a:prstGeom prst="rect">
            <a:avLst/>
          </a:prstGeom>
          <a:noFill/>
          <a:ln w="19050">
            <a:noFill/>
          </a:ln>
        </p:spPr>
        <p:txBody>
          <a:bodyPr wrap="square">
            <a:spAutoFit/>
          </a:bodyPr>
          <a:lstStyle/>
          <a:p>
            <a:pPr algn="ctr" fontAlgn="base">
              <a:spcBef>
                <a:spcPct val="0"/>
              </a:spcBef>
              <a:spcAft>
                <a:spcPct val="0"/>
              </a:spcAft>
              <a:defRPr/>
            </a:pPr>
            <a:r>
              <a:rPr lang="es-ES_tradnl" sz="2000" b="1" kern="0" dirty="0">
                <a:solidFill>
                  <a:srgbClr val="0070C0"/>
                </a:solidFill>
                <a:latin typeface="Comic Sans MS"/>
              </a:rPr>
              <a:t>ANÁLISIS DEL PUNTO MUERTO O UMBRAL DE RENTABILIDAD</a:t>
            </a:r>
            <a:endParaRPr lang="es-US" sz="2000" dirty="0">
              <a:solidFill>
                <a:srgbClr val="0070C0"/>
              </a:solidFill>
              <a:latin typeface="Arial" charset="0"/>
            </a:endParaRPr>
          </a:p>
        </p:txBody>
      </p:sp>
      <p:sp>
        <p:nvSpPr>
          <p:cNvPr id="2" name="CuadroTexto 1">
            <a:extLst>
              <a:ext uri="{FF2B5EF4-FFF2-40B4-BE49-F238E27FC236}">
                <a16:creationId xmlns:a16="http://schemas.microsoft.com/office/drawing/2014/main" id="{62C6E381-9AD3-FE15-EB0A-839FDCC6371E}"/>
              </a:ext>
            </a:extLst>
          </p:cNvPr>
          <p:cNvSpPr txBox="1"/>
          <p:nvPr/>
        </p:nvSpPr>
        <p:spPr>
          <a:xfrm>
            <a:off x="347745" y="95577"/>
            <a:ext cx="4629794" cy="523220"/>
          </a:xfrm>
          <a:prstGeom prst="rect">
            <a:avLst/>
          </a:prstGeom>
          <a:noFill/>
        </p:spPr>
        <p:txBody>
          <a:bodyPr wrap="none" rtlCol="0">
            <a:spAutoFit/>
          </a:bodyPr>
          <a:lstStyle/>
          <a:p>
            <a:r>
              <a:rPr lang="es-ES" sz="2800" b="1" dirty="0">
                <a:solidFill>
                  <a:srgbClr val="CC0099"/>
                </a:solidFill>
                <a:latin typeface="Century Gothic" panose="020B0502020202020204" pitchFamily="34" charset="0"/>
              </a:rPr>
              <a:t>1. El plan de operaciones</a:t>
            </a:r>
            <a:endParaRPr lang="es-ES" sz="2800" i="1" dirty="0">
              <a:solidFill>
                <a:srgbClr val="CC0099"/>
              </a:solidFill>
            </a:endParaRPr>
          </a:p>
        </p:txBody>
      </p:sp>
    </p:spTree>
    <p:extLst>
      <p:ext uri="{BB962C8B-B14F-4D97-AF65-F5344CB8AC3E}">
        <p14:creationId xmlns:p14="http://schemas.microsoft.com/office/powerpoint/2010/main" val="272317510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4 Objeto"/>
              <p:cNvSpPr txBox="1"/>
              <p:nvPr/>
            </p:nvSpPr>
            <p:spPr bwMode="auto">
              <a:xfrm>
                <a:off x="5366730" y="2068457"/>
                <a:ext cx="3105535" cy="722312"/>
              </a:xfrm>
              <a:prstGeom prst="rect">
                <a:avLst/>
              </a:prstGeom>
              <a:noFill/>
            </p:spPr>
            <p:txBody>
              <a:bodyPr>
                <a:noAutofit/>
              </a:bodyPr>
              <a:lstStyle/>
              <a:p>
                <a:pPr fontAlgn="base">
                  <a:spcBef>
                    <a:spcPct val="0"/>
                  </a:spcBef>
                  <a:spcAft>
                    <a:spcPct val="0"/>
                  </a:spcAft>
                  <a:defRPr/>
                </a:pPr>
                <a14:m>
                  <m:oMathPara xmlns:m="http://schemas.openxmlformats.org/officeDocument/2006/math">
                    <m:oMathParaPr>
                      <m:jc m:val="left"/>
                    </m:oMathParaPr>
                    <m:oMath xmlns:m="http://schemas.openxmlformats.org/officeDocument/2006/math">
                      <m:r>
                        <m:rPr>
                          <m:sty m:val="p"/>
                        </m:rPr>
                        <a:rPr lang="es-US" sz="2000">
                          <a:solidFill>
                            <a:srgbClr val="000000"/>
                          </a:solidFill>
                          <a:latin typeface="Cambria Math" panose="02040503050406030204" pitchFamily="18" charset="0"/>
                        </a:rPr>
                        <m:t>Q</m:t>
                      </m:r>
                      <m:r>
                        <a:rPr lang="es-ES" sz="2000" baseline="30000">
                          <a:solidFill>
                            <a:srgbClr val="000000"/>
                          </a:solidFill>
                          <a:latin typeface="Cambria Math" panose="02040503050406030204" pitchFamily="18" charset="0"/>
                        </a:rPr>
                        <m:t>∗</m:t>
                      </m:r>
                      <m:r>
                        <a:rPr lang="es-US" sz="2000" i="1">
                          <a:solidFill>
                            <a:srgbClr val="000000"/>
                          </a:solidFill>
                          <a:latin typeface="Cambria Math" panose="02040503050406030204" pitchFamily="18" charset="0"/>
                        </a:rPr>
                        <m:t>=</m:t>
                      </m:r>
                      <m:r>
                        <a:rPr lang="es-US" sz="2000">
                          <a:solidFill>
                            <a:srgbClr val="000000"/>
                          </a:solidFill>
                          <a:latin typeface="Cambria Math" panose="02040503050406030204" pitchFamily="18" charset="0"/>
                        </a:rPr>
                        <m:t> </m:t>
                      </m:r>
                      <m:f>
                        <m:fPr>
                          <m:ctrlPr>
                            <a:rPr lang="es-US" sz="2000" i="1">
                              <a:solidFill>
                                <a:srgbClr val="000000"/>
                              </a:solidFill>
                              <a:latin typeface="Cambria Math" panose="02040503050406030204" pitchFamily="18" charset="0"/>
                            </a:rPr>
                          </m:ctrlPr>
                        </m:fPr>
                        <m:num>
                          <m:r>
                            <m:rPr>
                              <m:nor/>
                            </m:rPr>
                            <a:rPr lang="es-ES" sz="2000">
                              <a:solidFill>
                                <a:srgbClr val="000000"/>
                              </a:solidFill>
                              <a:latin typeface="Comic Sans MS"/>
                              <a:cs typeface="Arial" panose="020B0604020202020204" pitchFamily="34" charset="0"/>
                            </a:rPr>
                            <m:t>8000</m:t>
                          </m:r>
                        </m:num>
                        <m:den>
                          <m:r>
                            <a:rPr lang="es-ES" sz="2000">
                              <a:solidFill>
                                <a:srgbClr val="000000"/>
                              </a:solidFill>
                              <a:latin typeface="Cambria Math" panose="02040503050406030204" pitchFamily="18" charset="0"/>
                            </a:rPr>
                            <m:t>5−3</m:t>
                          </m:r>
                        </m:den>
                      </m:f>
                      <m:r>
                        <a:rPr lang="es-US" sz="2000" i="1">
                          <a:solidFill>
                            <a:srgbClr val="000000"/>
                          </a:solidFill>
                          <a:latin typeface="Cambria Math" panose="02040503050406030204" pitchFamily="18" charset="0"/>
                        </a:rPr>
                        <m:t>=</m:t>
                      </m:r>
                      <m:r>
                        <a:rPr lang="es-ES" sz="2000" i="1">
                          <a:solidFill>
                            <a:srgbClr val="000000"/>
                          </a:solidFill>
                          <a:latin typeface="Cambria Math" panose="02040503050406030204" pitchFamily="18" charset="0"/>
                        </a:rPr>
                        <m:t>4</m:t>
                      </m:r>
                      <m:r>
                        <a:rPr lang="es-US" sz="2000" i="1">
                          <a:solidFill>
                            <a:srgbClr val="000000"/>
                          </a:solidFill>
                          <a:latin typeface="Cambria Math" panose="02040503050406030204" pitchFamily="18" charset="0"/>
                        </a:rPr>
                        <m:t>.000</m:t>
                      </m:r>
                      <m:r>
                        <m:rPr>
                          <m:nor/>
                        </m:rPr>
                        <a:rPr lang="es-US" sz="2000">
                          <a:solidFill>
                            <a:srgbClr val="000000"/>
                          </a:solidFill>
                          <a:latin typeface="Comic Sans MS"/>
                          <a:cs typeface="Arial" panose="020B0604020202020204" pitchFamily="34" charset="0"/>
                        </a:rPr>
                        <m:t> </m:t>
                      </m:r>
                      <m:r>
                        <m:rPr>
                          <m:nor/>
                        </m:rPr>
                        <a:rPr lang="es-ES" sz="2000">
                          <a:solidFill>
                            <a:srgbClr val="000000"/>
                          </a:solidFill>
                          <a:latin typeface="Comic Sans MS"/>
                          <a:cs typeface="Arial" panose="020B0604020202020204" pitchFamily="34" charset="0"/>
                        </a:rPr>
                        <m:t>mu</m:t>
                      </m:r>
                      <m:r>
                        <m:rPr>
                          <m:nor/>
                        </m:rPr>
                        <a:rPr lang="es-ES" sz="2000">
                          <a:solidFill>
                            <a:srgbClr val="000000"/>
                          </a:solidFill>
                          <a:latin typeface="Comic Sans MS"/>
                          <a:cs typeface="Arial" panose="020B0604020202020204" pitchFamily="34" charset="0"/>
                        </a:rPr>
                        <m:t>ñ</m:t>
                      </m:r>
                      <m:r>
                        <m:rPr>
                          <m:nor/>
                        </m:rPr>
                        <a:rPr lang="es-ES" sz="2000">
                          <a:solidFill>
                            <a:srgbClr val="000000"/>
                          </a:solidFill>
                          <a:latin typeface="Comic Sans MS"/>
                          <a:cs typeface="Arial" panose="020B0604020202020204" pitchFamily="34" charset="0"/>
                        </a:rPr>
                        <m:t>ecas</m:t>
                      </m:r>
                    </m:oMath>
                  </m:oMathPara>
                </a14:m>
                <a:endParaRPr lang="es-US" sz="2000" dirty="0">
                  <a:solidFill>
                    <a:srgbClr val="000000"/>
                  </a:solidFill>
                  <a:latin typeface="Comic Sans MS"/>
                  <a:cs typeface="Arial" panose="020B0604020202020204" pitchFamily="34" charset="0"/>
                </a:endParaRPr>
              </a:p>
            </p:txBody>
          </p:sp>
        </mc:Choice>
        <mc:Fallback xmlns="">
          <p:sp>
            <p:nvSpPr>
              <p:cNvPr id="5" name="4 Objeto"/>
              <p:cNvSpPr txBox="1">
                <a:spLocks noRot="1" noChangeAspect="1" noMove="1" noResize="1" noEditPoints="1" noAdjustHandles="1" noChangeArrowheads="1" noChangeShapeType="1" noTextEdit="1"/>
              </p:cNvSpPr>
              <p:nvPr/>
            </p:nvSpPr>
            <p:spPr bwMode="auto">
              <a:xfrm>
                <a:off x="5366730" y="2068457"/>
                <a:ext cx="3105535" cy="722312"/>
              </a:xfrm>
              <a:prstGeom prst="rect">
                <a:avLst/>
              </a:prstGeom>
              <a:blipFill>
                <a:blip r:embed="rId3"/>
                <a:stretch>
                  <a:fillRect b="-37815"/>
                </a:stretch>
              </a:blipFill>
            </p:spPr>
            <p:txBody>
              <a:bodyPr/>
              <a:lstStyle/>
              <a:p>
                <a:r>
                  <a:rPr lang="es-ES">
                    <a:noFill/>
                  </a:rPr>
                  <a:t> </a:t>
                </a:r>
              </a:p>
            </p:txBody>
          </p:sp>
        </mc:Fallback>
      </mc:AlternateContent>
      <p:sp>
        <p:nvSpPr>
          <p:cNvPr id="6" name="5 CuadroTexto"/>
          <p:cNvSpPr txBox="1"/>
          <p:nvPr/>
        </p:nvSpPr>
        <p:spPr>
          <a:xfrm>
            <a:off x="1999560" y="1574063"/>
            <a:ext cx="1374094" cy="338554"/>
          </a:xfrm>
          <a:prstGeom prst="rect">
            <a:avLst/>
          </a:prstGeom>
          <a:noFill/>
        </p:spPr>
        <p:txBody>
          <a:bodyPr wrap="none" rtlCol="0">
            <a:spAutoFit/>
          </a:bodyPr>
          <a:lstStyle/>
          <a:p>
            <a:pPr fontAlgn="base">
              <a:spcBef>
                <a:spcPct val="0"/>
              </a:spcBef>
              <a:spcAft>
                <a:spcPct val="0"/>
              </a:spcAft>
              <a:defRPr/>
            </a:pPr>
            <a:r>
              <a:rPr lang="es-ES" sz="1600" b="1" dirty="0">
                <a:solidFill>
                  <a:srgbClr val="0070C0"/>
                </a:solidFill>
                <a:latin typeface="Comic Sans MS"/>
                <a:cs typeface="Arial" pitchFamily="34" charset="0"/>
              </a:rPr>
              <a:t>Apartado a)</a:t>
            </a:r>
          </a:p>
        </p:txBody>
      </p:sp>
      <p:sp>
        <p:nvSpPr>
          <p:cNvPr id="7" name="6 CuadroTexto"/>
          <p:cNvSpPr txBox="1"/>
          <p:nvPr/>
        </p:nvSpPr>
        <p:spPr>
          <a:xfrm>
            <a:off x="1999560" y="3115974"/>
            <a:ext cx="1382110" cy="338554"/>
          </a:xfrm>
          <a:prstGeom prst="rect">
            <a:avLst/>
          </a:prstGeom>
          <a:noFill/>
        </p:spPr>
        <p:txBody>
          <a:bodyPr wrap="none" rtlCol="0">
            <a:spAutoFit/>
          </a:bodyPr>
          <a:lstStyle/>
          <a:p>
            <a:pPr fontAlgn="base">
              <a:spcBef>
                <a:spcPct val="0"/>
              </a:spcBef>
              <a:spcAft>
                <a:spcPct val="0"/>
              </a:spcAft>
              <a:defRPr/>
            </a:pPr>
            <a:r>
              <a:rPr lang="es-ES" sz="1600" b="1" dirty="0">
                <a:solidFill>
                  <a:srgbClr val="0070C0"/>
                </a:solidFill>
                <a:latin typeface="Comic Sans MS"/>
                <a:cs typeface="Arial" pitchFamily="34" charset="0"/>
              </a:rPr>
              <a:t>Apartado b)</a:t>
            </a:r>
          </a:p>
        </p:txBody>
      </p:sp>
      <p:sp>
        <p:nvSpPr>
          <p:cNvPr id="13" name="Rectángulo 12">
            <a:extLst>
              <a:ext uri="{FF2B5EF4-FFF2-40B4-BE49-F238E27FC236}">
                <a16:creationId xmlns:a16="http://schemas.microsoft.com/office/drawing/2014/main" id="{E07FC7E5-0875-4293-9661-B2D60481E5A5}"/>
              </a:ext>
            </a:extLst>
          </p:cNvPr>
          <p:cNvSpPr/>
          <p:nvPr/>
        </p:nvSpPr>
        <p:spPr>
          <a:xfrm>
            <a:off x="2027548" y="3569210"/>
            <a:ext cx="8136904" cy="2596095"/>
          </a:xfrm>
          <a:prstGeom prst="rect">
            <a:avLst/>
          </a:prstGeom>
        </p:spPr>
        <p:txBody>
          <a:bodyPr wrap="square">
            <a:spAutoFit/>
          </a:bodyPr>
          <a:lstStyle/>
          <a:p>
            <a:pPr fontAlgn="base">
              <a:lnSpc>
                <a:spcPct val="107000"/>
              </a:lnSpc>
              <a:spcBef>
                <a:spcPct val="0"/>
              </a:spcBef>
              <a:spcAft>
                <a:spcPts val="750"/>
              </a:spcAft>
              <a:defRPr/>
            </a:pPr>
            <a:r>
              <a:rPr lang="es-US" sz="1600" dirty="0">
                <a:solidFill>
                  <a:srgbClr val="000000"/>
                </a:solidFill>
                <a:latin typeface="Comic Sans MS"/>
                <a:ea typeface="Times New Roman" panose="02020603050405020304" pitchFamily="18" charset="0"/>
                <a:cs typeface="Arial" panose="020B0604020202020204" pitchFamily="34" charset="0"/>
              </a:rPr>
              <a:t>Beneficio = IT – CT</a:t>
            </a:r>
            <a:endParaRPr lang="es-US" sz="1600" dirty="0">
              <a:solidFill>
                <a:srgbClr val="000000"/>
              </a:solidFill>
              <a:latin typeface="Comic Sans MS"/>
              <a:ea typeface="Calibri" panose="020F0502020204030204" pitchFamily="34" charset="0"/>
              <a:cs typeface="Arial" panose="020B0604020202020204" pitchFamily="34" charset="0"/>
            </a:endParaRPr>
          </a:p>
          <a:p>
            <a:pPr fontAlgn="base">
              <a:lnSpc>
                <a:spcPct val="107000"/>
              </a:lnSpc>
              <a:spcBef>
                <a:spcPct val="0"/>
              </a:spcBef>
              <a:spcAft>
                <a:spcPts val="750"/>
              </a:spcAft>
              <a:defRPr/>
            </a:pPr>
            <a:r>
              <a:rPr lang="es-US" sz="1600" dirty="0">
                <a:solidFill>
                  <a:srgbClr val="333333"/>
                </a:solidFill>
                <a:latin typeface="Comic Sans MS"/>
                <a:ea typeface="Times New Roman" panose="02020603050405020304" pitchFamily="18" charset="0"/>
                <a:cs typeface="Arial" panose="020B0604020202020204" pitchFamily="34" charset="0"/>
              </a:rPr>
              <a:t>Teniendo en cuenta que:</a:t>
            </a:r>
            <a:br>
              <a:rPr lang="es-US" sz="1600" dirty="0">
                <a:solidFill>
                  <a:srgbClr val="333333"/>
                </a:solidFill>
                <a:latin typeface="Comic Sans MS"/>
                <a:ea typeface="Times New Roman" panose="02020603050405020304" pitchFamily="18" charset="0"/>
                <a:cs typeface="Arial" panose="020B0604020202020204" pitchFamily="34" charset="0"/>
              </a:rPr>
            </a:br>
            <a:r>
              <a:rPr lang="es-US" sz="1600" dirty="0">
                <a:solidFill>
                  <a:srgbClr val="333333"/>
                </a:solidFill>
                <a:latin typeface="Comic Sans MS"/>
                <a:ea typeface="Times New Roman" panose="02020603050405020304" pitchFamily="18" charset="0"/>
                <a:cs typeface="Arial" panose="020B0604020202020204" pitchFamily="34" charset="0"/>
              </a:rPr>
              <a:t>IT = P x Q</a:t>
            </a:r>
            <a:br>
              <a:rPr lang="es-US" sz="1600" dirty="0">
                <a:solidFill>
                  <a:srgbClr val="333333"/>
                </a:solidFill>
                <a:latin typeface="Comic Sans MS"/>
                <a:ea typeface="Times New Roman" panose="02020603050405020304" pitchFamily="18" charset="0"/>
                <a:cs typeface="Arial" panose="020B0604020202020204" pitchFamily="34" charset="0"/>
              </a:rPr>
            </a:br>
            <a:r>
              <a:rPr lang="es-US" sz="1600" dirty="0">
                <a:solidFill>
                  <a:srgbClr val="333333"/>
                </a:solidFill>
                <a:latin typeface="Comic Sans MS"/>
                <a:ea typeface="Times New Roman" panose="02020603050405020304" pitchFamily="18" charset="0"/>
                <a:cs typeface="Arial" panose="020B0604020202020204" pitchFamily="34" charset="0"/>
              </a:rPr>
              <a:t>CT = CF + (CVu x q) </a:t>
            </a:r>
          </a:p>
          <a:p>
            <a:pPr fontAlgn="base">
              <a:lnSpc>
                <a:spcPct val="107000"/>
              </a:lnSpc>
              <a:spcBef>
                <a:spcPct val="0"/>
              </a:spcBef>
              <a:spcAft>
                <a:spcPts val="750"/>
              </a:spcAft>
              <a:defRPr/>
            </a:pPr>
            <a:r>
              <a:rPr lang="es-ES" sz="1600" dirty="0">
                <a:solidFill>
                  <a:srgbClr val="333333"/>
                </a:solidFill>
                <a:latin typeface="Comic Sans MS"/>
                <a:ea typeface="Calibri" panose="020F0502020204030204" pitchFamily="34" charset="0"/>
                <a:cs typeface="Arial" panose="020B0604020202020204" pitchFamily="34" charset="0"/>
              </a:rPr>
              <a:t>q</a:t>
            </a:r>
            <a:r>
              <a:rPr lang="es-US" sz="1600" dirty="0">
                <a:solidFill>
                  <a:srgbClr val="333333"/>
                </a:solidFill>
                <a:latin typeface="Comic Sans MS"/>
                <a:ea typeface="Calibri" panose="020F0502020204030204" pitchFamily="34" charset="0"/>
                <a:cs typeface="Arial" panose="020B0604020202020204" pitchFamily="34" charset="0"/>
              </a:rPr>
              <a:t> año pasado = 6.000 muñecas</a:t>
            </a:r>
            <a:endParaRPr lang="es-US" sz="1600" dirty="0">
              <a:solidFill>
                <a:srgbClr val="000000"/>
              </a:solidFill>
              <a:latin typeface="Comic Sans MS"/>
              <a:ea typeface="Calibri" panose="020F0502020204030204" pitchFamily="34" charset="0"/>
              <a:cs typeface="Arial" panose="020B0604020202020204" pitchFamily="34" charset="0"/>
            </a:endParaRPr>
          </a:p>
          <a:p>
            <a:pPr fontAlgn="base">
              <a:lnSpc>
                <a:spcPct val="107000"/>
              </a:lnSpc>
              <a:spcBef>
                <a:spcPct val="0"/>
              </a:spcBef>
              <a:spcAft>
                <a:spcPts val="750"/>
              </a:spcAft>
              <a:defRPr/>
            </a:pPr>
            <a:r>
              <a:rPr lang="es-US" sz="1600" dirty="0">
                <a:solidFill>
                  <a:srgbClr val="333333"/>
                </a:solidFill>
                <a:latin typeface="Comic Sans MS"/>
                <a:ea typeface="Times New Roman" panose="02020603050405020304" pitchFamily="18" charset="0"/>
                <a:cs typeface="Arial" panose="020B0604020202020204" pitchFamily="34" charset="0"/>
              </a:rPr>
              <a:t>Tenemos que:</a:t>
            </a:r>
            <a:endParaRPr lang="es-US" sz="1600" dirty="0">
              <a:solidFill>
                <a:srgbClr val="000000"/>
              </a:solidFill>
              <a:latin typeface="Comic Sans MS"/>
              <a:ea typeface="Calibri" panose="020F0502020204030204" pitchFamily="34" charset="0"/>
              <a:cs typeface="Arial" panose="020B0604020202020204" pitchFamily="34" charset="0"/>
            </a:endParaRPr>
          </a:p>
          <a:p>
            <a:pPr fontAlgn="base">
              <a:lnSpc>
                <a:spcPct val="107000"/>
              </a:lnSpc>
              <a:spcBef>
                <a:spcPct val="0"/>
              </a:spcBef>
              <a:spcAft>
                <a:spcPts val="750"/>
              </a:spcAft>
              <a:defRPr/>
            </a:pPr>
            <a:r>
              <a:rPr lang="es-US" sz="1600" dirty="0" err="1">
                <a:solidFill>
                  <a:srgbClr val="333333"/>
                </a:solidFill>
                <a:latin typeface="Comic Sans MS"/>
                <a:ea typeface="Times New Roman" panose="02020603050405020304" pitchFamily="18" charset="0"/>
                <a:cs typeface="Arial" panose="020B0604020202020204" pitchFamily="34" charset="0"/>
              </a:rPr>
              <a:t>B°</a:t>
            </a:r>
            <a:r>
              <a:rPr lang="es-US" sz="1600" dirty="0">
                <a:solidFill>
                  <a:srgbClr val="333333"/>
                </a:solidFill>
                <a:latin typeface="Comic Sans MS"/>
                <a:ea typeface="Times New Roman" panose="02020603050405020304" pitchFamily="18" charset="0"/>
                <a:cs typeface="Arial" panose="020B0604020202020204" pitchFamily="34" charset="0"/>
              </a:rPr>
              <a:t> = (P x Q) – (CF + CVu x q) = (5 x 6.000) – 8.000 – (3 x 6.000) = 4.000 euros/año 						            de beneficio.</a:t>
            </a:r>
            <a:endParaRPr lang="es-US" sz="1600" dirty="0">
              <a:solidFill>
                <a:srgbClr val="000000"/>
              </a:solidFill>
              <a:latin typeface="Comic Sans MS"/>
              <a:ea typeface="Calibri" panose="020F0502020204030204" pitchFamily="34" charset="0"/>
              <a:cs typeface="Arial" panose="020B0604020202020204" pitchFamily="34" charset="0"/>
            </a:endParaRPr>
          </a:p>
        </p:txBody>
      </p:sp>
      <p:grpSp>
        <p:nvGrpSpPr>
          <p:cNvPr id="2" name="Grupo 1">
            <a:extLst>
              <a:ext uri="{FF2B5EF4-FFF2-40B4-BE49-F238E27FC236}">
                <a16:creationId xmlns:a16="http://schemas.microsoft.com/office/drawing/2014/main" id="{573BBF93-6C53-4CDC-BBAF-7039840BA80D}"/>
              </a:ext>
            </a:extLst>
          </p:cNvPr>
          <p:cNvGrpSpPr/>
          <p:nvPr/>
        </p:nvGrpSpPr>
        <p:grpSpPr>
          <a:xfrm>
            <a:off x="2107078" y="1961380"/>
            <a:ext cx="2836794" cy="914158"/>
            <a:chOff x="2997015" y="5602201"/>
            <a:chExt cx="3281660" cy="1186468"/>
          </a:xfrm>
        </p:grpSpPr>
        <p:sp>
          <p:nvSpPr>
            <p:cNvPr id="8" name="1 CuadroTexto">
              <a:extLst>
                <a:ext uri="{FF2B5EF4-FFF2-40B4-BE49-F238E27FC236}">
                  <a16:creationId xmlns:a16="http://schemas.microsoft.com/office/drawing/2014/main" id="{7ED66DC9-0C6C-413D-A169-9053F0F2099E}"/>
                </a:ext>
              </a:extLst>
            </p:cNvPr>
            <p:cNvSpPr txBox="1">
              <a:spLocks noRot="1" noChangeAspect="1" noMove="1" noResize="1" noEditPoints="1" noAdjustHandles="1" noChangeArrowheads="1" noChangeShapeType="1" noTextEdit="1"/>
            </p:cNvSpPr>
            <p:nvPr/>
          </p:nvSpPr>
          <p:spPr>
            <a:xfrm>
              <a:off x="2997015" y="5602201"/>
              <a:ext cx="3281660" cy="1017523"/>
            </a:xfrm>
            <a:prstGeom prst="rect">
              <a:avLst/>
            </a:prstGeom>
            <a:blipFill rotWithShape="1">
              <a:blip r:embed="rId4" cstate="print"/>
              <a:stretch>
                <a:fillRect/>
              </a:stretch>
            </a:blipFill>
          </p:spPr>
          <p:txBody>
            <a:bodyPr/>
            <a:lstStyle/>
            <a:p>
              <a:pPr fontAlgn="base">
                <a:spcBef>
                  <a:spcPct val="0"/>
                </a:spcBef>
                <a:spcAft>
                  <a:spcPct val="0"/>
                </a:spcAft>
                <a:defRPr/>
              </a:pPr>
              <a:r>
                <a:rPr lang="es-ES" dirty="0">
                  <a:noFill/>
                  <a:latin typeface="Comic Sans MS" pitchFamily="66" charset="0"/>
                </a:rPr>
                <a:t> </a:t>
              </a:r>
            </a:p>
          </p:txBody>
        </p:sp>
        <p:sp>
          <p:nvSpPr>
            <p:cNvPr id="9" name="CuadroTexto 8">
              <a:extLst>
                <a:ext uri="{FF2B5EF4-FFF2-40B4-BE49-F238E27FC236}">
                  <a16:creationId xmlns:a16="http://schemas.microsoft.com/office/drawing/2014/main" id="{AB69F427-A808-47F8-997F-062E7D07ED88}"/>
                </a:ext>
              </a:extLst>
            </p:cNvPr>
            <p:cNvSpPr txBox="1"/>
            <p:nvPr/>
          </p:nvSpPr>
          <p:spPr>
            <a:xfrm>
              <a:off x="5508104" y="6309320"/>
              <a:ext cx="360041" cy="479349"/>
            </a:xfrm>
            <a:prstGeom prst="rect">
              <a:avLst/>
            </a:prstGeom>
            <a:noFill/>
          </p:spPr>
          <p:txBody>
            <a:bodyPr wrap="square" rtlCol="0">
              <a:spAutoFit/>
            </a:bodyPr>
            <a:lstStyle/>
            <a:p>
              <a:pPr fontAlgn="base">
                <a:spcBef>
                  <a:spcPct val="0"/>
                </a:spcBef>
                <a:spcAft>
                  <a:spcPct val="0"/>
                </a:spcAft>
                <a:defRPr/>
              </a:pPr>
              <a:r>
                <a:rPr lang="es-ES" i="1" dirty="0">
                  <a:solidFill>
                    <a:srgbClr val="000000"/>
                  </a:solidFill>
                  <a:latin typeface="Arial" charset="0"/>
                </a:rPr>
                <a:t>u</a:t>
              </a:r>
            </a:p>
          </p:txBody>
        </p:sp>
      </p:grpSp>
      <p:sp>
        <p:nvSpPr>
          <p:cNvPr id="12" name="Marcador de número de diapositiva 1">
            <a:extLst>
              <a:ext uri="{FF2B5EF4-FFF2-40B4-BE49-F238E27FC236}">
                <a16:creationId xmlns:a16="http://schemas.microsoft.com/office/drawing/2014/main" id="{607CCC8E-F562-4562-83FB-69EFDF030495}"/>
              </a:ext>
            </a:extLst>
          </p:cNvPr>
          <p:cNvSpPr txBox="1">
            <a:spLocks/>
          </p:cNvSpPr>
          <p:nvPr/>
        </p:nvSpPr>
        <p:spPr>
          <a:xfrm>
            <a:off x="1559496" y="6381329"/>
            <a:ext cx="648072" cy="360039"/>
          </a:xfrm>
          <a:prstGeom prst="rect">
            <a:avLst/>
          </a:prstGeom>
        </p:spPr>
        <p:txBody>
          <a:bodyPr vert="horz" lIns="91440" tIns="45720" rIns="91440" bIns="45720" rtlCol="0" anchor="ctr"/>
          <a:lstStyle>
            <a:defPPr>
              <a:defRPr lang="en-US"/>
            </a:defPPr>
            <a:lvl1pPr marL="0" algn="ctr" defTabSz="457200" rtl="0" eaLnBrk="1" latinLnBrk="0" hangingPunct="1">
              <a:defRPr sz="1000" b="1" kern="1200">
                <a:solidFill>
                  <a:srgbClr val="C00000"/>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fld id="{AF75CF5D-3D4E-4D8A-8B54-5D72594A67B8}" type="slidenum">
              <a:rPr lang="es-US">
                <a:latin typeface="Comic Sans MS"/>
              </a:rPr>
              <a:pPr>
                <a:defRPr/>
              </a:pPr>
              <a:t>24</a:t>
            </a:fld>
            <a:endParaRPr lang="es-US" dirty="0">
              <a:latin typeface="Comic Sans MS"/>
            </a:endParaRPr>
          </a:p>
        </p:txBody>
      </p:sp>
      <p:sp>
        <p:nvSpPr>
          <p:cNvPr id="15" name="Rectángulo 14">
            <a:extLst>
              <a:ext uri="{FF2B5EF4-FFF2-40B4-BE49-F238E27FC236}">
                <a16:creationId xmlns:a16="http://schemas.microsoft.com/office/drawing/2014/main" id="{A68B2B3E-3B29-4459-9AC2-F0E65D4C866A}"/>
              </a:ext>
            </a:extLst>
          </p:cNvPr>
          <p:cNvSpPr/>
          <p:nvPr/>
        </p:nvSpPr>
        <p:spPr>
          <a:xfrm>
            <a:off x="1064787" y="634452"/>
            <a:ext cx="8432800" cy="400110"/>
          </a:xfrm>
          <a:prstGeom prst="rect">
            <a:avLst/>
          </a:prstGeom>
          <a:noFill/>
          <a:ln w="19050">
            <a:noFill/>
          </a:ln>
        </p:spPr>
        <p:txBody>
          <a:bodyPr wrap="square">
            <a:spAutoFit/>
          </a:bodyPr>
          <a:lstStyle/>
          <a:p>
            <a:pPr algn="ctr" fontAlgn="base">
              <a:spcBef>
                <a:spcPct val="0"/>
              </a:spcBef>
              <a:spcAft>
                <a:spcPct val="0"/>
              </a:spcAft>
              <a:defRPr/>
            </a:pPr>
            <a:r>
              <a:rPr lang="es-ES_tradnl" sz="2000" b="1" kern="0" dirty="0">
                <a:solidFill>
                  <a:srgbClr val="0070C0"/>
                </a:solidFill>
                <a:latin typeface="Comic Sans MS"/>
              </a:rPr>
              <a:t>ANÁLISIS DEL PUNTO MUERTO O UMBRAL DE RENTABILIDAD</a:t>
            </a:r>
            <a:endParaRPr lang="es-US" sz="2000" dirty="0">
              <a:solidFill>
                <a:srgbClr val="0070C0"/>
              </a:solidFill>
              <a:latin typeface="Arial" charset="0"/>
            </a:endParaRPr>
          </a:p>
        </p:txBody>
      </p:sp>
      <p:sp>
        <p:nvSpPr>
          <p:cNvPr id="3" name="CuadroTexto 2">
            <a:extLst>
              <a:ext uri="{FF2B5EF4-FFF2-40B4-BE49-F238E27FC236}">
                <a16:creationId xmlns:a16="http://schemas.microsoft.com/office/drawing/2014/main" id="{6C40BA9D-6217-664D-3393-BB5A930AD673}"/>
              </a:ext>
            </a:extLst>
          </p:cNvPr>
          <p:cNvSpPr txBox="1"/>
          <p:nvPr/>
        </p:nvSpPr>
        <p:spPr>
          <a:xfrm>
            <a:off x="1991761" y="1020233"/>
            <a:ext cx="4572000" cy="369332"/>
          </a:xfrm>
          <a:prstGeom prst="rect">
            <a:avLst/>
          </a:prstGeom>
          <a:noFill/>
        </p:spPr>
        <p:txBody>
          <a:bodyPr wrap="square">
            <a:spAutoFit/>
          </a:bodyPr>
          <a:lstStyle/>
          <a:p>
            <a:pPr algn="just" fontAlgn="base">
              <a:spcBef>
                <a:spcPct val="0"/>
              </a:spcBef>
              <a:spcAft>
                <a:spcPct val="0"/>
              </a:spcAft>
              <a:defRPr/>
            </a:pPr>
            <a:r>
              <a:rPr lang="es-ES" altLang="ja-JP" b="1" dirty="0">
                <a:solidFill>
                  <a:srgbClr val="C00000"/>
                </a:solidFill>
                <a:latin typeface="Comic Sans MS"/>
                <a:ea typeface="MS Mincho" pitchFamily="49" charset="-128"/>
                <a:cs typeface="Arial" pitchFamily="34" charset="0"/>
              </a:rPr>
              <a:t>EJEMPLO 2 Resuelto</a:t>
            </a:r>
          </a:p>
        </p:txBody>
      </p:sp>
      <p:sp>
        <p:nvSpPr>
          <p:cNvPr id="4" name="CuadroTexto 3">
            <a:extLst>
              <a:ext uri="{FF2B5EF4-FFF2-40B4-BE49-F238E27FC236}">
                <a16:creationId xmlns:a16="http://schemas.microsoft.com/office/drawing/2014/main" id="{0014B99E-9027-BEFF-3AF1-4F667651A7D0}"/>
              </a:ext>
            </a:extLst>
          </p:cNvPr>
          <p:cNvSpPr txBox="1"/>
          <p:nvPr/>
        </p:nvSpPr>
        <p:spPr>
          <a:xfrm>
            <a:off x="347745" y="95577"/>
            <a:ext cx="4629794" cy="523220"/>
          </a:xfrm>
          <a:prstGeom prst="rect">
            <a:avLst/>
          </a:prstGeom>
          <a:noFill/>
        </p:spPr>
        <p:txBody>
          <a:bodyPr wrap="none" rtlCol="0">
            <a:spAutoFit/>
          </a:bodyPr>
          <a:lstStyle/>
          <a:p>
            <a:r>
              <a:rPr lang="es-ES" sz="2800" b="1" dirty="0">
                <a:solidFill>
                  <a:srgbClr val="CC0099"/>
                </a:solidFill>
                <a:latin typeface="Century Gothic" panose="020B0502020202020204" pitchFamily="34" charset="0"/>
              </a:rPr>
              <a:t>1. El plan de operaciones</a:t>
            </a:r>
            <a:endParaRPr lang="es-ES" sz="2800" i="1" dirty="0">
              <a:solidFill>
                <a:srgbClr val="CC0099"/>
              </a:solidFill>
            </a:endParaRPr>
          </a:p>
        </p:txBody>
      </p:sp>
    </p:spTree>
    <p:extLst>
      <p:ext uri="{BB962C8B-B14F-4D97-AF65-F5344CB8AC3E}">
        <p14:creationId xmlns:p14="http://schemas.microsoft.com/office/powerpoint/2010/main" val="33711075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13"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
            <a:extLst>
              <a:ext uri="{FF2B5EF4-FFF2-40B4-BE49-F238E27FC236}">
                <a16:creationId xmlns:a16="http://schemas.microsoft.com/office/drawing/2014/main" id="{ABE50C09-229C-4A25-9063-380BB77276D6}"/>
              </a:ext>
            </a:extLst>
          </p:cNvPr>
          <p:cNvSpPr>
            <a:spLocks noChangeArrowheads="1"/>
          </p:cNvSpPr>
          <p:nvPr/>
        </p:nvSpPr>
        <p:spPr bwMode="auto">
          <a:xfrm>
            <a:off x="1815338" y="1151454"/>
            <a:ext cx="8561322" cy="455509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algn="just" fontAlgn="base">
              <a:spcBef>
                <a:spcPct val="0"/>
              </a:spcBef>
              <a:spcAft>
                <a:spcPct val="0"/>
              </a:spcAft>
              <a:defRPr/>
            </a:pPr>
            <a:r>
              <a:rPr lang="es-ES" altLang="ja-JP" sz="2000" b="1" dirty="0">
                <a:solidFill>
                  <a:srgbClr val="C00000"/>
                </a:solidFill>
                <a:latin typeface="Comic Sans MS"/>
                <a:ea typeface="MS Mincho" pitchFamily="49" charset="-128"/>
                <a:cs typeface="Arial" pitchFamily="34" charset="0"/>
              </a:rPr>
              <a:t>EJEMPLO 3</a:t>
            </a:r>
          </a:p>
          <a:p>
            <a:pPr algn="just" fontAlgn="base">
              <a:spcBef>
                <a:spcPct val="0"/>
              </a:spcBef>
              <a:spcAft>
                <a:spcPct val="0"/>
              </a:spcAft>
              <a:defRPr/>
            </a:pPr>
            <a:endParaRPr lang="es-ES" altLang="ja-JP" sz="2000" dirty="0">
              <a:solidFill>
                <a:srgbClr val="000000"/>
              </a:solidFill>
              <a:latin typeface="Comic Sans MS"/>
              <a:cs typeface="Arial" pitchFamily="34" charset="0"/>
            </a:endParaRPr>
          </a:p>
          <a:p>
            <a:pPr algn="just" fontAlgn="base">
              <a:spcBef>
                <a:spcPct val="0"/>
              </a:spcBef>
              <a:spcAft>
                <a:spcPts val="600"/>
              </a:spcAft>
              <a:defRPr/>
            </a:pPr>
            <a:r>
              <a:rPr lang="es-ES" sz="2000" dirty="0">
                <a:solidFill>
                  <a:srgbClr val="000000"/>
                </a:solidFill>
                <a:latin typeface="Comic Sans MS"/>
                <a:ea typeface="MS Mincho"/>
                <a:cs typeface="Arial" pitchFamily="34" charset="0"/>
              </a:rPr>
              <a:t>El sector de arreglos de ropa ha experimentado un importante crecimiento en los últimos años y parece que se mantendrá e incluso será superior. Dedales S.L. es una de las empresas líderes del sector y ha decidido ampliar su red de centros a través de franquicias. A cambio de un canon de entrada anual (10.000€), un royalty mensual (200€) y un canon de publicidad mensual (300€), cede el derecho a prestar el servicio de arreglos rápidos en una zona determinada. </a:t>
            </a:r>
          </a:p>
          <a:p>
            <a:pPr marL="342900" indent="-342900" algn="just" fontAlgn="base">
              <a:spcBef>
                <a:spcPct val="0"/>
              </a:spcBef>
              <a:spcAft>
                <a:spcPts val="600"/>
              </a:spcAft>
              <a:buFont typeface="+mj-lt"/>
              <a:buAutoNum type="alphaLcParenR"/>
              <a:tabLst>
                <a:tab pos="228600" algn="l"/>
              </a:tabLst>
              <a:defRPr/>
            </a:pPr>
            <a:r>
              <a:rPr lang="es-ES" sz="2000" b="1" dirty="0">
                <a:solidFill>
                  <a:srgbClr val="000000"/>
                </a:solidFill>
                <a:latin typeface="Comic Sans MS"/>
                <a:ea typeface="MS Mincho"/>
                <a:cs typeface="Arial" pitchFamily="34" charset="0"/>
              </a:rPr>
              <a:t>Suponiendo que el margen de contribución unitario es de 8€ ¿qué cantidad de arreglos deberán realizarse anualmente para que el franquiciado empiece a obtener beneficios? </a:t>
            </a:r>
            <a:endParaRPr lang="es-ES" sz="2000" dirty="0">
              <a:solidFill>
                <a:srgbClr val="000000"/>
              </a:solidFill>
              <a:latin typeface="Comic Sans MS"/>
              <a:ea typeface="MS Mincho"/>
              <a:cs typeface="Arial" pitchFamily="34" charset="0"/>
            </a:endParaRPr>
          </a:p>
          <a:p>
            <a:pPr marL="342900" indent="-342900" algn="just" fontAlgn="base">
              <a:spcBef>
                <a:spcPct val="0"/>
              </a:spcBef>
              <a:spcAft>
                <a:spcPts val="600"/>
              </a:spcAft>
              <a:buFont typeface="+mj-lt"/>
              <a:buAutoNum type="alphaLcParenR"/>
              <a:tabLst>
                <a:tab pos="228600" algn="l"/>
              </a:tabLst>
              <a:defRPr/>
            </a:pPr>
            <a:r>
              <a:rPr lang="es-ES" sz="2000" b="1" dirty="0">
                <a:solidFill>
                  <a:srgbClr val="000000"/>
                </a:solidFill>
                <a:latin typeface="Comic Sans MS"/>
                <a:ea typeface="MS Mincho"/>
                <a:cs typeface="Arial" pitchFamily="34" charset="0"/>
              </a:rPr>
              <a:t>Si Dedales realizara 2.500 arreglos de ropa durante el siguiente ejercicio económico, ¿cuál sería el beneficio obtenido? </a:t>
            </a:r>
            <a:endParaRPr lang="es-ES" sz="2000" dirty="0">
              <a:solidFill>
                <a:srgbClr val="000000"/>
              </a:solidFill>
              <a:latin typeface="Comic Sans MS"/>
              <a:ea typeface="MS Mincho"/>
              <a:cs typeface="Arial" pitchFamily="34" charset="0"/>
            </a:endParaRPr>
          </a:p>
        </p:txBody>
      </p:sp>
      <p:sp>
        <p:nvSpPr>
          <p:cNvPr id="5" name="Marcador de número de diapositiva 1">
            <a:extLst>
              <a:ext uri="{FF2B5EF4-FFF2-40B4-BE49-F238E27FC236}">
                <a16:creationId xmlns:a16="http://schemas.microsoft.com/office/drawing/2014/main" id="{B1D1CA1F-5FD2-4659-AB3B-F5C09D0E9D79}"/>
              </a:ext>
            </a:extLst>
          </p:cNvPr>
          <p:cNvSpPr txBox="1">
            <a:spLocks/>
          </p:cNvSpPr>
          <p:nvPr/>
        </p:nvSpPr>
        <p:spPr>
          <a:xfrm>
            <a:off x="1559496" y="6381329"/>
            <a:ext cx="648072" cy="360039"/>
          </a:xfrm>
          <a:prstGeom prst="rect">
            <a:avLst/>
          </a:prstGeom>
        </p:spPr>
        <p:txBody>
          <a:bodyPr vert="horz" lIns="91440" tIns="45720" rIns="91440" bIns="45720" rtlCol="0" anchor="ctr"/>
          <a:lstStyle>
            <a:defPPr>
              <a:defRPr lang="en-US"/>
            </a:defPPr>
            <a:lvl1pPr marL="0" algn="ctr" defTabSz="457200" rtl="0" eaLnBrk="1" latinLnBrk="0" hangingPunct="1">
              <a:defRPr sz="1000" b="1" kern="1200">
                <a:solidFill>
                  <a:srgbClr val="C00000"/>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fld id="{AF75CF5D-3D4E-4D8A-8B54-5D72594A67B8}" type="slidenum">
              <a:rPr lang="es-US">
                <a:latin typeface="Comic Sans MS"/>
              </a:rPr>
              <a:pPr>
                <a:defRPr/>
              </a:pPr>
              <a:t>25</a:t>
            </a:fld>
            <a:endParaRPr lang="es-US" dirty="0">
              <a:latin typeface="Comic Sans MS"/>
            </a:endParaRPr>
          </a:p>
        </p:txBody>
      </p:sp>
      <p:sp>
        <p:nvSpPr>
          <p:cNvPr id="7" name="Rectángulo 6">
            <a:extLst>
              <a:ext uri="{FF2B5EF4-FFF2-40B4-BE49-F238E27FC236}">
                <a16:creationId xmlns:a16="http://schemas.microsoft.com/office/drawing/2014/main" id="{17CCCBCC-B22B-45D2-889B-B7F2D53F3157}"/>
              </a:ext>
            </a:extLst>
          </p:cNvPr>
          <p:cNvSpPr/>
          <p:nvPr/>
        </p:nvSpPr>
        <p:spPr>
          <a:xfrm>
            <a:off x="965200" y="758776"/>
            <a:ext cx="8432800" cy="400110"/>
          </a:xfrm>
          <a:prstGeom prst="rect">
            <a:avLst/>
          </a:prstGeom>
          <a:noFill/>
          <a:ln w="19050">
            <a:noFill/>
          </a:ln>
        </p:spPr>
        <p:txBody>
          <a:bodyPr wrap="square">
            <a:spAutoFit/>
          </a:bodyPr>
          <a:lstStyle/>
          <a:p>
            <a:pPr algn="ctr" fontAlgn="base">
              <a:spcBef>
                <a:spcPct val="0"/>
              </a:spcBef>
              <a:spcAft>
                <a:spcPct val="0"/>
              </a:spcAft>
              <a:defRPr/>
            </a:pPr>
            <a:r>
              <a:rPr lang="es-ES_tradnl" sz="2000" b="1" kern="0" dirty="0">
                <a:solidFill>
                  <a:srgbClr val="0070C0"/>
                </a:solidFill>
                <a:latin typeface="Comic Sans MS"/>
              </a:rPr>
              <a:t>ANÁLISIS DEL PUNTO MUERTO O UMBRAL DE RENTABILIDAD</a:t>
            </a:r>
            <a:endParaRPr lang="es-US" sz="2000" dirty="0">
              <a:solidFill>
                <a:srgbClr val="0070C0"/>
              </a:solidFill>
              <a:latin typeface="Arial" charset="0"/>
            </a:endParaRPr>
          </a:p>
        </p:txBody>
      </p:sp>
      <p:sp>
        <p:nvSpPr>
          <p:cNvPr id="2" name="CuadroTexto 1">
            <a:extLst>
              <a:ext uri="{FF2B5EF4-FFF2-40B4-BE49-F238E27FC236}">
                <a16:creationId xmlns:a16="http://schemas.microsoft.com/office/drawing/2014/main" id="{301953AC-97CB-A9D3-BC7F-705F01C92CCA}"/>
              </a:ext>
            </a:extLst>
          </p:cNvPr>
          <p:cNvSpPr txBox="1"/>
          <p:nvPr/>
        </p:nvSpPr>
        <p:spPr>
          <a:xfrm>
            <a:off x="347745" y="95577"/>
            <a:ext cx="4629794" cy="523220"/>
          </a:xfrm>
          <a:prstGeom prst="rect">
            <a:avLst/>
          </a:prstGeom>
          <a:noFill/>
        </p:spPr>
        <p:txBody>
          <a:bodyPr wrap="none" rtlCol="0">
            <a:spAutoFit/>
          </a:bodyPr>
          <a:lstStyle/>
          <a:p>
            <a:r>
              <a:rPr lang="es-ES" sz="2800" b="1" dirty="0">
                <a:solidFill>
                  <a:srgbClr val="CC0099"/>
                </a:solidFill>
                <a:latin typeface="Century Gothic" panose="020B0502020202020204" pitchFamily="34" charset="0"/>
              </a:rPr>
              <a:t>1. El plan de operaciones</a:t>
            </a:r>
            <a:endParaRPr lang="es-ES" sz="2800" i="1" dirty="0">
              <a:solidFill>
                <a:srgbClr val="CC0099"/>
              </a:solidFill>
            </a:endParaRPr>
          </a:p>
        </p:txBody>
      </p:sp>
    </p:spTree>
    <p:extLst>
      <p:ext uri="{BB962C8B-B14F-4D97-AF65-F5344CB8AC3E}">
        <p14:creationId xmlns:p14="http://schemas.microsoft.com/office/powerpoint/2010/main" val="386877851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2 Objeto"/>
              <p:cNvSpPr txBox="1"/>
              <p:nvPr/>
            </p:nvSpPr>
            <p:spPr bwMode="auto">
              <a:xfrm>
                <a:off x="2227263" y="1883056"/>
                <a:ext cx="5619750" cy="373063"/>
              </a:xfrm>
              <a:prstGeom prst="rect">
                <a:avLst/>
              </a:prstGeom>
              <a:noFill/>
            </p:spPr>
            <p:txBody>
              <a:bodyPr>
                <a:normAutofit/>
              </a:bodyPr>
              <a:lstStyle/>
              <a:p>
                <a:pPr algn="ctr" defTabSz="457200">
                  <a:defRPr/>
                </a:pPr>
                <a14:m>
                  <m:oMath xmlns:m="http://schemas.openxmlformats.org/officeDocument/2006/math">
                    <m:r>
                      <m:rPr>
                        <m:nor/>
                      </m:rPr>
                      <a:rPr lang="es-ES">
                        <a:solidFill>
                          <a:srgbClr val="000000"/>
                        </a:solidFill>
                        <a:latin typeface="Cambria Math" panose="02040503050406030204" pitchFamily="18" charset="0"/>
                      </a:rPr>
                      <m:t>CF</m:t>
                    </m:r>
                    <m:r>
                      <a:rPr lang="es-ES" i="1">
                        <a:solidFill>
                          <a:srgbClr val="000000"/>
                        </a:solidFill>
                        <a:latin typeface="Cambria Math" panose="02040503050406030204" pitchFamily="18" charset="0"/>
                      </a:rPr>
                      <m:t>=</m:t>
                    </m:r>
                    <m:r>
                      <m:rPr>
                        <m:nor/>
                      </m:rPr>
                      <a:rPr lang="es-ES">
                        <a:solidFill>
                          <a:srgbClr val="000000"/>
                        </a:solidFill>
                        <a:latin typeface="Cambria Math" panose="02040503050406030204" pitchFamily="18" charset="0"/>
                      </a:rPr>
                      <m:t>10.000</m:t>
                    </m:r>
                    <m:r>
                      <a:rPr lang="es-ES" i="1">
                        <a:solidFill>
                          <a:srgbClr val="000000"/>
                        </a:solidFill>
                        <a:latin typeface="Cambria Math" panose="02040503050406030204" pitchFamily="18" charset="0"/>
                      </a:rPr>
                      <m:t>+(</m:t>
                    </m:r>
                    <m:r>
                      <m:rPr>
                        <m:nor/>
                      </m:rPr>
                      <a:rPr lang="es-ES">
                        <a:solidFill>
                          <a:srgbClr val="000000"/>
                        </a:solidFill>
                        <a:latin typeface="Cambria Math" panose="02040503050406030204" pitchFamily="18" charset="0"/>
                      </a:rPr>
                      <m:t>200  </m:t>
                    </m:r>
                    <m:r>
                      <m:rPr>
                        <m:nor/>
                      </m:rPr>
                      <a:rPr lang="es-ES">
                        <a:solidFill>
                          <a:srgbClr val="000000"/>
                        </a:solidFill>
                        <a:latin typeface="Cambria Math" panose="02040503050406030204" pitchFamily="18" charset="0"/>
                      </a:rPr>
                      <m:t>x</m:t>
                    </m:r>
                    <m:r>
                      <m:rPr>
                        <m:nor/>
                      </m:rPr>
                      <a:rPr lang="es-ES">
                        <a:solidFill>
                          <a:srgbClr val="000000"/>
                        </a:solidFill>
                        <a:latin typeface="Cambria Math" panose="02040503050406030204" pitchFamily="18" charset="0"/>
                      </a:rPr>
                      <m:t> 12</m:t>
                    </m:r>
                    <m:r>
                      <a:rPr lang="es-ES" i="1">
                        <a:solidFill>
                          <a:srgbClr val="000000"/>
                        </a:solidFill>
                        <a:latin typeface="Cambria Math" panose="02040503050406030204" pitchFamily="18" charset="0"/>
                      </a:rPr>
                      <m:t>)+(</m:t>
                    </m:r>
                    <m:r>
                      <m:rPr>
                        <m:nor/>
                      </m:rPr>
                      <a:rPr lang="es-ES">
                        <a:solidFill>
                          <a:srgbClr val="000000"/>
                        </a:solidFill>
                        <a:latin typeface="Cambria Math" panose="02040503050406030204" pitchFamily="18" charset="0"/>
                      </a:rPr>
                      <m:t>300  </m:t>
                    </m:r>
                    <m:r>
                      <m:rPr>
                        <m:nor/>
                      </m:rPr>
                      <a:rPr lang="es-ES">
                        <a:solidFill>
                          <a:srgbClr val="000000"/>
                        </a:solidFill>
                        <a:latin typeface="Cambria Math" panose="02040503050406030204" pitchFamily="18" charset="0"/>
                      </a:rPr>
                      <m:t>x</m:t>
                    </m:r>
                    <m:r>
                      <m:rPr>
                        <m:nor/>
                      </m:rPr>
                      <a:rPr lang="es-ES">
                        <a:solidFill>
                          <a:srgbClr val="000000"/>
                        </a:solidFill>
                        <a:latin typeface="Cambria Math" panose="02040503050406030204" pitchFamily="18" charset="0"/>
                      </a:rPr>
                      <m:t> 12</m:t>
                    </m:r>
                    <m:r>
                      <a:rPr lang="es-ES" i="1">
                        <a:solidFill>
                          <a:srgbClr val="000000"/>
                        </a:solidFill>
                        <a:latin typeface="Cambria Math" panose="02040503050406030204" pitchFamily="18" charset="0"/>
                      </a:rPr>
                      <m:t>)</m:t>
                    </m:r>
                    <m:r>
                      <m:rPr>
                        <m:nor/>
                      </m:rPr>
                      <a:rPr lang="es-ES">
                        <a:solidFill>
                          <a:srgbClr val="000000"/>
                        </a:solidFill>
                        <a:latin typeface="Cambria Math" panose="02040503050406030204" pitchFamily="18" charset="0"/>
                      </a:rPr>
                      <m:t>  </m:t>
                    </m:r>
                    <m:r>
                      <a:rPr lang="es-ES" i="1">
                        <a:solidFill>
                          <a:srgbClr val="000000"/>
                        </a:solidFill>
                        <a:latin typeface="Cambria Math" panose="02040503050406030204" pitchFamily="18" charset="0"/>
                      </a:rPr>
                      <m:t>=</m:t>
                    </m:r>
                    <m:r>
                      <m:rPr>
                        <m:nor/>
                      </m:rPr>
                      <a:rPr lang="es-ES">
                        <a:solidFill>
                          <a:srgbClr val="000000"/>
                        </a:solidFill>
                        <a:latin typeface="Cambria Math" panose="02040503050406030204" pitchFamily="18" charset="0"/>
                      </a:rPr>
                      <m:t>16.000 €</m:t>
                    </m:r>
                  </m:oMath>
                </a14:m>
                <a:r>
                  <a:rPr lang="es-ES" dirty="0">
                    <a:solidFill>
                      <a:srgbClr val="000000"/>
                    </a:solidFill>
                    <a:latin typeface="Comic Sans MS"/>
                  </a:rPr>
                  <a:t> </a:t>
                </a:r>
              </a:p>
            </p:txBody>
          </p:sp>
        </mc:Choice>
        <mc:Fallback xmlns="">
          <p:sp>
            <p:nvSpPr>
              <p:cNvPr id="3" name="2 Objeto"/>
              <p:cNvSpPr txBox="1">
                <a:spLocks noRot="1" noChangeAspect="1" noMove="1" noResize="1" noEditPoints="1" noAdjustHandles="1" noChangeArrowheads="1" noChangeShapeType="1" noTextEdit="1"/>
              </p:cNvSpPr>
              <p:nvPr/>
            </p:nvSpPr>
            <p:spPr bwMode="auto">
              <a:xfrm>
                <a:off x="2227263" y="1883056"/>
                <a:ext cx="5619750" cy="373063"/>
              </a:xfrm>
              <a:prstGeom prst="rect">
                <a:avLst/>
              </a:prstGeom>
              <a:blipFill>
                <a:blip r:embed="rId3"/>
                <a:stretch>
                  <a:fillRect b="-13115"/>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4" name="3 Objeto"/>
              <p:cNvSpPr txBox="1"/>
              <p:nvPr/>
            </p:nvSpPr>
            <p:spPr bwMode="auto">
              <a:xfrm>
                <a:off x="2208213" y="2314856"/>
                <a:ext cx="6230938" cy="373063"/>
              </a:xfrm>
              <a:prstGeom prst="rect">
                <a:avLst/>
              </a:prstGeom>
              <a:noFill/>
            </p:spPr>
            <p:txBody>
              <a:bodyPr>
                <a:normAutofit fontScale="92500"/>
              </a:bodyPr>
              <a:lstStyle/>
              <a:p>
                <a:pPr fontAlgn="base">
                  <a:spcBef>
                    <a:spcPct val="0"/>
                  </a:spcBef>
                  <a:spcAft>
                    <a:spcPct val="0"/>
                  </a:spcAft>
                  <a:defRPr/>
                </a:pPr>
                <a14:m>
                  <m:oMathPara xmlns:m="http://schemas.openxmlformats.org/officeDocument/2006/math">
                    <m:oMathParaPr>
                      <m:jc m:val="left"/>
                    </m:oMathParaPr>
                    <m:oMath xmlns:m="http://schemas.openxmlformats.org/officeDocument/2006/math">
                      <m:r>
                        <m:rPr>
                          <m:nor/>
                        </m:rPr>
                        <a:rPr lang="es-ES">
                          <a:solidFill>
                            <a:srgbClr val="000000"/>
                          </a:solidFill>
                          <a:latin typeface="Cambria Math" panose="02040503050406030204" pitchFamily="18" charset="0"/>
                        </a:rPr>
                        <m:t>Margen</m:t>
                      </m:r>
                      <m:r>
                        <m:rPr>
                          <m:nor/>
                        </m:rPr>
                        <a:rPr lang="es-ES">
                          <a:solidFill>
                            <a:srgbClr val="000000"/>
                          </a:solidFill>
                          <a:latin typeface="Cambria Math" panose="02040503050406030204" pitchFamily="18" charset="0"/>
                        </a:rPr>
                        <m:t> </m:t>
                      </m:r>
                      <m:r>
                        <m:rPr>
                          <m:nor/>
                        </m:rPr>
                        <a:rPr lang="es-ES">
                          <a:solidFill>
                            <a:srgbClr val="000000"/>
                          </a:solidFill>
                          <a:latin typeface="Cambria Math" panose="02040503050406030204" pitchFamily="18" charset="0"/>
                        </a:rPr>
                        <m:t>de</m:t>
                      </m:r>
                      <m:r>
                        <m:rPr>
                          <m:nor/>
                        </m:rPr>
                        <a:rPr lang="es-ES">
                          <a:solidFill>
                            <a:srgbClr val="000000"/>
                          </a:solidFill>
                          <a:latin typeface="Cambria Math" panose="02040503050406030204" pitchFamily="18" charset="0"/>
                        </a:rPr>
                        <m:t> </m:t>
                      </m:r>
                      <m:r>
                        <m:rPr>
                          <m:nor/>
                        </m:rPr>
                        <a:rPr lang="es-ES">
                          <a:solidFill>
                            <a:srgbClr val="000000"/>
                          </a:solidFill>
                          <a:latin typeface="Cambria Math" panose="02040503050406030204" pitchFamily="18" charset="0"/>
                        </a:rPr>
                        <m:t>Cointribuci</m:t>
                      </m:r>
                      <m:r>
                        <m:rPr>
                          <m:nor/>
                        </m:rPr>
                        <a:rPr lang="es-ES">
                          <a:solidFill>
                            <a:srgbClr val="000000"/>
                          </a:solidFill>
                          <a:latin typeface="Cambria Math" panose="02040503050406030204" pitchFamily="18" charset="0"/>
                        </a:rPr>
                        <m:t>ó</m:t>
                      </m:r>
                      <m:r>
                        <m:rPr>
                          <m:nor/>
                        </m:rPr>
                        <a:rPr lang="es-ES">
                          <a:solidFill>
                            <a:srgbClr val="000000"/>
                          </a:solidFill>
                          <a:latin typeface="Cambria Math" panose="02040503050406030204" pitchFamily="18" charset="0"/>
                        </a:rPr>
                        <m:t>n</m:t>
                      </m:r>
                      <m:r>
                        <a:rPr lang="es-ES" i="1">
                          <a:solidFill>
                            <a:srgbClr val="000000"/>
                          </a:solidFill>
                          <a:latin typeface="Cambria Math" panose="02040503050406030204" pitchFamily="18" charset="0"/>
                        </a:rPr>
                        <m:t>=</m:t>
                      </m:r>
                      <m:r>
                        <m:rPr>
                          <m:nor/>
                        </m:rPr>
                        <a:rPr lang="es-ES">
                          <a:solidFill>
                            <a:srgbClr val="000000"/>
                          </a:solidFill>
                          <a:latin typeface="Cambria Math" panose="02040503050406030204" pitchFamily="18" charset="0"/>
                        </a:rPr>
                        <m:t>P</m:t>
                      </m:r>
                      <m:r>
                        <m:rPr>
                          <m:nor/>
                        </m:rPr>
                        <a:rPr lang="es-ES">
                          <a:solidFill>
                            <a:srgbClr val="000000"/>
                          </a:solidFill>
                          <a:latin typeface="Cambria Math" panose="02040503050406030204" pitchFamily="18" charset="0"/>
                        </a:rPr>
                        <m:t> − </m:t>
                      </m:r>
                      <m:r>
                        <m:rPr>
                          <m:nor/>
                        </m:rPr>
                        <a:rPr lang="es-ES">
                          <a:solidFill>
                            <a:srgbClr val="000000"/>
                          </a:solidFill>
                          <a:latin typeface="Cambria Math" panose="02040503050406030204" pitchFamily="18" charset="0"/>
                        </a:rPr>
                        <m:t>CVu</m:t>
                      </m:r>
                      <m:r>
                        <m:rPr>
                          <m:nor/>
                        </m:rPr>
                        <a:rPr lang="es-ES">
                          <a:solidFill>
                            <a:srgbClr val="000000"/>
                          </a:solidFill>
                          <a:latin typeface="Cambria Math" panose="02040503050406030204" pitchFamily="18" charset="0"/>
                        </a:rPr>
                        <m:t> </m:t>
                      </m:r>
                      <m:r>
                        <a:rPr lang="es-ES" i="1">
                          <a:solidFill>
                            <a:srgbClr val="000000"/>
                          </a:solidFill>
                          <a:latin typeface="Cambria Math" panose="02040503050406030204" pitchFamily="18" charset="0"/>
                        </a:rPr>
                        <m:t>=</m:t>
                      </m:r>
                      <m:r>
                        <m:rPr>
                          <m:nor/>
                        </m:rPr>
                        <a:rPr lang="es-ES">
                          <a:solidFill>
                            <a:srgbClr val="000000"/>
                          </a:solidFill>
                          <a:latin typeface="Cambria Math" panose="02040503050406030204" pitchFamily="18" charset="0"/>
                        </a:rPr>
                        <m:t> 8 €    </m:t>
                      </m:r>
                      <m:r>
                        <a:rPr lang="es-ES" i="1">
                          <a:solidFill>
                            <a:srgbClr val="000000"/>
                          </a:solidFill>
                          <a:latin typeface="Cambria Math" panose="02040503050406030204" pitchFamily="18" charset="0"/>
                        </a:rPr>
                        <m:t>(</m:t>
                      </m:r>
                      <m:r>
                        <m:rPr>
                          <m:nor/>
                        </m:rPr>
                        <a:rPr lang="es-ES">
                          <a:solidFill>
                            <a:srgbClr val="000000"/>
                          </a:solidFill>
                          <a:latin typeface="Cambria Math" panose="02040503050406030204" pitchFamily="18" charset="0"/>
                        </a:rPr>
                        <m:t>nos</m:t>
                      </m:r>
                      <m:r>
                        <m:rPr>
                          <m:nor/>
                        </m:rPr>
                        <a:rPr lang="es-ES">
                          <a:solidFill>
                            <a:srgbClr val="000000"/>
                          </a:solidFill>
                          <a:latin typeface="Cambria Math" panose="02040503050406030204" pitchFamily="18" charset="0"/>
                        </a:rPr>
                        <m:t> </m:t>
                      </m:r>
                      <m:r>
                        <m:rPr>
                          <m:nor/>
                        </m:rPr>
                        <a:rPr lang="es-ES">
                          <a:solidFill>
                            <a:srgbClr val="000000"/>
                          </a:solidFill>
                          <a:latin typeface="Cambria Math" panose="02040503050406030204" pitchFamily="18" charset="0"/>
                        </a:rPr>
                        <m:t>lo</m:t>
                      </m:r>
                      <m:r>
                        <m:rPr>
                          <m:nor/>
                        </m:rPr>
                        <a:rPr lang="es-ES">
                          <a:solidFill>
                            <a:srgbClr val="000000"/>
                          </a:solidFill>
                          <a:latin typeface="Cambria Math" panose="02040503050406030204" pitchFamily="18" charset="0"/>
                        </a:rPr>
                        <m:t> </m:t>
                      </m:r>
                      <m:r>
                        <m:rPr>
                          <m:nor/>
                        </m:rPr>
                        <a:rPr lang="es-ES">
                          <a:solidFill>
                            <a:srgbClr val="000000"/>
                          </a:solidFill>
                          <a:latin typeface="Cambria Math" panose="02040503050406030204" pitchFamily="18" charset="0"/>
                        </a:rPr>
                        <m:t>da</m:t>
                      </m:r>
                      <m:r>
                        <m:rPr>
                          <m:nor/>
                        </m:rPr>
                        <a:rPr lang="es-ES">
                          <a:solidFill>
                            <a:srgbClr val="000000"/>
                          </a:solidFill>
                          <a:latin typeface="Cambria Math" panose="02040503050406030204" pitchFamily="18" charset="0"/>
                        </a:rPr>
                        <m:t> </m:t>
                      </m:r>
                      <m:r>
                        <m:rPr>
                          <m:nor/>
                        </m:rPr>
                        <a:rPr lang="es-ES">
                          <a:solidFill>
                            <a:srgbClr val="000000"/>
                          </a:solidFill>
                          <a:latin typeface="Cambria Math" panose="02040503050406030204" pitchFamily="18" charset="0"/>
                        </a:rPr>
                        <m:t>el</m:t>
                      </m:r>
                      <m:r>
                        <m:rPr>
                          <m:nor/>
                        </m:rPr>
                        <a:rPr lang="es-ES">
                          <a:solidFill>
                            <a:srgbClr val="000000"/>
                          </a:solidFill>
                          <a:latin typeface="Cambria Math" panose="02040503050406030204" pitchFamily="18" charset="0"/>
                        </a:rPr>
                        <m:t> </m:t>
                      </m:r>
                      <m:r>
                        <m:rPr>
                          <m:nor/>
                        </m:rPr>
                        <a:rPr lang="es-ES">
                          <a:solidFill>
                            <a:srgbClr val="000000"/>
                          </a:solidFill>
                          <a:latin typeface="Cambria Math" panose="02040503050406030204" pitchFamily="18" charset="0"/>
                        </a:rPr>
                        <m:t>texto</m:t>
                      </m:r>
                      <m:r>
                        <a:rPr lang="es-ES" i="1">
                          <a:solidFill>
                            <a:srgbClr val="000000"/>
                          </a:solidFill>
                          <a:latin typeface="Cambria Math" panose="02040503050406030204" pitchFamily="18" charset="0"/>
                        </a:rPr>
                        <m:t>)</m:t>
                      </m:r>
                    </m:oMath>
                  </m:oMathPara>
                </a14:m>
                <a:endParaRPr lang="es-ES" dirty="0">
                  <a:solidFill>
                    <a:srgbClr val="000000"/>
                  </a:solidFill>
                  <a:latin typeface="Arial" charset="0"/>
                </a:endParaRPr>
              </a:p>
            </p:txBody>
          </p:sp>
        </mc:Choice>
        <mc:Fallback xmlns="">
          <p:sp>
            <p:nvSpPr>
              <p:cNvPr id="4" name="3 Objeto"/>
              <p:cNvSpPr txBox="1">
                <a:spLocks noRot="1" noChangeAspect="1" noMove="1" noResize="1" noEditPoints="1" noAdjustHandles="1" noChangeArrowheads="1" noChangeShapeType="1" noTextEdit="1"/>
              </p:cNvSpPr>
              <p:nvPr/>
            </p:nvSpPr>
            <p:spPr bwMode="auto">
              <a:xfrm>
                <a:off x="2208213" y="2314856"/>
                <a:ext cx="6230938" cy="373063"/>
              </a:xfrm>
              <a:prstGeom prst="rect">
                <a:avLst/>
              </a:prstGeom>
              <a:blipFill>
                <a:blip r:embed="rId4"/>
                <a:stretch>
                  <a:fillRect l="-98" b="-8197"/>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5" name="4 Objeto"/>
              <p:cNvSpPr txBox="1"/>
              <p:nvPr/>
            </p:nvSpPr>
            <p:spPr bwMode="auto">
              <a:xfrm>
                <a:off x="4123026" y="2886320"/>
                <a:ext cx="1885292" cy="796960"/>
              </a:xfrm>
              <a:prstGeom prst="rect">
                <a:avLst/>
              </a:prstGeom>
              <a:noFill/>
              <a:ln w="19050">
                <a:solidFill>
                  <a:srgbClr val="C00000"/>
                </a:solidFill>
              </a:ln>
            </p:spPr>
            <p:txBody>
              <a:bodyPr>
                <a:noAutofit/>
              </a:bodyPr>
              <a:lstStyle/>
              <a:p>
                <a:pPr defTabSz="457200">
                  <a:defRPr/>
                </a:pPr>
                <a14:m>
                  <m:oMathPara xmlns:m="http://schemas.openxmlformats.org/officeDocument/2006/math">
                    <m:oMathParaPr>
                      <m:jc m:val="left"/>
                    </m:oMathParaPr>
                    <m:oMath xmlns:m="http://schemas.openxmlformats.org/officeDocument/2006/math">
                      <m:r>
                        <m:rPr>
                          <m:sty m:val="p"/>
                        </m:rPr>
                        <a:rPr lang="es-ES">
                          <a:solidFill>
                            <a:srgbClr val="000000"/>
                          </a:solidFill>
                          <a:latin typeface="Cambria Math" panose="02040503050406030204" pitchFamily="18" charset="0"/>
                        </a:rPr>
                        <m:t>Q</m:t>
                      </m:r>
                      <m:r>
                        <a:rPr lang="es-ES" baseline="30000">
                          <a:solidFill>
                            <a:srgbClr val="000000"/>
                          </a:solidFill>
                          <a:latin typeface="Cambria Math" panose="02040503050406030204" pitchFamily="18" charset="0"/>
                        </a:rPr>
                        <m:t>∗</m:t>
                      </m:r>
                      <m:r>
                        <a:rPr lang="es-ES" i="1">
                          <a:solidFill>
                            <a:srgbClr val="000000"/>
                          </a:solidFill>
                          <a:latin typeface="Cambria Math" panose="02040503050406030204" pitchFamily="18" charset="0"/>
                        </a:rPr>
                        <m:t>=</m:t>
                      </m:r>
                      <m:f>
                        <m:fPr>
                          <m:ctrlPr>
                            <a:rPr lang="es-ES" i="1">
                              <a:solidFill>
                                <a:srgbClr val="000000"/>
                              </a:solidFill>
                              <a:latin typeface="Cambria Math" panose="02040503050406030204" pitchFamily="18" charset="0"/>
                            </a:rPr>
                          </m:ctrlPr>
                        </m:fPr>
                        <m:num>
                          <m:r>
                            <m:rPr>
                              <m:nor/>
                            </m:rPr>
                            <a:rPr lang="es-ES">
                              <a:solidFill>
                                <a:srgbClr val="000000"/>
                              </a:solidFill>
                              <a:latin typeface="Cambria Math" panose="02040503050406030204" pitchFamily="18" charset="0"/>
                            </a:rPr>
                            <m:t>CF</m:t>
                          </m:r>
                        </m:num>
                        <m:den>
                          <m:r>
                            <m:rPr>
                              <m:nor/>
                            </m:rPr>
                            <a:rPr lang="es-ES">
                              <a:solidFill>
                                <a:srgbClr val="000000"/>
                              </a:solidFill>
                              <a:latin typeface="Cambria Math" panose="02040503050406030204" pitchFamily="18" charset="0"/>
                            </a:rPr>
                            <m:t>P</m:t>
                          </m:r>
                          <m:r>
                            <m:rPr>
                              <m:nor/>
                            </m:rPr>
                            <a:rPr lang="es-ES">
                              <a:solidFill>
                                <a:srgbClr val="000000"/>
                              </a:solidFill>
                              <a:latin typeface="Cambria Math" panose="02040503050406030204" pitchFamily="18" charset="0"/>
                            </a:rPr>
                            <m:t> − </m:t>
                          </m:r>
                          <m:r>
                            <m:rPr>
                              <m:nor/>
                            </m:rPr>
                            <a:rPr lang="es-ES">
                              <a:solidFill>
                                <a:srgbClr val="000000"/>
                              </a:solidFill>
                              <a:latin typeface="Cambria Math" panose="02040503050406030204" pitchFamily="18" charset="0"/>
                            </a:rPr>
                            <m:t>CVu</m:t>
                          </m:r>
                        </m:den>
                      </m:f>
                      <m:r>
                        <a:rPr lang="es-ES">
                          <a:solidFill>
                            <a:srgbClr val="000000"/>
                          </a:solidFill>
                          <a:latin typeface="Cambria Math" panose="02040503050406030204" pitchFamily="18" charset="0"/>
                        </a:rPr>
                        <m:t> </m:t>
                      </m:r>
                    </m:oMath>
                  </m:oMathPara>
                </a14:m>
                <a:endParaRPr lang="es-ES" dirty="0">
                  <a:solidFill>
                    <a:srgbClr val="000000"/>
                  </a:solidFill>
                  <a:latin typeface="Comic Sans MS"/>
                </a:endParaRPr>
              </a:p>
            </p:txBody>
          </p:sp>
        </mc:Choice>
        <mc:Fallback xmlns="">
          <p:sp>
            <p:nvSpPr>
              <p:cNvPr id="5" name="4 Objeto"/>
              <p:cNvSpPr txBox="1">
                <a:spLocks noRot="1" noChangeAspect="1" noMove="1" noResize="1" noEditPoints="1" noAdjustHandles="1" noChangeArrowheads="1" noChangeShapeType="1" noTextEdit="1"/>
              </p:cNvSpPr>
              <p:nvPr/>
            </p:nvSpPr>
            <p:spPr bwMode="auto">
              <a:xfrm>
                <a:off x="4123026" y="2886320"/>
                <a:ext cx="1885292" cy="796960"/>
              </a:xfrm>
              <a:prstGeom prst="rect">
                <a:avLst/>
              </a:prstGeom>
              <a:blipFill>
                <a:blip r:embed="rId5"/>
                <a:stretch>
                  <a:fillRect/>
                </a:stretch>
              </a:blipFill>
              <a:ln w="19050">
                <a:solidFill>
                  <a:srgbClr val="C00000"/>
                </a:solidFill>
              </a:ln>
            </p:spPr>
            <p:txBody>
              <a:bodyPr/>
              <a:lstStyle/>
              <a:p>
                <a:r>
                  <a:rPr lang="es-ES">
                    <a:noFill/>
                  </a:rPr>
                  <a:t> </a:t>
                </a:r>
              </a:p>
            </p:txBody>
          </p:sp>
        </mc:Fallback>
      </mc:AlternateContent>
      <p:sp>
        <p:nvSpPr>
          <p:cNvPr id="6" name="5 CuadroTexto"/>
          <p:cNvSpPr txBox="1"/>
          <p:nvPr/>
        </p:nvSpPr>
        <p:spPr>
          <a:xfrm>
            <a:off x="2063552" y="1362254"/>
            <a:ext cx="1374094" cy="338554"/>
          </a:xfrm>
          <a:prstGeom prst="rect">
            <a:avLst/>
          </a:prstGeom>
          <a:noFill/>
        </p:spPr>
        <p:txBody>
          <a:bodyPr wrap="none" rtlCol="0">
            <a:spAutoFit/>
          </a:bodyPr>
          <a:lstStyle/>
          <a:p>
            <a:pPr fontAlgn="base">
              <a:spcBef>
                <a:spcPct val="0"/>
              </a:spcBef>
              <a:spcAft>
                <a:spcPct val="0"/>
              </a:spcAft>
              <a:defRPr/>
            </a:pPr>
            <a:r>
              <a:rPr lang="es-ES" sz="1600" b="1" dirty="0">
                <a:solidFill>
                  <a:srgbClr val="0070C0"/>
                </a:solidFill>
                <a:latin typeface="Comic Sans MS"/>
                <a:cs typeface="Arial" pitchFamily="34" charset="0"/>
              </a:rPr>
              <a:t>Apartado a)</a:t>
            </a:r>
          </a:p>
        </p:txBody>
      </p:sp>
      <p:sp>
        <p:nvSpPr>
          <p:cNvPr id="7" name="6 CuadroTexto"/>
          <p:cNvSpPr txBox="1"/>
          <p:nvPr/>
        </p:nvSpPr>
        <p:spPr>
          <a:xfrm>
            <a:off x="2225620" y="3755288"/>
            <a:ext cx="1382110" cy="338554"/>
          </a:xfrm>
          <a:prstGeom prst="rect">
            <a:avLst/>
          </a:prstGeom>
          <a:noFill/>
        </p:spPr>
        <p:txBody>
          <a:bodyPr wrap="none" rtlCol="0">
            <a:spAutoFit/>
          </a:bodyPr>
          <a:lstStyle/>
          <a:p>
            <a:pPr fontAlgn="base">
              <a:spcBef>
                <a:spcPct val="0"/>
              </a:spcBef>
              <a:spcAft>
                <a:spcPct val="0"/>
              </a:spcAft>
              <a:defRPr/>
            </a:pPr>
            <a:r>
              <a:rPr lang="es-ES" sz="1600" b="1" dirty="0">
                <a:solidFill>
                  <a:srgbClr val="0070C0"/>
                </a:solidFill>
                <a:latin typeface="Comic Sans MS"/>
                <a:cs typeface="Arial" pitchFamily="34" charset="0"/>
              </a:rPr>
              <a:t>Apartado b)</a:t>
            </a:r>
          </a:p>
        </p:txBody>
      </p:sp>
      <mc:AlternateContent xmlns:mc="http://schemas.openxmlformats.org/markup-compatibility/2006" xmlns:a14="http://schemas.microsoft.com/office/drawing/2010/main">
        <mc:Choice Requires="a14">
          <p:sp>
            <p:nvSpPr>
              <p:cNvPr id="8" name="7 Objeto"/>
              <p:cNvSpPr txBox="1"/>
              <p:nvPr/>
            </p:nvSpPr>
            <p:spPr bwMode="auto">
              <a:xfrm>
                <a:off x="4633913" y="4752326"/>
                <a:ext cx="3213100" cy="373062"/>
              </a:xfrm>
              <a:prstGeom prst="rect">
                <a:avLst/>
              </a:prstGeom>
              <a:noFill/>
            </p:spPr>
            <p:txBody>
              <a:bodyPr>
                <a:normAutofit/>
              </a:bodyPr>
              <a:lstStyle/>
              <a:p>
                <a:pPr defTabSz="457200">
                  <a:defRPr/>
                </a:pPr>
                <a14:m>
                  <m:oMathPara xmlns:m="http://schemas.openxmlformats.org/officeDocument/2006/math">
                    <m:oMathParaPr>
                      <m:jc m:val="left"/>
                    </m:oMathParaPr>
                    <m:oMath xmlns:m="http://schemas.openxmlformats.org/officeDocument/2006/math">
                      <m:r>
                        <a:rPr lang="es-ES" i="1">
                          <a:solidFill>
                            <a:srgbClr val="000000"/>
                          </a:solidFill>
                          <a:latin typeface="Cambria Math" panose="02040503050406030204" pitchFamily="18" charset="0"/>
                        </a:rPr>
                        <m:t>(</m:t>
                      </m:r>
                      <m:r>
                        <m:rPr>
                          <m:nor/>
                        </m:rPr>
                        <a:rPr lang="es-ES">
                          <a:solidFill>
                            <a:srgbClr val="000000"/>
                          </a:solidFill>
                          <a:latin typeface="Cambria Math" panose="02040503050406030204" pitchFamily="18" charset="0"/>
                        </a:rPr>
                        <m:t>2.500 − 2.000</m:t>
                      </m:r>
                      <m:r>
                        <a:rPr lang="es-ES" i="1">
                          <a:solidFill>
                            <a:srgbClr val="000000"/>
                          </a:solidFill>
                          <a:latin typeface="Cambria Math" panose="02040503050406030204" pitchFamily="18" charset="0"/>
                        </a:rPr>
                        <m:t>)</m:t>
                      </m:r>
                      <m:r>
                        <m:rPr>
                          <m:nor/>
                        </m:rPr>
                        <a:rPr lang="es-ES">
                          <a:solidFill>
                            <a:srgbClr val="000000"/>
                          </a:solidFill>
                          <a:latin typeface="Cambria Math" panose="02040503050406030204" pitchFamily="18" charset="0"/>
                        </a:rPr>
                        <m:t>  </m:t>
                      </m:r>
                      <m:r>
                        <m:rPr>
                          <m:nor/>
                        </m:rPr>
                        <a:rPr lang="es-ES">
                          <a:solidFill>
                            <a:srgbClr val="000000"/>
                          </a:solidFill>
                          <a:latin typeface="Cambria Math" panose="02040503050406030204" pitchFamily="18" charset="0"/>
                        </a:rPr>
                        <m:t>x</m:t>
                      </m:r>
                      <m:r>
                        <m:rPr>
                          <m:nor/>
                        </m:rPr>
                        <a:rPr lang="es-ES">
                          <a:solidFill>
                            <a:srgbClr val="000000"/>
                          </a:solidFill>
                          <a:latin typeface="Cambria Math" panose="02040503050406030204" pitchFamily="18" charset="0"/>
                        </a:rPr>
                        <m:t>  8 </m:t>
                      </m:r>
                      <m:r>
                        <a:rPr lang="es-ES" i="1">
                          <a:solidFill>
                            <a:srgbClr val="000000"/>
                          </a:solidFill>
                          <a:latin typeface="Cambria Math" panose="02040503050406030204" pitchFamily="18" charset="0"/>
                        </a:rPr>
                        <m:t>=</m:t>
                      </m:r>
                      <m:r>
                        <m:rPr>
                          <m:nor/>
                        </m:rPr>
                        <a:rPr lang="es-ES">
                          <a:solidFill>
                            <a:srgbClr val="000000"/>
                          </a:solidFill>
                          <a:latin typeface="Cambria Math" panose="02040503050406030204" pitchFamily="18" charset="0"/>
                        </a:rPr>
                        <m:t> 4.000 </m:t>
                      </m:r>
                    </m:oMath>
                  </m:oMathPara>
                </a14:m>
                <a:endParaRPr lang="es-ES" dirty="0">
                  <a:solidFill>
                    <a:srgbClr val="000000"/>
                  </a:solidFill>
                  <a:latin typeface="Comic Sans MS"/>
                </a:endParaRPr>
              </a:p>
            </p:txBody>
          </p:sp>
        </mc:Choice>
        <mc:Fallback xmlns="">
          <p:sp>
            <p:nvSpPr>
              <p:cNvPr id="8" name="7 Objeto"/>
              <p:cNvSpPr txBox="1">
                <a:spLocks noRot="1" noChangeAspect="1" noMove="1" noResize="1" noEditPoints="1" noAdjustHandles="1" noChangeArrowheads="1" noChangeShapeType="1" noTextEdit="1"/>
              </p:cNvSpPr>
              <p:nvPr/>
            </p:nvSpPr>
            <p:spPr bwMode="auto">
              <a:xfrm>
                <a:off x="4633913" y="4752326"/>
                <a:ext cx="3213100" cy="373062"/>
              </a:xfrm>
              <a:prstGeom prst="rect">
                <a:avLst/>
              </a:prstGeom>
              <a:blipFill>
                <a:blip r:embed="rId6"/>
                <a:stretch>
                  <a:fillRect l="-569" b="-13115"/>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9" name="8 Objeto"/>
              <p:cNvSpPr txBox="1"/>
              <p:nvPr/>
            </p:nvSpPr>
            <p:spPr bwMode="auto">
              <a:xfrm>
                <a:off x="4886181" y="5947048"/>
                <a:ext cx="2654300" cy="722313"/>
              </a:xfrm>
              <a:prstGeom prst="rect">
                <a:avLst/>
              </a:prstGeom>
              <a:noFill/>
              <a:ln w="25400">
                <a:solidFill>
                  <a:srgbClr val="C00000"/>
                </a:solidFill>
                <a:miter lim="800000"/>
                <a:headEnd/>
                <a:tailEnd/>
              </a:ln>
            </p:spPr>
            <p:txBody>
              <a:bodyPr>
                <a:normAutofit/>
              </a:bodyPr>
              <a:lstStyle/>
              <a:p>
                <a:pPr defTabSz="457200">
                  <a:defRPr/>
                </a:pPr>
                <a14:m>
                  <m:oMathPara xmlns:m="http://schemas.openxmlformats.org/officeDocument/2006/math">
                    <m:oMathParaPr>
                      <m:jc m:val="left"/>
                    </m:oMathParaPr>
                    <m:oMath xmlns:m="http://schemas.openxmlformats.org/officeDocument/2006/math">
                      <m:r>
                        <m:rPr>
                          <m:sty m:val="p"/>
                        </m:rPr>
                        <a:rPr lang="es-ES">
                          <a:solidFill>
                            <a:srgbClr val="000000"/>
                          </a:solidFill>
                          <a:latin typeface="Cambria Math" panose="02040503050406030204" pitchFamily="18" charset="0"/>
                        </a:rPr>
                        <m:t>Q</m:t>
                      </m:r>
                      <m:r>
                        <a:rPr lang="es-ES" i="1">
                          <a:solidFill>
                            <a:srgbClr val="000000"/>
                          </a:solidFill>
                          <a:latin typeface="Cambria Math" panose="02040503050406030204" pitchFamily="18" charset="0"/>
                        </a:rPr>
                        <m:t>=</m:t>
                      </m:r>
                      <m:f>
                        <m:fPr>
                          <m:ctrlPr>
                            <a:rPr lang="es-ES" i="1">
                              <a:solidFill>
                                <a:srgbClr val="000000"/>
                              </a:solidFill>
                              <a:latin typeface="Cambria Math" panose="02040503050406030204" pitchFamily="18" charset="0"/>
                            </a:rPr>
                          </m:ctrlPr>
                        </m:fPr>
                        <m:num>
                          <m:r>
                            <m:rPr>
                              <m:nor/>
                            </m:rPr>
                            <a:rPr lang="es-ES">
                              <a:solidFill>
                                <a:srgbClr val="000000"/>
                              </a:solidFill>
                              <a:latin typeface="Cambria Math" panose="02040503050406030204" pitchFamily="18" charset="0"/>
                            </a:rPr>
                            <m:t>BENEFICIO</m:t>
                          </m:r>
                          <m:r>
                            <m:rPr>
                              <m:nor/>
                            </m:rPr>
                            <a:rPr lang="es-ES">
                              <a:solidFill>
                                <a:srgbClr val="000000"/>
                              </a:solidFill>
                              <a:latin typeface="Cambria Math" panose="02040503050406030204" pitchFamily="18" charset="0"/>
                            </a:rPr>
                            <m:t> </m:t>
                          </m:r>
                          <m:r>
                            <a:rPr lang="es-ES" i="1">
                              <a:solidFill>
                                <a:srgbClr val="000000"/>
                              </a:solidFill>
                              <a:latin typeface="Cambria Math" panose="02040503050406030204" pitchFamily="18" charset="0"/>
                            </a:rPr>
                            <m:t>+</m:t>
                          </m:r>
                          <m:r>
                            <m:rPr>
                              <m:nor/>
                            </m:rPr>
                            <a:rPr lang="es-ES">
                              <a:solidFill>
                                <a:srgbClr val="000000"/>
                              </a:solidFill>
                              <a:latin typeface="Cambria Math" panose="02040503050406030204" pitchFamily="18" charset="0"/>
                            </a:rPr>
                            <m:t> </m:t>
                          </m:r>
                          <m:r>
                            <m:rPr>
                              <m:nor/>
                            </m:rPr>
                            <a:rPr lang="es-ES">
                              <a:solidFill>
                                <a:srgbClr val="000000"/>
                              </a:solidFill>
                              <a:latin typeface="Cambria Math" panose="02040503050406030204" pitchFamily="18" charset="0"/>
                            </a:rPr>
                            <m:t>CF</m:t>
                          </m:r>
                        </m:num>
                        <m:den>
                          <m:r>
                            <m:rPr>
                              <m:nor/>
                            </m:rPr>
                            <a:rPr lang="es-ES">
                              <a:solidFill>
                                <a:srgbClr val="000000"/>
                              </a:solidFill>
                              <a:latin typeface="Cambria Math" panose="02040503050406030204" pitchFamily="18" charset="0"/>
                            </a:rPr>
                            <m:t>P</m:t>
                          </m:r>
                          <m:r>
                            <m:rPr>
                              <m:nor/>
                            </m:rPr>
                            <a:rPr lang="es-ES">
                              <a:solidFill>
                                <a:srgbClr val="000000"/>
                              </a:solidFill>
                              <a:latin typeface="Cambria Math" panose="02040503050406030204" pitchFamily="18" charset="0"/>
                            </a:rPr>
                            <m:t> − </m:t>
                          </m:r>
                          <m:r>
                            <m:rPr>
                              <m:nor/>
                            </m:rPr>
                            <a:rPr lang="es-ES">
                              <a:solidFill>
                                <a:srgbClr val="000000"/>
                              </a:solidFill>
                              <a:latin typeface="Cambria Math" panose="02040503050406030204" pitchFamily="18" charset="0"/>
                            </a:rPr>
                            <m:t>CVu</m:t>
                          </m:r>
                        </m:den>
                      </m:f>
                    </m:oMath>
                  </m:oMathPara>
                </a14:m>
                <a:endParaRPr lang="es-ES" dirty="0">
                  <a:solidFill>
                    <a:srgbClr val="000000"/>
                  </a:solidFill>
                  <a:latin typeface="Comic Sans MS"/>
                </a:endParaRPr>
              </a:p>
            </p:txBody>
          </p:sp>
        </mc:Choice>
        <mc:Fallback xmlns="">
          <p:sp>
            <p:nvSpPr>
              <p:cNvPr id="9" name="8 Objeto"/>
              <p:cNvSpPr txBox="1">
                <a:spLocks noRot="1" noChangeAspect="1" noMove="1" noResize="1" noEditPoints="1" noAdjustHandles="1" noChangeArrowheads="1" noChangeShapeType="1" noTextEdit="1"/>
              </p:cNvSpPr>
              <p:nvPr/>
            </p:nvSpPr>
            <p:spPr bwMode="auto">
              <a:xfrm>
                <a:off x="4886181" y="5947048"/>
                <a:ext cx="2654300" cy="722313"/>
              </a:xfrm>
              <a:prstGeom prst="rect">
                <a:avLst/>
              </a:prstGeom>
              <a:blipFill>
                <a:blip r:embed="rId7"/>
                <a:stretch>
                  <a:fillRect/>
                </a:stretch>
              </a:blipFill>
              <a:ln w="25400">
                <a:solidFill>
                  <a:srgbClr val="C00000"/>
                </a:solidFill>
                <a:miter lim="800000"/>
                <a:headEnd/>
                <a:tailEnd/>
              </a:ln>
            </p:spPr>
            <p:txBody>
              <a:bodyPr/>
              <a:lstStyle/>
              <a:p>
                <a:r>
                  <a:rPr lang="es-ES">
                    <a:noFill/>
                  </a:rPr>
                  <a:t> </a:t>
                </a:r>
              </a:p>
            </p:txBody>
          </p:sp>
        </mc:Fallback>
      </mc:AlternateContent>
      <p:sp>
        <p:nvSpPr>
          <p:cNvPr id="10" name="9 CuadroTexto"/>
          <p:cNvSpPr txBox="1"/>
          <p:nvPr/>
        </p:nvSpPr>
        <p:spPr>
          <a:xfrm>
            <a:off x="2275898" y="5202432"/>
            <a:ext cx="7874866" cy="584775"/>
          </a:xfrm>
          <a:prstGeom prst="rect">
            <a:avLst/>
          </a:prstGeom>
          <a:noFill/>
        </p:spPr>
        <p:txBody>
          <a:bodyPr wrap="square" rtlCol="0">
            <a:spAutoFit/>
          </a:bodyPr>
          <a:lstStyle/>
          <a:p>
            <a:pPr algn="just" fontAlgn="base">
              <a:spcBef>
                <a:spcPct val="0"/>
              </a:spcBef>
              <a:spcAft>
                <a:spcPct val="0"/>
              </a:spcAft>
              <a:defRPr/>
            </a:pPr>
            <a:r>
              <a:rPr lang="es-ES" sz="1600" dirty="0">
                <a:solidFill>
                  <a:srgbClr val="000000"/>
                </a:solidFill>
                <a:latin typeface="Comic Sans MS"/>
                <a:cs typeface="Arial" panose="020B0604020202020204" pitchFamily="34" charset="0"/>
                <a:sym typeface="Wingdings" panose="05000000000000000000" pitchFamily="2" charset="2"/>
              </a:rPr>
              <a:t> </a:t>
            </a:r>
            <a:r>
              <a:rPr lang="es-ES" sz="1600" dirty="0">
                <a:solidFill>
                  <a:srgbClr val="000000"/>
                </a:solidFill>
                <a:latin typeface="Comic Sans MS"/>
                <a:cs typeface="Arial" panose="020B0604020202020204" pitchFamily="34" charset="0"/>
              </a:rPr>
              <a:t>Si quisiéramos conocer las </a:t>
            </a:r>
            <a:r>
              <a:rPr lang="es-ES" sz="1600" u="sng" dirty="0">
                <a:solidFill>
                  <a:srgbClr val="000000"/>
                </a:solidFill>
                <a:latin typeface="Comic Sans MS"/>
                <a:cs typeface="Arial" panose="020B0604020202020204" pitchFamily="34" charset="0"/>
              </a:rPr>
              <a:t>unidades que nos proporcionan un determinado beneficio</a:t>
            </a:r>
            <a:r>
              <a:rPr lang="es-ES" sz="1600" dirty="0">
                <a:solidFill>
                  <a:srgbClr val="000000"/>
                </a:solidFill>
                <a:latin typeface="Comic Sans MS"/>
                <a:cs typeface="Arial" panose="020B0604020202020204" pitchFamily="34" charset="0"/>
              </a:rPr>
              <a:t> podríamos utilizar la siguiente fórmula:</a:t>
            </a:r>
          </a:p>
        </p:txBody>
      </p:sp>
      <p:sp>
        <p:nvSpPr>
          <p:cNvPr id="12" name="11 CuadroTexto"/>
          <p:cNvSpPr txBox="1"/>
          <p:nvPr/>
        </p:nvSpPr>
        <p:spPr>
          <a:xfrm>
            <a:off x="2208213" y="4090509"/>
            <a:ext cx="8064896" cy="584775"/>
          </a:xfrm>
          <a:prstGeom prst="rect">
            <a:avLst/>
          </a:prstGeom>
          <a:noFill/>
        </p:spPr>
        <p:txBody>
          <a:bodyPr wrap="square" rtlCol="0">
            <a:spAutoFit/>
          </a:bodyPr>
          <a:lstStyle/>
          <a:p>
            <a:pPr algn="just" fontAlgn="base">
              <a:spcBef>
                <a:spcPct val="0"/>
              </a:spcBef>
              <a:spcAft>
                <a:spcPct val="0"/>
              </a:spcAft>
              <a:defRPr/>
            </a:pPr>
            <a:r>
              <a:rPr lang="es-ES" sz="1600" dirty="0">
                <a:solidFill>
                  <a:srgbClr val="000000"/>
                </a:solidFill>
                <a:latin typeface="Comic Sans MS"/>
                <a:cs typeface="Arial" panose="020B0604020202020204" pitchFamily="34" charset="0"/>
              </a:rPr>
              <a:t>En esta ocasión, como sabemos que con 2.000 unidades el beneficio es cero, podemos calcularlo directamente:</a:t>
            </a:r>
          </a:p>
        </p:txBody>
      </p:sp>
      <p:sp>
        <p:nvSpPr>
          <p:cNvPr id="14" name="Marcador de número de diapositiva 1">
            <a:extLst>
              <a:ext uri="{FF2B5EF4-FFF2-40B4-BE49-F238E27FC236}">
                <a16:creationId xmlns:a16="http://schemas.microsoft.com/office/drawing/2014/main" id="{67AD5F6E-08FA-4BB6-BF85-75DA5D02309F}"/>
              </a:ext>
            </a:extLst>
          </p:cNvPr>
          <p:cNvSpPr>
            <a:spLocks noGrp="1"/>
          </p:cNvSpPr>
          <p:nvPr>
            <p:ph type="sldNum" sz="quarter" idx="4"/>
          </p:nvPr>
        </p:nvSpPr>
        <p:spPr>
          <a:xfrm>
            <a:off x="35496" y="6381328"/>
            <a:ext cx="648072" cy="360039"/>
          </a:xfrm>
          <a:prstGeom prst="rect">
            <a:avLst/>
          </a:prstGeom>
        </p:spPr>
        <p:txBody>
          <a:bodyPr vert="horz" lIns="91440" tIns="45720" rIns="91440" bIns="45720" rtlCol="0" anchor="ctr"/>
          <a:lstStyle>
            <a:defPPr>
              <a:defRPr lang="es-ES_tradnl"/>
            </a:defPPr>
            <a:lvl1pPr algn="ctr" rtl="0" fontAlgn="base">
              <a:spcBef>
                <a:spcPct val="0"/>
              </a:spcBef>
              <a:spcAft>
                <a:spcPct val="0"/>
              </a:spcAft>
              <a:defRPr sz="1000" b="1" kern="1200">
                <a:solidFill>
                  <a:srgbClr val="C00000"/>
                </a:solidFill>
                <a:latin typeface="+mn-lt"/>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fontAlgn="base">
              <a:spcBef>
                <a:spcPct val="0"/>
              </a:spcBef>
              <a:spcAft>
                <a:spcPct val="0"/>
              </a:spcAft>
              <a:defRPr/>
            </a:pPr>
            <a:fld id="{AF75CF5D-3D4E-4D8A-8B54-5D72594A67B8}" type="slidenum">
              <a:rPr lang="es-US" smtClean="0"/>
              <a:pPr/>
              <a:t>26</a:t>
            </a:fld>
            <a:endParaRPr lang="es-ES" sz="1000" dirty="0">
              <a:solidFill>
                <a:srgbClr val="C00000"/>
              </a:solidFill>
              <a:latin typeface="Comic Sans MS"/>
            </a:endParaRPr>
          </a:p>
        </p:txBody>
      </p:sp>
      <p:sp>
        <p:nvSpPr>
          <p:cNvPr id="16" name="Rectángulo 15">
            <a:extLst>
              <a:ext uri="{FF2B5EF4-FFF2-40B4-BE49-F238E27FC236}">
                <a16:creationId xmlns:a16="http://schemas.microsoft.com/office/drawing/2014/main" id="{B1B14116-21DB-44BE-8B0E-D6F2BC79CC83}"/>
              </a:ext>
            </a:extLst>
          </p:cNvPr>
          <p:cNvSpPr/>
          <p:nvPr/>
        </p:nvSpPr>
        <p:spPr>
          <a:xfrm>
            <a:off x="683568" y="534629"/>
            <a:ext cx="8432800" cy="400110"/>
          </a:xfrm>
          <a:prstGeom prst="rect">
            <a:avLst/>
          </a:prstGeom>
          <a:noFill/>
          <a:ln w="19050">
            <a:noFill/>
          </a:ln>
        </p:spPr>
        <p:txBody>
          <a:bodyPr wrap="square">
            <a:spAutoFit/>
          </a:bodyPr>
          <a:lstStyle/>
          <a:p>
            <a:pPr algn="ctr" fontAlgn="base">
              <a:spcBef>
                <a:spcPct val="0"/>
              </a:spcBef>
              <a:spcAft>
                <a:spcPct val="0"/>
              </a:spcAft>
              <a:defRPr/>
            </a:pPr>
            <a:r>
              <a:rPr lang="es-ES_tradnl" sz="2000" b="1" kern="0" dirty="0">
                <a:solidFill>
                  <a:srgbClr val="0070C0"/>
                </a:solidFill>
                <a:latin typeface="Comic Sans MS"/>
              </a:rPr>
              <a:t>ANÁLISIS DEL PUNTO MUERTO O UMBRAL DE RENTABILIDAD</a:t>
            </a:r>
            <a:endParaRPr lang="es-US" sz="2000" dirty="0">
              <a:solidFill>
                <a:srgbClr val="0070C0"/>
              </a:solidFill>
              <a:latin typeface="Arial" charset="0"/>
            </a:endParaRPr>
          </a:p>
        </p:txBody>
      </p:sp>
      <mc:AlternateContent xmlns:mc="http://schemas.openxmlformats.org/markup-compatibility/2006" xmlns:a14="http://schemas.microsoft.com/office/drawing/2010/main">
        <mc:Choice Requires="a14">
          <p:sp>
            <p:nvSpPr>
              <p:cNvPr id="17" name="4 Objeto">
                <a:extLst>
                  <a:ext uri="{FF2B5EF4-FFF2-40B4-BE49-F238E27FC236}">
                    <a16:creationId xmlns:a16="http://schemas.microsoft.com/office/drawing/2014/main" id="{CBD5D474-FF70-4C1F-B98F-8E4F742EC747}"/>
                  </a:ext>
                </a:extLst>
              </p:cNvPr>
              <p:cNvSpPr txBox="1"/>
              <p:nvPr/>
            </p:nvSpPr>
            <p:spPr bwMode="auto">
              <a:xfrm>
                <a:off x="6008318" y="2923816"/>
                <a:ext cx="3562350" cy="722313"/>
              </a:xfrm>
              <a:prstGeom prst="rect">
                <a:avLst/>
              </a:prstGeom>
              <a:noFill/>
            </p:spPr>
            <p:txBody>
              <a:bodyPr>
                <a:normAutofit/>
              </a:bodyPr>
              <a:lstStyle/>
              <a:p>
                <a:pPr defTabSz="457200">
                  <a:defRPr/>
                </a:pPr>
                <a14:m>
                  <m:oMathPara xmlns:m="http://schemas.openxmlformats.org/officeDocument/2006/math">
                    <m:oMathParaPr>
                      <m:jc m:val="left"/>
                    </m:oMathParaPr>
                    <m:oMath xmlns:m="http://schemas.openxmlformats.org/officeDocument/2006/math">
                      <m:r>
                        <a:rPr lang="es-ES" i="1">
                          <a:solidFill>
                            <a:srgbClr val="000000"/>
                          </a:solidFill>
                          <a:latin typeface="Cambria Math" panose="02040503050406030204" pitchFamily="18" charset="0"/>
                        </a:rPr>
                        <m:t>=</m:t>
                      </m:r>
                      <m:r>
                        <a:rPr lang="es-ES">
                          <a:solidFill>
                            <a:srgbClr val="000000"/>
                          </a:solidFill>
                          <a:latin typeface="Cambria Math" panose="02040503050406030204" pitchFamily="18" charset="0"/>
                        </a:rPr>
                        <m:t> </m:t>
                      </m:r>
                      <m:f>
                        <m:fPr>
                          <m:ctrlPr>
                            <a:rPr lang="es-ES" i="1">
                              <a:solidFill>
                                <a:srgbClr val="000000"/>
                              </a:solidFill>
                              <a:latin typeface="Cambria Math" panose="02040503050406030204" pitchFamily="18" charset="0"/>
                            </a:rPr>
                          </m:ctrlPr>
                        </m:fPr>
                        <m:num>
                          <m:r>
                            <m:rPr>
                              <m:nor/>
                            </m:rPr>
                            <a:rPr lang="es-ES">
                              <a:solidFill>
                                <a:srgbClr val="000000"/>
                              </a:solidFill>
                              <a:latin typeface="Cambria Math" panose="02040503050406030204" pitchFamily="18" charset="0"/>
                            </a:rPr>
                            <m:t>16.000</m:t>
                          </m:r>
                        </m:num>
                        <m:den>
                          <m:r>
                            <a:rPr lang="es-ES">
                              <a:solidFill>
                                <a:srgbClr val="000000"/>
                              </a:solidFill>
                              <a:latin typeface="Cambria Math" panose="02040503050406030204" pitchFamily="18" charset="0"/>
                            </a:rPr>
                            <m:t>8</m:t>
                          </m:r>
                        </m:den>
                      </m:f>
                      <m:r>
                        <a:rPr lang="es-ES" i="1">
                          <a:solidFill>
                            <a:srgbClr val="000000"/>
                          </a:solidFill>
                          <a:latin typeface="Cambria Math" panose="02040503050406030204" pitchFamily="18" charset="0"/>
                        </a:rPr>
                        <m:t>=2.000</m:t>
                      </m:r>
                      <m:r>
                        <m:rPr>
                          <m:nor/>
                        </m:rPr>
                        <a:rPr lang="es-ES">
                          <a:solidFill>
                            <a:srgbClr val="000000"/>
                          </a:solidFill>
                          <a:latin typeface="Cambria Math" panose="02040503050406030204" pitchFamily="18" charset="0"/>
                        </a:rPr>
                        <m:t> </m:t>
                      </m:r>
                      <m:r>
                        <m:rPr>
                          <m:nor/>
                        </m:rPr>
                        <a:rPr lang="es-ES">
                          <a:solidFill>
                            <a:srgbClr val="000000"/>
                          </a:solidFill>
                          <a:latin typeface="Cambria Math" panose="02040503050406030204" pitchFamily="18" charset="0"/>
                        </a:rPr>
                        <m:t>u</m:t>
                      </m:r>
                      <m:r>
                        <m:rPr>
                          <m:nor/>
                        </m:rPr>
                        <a:rPr lang="es-ES">
                          <a:solidFill>
                            <a:srgbClr val="000000"/>
                          </a:solidFill>
                          <a:latin typeface="Cambria Math" panose="02040503050406030204" pitchFamily="18" charset="0"/>
                        </a:rPr>
                        <m:t>.</m:t>
                      </m:r>
                    </m:oMath>
                  </m:oMathPara>
                </a14:m>
                <a:endParaRPr lang="es-ES" dirty="0">
                  <a:solidFill>
                    <a:srgbClr val="000000"/>
                  </a:solidFill>
                  <a:latin typeface="Comic Sans MS"/>
                </a:endParaRPr>
              </a:p>
            </p:txBody>
          </p:sp>
        </mc:Choice>
        <mc:Fallback xmlns="">
          <p:sp>
            <p:nvSpPr>
              <p:cNvPr id="17" name="4 Objeto">
                <a:extLst>
                  <a:ext uri="{FF2B5EF4-FFF2-40B4-BE49-F238E27FC236}">
                    <a16:creationId xmlns:a16="http://schemas.microsoft.com/office/drawing/2014/main" id="{CBD5D474-FF70-4C1F-B98F-8E4F742EC747}"/>
                  </a:ext>
                </a:extLst>
              </p:cNvPr>
              <p:cNvSpPr txBox="1">
                <a:spLocks noRot="1" noChangeAspect="1" noMove="1" noResize="1" noEditPoints="1" noAdjustHandles="1" noChangeArrowheads="1" noChangeShapeType="1" noTextEdit="1"/>
              </p:cNvSpPr>
              <p:nvPr/>
            </p:nvSpPr>
            <p:spPr bwMode="auto">
              <a:xfrm>
                <a:off x="6008318" y="2923816"/>
                <a:ext cx="3562350" cy="722313"/>
              </a:xfrm>
              <a:prstGeom prst="rect">
                <a:avLst/>
              </a:prstGeom>
              <a:blipFill>
                <a:blip r:embed="rId8"/>
                <a:stretch>
                  <a:fillRect/>
                </a:stretch>
              </a:blipFill>
            </p:spPr>
            <p:txBody>
              <a:bodyPr/>
              <a:lstStyle/>
              <a:p>
                <a:r>
                  <a:rPr lang="es-ES">
                    <a:noFill/>
                  </a:rPr>
                  <a:t> </a:t>
                </a:r>
              </a:p>
            </p:txBody>
          </p:sp>
        </mc:Fallback>
      </mc:AlternateContent>
      <p:sp>
        <p:nvSpPr>
          <p:cNvPr id="2" name="CuadroTexto 1">
            <a:extLst>
              <a:ext uri="{FF2B5EF4-FFF2-40B4-BE49-F238E27FC236}">
                <a16:creationId xmlns:a16="http://schemas.microsoft.com/office/drawing/2014/main" id="{BE537B03-D82C-9EC9-ADA1-6F9F147A1D0B}"/>
              </a:ext>
            </a:extLst>
          </p:cNvPr>
          <p:cNvSpPr txBox="1"/>
          <p:nvPr/>
        </p:nvSpPr>
        <p:spPr>
          <a:xfrm>
            <a:off x="1879599" y="962509"/>
            <a:ext cx="2835316" cy="369332"/>
          </a:xfrm>
          <a:prstGeom prst="rect">
            <a:avLst/>
          </a:prstGeom>
          <a:noFill/>
        </p:spPr>
        <p:txBody>
          <a:bodyPr wrap="square">
            <a:spAutoFit/>
          </a:bodyPr>
          <a:lstStyle/>
          <a:p>
            <a:pPr algn="just" fontAlgn="base">
              <a:spcBef>
                <a:spcPct val="0"/>
              </a:spcBef>
              <a:spcAft>
                <a:spcPct val="0"/>
              </a:spcAft>
              <a:defRPr/>
            </a:pPr>
            <a:r>
              <a:rPr lang="es-ES" altLang="ja-JP" b="1" dirty="0">
                <a:solidFill>
                  <a:srgbClr val="C00000"/>
                </a:solidFill>
                <a:latin typeface="Comic Sans MS"/>
                <a:ea typeface="MS Mincho" pitchFamily="49" charset="-128"/>
                <a:cs typeface="Arial" pitchFamily="34" charset="0"/>
              </a:rPr>
              <a:t>EJEMPLO 3 Resuelto</a:t>
            </a:r>
          </a:p>
        </p:txBody>
      </p:sp>
      <p:sp>
        <p:nvSpPr>
          <p:cNvPr id="11" name="CuadroTexto 10">
            <a:extLst>
              <a:ext uri="{FF2B5EF4-FFF2-40B4-BE49-F238E27FC236}">
                <a16:creationId xmlns:a16="http://schemas.microsoft.com/office/drawing/2014/main" id="{71794E98-148E-271A-7A38-D4D65EDD97AF}"/>
              </a:ext>
            </a:extLst>
          </p:cNvPr>
          <p:cNvSpPr txBox="1"/>
          <p:nvPr/>
        </p:nvSpPr>
        <p:spPr>
          <a:xfrm>
            <a:off x="347745" y="95577"/>
            <a:ext cx="4629794" cy="523220"/>
          </a:xfrm>
          <a:prstGeom prst="rect">
            <a:avLst/>
          </a:prstGeom>
          <a:noFill/>
        </p:spPr>
        <p:txBody>
          <a:bodyPr wrap="none" rtlCol="0">
            <a:spAutoFit/>
          </a:bodyPr>
          <a:lstStyle/>
          <a:p>
            <a:r>
              <a:rPr lang="es-ES" sz="2800" b="1" dirty="0">
                <a:solidFill>
                  <a:srgbClr val="CC0099"/>
                </a:solidFill>
                <a:latin typeface="Century Gothic" panose="020B0502020202020204" pitchFamily="34" charset="0"/>
              </a:rPr>
              <a:t>1. El plan de operaciones</a:t>
            </a:r>
            <a:endParaRPr lang="es-ES" sz="2800" i="1" dirty="0">
              <a:solidFill>
                <a:srgbClr val="CC0099"/>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P spid="5" grpId="0" animBg="1"/>
      <p:bldP spid="7" grpId="0"/>
      <p:bldP spid="8" grpId="0"/>
      <p:bldP spid="9" grpId="0" animBg="1"/>
      <p:bldP spid="10" grpId="0"/>
      <p:bldP spid="12" grpId="0"/>
      <p:bldP spid="17"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2 Marcador de contenido">
                <a:extLst>
                  <a:ext uri="{FF2B5EF4-FFF2-40B4-BE49-F238E27FC236}">
                    <a16:creationId xmlns:a16="http://schemas.microsoft.com/office/drawing/2014/main" id="{8617615E-8E55-4832-B576-A0F5DD89B9A4}"/>
                  </a:ext>
                </a:extLst>
              </p:cNvPr>
              <p:cNvSpPr>
                <a:spLocks noGrp="1"/>
              </p:cNvSpPr>
              <p:nvPr>
                <p:ph idx="4294967295"/>
              </p:nvPr>
            </p:nvSpPr>
            <p:spPr>
              <a:xfrm>
                <a:off x="171450" y="1160461"/>
                <a:ext cx="9262110" cy="4537075"/>
              </a:xfrm>
            </p:spPr>
            <p:txBody>
              <a:bodyPr rtlCol="0">
                <a:noAutofit/>
              </a:bodyPr>
              <a:lstStyle/>
              <a:p>
                <a:pPr marL="0" indent="0">
                  <a:buNone/>
                  <a:defRPr/>
                </a:pPr>
                <a:r>
                  <a:rPr lang="es-ES" sz="2200" dirty="0">
                    <a:solidFill>
                      <a:schemeClr val="tx2">
                        <a:lumMod val="50000"/>
                      </a:schemeClr>
                    </a:solidFill>
                    <a:latin typeface="Comic Sans MS" panose="030F0702030302020204" pitchFamily="66" charset="0"/>
                  </a:rPr>
                  <a:t>Productividad = Pi =  </a:t>
                </a:r>
                <a14:m>
                  <m:oMath xmlns:m="http://schemas.openxmlformats.org/officeDocument/2006/math">
                    <m:f>
                      <m:fPr>
                        <m:ctrlPr>
                          <a:rPr lang="es-ES" sz="3200" i="1">
                            <a:solidFill>
                              <a:schemeClr val="tx2">
                                <a:lumMod val="50000"/>
                              </a:schemeClr>
                            </a:solidFill>
                            <a:latin typeface="Cambria Math" panose="02040503050406030204" pitchFamily="18" charset="0"/>
                          </a:rPr>
                        </m:ctrlPr>
                      </m:fPr>
                      <m:num>
                        <m:r>
                          <a:rPr lang="es-ES" sz="3200" i="1">
                            <a:solidFill>
                              <a:schemeClr val="tx2">
                                <a:lumMod val="50000"/>
                              </a:schemeClr>
                            </a:solidFill>
                            <a:latin typeface="Cambria Math" panose="02040503050406030204" pitchFamily="18" charset="0"/>
                          </a:rPr>
                          <m:t>𝑂𝑢𝑡𝑝𝑢𝑡</m:t>
                        </m:r>
                      </m:num>
                      <m:den>
                        <m:r>
                          <a:rPr lang="es-ES" sz="3200" i="1">
                            <a:solidFill>
                              <a:schemeClr val="tx2">
                                <a:lumMod val="50000"/>
                              </a:schemeClr>
                            </a:solidFill>
                            <a:latin typeface="Cambria Math" panose="02040503050406030204" pitchFamily="18" charset="0"/>
                          </a:rPr>
                          <m:t>𝐼𝑛𝑝𝑢𝑡</m:t>
                        </m:r>
                      </m:den>
                    </m:f>
                  </m:oMath>
                </a14:m>
                <a:r>
                  <a:rPr lang="es-ES" sz="2200" dirty="0">
                    <a:solidFill>
                      <a:schemeClr val="tx2">
                        <a:lumMod val="50000"/>
                      </a:schemeClr>
                    </a:solidFill>
                    <a:latin typeface="Comic Sans MS" panose="030F0702030302020204" pitchFamily="66" charset="0"/>
                  </a:rPr>
                  <a:t> </a:t>
                </a:r>
                <a14:m>
                  <m:oMath xmlns:m="http://schemas.openxmlformats.org/officeDocument/2006/math">
                    <m:f>
                      <m:fPr>
                        <m:ctrlPr>
                          <a:rPr lang="es-ES" sz="2400" i="1">
                            <a:solidFill>
                              <a:schemeClr val="tx2">
                                <a:lumMod val="50000"/>
                              </a:schemeClr>
                            </a:solidFill>
                            <a:latin typeface="Cambria Math" panose="02040503050406030204" pitchFamily="18" charset="0"/>
                          </a:rPr>
                        </m:ctrlPr>
                      </m:fPr>
                      <m:num>
                        <m:r>
                          <a:rPr lang="es-ES" sz="2400" b="0" i="1" smtClean="0">
                            <a:solidFill>
                              <a:schemeClr val="tx2">
                                <a:lumMod val="50000"/>
                              </a:schemeClr>
                            </a:solidFill>
                            <a:latin typeface="Cambria Math" panose="02040503050406030204" pitchFamily="18" charset="0"/>
                          </a:rPr>
                          <m:t>𝑃𝑟𝑜𝑑𝑢𝑐𝑐𝑖</m:t>
                        </m:r>
                        <m:r>
                          <a:rPr lang="es-ES" sz="2400" b="0" i="1" smtClean="0">
                            <a:solidFill>
                              <a:schemeClr val="tx2">
                                <a:lumMod val="50000"/>
                              </a:schemeClr>
                            </a:solidFill>
                            <a:latin typeface="Cambria Math" panose="02040503050406030204" pitchFamily="18" charset="0"/>
                          </a:rPr>
                          <m:t>ó</m:t>
                        </m:r>
                        <m:r>
                          <a:rPr lang="es-ES" sz="2400" b="0" i="1" smtClean="0">
                            <a:solidFill>
                              <a:schemeClr val="tx2">
                                <a:lumMod val="50000"/>
                              </a:schemeClr>
                            </a:solidFill>
                            <a:latin typeface="Cambria Math" panose="02040503050406030204" pitchFamily="18" charset="0"/>
                          </a:rPr>
                          <m:t>𝑛</m:t>
                        </m:r>
                        <m:r>
                          <a:rPr lang="es-ES" sz="2400" b="0" i="1" smtClean="0">
                            <a:solidFill>
                              <a:schemeClr val="tx2">
                                <a:lumMod val="50000"/>
                              </a:schemeClr>
                            </a:solidFill>
                            <a:latin typeface="Cambria Math" panose="02040503050406030204" pitchFamily="18" charset="0"/>
                          </a:rPr>
                          <m:t> </m:t>
                        </m:r>
                        <m:r>
                          <a:rPr lang="es-ES" sz="2400" b="0" i="1" smtClean="0">
                            <a:solidFill>
                              <a:schemeClr val="tx2">
                                <a:lumMod val="50000"/>
                              </a:schemeClr>
                            </a:solidFill>
                            <a:latin typeface="Cambria Math" panose="02040503050406030204" pitchFamily="18" charset="0"/>
                          </a:rPr>
                          <m:t>𝑜𝑏𝑡𝑒𝑛𝑖𝑑𝑎</m:t>
                        </m:r>
                      </m:num>
                      <m:den>
                        <m:r>
                          <a:rPr lang="es-ES" sz="2400" b="0" i="1" smtClean="0">
                            <a:solidFill>
                              <a:schemeClr val="tx2">
                                <a:lumMod val="50000"/>
                              </a:schemeClr>
                            </a:solidFill>
                            <a:latin typeface="Cambria Math" panose="02040503050406030204" pitchFamily="18" charset="0"/>
                          </a:rPr>
                          <m:t>𝐶𝑜𝑠𝑡𝑒</m:t>
                        </m:r>
                        <m:r>
                          <a:rPr lang="es-ES" sz="2400" b="0" i="1" smtClean="0">
                            <a:solidFill>
                              <a:schemeClr val="tx2">
                                <a:lumMod val="50000"/>
                              </a:schemeClr>
                            </a:solidFill>
                            <a:latin typeface="Cambria Math" panose="02040503050406030204" pitchFamily="18" charset="0"/>
                          </a:rPr>
                          <m:t> </m:t>
                        </m:r>
                        <m:r>
                          <a:rPr lang="es-ES" sz="2400" b="0" i="1" smtClean="0">
                            <a:solidFill>
                              <a:schemeClr val="tx2">
                                <a:lumMod val="50000"/>
                              </a:schemeClr>
                            </a:solidFill>
                            <a:latin typeface="Cambria Math" panose="02040503050406030204" pitchFamily="18" charset="0"/>
                          </a:rPr>
                          <m:t>𝐹𝑎𝑐𝑡𝑜𝑟𝑒𝑠</m:t>
                        </m:r>
                      </m:den>
                    </m:f>
                  </m:oMath>
                </a14:m>
                <a:endParaRPr lang="es-ES" sz="2200" dirty="0">
                  <a:solidFill>
                    <a:schemeClr val="tx2">
                      <a:lumMod val="50000"/>
                    </a:schemeClr>
                  </a:solidFill>
                  <a:latin typeface="Comic Sans MS" panose="030F0702030302020204" pitchFamily="66" charset="0"/>
                </a:endParaRPr>
              </a:p>
              <a:p>
                <a:pPr marL="0" indent="0">
                  <a:buNone/>
                  <a:defRPr/>
                </a:pPr>
                <a:endParaRPr lang="es-ES" sz="2200" dirty="0">
                  <a:solidFill>
                    <a:schemeClr val="tx2">
                      <a:lumMod val="50000"/>
                    </a:schemeClr>
                  </a:solidFill>
                  <a:latin typeface="Comic Sans MS" panose="030F0702030302020204" pitchFamily="66" charset="0"/>
                </a:endParaRPr>
              </a:p>
            </p:txBody>
          </p:sp>
        </mc:Choice>
        <mc:Fallback xmlns="">
          <p:sp>
            <p:nvSpPr>
              <p:cNvPr id="3" name="2 Marcador de contenido">
                <a:extLst>
                  <a:ext uri="{FF2B5EF4-FFF2-40B4-BE49-F238E27FC236}">
                    <a16:creationId xmlns:a16="http://schemas.microsoft.com/office/drawing/2014/main" id="{8617615E-8E55-4832-B576-A0F5DD89B9A4}"/>
                  </a:ext>
                </a:extLst>
              </p:cNvPr>
              <p:cNvSpPr>
                <a:spLocks noGrp="1" noRot="1" noChangeAspect="1" noMove="1" noResize="1" noEditPoints="1" noAdjustHandles="1" noChangeArrowheads="1" noChangeShapeType="1" noTextEdit="1"/>
              </p:cNvSpPr>
              <p:nvPr>
                <p:ph idx="4294967295"/>
              </p:nvPr>
            </p:nvSpPr>
            <p:spPr>
              <a:xfrm>
                <a:off x="171450" y="1160461"/>
                <a:ext cx="9262110" cy="4537075"/>
              </a:xfrm>
              <a:blipFill>
                <a:blip r:embed="rId3"/>
                <a:stretch>
                  <a:fillRect l="-855"/>
                </a:stretch>
              </a:blipFill>
            </p:spPr>
            <p:txBody>
              <a:bodyPr/>
              <a:lstStyle/>
              <a:p>
                <a:r>
                  <a:rPr lang="es-ES">
                    <a:noFill/>
                  </a:rPr>
                  <a:t> </a:t>
                </a:r>
              </a:p>
            </p:txBody>
          </p:sp>
        </mc:Fallback>
      </mc:AlternateContent>
      <p:sp>
        <p:nvSpPr>
          <p:cNvPr id="2" name="CuadroTexto 1">
            <a:extLst>
              <a:ext uri="{FF2B5EF4-FFF2-40B4-BE49-F238E27FC236}">
                <a16:creationId xmlns:a16="http://schemas.microsoft.com/office/drawing/2014/main" id="{9A5AAA48-BC68-7409-76AD-7B90C047BED4}"/>
              </a:ext>
            </a:extLst>
          </p:cNvPr>
          <p:cNvSpPr txBox="1"/>
          <p:nvPr/>
        </p:nvSpPr>
        <p:spPr>
          <a:xfrm>
            <a:off x="400561" y="119299"/>
            <a:ext cx="3974165" cy="461665"/>
          </a:xfrm>
          <a:prstGeom prst="rect">
            <a:avLst/>
          </a:prstGeom>
          <a:noFill/>
        </p:spPr>
        <p:txBody>
          <a:bodyPr wrap="none" rtlCol="0">
            <a:spAutoFit/>
          </a:bodyPr>
          <a:lstStyle/>
          <a:p>
            <a:r>
              <a:rPr lang="es-ES" sz="2400" b="1" dirty="0">
                <a:solidFill>
                  <a:srgbClr val="CC0099"/>
                </a:solidFill>
                <a:latin typeface="Century Gothic" panose="020B0502020202020204" pitchFamily="34" charset="0"/>
              </a:rPr>
              <a:t>1. El plan de operaciones</a:t>
            </a:r>
            <a:endParaRPr lang="es-ES" sz="2400" i="1" dirty="0">
              <a:solidFill>
                <a:srgbClr val="CC0099"/>
              </a:solidFill>
            </a:endParaRPr>
          </a:p>
        </p:txBody>
      </p:sp>
      <p:sp>
        <p:nvSpPr>
          <p:cNvPr id="4" name="Rectángulo: esquinas redondeadas 3">
            <a:extLst>
              <a:ext uri="{FF2B5EF4-FFF2-40B4-BE49-F238E27FC236}">
                <a16:creationId xmlns:a16="http://schemas.microsoft.com/office/drawing/2014/main" id="{040E6A24-0A13-BA43-B03E-C8A8756FD686}"/>
              </a:ext>
            </a:extLst>
          </p:cNvPr>
          <p:cNvSpPr/>
          <p:nvPr/>
        </p:nvSpPr>
        <p:spPr>
          <a:xfrm>
            <a:off x="6732270" y="758705"/>
            <a:ext cx="4972050" cy="2355593"/>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r>
              <a:rPr lang="es-ES" dirty="0">
                <a:solidFill>
                  <a:schemeClr val="bg2">
                    <a:lumMod val="75000"/>
                  </a:schemeClr>
                </a:solidFill>
                <a:latin typeface="Comic Sans MS" panose="030F0702030302020204" pitchFamily="66" charset="0"/>
              </a:rPr>
              <a:t>Productividad</a:t>
            </a:r>
            <a:r>
              <a:rPr lang="es-ES" dirty="0">
                <a:latin typeface="Comic Sans MS" panose="030F0702030302020204" pitchFamily="66" charset="0"/>
              </a:rPr>
              <a:t>: es un indicador de eficiencia. Mide la producción que hemos obtenido en relación con los factores que estamos utilizando. Nos dice cuál ha sido el rendimiento de los factores productivos. </a:t>
            </a:r>
          </a:p>
        </p:txBody>
      </p:sp>
      <mc:AlternateContent xmlns:mc="http://schemas.openxmlformats.org/markup-compatibility/2006" xmlns:a14="http://schemas.microsoft.com/office/drawing/2010/main">
        <mc:Choice Requires="a14">
          <p:sp>
            <p:nvSpPr>
              <p:cNvPr id="8" name="Rectángulo: esquinas redondeadas 7">
                <a:extLst>
                  <a:ext uri="{FF2B5EF4-FFF2-40B4-BE49-F238E27FC236}">
                    <a16:creationId xmlns:a16="http://schemas.microsoft.com/office/drawing/2014/main" id="{8301D96D-D778-7843-B52C-9C9B9F81E6A1}"/>
                  </a:ext>
                </a:extLst>
              </p:cNvPr>
              <p:cNvSpPr/>
              <p:nvPr/>
            </p:nvSpPr>
            <p:spPr>
              <a:xfrm>
                <a:off x="502920" y="2251203"/>
                <a:ext cx="5897880" cy="2355593"/>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r>
                  <a:rPr lang="es-ES" sz="2400" dirty="0">
                    <a:solidFill>
                      <a:schemeClr val="tx1"/>
                    </a:solidFill>
                  </a:rPr>
                  <a:t>Productividad de un factor = </a:t>
                </a:r>
                <a14:m>
                  <m:oMath xmlns:m="http://schemas.openxmlformats.org/officeDocument/2006/math">
                    <m:f>
                      <m:fPr>
                        <m:ctrlPr>
                          <a:rPr lang="es-ES" sz="2400" i="1" smtClean="0">
                            <a:solidFill>
                              <a:schemeClr val="tx2">
                                <a:lumMod val="50000"/>
                              </a:schemeClr>
                            </a:solidFill>
                            <a:latin typeface="Cambria Math" panose="02040503050406030204" pitchFamily="18" charset="0"/>
                          </a:rPr>
                        </m:ctrlPr>
                      </m:fPr>
                      <m:num>
                        <m:r>
                          <a:rPr lang="es-ES" sz="2400" i="1">
                            <a:solidFill>
                              <a:schemeClr val="tx2">
                                <a:lumMod val="50000"/>
                              </a:schemeClr>
                            </a:solidFill>
                            <a:latin typeface="Cambria Math" panose="02040503050406030204" pitchFamily="18" charset="0"/>
                          </a:rPr>
                          <m:t>𝑂𝑢𝑡𝑝𝑢𝑡</m:t>
                        </m:r>
                      </m:num>
                      <m:den>
                        <m:r>
                          <a:rPr lang="es-ES" sz="2400" b="0" i="1" smtClean="0">
                            <a:solidFill>
                              <a:schemeClr val="tx2">
                                <a:lumMod val="50000"/>
                              </a:schemeClr>
                            </a:solidFill>
                            <a:latin typeface="Cambria Math" panose="02040503050406030204" pitchFamily="18" charset="0"/>
                          </a:rPr>
                          <m:t>𝐹</m:t>
                        </m:r>
                        <m:r>
                          <a:rPr lang="es-ES" sz="2400" b="0" i="1" smtClean="0">
                            <a:solidFill>
                              <a:schemeClr val="tx2">
                                <a:lumMod val="50000"/>
                              </a:schemeClr>
                            </a:solidFill>
                            <a:latin typeface="Cambria Math" panose="02040503050406030204" pitchFamily="18" charset="0"/>
                          </a:rPr>
                          <m:t>1</m:t>
                        </m:r>
                      </m:den>
                    </m:f>
                  </m:oMath>
                </a14:m>
                <a:endParaRPr lang="es-ES" sz="2400" dirty="0">
                  <a:solidFill>
                    <a:schemeClr val="tx2">
                      <a:lumMod val="50000"/>
                    </a:schemeClr>
                  </a:solidFill>
                </a:endParaRPr>
              </a:p>
              <a:p>
                <a:endParaRPr lang="es-ES" sz="2400" dirty="0"/>
              </a:p>
              <a:p>
                <a:r>
                  <a:rPr lang="es-ES" sz="2400" dirty="0"/>
                  <a:t>Productividad total = </a:t>
                </a:r>
                <a14:m>
                  <m:oMath xmlns:m="http://schemas.openxmlformats.org/officeDocument/2006/math">
                    <m:f>
                      <m:fPr>
                        <m:ctrlPr>
                          <a:rPr lang="es-ES" sz="2400" i="1" smtClean="0">
                            <a:solidFill>
                              <a:schemeClr val="tx2">
                                <a:lumMod val="50000"/>
                              </a:schemeClr>
                            </a:solidFill>
                            <a:latin typeface="Cambria Math" panose="02040503050406030204" pitchFamily="18" charset="0"/>
                          </a:rPr>
                        </m:ctrlPr>
                      </m:fPr>
                      <m:num>
                        <m:r>
                          <a:rPr lang="es-ES" sz="2400" i="1">
                            <a:solidFill>
                              <a:schemeClr val="tx2">
                                <a:lumMod val="50000"/>
                              </a:schemeClr>
                            </a:solidFill>
                            <a:latin typeface="Cambria Math" panose="02040503050406030204" pitchFamily="18" charset="0"/>
                          </a:rPr>
                          <m:t>𝑂𝑢𝑡𝑝𝑢𝑡</m:t>
                        </m:r>
                      </m:num>
                      <m:den>
                        <m:r>
                          <a:rPr lang="es-ES" sz="2400" b="0" i="1" smtClean="0">
                            <a:solidFill>
                              <a:schemeClr val="tx2">
                                <a:lumMod val="50000"/>
                              </a:schemeClr>
                            </a:solidFill>
                            <a:latin typeface="Cambria Math" panose="02040503050406030204" pitchFamily="18" charset="0"/>
                          </a:rPr>
                          <m:t>𝐹</m:t>
                        </m:r>
                        <m:r>
                          <a:rPr lang="es-ES" sz="2400" b="0" i="1" smtClean="0">
                            <a:solidFill>
                              <a:schemeClr val="tx2">
                                <a:lumMod val="50000"/>
                              </a:schemeClr>
                            </a:solidFill>
                            <a:latin typeface="Cambria Math" panose="02040503050406030204" pitchFamily="18" charset="0"/>
                          </a:rPr>
                          <m:t>1+</m:t>
                        </m:r>
                        <m:r>
                          <a:rPr lang="es-ES" sz="2400" b="0" i="1" smtClean="0">
                            <a:solidFill>
                              <a:schemeClr val="tx2">
                                <a:lumMod val="50000"/>
                              </a:schemeClr>
                            </a:solidFill>
                            <a:latin typeface="Cambria Math" panose="02040503050406030204" pitchFamily="18" charset="0"/>
                          </a:rPr>
                          <m:t>𝐹</m:t>
                        </m:r>
                        <m:r>
                          <a:rPr lang="es-ES" sz="2400" b="0" i="1" smtClean="0">
                            <a:solidFill>
                              <a:schemeClr val="tx2">
                                <a:lumMod val="50000"/>
                              </a:schemeClr>
                            </a:solidFill>
                            <a:latin typeface="Cambria Math" panose="02040503050406030204" pitchFamily="18" charset="0"/>
                          </a:rPr>
                          <m:t>2+ …</m:t>
                        </m:r>
                      </m:den>
                    </m:f>
                  </m:oMath>
                </a14:m>
                <a:endParaRPr lang="es-ES" sz="2400" dirty="0"/>
              </a:p>
            </p:txBody>
          </p:sp>
        </mc:Choice>
        <mc:Fallback xmlns="">
          <p:sp>
            <p:nvSpPr>
              <p:cNvPr id="8" name="Rectángulo: esquinas redondeadas 7">
                <a:extLst>
                  <a:ext uri="{FF2B5EF4-FFF2-40B4-BE49-F238E27FC236}">
                    <a16:creationId xmlns:a16="http://schemas.microsoft.com/office/drawing/2014/main" id="{8301D96D-D778-7843-B52C-9C9B9F81E6A1}"/>
                  </a:ext>
                </a:extLst>
              </p:cNvPr>
              <p:cNvSpPr>
                <a:spLocks noRot="1" noChangeAspect="1" noMove="1" noResize="1" noEditPoints="1" noAdjustHandles="1" noChangeArrowheads="1" noChangeShapeType="1" noTextEdit="1"/>
              </p:cNvSpPr>
              <p:nvPr/>
            </p:nvSpPr>
            <p:spPr>
              <a:xfrm>
                <a:off x="502920" y="2251203"/>
                <a:ext cx="5897880" cy="2355593"/>
              </a:xfrm>
              <a:prstGeom prst="roundRect">
                <a:avLst/>
              </a:prstGeom>
              <a:blipFill>
                <a:blip r:embed="rId4"/>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9" name="Rectángulo: esquinas redondeadas 8">
                <a:extLst>
                  <a:ext uri="{FF2B5EF4-FFF2-40B4-BE49-F238E27FC236}">
                    <a16:creationId xmlns:a16="http://schemas.microsoft.com/office/drawing/2014/main" id="{3D00BB19-0B15-2703-2069-5D75DD82EE68}"/>
                  </a:ext>
                </a:extLst>
              </p:cNvPr>
              <p:cNvSpPr/>
              <p:nvPr/>
            </p:nvSpPr>
            <p:spPr>
              <a:xfrm>
                <a:off x="838200" y="4824734"/>
                <a:ext cx="7928610" cy="1638536"/>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marL="0" indent="0">
                  <a:buNone/>
                  <a:defRPr/>
                </a:pPr>
                <a:r>
                  <a:rPr lang="es-ES" sz="2200" dirty="0">
                    <a:solidFill>
                      <a:schemeClr val="tx2">
                        <a:lumMod val="50000"/>
                      </a:schemeClr>
                    </a:solidFill>
                  </a:rPr>
                  <a:t>Variación de la productividad:</a:t>
                </a:r>
              </a:p>
              <a:p>
                <a:pPr lvl="1">
                  <a:defRPr/>
                </a:pPr>
                <a:r>
                  <a:rPr lang="es-ES" dirty="0">
                    <a:solidFill>
                      <a:schemeClr val="tx2">
                        <a:lumMod val="50000"/>
                      </a:schemeClr>
                    </a:solidFill>
                  </a:rPr>
                  <a:t>Absoluta = P2 – P1</a:t>
                </a:r>
              </a:p>
              <a:p>
                <a:pPr lvl="1">
                  <a:defRPr/>
                </a:pPr>
                <a:r>
                  <a:rPr lang="es-ES" dirty="0">
                    <a:solidFill>
                      <a:schemeClr val="tx2">
                        <a:lumMod val="50000"/>
                      </a:schemeClr>
                    </a:solidFill>
                  </a:rPr>
                  <a:t>Relativa = </a:t>
                </a:r>
                <a14:m>
                  <m:oMath xmlns:m="http://schemas.openxmlformats.org/officeDocument/2006/math">
                    <m:f>
                      <m:fPr>
                        <m:ctrlPr>
                          <a:rPr lang="es-ES" sz="3200" i="1">
                            <a:solidFill>
                              <a:schemeClr val="tx2">
                                <a:lumMod val="50000"/>
                              </a:schemeClr>
                            </a:solidFill>
                            <a:latin typeface="Cambria Math" panose="02040503050406030204" pitchFamily="18" charset="0"/>
                          </a:rPr>
                        </m:ctrlPr>
                      </m:fPr>
                      <m:num>
                        <m:r>
                          <a:rPr lang="es-ES" sz="3200" i="1">
                            <a:solidFill>
                              <a:schemeClr val="tx2">
                                <a:lumMod val="50000"/>
                              </a:schemeClr>
                            </a:solidFill>
                            <a:latin typeface="Cambria Math" panose="02040503050406030204" pitchFamily="18" charset="0"/>
                          </a:rPr>
                          <m:t>𝑃</m:t>
                        </m:r>
                        <m:r>
                          <a:rPr lang="es-ES" sz="3200" i="1">
                            <a:solidFill>
                              <a:schemeClr val="tx2">
                                <a:lumMod val="50000"/>
                              </a:schemeClr>
                            </a:solidFill>
                            <a:latin typeface="Cambria Math" panose="02040503050406030204" pitchFamily="18" charset="0"/>
                          </a:rPr>
                          <m:t>2 −</m:t>
                        </m:r>
                        <m:r>
                          <a:rPr lang="es-ES" sz="3200" i="1">
                            <a:solidFill>
                              <a:schemeClr val="tx2">
                                <a:lumMod val="50000"/>
                              </a:schemeClr>
                            </a:solidFill>
                            <a:latin typeface="Cambria Math" panose="02040503050406030204" pitchFamily="18" charset="0"/>
                          </a:rPr>
                          <m:t>𝑃</m:t>
                        </m:r>
                        <m:r>
                          <a:rPr lang="es-ES" sz="3200" i="1">
                            <a:solidFill>
                              <a:schemeClr val="tx2">
                                <a:lumMod val="50000"/>
                              </a:schemeClr>
                            </a:solidFill>
                            <a:latin typeface="Cambria Math" panose="02040503050406030204" pitchFamily="18" charset="0"/>
                          </a:rPr>
                          <m:t>1</m:t>
                        </m:r>
                      </m:num>
                      <m:den>
                        <m:r>
                          <a:rPr lang="es-ES" sz="3200" i="1">
                            <a:solidFill>
                              <a:schemeClr val="tx2">
                                <a:lumMod val="50000"/>
                              </a:schemeClr>
                            </a:solidFill>
                            <a:latin typeface="Cambria Math" panose="02040503050406030204" pitchFamily="18" charset="0"/>
                          </a:rPr>
                          <m:t>𝑃</m:t>
                        </m:r>
                        <m:r>
                          <a:rPr lang="es-ES" sz="3200" i="1">
                            <a:solidFill>
                              <a:schemeClr val="tx2">
                                <a:lumMod val="50000"/>
                              </a:schemeClr>
                            </a:solidFill>
                            <a:latin typeface="Cambria Math" panose="02040503050406030204" pitchFamily="18" charset="0"/>
                          </a:rPr>
                          <m:t>1</m:t>
                        </m:r>
                      </m:den>
                    </m:f>
                  </m:oMath>
                </a14:m>
                <a:r>
                  <a:rPr lang="es-ES" sz="3200" dirty="0">
                    <a:solidFill>
                      <a:schemeClr val="tx2">
                        <a:lumMod val="50000"/>
                      </a:schemeClr>
                    </a:solidFill>
                  </a:rPr>
                  <a:t> </a:t>
                </a:r>
                <a:r>
                  <a:rPr lang="es-ES" sz="2800" dirty="0">
                    <a:solidFill>
                      <a:schemeClr val="tx2">
                        <a:lumMod val="50000"/>
                      </a:schemeClr>
                    </a:solidFill>
                  </a:rPr>
                  <a:t>x </a:t>
                </a:r>
                <a:r>
                  <a:rPr lang="es-ES" dirty="0">
                    <a:solidFill>
                      <a:schemeClr val="tx2">
                        <a:lumMod val="50000"/>
                      </a:schemeClr>
                    </a:solidFill>
                  </a:rPr>
                  <a:t>100</a:t>
                </a:r>
              </a:p>
            </p:txBody>
          </p:sp>
        </mc:Choice>
        <mc:Fallback xmlns="">
          <p:sp>
            <p:nvSpPr>
              <p:cNvPr id="9" name="Rectángulo: esquinas redondeadas 8">
                <a:extLst>
                  <a:ext uri="{FF2B5EF4-FFF2-40B4-BE49-F238E27FC236}">
                    <a16:creationId xmlns:a16="http://schemas.microsoft.com/office/drawing/2014/main" id="{3D00BB19-0B15-2703-2069-5D75DD82EE68}"/>
                  </a:ext>
                </a:extLst>
              </p:cNvPr>
              <p:cNvSpPr>
                <a:spLocks noRot="1" noChangeAspect="1" noMove="1" noResize="1" noEditPoints="1" noAdjustHandles="1" noChangeArrowheads="1" noChangeShapeType="1" noTextEdit="1"/>
              </p:cNvSpPr>
              <p:nvPr/>
            </p:nvSpPr>
            <p:spPr>
              <a:xfrm>
                <a:off x="838200" y="4824734"/>
                <a:ext cx="7928610" cy="1638536"/>
              </a:xfrm>
              <a:prstGeom prst="roundRect">
                <a:avLst/>
              </a:prstGeom>
              <a:blipFill>
                <a:blip r:embed="rId5"/>
                <a:stretch>
                  <a:fillRect/>
                </a:stretch>
              </a:blipFill>
            </p:spPr>
            <p:txBody>
              <a:bodyPr/>
              <a:lstStyle/>
              <a:p>
                <a:r>
                  <a:rPr lang="es-ES">
                    <a:noFill/>
                  </a:rPr>
                  <a:t> </a:t>
                </a:r>
              </a:p>
            </p:txBody>
          </p:sp>
        </mc:Fallback>
      </mc:AlternateContent>
      <p:sp>
        <p:nvSpPr>
          <p:cNvPr id="5" name="CuadroTexto 4">
            <a:extLst>
              <a:ext uri="{FF2B5EF4-FFF2-40B4-BE49-F238E27FC236}">
                <a16:creationId xmlns:a16="http://schemas.microsoft.com/office/drawing/2014/main" id="{3D552D68-D216-7596-A91C-AD98762833EF}"/>
              </a:ext>
            </a:extLst>
          </p:cNvPr>
          <p:cNvSpPr txBox="1"/>
          <p:nvPr/>
        </p:nvSpPr>
        <p:spPr>
          <a:xfrm>
            <a:off x="400561" y="670657"/>
            <a:ext cx="4794258" cy="400110"/>
          </a:xfrm>
          <a:prstGeom prst="rect">
            <a:avLst/>
          </a:prstGeom>
          <a:solidFill>
            <a:srgbClr val="CC0099"/>
          </a:solidFill>
          <a:ln w="57150">
            <a:solidFill>
              <a:srgbClr val="CC0099"/>
            </a:solidFill>
          </a:ln>
        </p:spPr>
        <p:txBody>
          <a:bodyPr wrap="square" rtlCol="0">
            <a:spAutoFit/>
          </a:bodyPr>
          <a:lstStyle/>
          <a:p>
            <a:r>
              <a:rPr lang="es-ES" sz="2000" b="1" dirty="0">
                <a:solidFill>
                  <a:schemeClr val="bg1"/>
                </a:solidFill>
              </a:rPr>
              <a:t>Productividad</a:t>
            </a:r>
          </a:p>
        </p:txBody>
      </p:sp>
    </p:spTree>
    <p:extLst>
      <p:ext uri="{BB962C8B-B14F-4D97-AF65-F5344CB8AC3E}">
        <p14:creationId xmlns:p14="http://schemas.microsoft.com/office/powerpoint/2010/main" val="1901432977"/>
      </p:ext>
    </p:extLst>
  </p:cSld>
  <p:clrMapOvr>
    <a:masterClrMapping/>
  </p:clrMapOvr>
  <p:transition spd="med">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6" name="Marcador de número de diapositiva 1">
            <a:extLst>
              <a:ext uri="{FF2B5EF4-FFF2-40B4-BE49-F238E27FC236}">
                <a16:creationId xmlns:a16="http://schemas.microsoft.com/office/drawing/2014/main" id="{6C9D8C7C-BEAA-4BAB-8E7B-74346D36F9D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32" indent="-285744">
              <a:defRPr>
                <a:solidFill>
                  <a:schemeClr val="tx1"/>
                </a:solidFill>
                <a:latin typeface="Arial" panose="020B0604020202020204" pitchFamily="34" charset="0"/>
              </a:defRPr>
            </a:lvl2pPr>
            <a:lvl3pPr marL="1142971" indent="-228594">
              <a:defRPr>
                <a:solidFill>
                  <a:schemeClr val="tx1"/>
                </a:solidFill>
                <a:latin typeface="Arial" panose="020B0604020202020204" pitchFamily="34" charset="0"/>
              </a:defRPr>
            </a:lvl3pPr>
            <a:lvl4pPr marL="1600160" indent="-228594">
              <a:defRPr>
                <a:solidFill>
                  <a:schemeClr val="tx1"/>
                </a:solidFill>
                <a:latin typeface="Arial" panose="020B0604020202020204" pitchFamily="34" charset="0"/>
              </a:defRPr>
            </a:lvl4pPr>
            <a:lvl5pPr marL="2057349" indent="-228594">
              <a:defRPr>
                <a:solidFill>
                  <a:schemeClr val="tx1"/>
                </a:solidFill>
                <a:latin typeface="Arial" panose="020B0604020202020204" pitchFamily="34" charset="0"/>
              </a:defRPr>
            </a:lvl5pPr>
            <a:lvl6pPr marL="2514537" indent="-228594" eaLnBrk="0" fontAlgn="base" hangingPunct="0">
              <a:spcBef>
                <a:spcPct val="0"/>
              </a:spcBef>
              <a:spcAft>
                <a:spcPct val="0"/>
              </a:spcAft>
              <a:defRPr>
                <a:solidFill>
                  <a:schemeClr val="tx1"/>
                </a:solidFill>
                <a:latin typeface="Arial" panose="020B0604020202020204" pitchFamily="34" charset="0"/>
              </a:defRPr>
            </a:lvl6pPr>
            <a:lvl7pPr marL="2971726" indent="-228594" eaLnBrk="0" fontAlgn="base" hangingPunct="0">
              <a:spcBef>
                <a:spcPct val="0"/>
              </a:spcBef>
              <a:spcAft>
                <a:spcPct val="0"/>
              </a:spcAft>
              <a:defRPr>
                <a:solidFill>
                  <a:schemeClr val="tx1"/>
                </a:solidFill>
                <a:latin typeface="Arial" panose="020B0604020202020204" pitchFamily="34" charset="0"/>
              </a:defRPr>
            </a:lvl7pPr>
            <a:lvl8pPr marL="3428914" indent="-228594" eaLnBrk="0" fontAlgn="base" hangingPunct="0">
              <a:spcBef>
                <a:spcPct val="0"/>
              </a:spcBef>
              <a:spcAft>
                <a:spcPct val="0"/>
              </a:spcAft>
              <a:defRPr>
                <a:solidFill>
                  <a:schemeClr val="tx1"/>
                </a:solidFill>
                <a:latin typeface="Arial" panose="020B0604020202020204" pitchFamily="34" charset="0"/>
              </a:defRPr>
            </a:lvl8pPr>
            <a:lvl9pPr marL="3886103" indent="-228594" eaLnBrk="0" fontAlgn="base" hangingPunct="0">
              <a:spcBef>
                <a:spcPct val="0"/>
              </a:spcBef>
              <a:spcAft>
                <a:spcPct val="0"/>
              </a:spcAft>
              <a:defRPr>
                <a:solidFill>
                  <a:schemeClr val="tx1"/>
                </a:solidFill>
                <a:latin typeface="Arial" panose="020B0604020202020204" pitchFamily="34" charset="0"/>
              </a:defRPr>
            </a:lvl9pPr>
          </a:lstStyle>
          <a:p>
            <a:fld id="{8D8D5635-E33A-4EBA-BA1E-1EC37AF4E96B}" type="slidenum">
              <a:rPr lang="es-ES" altLang="es-ES_tradnl" smtClean="0">
                <a:solidFill>
                  <a:srgbClr val="898989"/>
                </a:solidFill>
              </a:rPr>
              <a:pPr/>
              <a:t>28</a:t>
            </a:fld>
            <a:endParaRPr lang="es-ES" altLang="es-ES_tradnl">
              <a:solidFill>
                <a:srgbClr val="898989"/>
              </a:solidFill>
            </a:endParaRPr>
          </a:p>
        </p:txBody>
      </p:sp>
      <p:sp>
        <p:nvSpPr>
          <p:cNvPr id="15365" name="CuadroTexto 2">
            <a:extLst>
              <a:ext uri="{FF2B5EF4-FFF2-40B4-BE49-F238E27FC236}">
                <a16:creationId xmlns:a16="http://schemas.microsoft.com/office/drawing/2014/main" id="{8AFFB444-E2DA-43E0-AD8F-45E31A6F2A56}"/>
              </a:ext>
            </a:extLst>
          </p:cNvPr>
          <p:cNvSpPr txBox="1">
            <a:spLocks noChangeArrowheads="1"/>
          </p:cNvSpPr>
          <p:nvPr/>
        </p:nvSpPr>
        <p:spPr bwMode="auto">
          <a:xfrm>
            <a:off x="2870202" y="2397125"/>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s-ES_tradnl" altLang="es-ES_tradnl"/>
          </a:p>
        </p:txBody>
      </p:sp>
      <p:sp>
        <p:nvSpPr>
          <p:cNvPr id="9" name="CuadroTexto 8">
            <a:extLst>
              <a:ext uri="{FF2B5EF4-FFF2-40B4-BE49-F238E27FC236}">
                <a16:creationId xmlns:a16="http://schemas.microsoft.com/office/drawing/2014/main" id="{984159F7-EEF6-499D-B262-3DA999ABA65D}"/>
              </a:ext>
            </a:extLst>
          </p:cNvPr>
          <p:cNvSpPr txBox="1"/>
          <p:nvPr/>
        </p:nvSpPr>
        <p:spPr>
          <a:xfrm>
            <a:off x="347745" y="240037"/>
            <a:ext cx="4629794" cy="523220"/>
          </a:xfrm>
          <a:prstGeom prst="rect">
            <a:avLst/>
          </a:prstGeom>
          <a:noFill/>
        </p:spPr>
        <p:txBody>
          <a:bodyPr wrap="none" rtlCol="0">
            <a:spAutoFit/>
          </a:bodyPr>
          <a:lstStyle/>
          <a:p>
            <a:r>
              <a:rPr lang="es-ES" sz="2800" b="1" dirty="0">
                <a:solidFill>
                  <a:srgbClr val="CC0099"/>
                </a:solidFill>
                <a:latin typeface="Century Gothic" panose="020B0502020202020204" pitchFamily="34" charset="0"/>
              </a:rPr>
              <a:t>1. El plan de operaciones</a:t>
            </a:r>
            <a:endParaRPr lang="es-ES" sz="2800" i="1" dirty="0">
              <a:solidFill>
                <a:srgbClr val="CC0099"/>
              </a:solidFill>
            </a:endParaRPr>
          </a:p>
        </p:txBody>
      </p:sp>
      <p:pic>
        <p:nvPicPr>
          <p:cNvPr id="14" name="Imagen 1">
            <a:extLst>
              <a:ext uri="{FF2B5EF4-FFF2-40B4-BE49-F238E27FC236}">
                <a16:creationId xmlns:a16="http://schemas.microsoft.com/office/drawing/2014/main" id="{F5F1B615-6B1F-46B9-839B-9860DFE01246}"/>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649743" y="0"/>
            <a:ext cx="1408113"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CuadroTexto 4">
            <a:extLst>
              <a:ext uri="{FF2B5EF4-FFF2-40B4-BE49-F238E27FC236}">
                <a16:creationId xmlns:a16="http://schemas.microsoft.com/office/drawing/2014/main" id="{1B90DBCF-3745-4644-0E42-421B2D941621}"/>
              </a:ext>
            </a:extLst>
          </p:cNvPr>
          <p:cNvSpPr txBox="1"/>
          <p:nvPr/>
        </p:nvSpPr>
        <p:spPr>
          <a:xfrm>
            <a:off x="347745" y="1487173"/>
            <a:ext cx="11006055" cy="1759200"/>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lnSpc>
                <a:spcPct val="107000"/>
              </a:lnSpc>
              <a:spcAft>
                <a:spcPts val="800"/>
              </a:spcAft>
            </a:pPr>
            <a:r>
              <a:rPr lang="es-ES" sz="1800" dirty="0">
                <a:effectLst/>
                <a:ea typeface="Calibri" panose="020F0502020204030204" pitchFamily="34" charset="0"/>
                <a:cs typeface="Times New Roman" panose="02020603050405020304" pitchFamily="18" charset="0"/>
              </a:rPr>
              <a:t>John Lucy hace cajas de madera para el envío de motocicletas. John y sus tres empleados invierten 40 horas al día en hacer 120 cajas.</a:t>
            </a:r>
            <a:endParaRPr lang="es-ES" sz="2800" dirty="0">
              <a:effectLst/>
              <a:ea typeface="Calibri" panose="020F0502020204030204" pitchFamily="34" charset="0"/>
              <a:cs typeface="Times New Roman" panose="02020603050405020304" pitchFamily="18" charset="0"/>
            </a:endParaRPr>
          </a:p>
          <a:p>
            <a:pPr>
              <a:lnSpc>
                <a:spcPct val="107000"/>
              </a:lnSpc>
              <a:spcAft>
                <a:spcPts val="800"/>
              </a:spcAft>
            </a:pPr>
            <a:r>
              <a:rPr lang="es-ES" sz="1800" dirty="0" err="1">
                <a:effectLst/>
                <a:ea typeface="Calibri" panose="020F0502020204030204" pitchFamily="34" charset="0"/>
                <a:cs typeface="Times New Roman" panose="02020603050405020304" pitchFamily="18" charset="0"/>
              </a:rPr>
              <a:t>a.¿Cuál</a:t>
            </a:r>
            <a:r>
              <a:rPr lang="es-ES" sz="1800" dirty="0">
                <a:effectLst/>
                <a:ea typeface="Calibri" panose="020F0502020204030204" pitchFamily="34" charset="0"/>
                <a:cs typeface="Times New Roman" panose="02020603050405020304" pitchFamily="18" charset="0"/>
              </a:rPr>
              <a:t> es su productividad?</a:t>
            </a:r>
            <a:endParaRPr lang="es-ES" sz="2800" dirty="0">
              <a:effectLst/>
              <a:ea typeface="Calibri" panose="020F0502020204030204" pitchFamily="34" charset="0"/>
              <a:cs typeface="Times New Roman" panose="02020603050405020304" pitchFamily="18" charset="0"/>
            </a:endParaRPr>
          </a:p>
          <a:p>
            <a:pPr>
              <a:lnSpc>
                <a:spcPct val="107000"/>
              </a:lnSpc>
              <a:spcAft>
                <a:spcPts val="800"/>
              </a:spcAft>
            </a:pPr>
            <a:r>
              <a:rPr lang="es-ES" sz="1800" dirty="0" err="1">
                <a:effectLst/>
                <a:ea typeface="Calibri" panose="020F0502020204030204" pitchFamily="34" charset="0"/>
                <a:cs typeface="Times New Roman" panose="02020603050405020304" pitchFamily="18" charset="0"/>
              </a:rPr>
              <a:t>b.John</a:t>
            </a:r>
            <a:r>
              <a:rPr lang="es-ES" sz="1800" dirty="0">
                <a:effectLst/>
                <a:ea typeface="Calibri" panose="020F0502020204030204" pitchFamily="34" charset="0"/>
                <a:cs typeface="Times New Roman" panose="02020603050405020304" pitchFamily="18" charset="0"/>
              </a:rPr>
              <a:t> y sus empleados han considerado rediseñar el proceso para mejorar su eficiencia. Si pueden aumentar su promedio a 125 por día, ¿cuál será su nuevo índice de productividad?</a:t>
            </a:r>
            <a:endParaRPr lang="es-ES" sz="2800" dirty="0">
              <a:effectLst/>
              <a:ea typeface="Calibri" panose="020F0502020204030204" pitchFamily="34" charset="0"/>
              <a:cs typeface="Times New Roman" panose="02020603050405020304" pitchFamily="18" charset="0"/>
            </a:endParaRPr>
          </a:p>
        </p:txBody>
      </p:sp>
      <p:sp>
        <p:nvSpPr>
          <p:cNvPr id="7" name="CuadroTexto 6">
            <a:extLst>
              <a:ext uri="{FF2B5EF4-FFF2-40B4-BE49-F238E27FC236}">
                <a16:creationId xmlns:a16="http://schemas.microsoft.com/office/drawing/2014/main" id="{4F0EC0DC-2FEC-E2B2-41F6-B6E0339D5E3A}"/>
              </a:ext>
            </a:extLst>
          </p:cNvPr>
          <p:cNvSpPr txBox="1"/>
          <p:nvPr/>
        </p:nvSpPr>
        <p:spPr>
          <a:xfrm>
            <a:off x="1983975" y="4079366"/>
            <a:ext cx="7042051" cy="1971374"/>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lnSpc>
                <a:spcPct val="107000"/>
              </a:lnSpc>
              <a:spcAft>
                <a:spcPts val="800"/>
              </a:spcAft>
            </a:pPr>
            <a:r>
              <a:rPr lang="es-ES" sz="1800" dirty="0">
                <a:effectLst/>
                <a:ea typeface="Calibri" panose="020F0502020204030204" pitchFamily="34" charset="0"/>
                <a:cs typeface="Times New Roman" panose="02020603050405020304" pitchFamily="18" charset="0"/>
              </a:rPr>
              <a:t>Solución </a:t>
            </a:r>
            <a:endParaRPr lang="es-ES" sz="2800" dirty="0">
              <a:effectLst/>
              <a:ea typeface="Calibri" panose="020F0502020204030204" pitchFamily="34" charset="0"/>
              <a:cs typeface="Times New Roman" panose="02020603050405020304" pitchFamily="18" charset="0"/>
            </a:endParaRPr>
          </a:p>
          <a:p>
            <a:pPr>
              <a:lnSpc>
                <a:spcPct val="107000"/>
              </a:lnSpc>
              <a:spcAft>
                <a:spcPts val="800"/>
              </a:spcAft>
            </a:pPr>
            <a:r>
              <a:rPr lang="es-ES" sz="1800" dirty="0">
                <a:effectLst/>
                <a:ea typeface="Calibri" panose="020F0502020204030204" pitchFamily="34" charset="0"/>
                <a:cs typeface="Times New Roman" panose="02020603050405020304" pitchFamily="18" charset="0"/>
              </a:rPr>
              <a:t>a)	120 cajas/40 horas = 3 cajas /hora</a:t>
            </a:r>
            <a:endParaRPr lang="es-ES" sz="2800" dirty="0">
              <a:effectLst/>
              <a:ea typeface="Calibri" panose="020F0502020204030204" pitchFamily="34" charset="0"/>
              <a:cs typeface="Times New Roman" panose="02020603050405020304" pitchFamily="18" charset="0"/>
            </a:endParaRPr>
          </a:p>
          <a:p>
            <a:pPr>
              <a:lnSpc>
                <a:spcPct val="107000"/>
              </a:lnSpc>
              <a:spcAft>
                <a:spcPts val="800"/>
              </a:spcAft>
            </a:pPr>
            <a:r>
              <a:rPr lang="es-ES" sz="1800" dirty="0">
                <a:effectLst/>
                <a:ea typeface="Calibri" panose="020F0502020204030204" pitchFamily="34" charset="0"/>
                <a:cs typeface="Times New Roman" panose="02020603050405020304" pitchFamily="18" charset="0"/>
              </a:rPr>
              <a:t>b)	125 cajas/ 40 horas = 0 3.125 cajas/hora</a:t>
            </a:r>
            <a:endParaRPr lang="es-ES" sz="2800" dirty="0">
              <a:effectLst/>
              <a:ea typeface="Calibri" panose="020F0502020204030204" pitchFamily="34" charset="0"/>
              <a:cs typeface="Times New Roman" panose="02020603050405020304" pitchFamily="18" charset="0"/>
            </a:endParaRPr>
          </a:p>
          <a:p>
            <a:pPr>
              <a:lnSpc>
                <a:spcPct val="107000"/>
              </a:lnSpc>
              <a:spcAft>
                <a:spcPts val="800"/>
              </a:spcAft>
            </a:pPr>
            <a:r>
              <a:rPr lang="es-ES" sz="1800" dirty="0">
                <a:effectLst/>
                <a:ea typeface="Calibri" panose="020F0502020204030204" pitchFamily="34" charset="0"/>
                <a:cs typeface="Times New Roman" panose="02020603050405020304" pitchFamily="18" charset="0"/>
              </a:rPr>
              <a:t>c)	Cambio en la productividad= 0.125 cajas/horas</a:t>
            </a:r>
            <a:endParaRPr lang="es-ES" sz="2800" dirty="0">
              <a:effectLst/>
              <a:ea typeface="Calibri" panose="020F0502020204030204" pitchFamily="34" charset="0"/>
              <a:cs typeface="Times New Roman" panose="02020603050405020304" pitchFamily="18" charset="0"/>
            </a:endParaRPr>
          </a:p>
          <a:p>
            <a:pPr>
              <a:lnSpc>
                <a:spcPct val="107000"/>
              </a:lnSpc>
              <a:spcAft>
                <a:spcPts val="800"/>
              </a:spcAft>
            </a:pPr>
            <a:r>
              <a:rPr lang="es-ES" sz="1800" dirty="0">
                <a:effectLst/>
                <a:ea typeface="Calibri" panose="020F0502020204030204" pitchFamily="34" charset="0"/>
                <a:cs typeface="Times New Roman" panose="02020603050405020304" pitchFamily="18" charset="0"/>
              </a:rPr>
              <a:t>En porcentaje = 0.125/3 = 4.166%</a:t>
            </a:r>
            <a:endParaRPr lang="es-ES" sz="2800" dirty="0">
              <a:effectLst/>
              <a:ea typeface="Calibri" panose="020F0502020204030204" pitchFamily="34" charset="0"/>
              <a:cs typeface="Times New Roman" panose="02020603050405020304" pitchFamily="18" charset="0"/>
            </a:endParaRPr>
          </a:p>
        </p:txBody>
      </p:sp>
      <p:sp>
        <p:nvSpPr>
          <p:cNvPr id="8" name="CuadroTexto 7">
            <a:extLst>
              <a:ext uri="{FF2B5EF4-FFF2-40B4-BE49-F238E27FC236}">
                <a16:creationId xmlns:a16="http://schemas.microsoft.com/office/drawing/2014/main" id="{6EDEBE2A-9A3E-7BBF-1CEB-BEC3D84C7301}"/>
              </a:ext>
            </a:extLst>
          </p:cNvPr>
          <p:cNvSpPr txBox="1"/>
          <p:nvPr/>
        </p:nvSpPr>
        <p:spPr>
          <a:xfrm>
            <a:off x="473073" y="832142"/>
            <a:ext cx="4794258" cy="400110"/>
          </a:xfrm>
          <a:prstGeom prst="rect">
            <a:avLst/>
          </a:prstGeom>
          <a:solidFill>
            <a:srgbClr val="CC0099"/>
          </a:solidFill>
          <a:ln w="57150">
            <a:solidFill>
              <a:srgbClr val="CC0099"/>
            </a:solidFill>
          </a:ln>
        </p:spPr>
        <p:txBody>
          <a:bodyPr wrap="square" rtlCol="0">
            <a:spAutoFit/>
          </a:bodyPr>
          <a:lstStyle/>
          <a:p>
            <a:r>
              <a:rPr lang="es-ES" sz="2000" b="1" dirty="0">
                <a:solidFill>
                  <a:schemeClr val="bg1"/>
                </a:solidFill>
              </a:rPr>
              <a:t>Productividad</a:t>
            </a:r>
          </a:p>
        </p:txBody>
      </p:sp>
    </p:spTree>
    <p:extLst>
      <p:ext uri="{BB962C8B-B14F-4D97-AF65-F5344CB8AC3E}">
        <p14:creationId xmlns:p14="http://schemas.microsoft.com/office/powerpoint/2010/main" val="39866166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6" name="Marcador de número de diapositiva 1">
            <a:extLst>
              <a:ext uri="{FF2B5EF4-FFF2-40B4-BE49-F238E27FC236}">
                <a16:creationId xmlns:a16="http://schemas.microsoft.com/office/drawing/2014/main" id="{6C9D8C7C-BEAA-4BAB-8E7B-74346D36F9D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32" indent="-285744">
              <a:defRPr>
                <a:solidFill>
                  <a:schemeClr val="tx1"/>
                </a:solidFill>
                <a:latin typeface="Arial" panose="020B0604020202020204" pitchFamily="34" charset="0"/>
              </a:defRPr>
            </a:lvl2pPr>
            <a:lvl3pPr marL="1142971" indent="-228594">
              <a:defRPr>
                <a:solidFill>
                  <a:schemeClr val="tx1"/>
                </a:solidFill>
                <a:latin typeface="Arial" panose="020B0604020202020204" pitchFamily="34" charset="0"/>
              </a:defRPr>
            </a:lvl3pPr>
            <a:lvl4pPr marL="1600160" indent="-228594">
              <a:defRPr>
                <a:solidFill>
                  <a:schemeClr val="tx1"/>
                </a:solidFill>
                <a:latin typeface="Arial" panose="020B0604020202020204" pitchFamily="34" charset="0"/>
              </a:defRPr>
            </a:lvl4pPr>
            <a:lvl5pPr marL="2057349" indent="-228594">
              <a:defRPr>
                <a:solidFill>
                  <a:schemeClr val="tx1"/>
                </a:solidFill>
                <a:latin typeface="Arial" panose="020B0604020202020204" pitchFamily="34" charset="0"/>
              </a:defRPr>
            </a:lvl5pPr>
            <a:lvl6pPr marL="2514537" indent="-228594" eaLnBrk="0" fontAlgn="base" hangingPunct="0">
              <a:spcBef>
                <a:spcPct val="0"/>
              </a:spcBef>
              <a:spcAft>
                <a:spcPct val="0"/>
              </a:spcAft>
              <a:defRPr>
                <a:solidFill>
                  <a:schemeClr val="tx1"/>
                </a:solidFill>
                <a:latin typeface="Arial" panose="020B0604020202020204" pitchFamily="34" charset="0"/>
              </a:defRPr>
            </a:lvl6pPr>
            <a:lvl7pPr marL="2971726" indent="-228594" eaLnBrk="0" fontAlgn="base" hangingPunct="0">
              <a:spcBef>
                <a:spcPct val="0"/>
              </a:spcBef>
              <a:spcAft>
                <a:spcPct val="0"/>
              </a:spcAft>
              <a:defRPr>
                <a:solidFill>
                  <a:schemeClr val="tx1"/>
                </a:solidFill>
                <a:latin typeface="Arial" panose="020B0604020202020204" pitchFamily="34" charset="0"/>
              </a:defRPr>
            </a:lvl7pPr>
            <a:lvl8pPr marL="3428914" indent="-228594" eaLnBrk="0" fontAlgn="base" hangingPunct="0">
              <a:spcBef>
                <a:spcPct val="0"/>
              </a:spcBef>
              <a:spcAft>
                <a:spcPct val="0"/>
              </a:spcAft>
              <a:defRPr>
                <a:solidFill>
                  <a:schemeClr val="tx1"/>
                </a:solidFill>
                <a:latin typeface="Arial" panose="020B0604020202020204" pitchFamily="34" charset="0"/>
              </a:defRPr>
            </a:lvl8pPr>
            <a:lvl9pPr marL="3886103" indent="-228594" eaLnBrk="0" fontAlgn="base" hangingPunct="0">
              <a:spcBef>
                <a:spcPct val="0"/>
              </a:spcBef>
              <a:spcAft>
                <a:spcPct val="0"/>
              </a:spcAft>
              <a:defRPr>
                <a:solidFill>
                  <a:schemeClr val="tx1"/>
                </a:solidFill>
                <a:latin typeface="Arial" panose="020B0604020202020204" pitchFamily="34" charset="0"/>
              </a:defRPr>
            </a:lvl9pPr>
          </a:lstStyle>
          <a:p>
            <a:fld id="{8D8D5635-E33A-4EBA-BA1E-1EC37AF4E96B}" type="slidenum">
              <a:rPr lang="es-ES" altLang="es-ES_tradnl" smtClean="0">
                <a:solidFill>
                  <a:srgbClr val="898989"/>
                </a:solidFill>
              </a:rPr>
              <a:pPr/>
              <a:t>29</a:t>
            </a:fld>
            <a:endParaRPr lang="es-ES" altLang="es-ES_tradnl">
              <a:solidFill>
                <a:srgbClr val="898989"/>
              </a:solidFill>
            </a:endParaRPr>
          </a:p>
        </p:txBody>
      </p:sp>
      <p:sp>
        <p:nvSpPr>
          <p:cNvPr id="15365" name="CuadroTexto 2">
            <a:extLst>
              <a:ext uri="{FF2B5EF4-FFF2-40B4-BE49-F238E27FC236}">
                <a16:creationId xmlns:a16="http://schemas.microsoft.com/office/drawing/2014/main" id="{8AFFB444-E2DA-43E0-AD8F-45E31A6F2A56}"/>
              </a:ext>
            </a:extLst>
          </p:cNvPr>
          <p:cNvSpPr txBox="1">
            <a:spLocks noChangeArrowheads="1"/>
          </p:cNvSpPr>
          <p:nvPr/>
        </p:nvSpPr>
        <p:spPr bwMode="auto">
          <a:xfrm>
            <a:off x="2870202" y="2397125"/>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s-ES_tradnl" altLang="es-ES_tradnl"/>
          </a:p>
        </p:txBody>
      </p:sp>
      <p:sp>
        <p:nvSpPr>
          <p:cNvPr id="9" name="CuadroTexto 8">
            <a:extLst>
              <a:ext uri="{FF2B5EF4-FFF2-40B4-BE49-F238E27FC236}">
                <a16:creationId xmlns:a16="http://schemas.microsoft.com/office/drawing/2014/main" id="{984159F7-EEF6-499D-B262-3DA999ABA65D}"/>
              </a:ext>
            </a:extLst>
          </p:cNvPr>
          <p:cNvSpPr txBox="1"/>
          <p:nvPr/>
        </p:nvSpPr>
        <p:spPr>
          <a:xfrm>
            <a:off x="347745" y="240037"/>
            <a:ext cx="4629794" cy="523220"/>
          </a:xfrm>
          <a:prstGeom prst="rect">
            <a:avLst/>
          </a:prstGeom>
          <a:noFill/>
        </p:spPr>
        <p:txBody>
          <a:bodyPr wrap="none" rtlCol="0">
            <a:spAutoFit/>
          </a:bodyPr>
          <a:lstStyle/>
          <a:p>
            <a:r>
              <a:rPr lang="es-ES" sz="2800" b="1" dirty="0">
                <a:solidFill>
                  <a:srgbClr val="CC0099"/>
                </a:solidFill>
                <a:latin typeface="Century Gothic" panose="020B0502020202020204" pitchFamily="34" charset="0"/>
              </a:rPr>
              <a:t>1. El plan de operaciones</a:t>
            </a:r>
            <a:endParaRPr lang="es-ES" sz="2800" i="1" dirty="0">
              <a:solidFill>
                <a:srgbClr val="CC0099"/>
              </a:solidFill>
            </a:endParaRPr>
          </a:p>
        </p:txBody>
      </p:sp>
      <p:pic>
        <p:nvPicPr>
          <p:cNvPr id="14" name="Imagen 1">
            <a:extLst>
              <a:ext uri="{FF2B5EF4-FFF2-40B4-BE49-F238E27FC236}">
                <a16:creationId xmlns:a16="http://schemas.microsoft.com/office/drawing/2014/main" id="{F5F1B615-6B1F-46B9-839B-9860DFE01246}"/>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649743" y="0"/>
            <a:ext cx="1408113"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CuadroTexto 5">
            <a:extLst>
              <a:ext uri="{FF2B5EF4-FFF2-40B4-BE49-F238E27FC236}">
                <a16:creationId xmlns:a16="http://schemas.microsoft.com/office/drawing/2014/main" id="{A05B6638-A5EF-272B-3335-BE74EC4835FA}"/>
              </a:ext>
            </a:extLst>
          </p:cNvPr>
          <p:cNvSpPr txBox="1"/>
          <p:nvPr/>
        </p:nvSpPr>
        <p:spPr>
          <a:xfrm>
            <a:off x="882747" y="1156250"/>
            <a:ext cx="10765302" cy="1759200"/>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lnSpc>
                <a:spcPct val="107000"/>
              </a:lnSpc>
              <a:spcAft>
                <a:spcPts val="800"/>
              </a:spcAft>
            </a:pPr>
            <a:r>
              <a:rPr lang="es-ES" sz="1800" dirty="0">
                <a:effectLst/>
                <a:ea typeface="Calibri" panose="020F0502020204030204" pitchFamily="34" charset="0"/>
                <a:cs typeface="Times New Roman" panose="02020603050405020304" pitchFamily="18" charset="0"/>
              </a:rPr>
              <a:t>La productividad de la mano de obra de una empresa papelera es de 3 €/hora. Su objetivo estratégico para el año próximo es aumentar la productividad en un 10 % y para ello ha invertido en nueva tecnología.</a:t>
            </a:r>
            <a:endParaRPr lang="es-ES" sz="2800" dirty="0">
              <a:effectLst/>
              <a:ea typeface="Calibri" panose="020F0502020204030204" pitchFamily="34" charset="0"/>
              <a:cs typeface="Times New Roman" panose="02020603050405020304" pitchFamily="18" charset="0"/>
            </a:endParaRPr>
          </a:p>
          <a:p>
            <a:pPr>
              <a:lnSpc>
                <a:spcPct val="107000"/>
              </a:lnSpc>
              <a:spcAft>
                <a:spcPts val="800"/>
              </a:spcAft>
            </a:pPr>
            <a:r>
              <a:rPr lang="es-ES" sz="1800" dirty="0">
                <a:effectLst/>
                <a:ea typeface="Calibri" panose="020F0502020204030204" pitchFamily="34" charset="0"/>
                <a:cs typeface="Times New Roman" panose="02020603050405020304" pitchFamily="18" charset="0"/>
              </a:rPr>
              <a:t>Tiene 5 empleados que trabajan 8 horas al día.</a:t>
            </a:r>
            <a:endParaRPr lang="es-ES" sz="2800" dirty="0">
              <a:effectLst/>
              <a:ea typeface="Calibri" panose="020F0502020204030204" pitchFamily="34" charset="0"/>
              <a:cs typeface="Times New Roman" panose="02020603050405020304" pitchFamily="18" charset="0"/>
            </a:endParaRPr>
          </a:p>
          <a:p>
            <a:pPr>
              <a:lnSpc>
                <a:spcPct val="107000"/>
              </a:lnSpc>
              <a:spcAft>
                <a:spcPts val="800"/>
              </a:spcAft>
            </a:pPr>
            <a:r>
              <a:rPr lang="es-ES" sz="1800" dirty="0">
                <a:effectLst/>
                <a:ea typeface="Calibri" panose="020F0502020204030204" pitchFamily="34" charset="0"/>
                <a:cs typeface="Times New Roman" panose="02020603050405020304" pitchFamily="18" charset="0"/>
              </a:rPr>
              <a:t>¿Qué volumen de producción tienen que conseguir?</a:t>
            </a:r>
            <a:endParaRPr lang="es-ES" sz="2800" dirty="0">
              <a:effectLst/>
              <a:ea typeface="Calibri" panose="020F0502020204030204" pitchFamily="34" charset="0"/>
              <a:cs typeface="Times New Roman" panose="02020603050405020304" pitchFamily="18" charset="0"/>
            </a:endParaRPr>
          </a:p>
        </p:txBody>
      </p:sp>
      <p:sp>
        <p:nvSpPr>
          <p:cNvPr id="8" name="CuadroTexto 7">
            <a:extLst>
              <a:ext uri="{FF2B5EF4-FFF2-40B4-BE49-F238E27FC236}">
                <a16:creationId xmlns:a16="http://schemas.microsoft.com/office/drawing/2014/main" id="{6489216A-3655-7FA4-00DE-5246889F74D3}"/>
              </a:ext>
            </a:extLst>
          </p:cNvPr>
          <p:cNvSpPr txBox="1"/>
          <p:nvPr/>
        </p:nvSpPr>
        <p:spPr>
          <a:xfrm>
            <a:off x="882747" y="3458573"/>
            <a:ext cx="3969910" cy="2769284"/>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lnSpc>
                <a:spcPct val="107000"/>
              </a:lnSpc>
              <a:spcAft>
                <a:spcPts val="800"/>
              </a:spcAft>
            </a:pPr>
            <a:r>
              <a:rPr lang="es-ES" sz="1800" dirty="0">
                <a:effectLst/>
                <a:ea typeface="Calibri" panose="020F0502020204030204" pitchFamily="34" charset="0"/>
                <a:cs typeface="Times New Roman" panose="02020603050405020304" pitchFamily="18" charset="0"/>
              </a:rPr>
              <a:t>Solución </a:t>
            </a:r>
          </a:p>
          <a:p>
            <a:pPr>
              <a:lnSpc>
                <a:spcPct val="107000"/>
              </a:lnSpc>
              <a:spcAft>
                <a:spcPts val="800"/>
              </a:spcAft>
            </a:pPr>
            <a:r>
              <a:rPr lang="es-ES" sz="1800" dirty="0" err="1">
                <a:effectLst/>
                <a:ea typeface="Calibri" panose="020F0502020204030204" pitchFamily="34" charset="0"/>
                <a:cs typeface="Times New Roman" panose="02020603050405020304" pitchFamily="18" charset="0"/>
              </a:rPr>
              <a:t>Pdtv</a:t>
            </a:r>
            <a:r>
              <a:rPr lang="es-ES" sz="1800" dirty="0">
                <a:effectLst/>
                <a:ea typeface="Calibri" panose="020F0502020204030204" pitchFamily="34" charset="0"/>
                <a:cs typeface="Times New Roman" panose="02020603050405020304" pitchFamily="18" charset="0"/>
              </a:rPr>
              <a:t> = Output/input</a:t>
            </a:r>
            <a:endParaRPr lang="es-ES" sz="2800" dirty="0">
              <a:effectLst/>
              <a:ea typeface="Calibri" panose="020F0502020204030204" pitchFamily="34" charset="0"/>
              <a:cs typeface="Times New Roman" panose="02020603050405020304" pitchFamily="18" charset="0"/>
            </a:endParaRPr>
          </a:p>
          <a:p>
            <a:pPr>
              <a:lnSpc>
                <a:spcPct val="107000"/>
              </a:lnSpc>
              <a:spcAft>
                <a:spcPts val="800"/>
              </a:spcAft>
            </a:pPr>
            <a:r>
              <a:rPr lang="es-ES" sz="1800" dirty="0">
                <a:effectLst/>
                <a:ea typeface="Calibri" panose="020F0502020204030204" pitchFamily="34" charset="0"/>
                <a:cs typeface="Times New Roman" panose="02020603050405020304" pitchFamily="18" charset="0"/>
              </a:rPr>
              <a:t>P1 = 3 € </a:t>
            </a:r>
            <a:endParaRPr lang="es-ES" sz="2800" dirty="0">
              <a:effectLst/>
              <a:ea typeface="Calibri" panose="020F0502020204030204" pitchFamily="34" charset="0"/>
              <a:cs typeface="Times New Roman" panose="02020603050405020304" pitchFamily="18" charset="0"/>
            </a:endParaRPr>
          </a:p>
          <a:p>
            <a:pPr>
              <a:lnSpc>
                <a:spcPct val="107000"/>
              </a:lnSpc>
              <a:spcAft>
                <a:spcPts val="800"/>
              </a:spcAft>
            </a:pPr>
            <a:r>
              <a:rPr lang="es-ES" sz="1800" dirty="0">
                <a:effectLst/>
                <a:ea typeface="Calibri" panose="020F0502020204030204" pitchFamily="34" charset="0"/>
                <a:cs typeface="Times New Roman" panose="02020603050405020304" pitchFamily="18" charset="0"/>
              </a:rPr>
              <a:t>Input = 8 h x 5 L= 40</a:t>
            </a:r>
            <a:endParaRPr lang="es-ES" sz="2800" dirty="0">
              <a:effectLst/>
              <a:ea typeface="Calibri" panose="020F0502020204030204" pitchFamily="34" charset="0"/>
              <a:cs typeface="Times New Roman" panose="02020603050405020304" pitchFamily="18" charset="0"/>
            </a:endParaRPr>
          </a:p>
          <a:p>
            <a:pPr>
              <a:lnSpc>
                <a:spcPct val="107000"/>
              </a:lnSpc>
              <a:spcAft>
                <a:spcPts val="800"/>
              </a:spcAft>
            </a:pPr>
            <a:r>
              <a:rPr lang="es-ES" sz="1800" dirty="0">
                <a:effectLst/>
                <a:ea typeface="Calibri" panose="020F0502020204030204" pitchFamily="34" charset="0"/>
                <a:cs typeface="Times New Roman" panose="02020603050405020304" pitchFamily="18" charset="0"/>
              </a:rPr>
              <a:t>Output 1 = 120 €/día</a:t>
            </a:r>
            <a:endParaRPr lang="es-ES" sz="2800" dirty="0">
              <a:effectLst/>
              <a:ea typeface="Calibri" panose="020F0502020204030204" pitchFamily="34" charset="0"/>
              <a:cs typeface="Times New Roman" panose="02020603050405020304" pitchFamily="18" charset="0"/>
            </a:endParaRPr>
          </a:p>
          <a:p>
            <a:pPr>
              <a:lnSpc>
                <a:spcPct val="107000"/>
              </a:lnSpc>
              <a:spcAft>
                <a:spcPts val="800"/>
              </a:spcAft>
            </a:pPr>
            <a:r>
              <a:rPr lang="es-ES" sz="1800" dirty="0">
                <a:effectLst/>
                <a:ea typeface="Calibri" panose="020F0502020204030204" pitchFamily="34" charset="0"/>
                <a:cs typeface="Times New Roman" panose="02020603050405020304" pitchFamily="18" charset="0"/>
              </a:rPr>
              <a:t>+ 10% P1 = P2 = 3,3 </a:t>
            </a:r>
            <a:endParaRPr lang="es-ES" sz="2800" dirty="0">
              <a:effectLst/>
              <a:ea typeface="Calibri" panose="020F0502020204030204" pitchFamily="34" charset="0"/>
              <a:cs typeface="Times New Roman" panose="02020603050405020304" pitchFamily="18" charset="0"/>
            </a:endParaRPr>
          </a:p>
          <a:p>
            <a:pPr>
              <a:lnSpc>
                <a:spcPct val="107000"/>
              </a:lnSpc>
              <a:spcAft>
                <a:spcPts val="800"/>
              </a:spcAft>
            </a:pPr>
            <a:r>
              <a:rPr lang="es-ES" sz="1800" dirty="0">
                <a:effectLst/>
                <a:ea typeface="Calibri" panose="020F0502020204030204" pitchFamily="34" charset="0"/>
                <a:cs typeface="Times New Roman" panose="02020603050405020304" pitchFamily="18" charset="0"/>
              </a:rPr>
              <a:t>Output 2 = 40 h x 3,3 = 132 €/día</a:t>
            </a:r>
            <a:endParaRPr lang="es-ES" sz="2800" dirty="0">
              <a:effectLst/>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1746221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Box 4"/>
          <p:cNvSpPr txBox="1">
            <a:spLocks noChangeArrowheads="1"/>
          </p:cNvSpPr>
          <p:nvPr/>
        </p:nvSpPr>
        <p:spPr>
          <a:xfrm>
            <a:off x="1405890" y="242351"/>
            <a:ext cx="6697980" cy="617817"/>
          </a:xfrm>
          <a:prstGeom prst="rect">
            <a:avLst/>
          </a:prstGeom>
          <a:solidFill>
            <a:schemeClr val="bg1"/>
          </a:solidFill>
          <a:ln/>
        </p:spPr>
        <p:txBody>
          <a:bodyPr/>
          <a:lstStyle/>
          <a:p>
            <a:pPr eaLnBrk="0" fontAlgn="base" hangingPunct="0">
              <a:spcBef>
                <a:spcPct val="0"/>
              </a:spcBef>
              <a:spcAft>
                <a:spcPct val="0"/>
              </a:spcAft>
              <a:defRPr/>
            </a:pPr>
            <a:r>
              <a:rPr lang="es-ES_tradnl" sz="2800" b="1" kern="0" dirty="0">
                <a:solidFill>
                  <a:srgbClr val="CC0099"/>
                </a:solidFill>
                <a:latin typeface="+mj-lt"/>
                <a:ea typeface="+mj-ea"/>
                <a:cs typeface="+mj-cs"/>
              </a:rPr>
              <a:t>2. OBJETIVOS DE PRODUCCIÓN</a:t>
            </a:r>
          </a:p>
        </p:txBody>
      </p:sp>
      <p:sp>
        <p:nvSpPr>
          <p:cNvPr id="9" name="8 Marcador de número de diapositiva"/>
          <p:cNvSpPr>
            <a:spLocks noGrp="1"/>
          </p:cNvSpPr>
          <p:nvPr>
            <p:ph type="sldNum" sz="quarter" idx="4"/>
          </p:nvPr>
        </p:nvSpPr>
        <p:spPr>
          <a:xfrm>
            <a:off x="134144" y="6381328"/>
            <a:ext cx="2133600" cy="365125"/>
          </a:xfrm>
          <a:prstGeom prst="rect">
            <a:avLst/>
          </a:prstGeom>
        </p:spPr>
        <p:txBody>
          <a:bodyPr vert="horz" lIns="91440" tIns="45720" rIns="91440" bIns="45720" rtlCol="0" anchor="ctr"/>
          <a:lstStyle>
            <a:defPPr>
              <a:defRPr lang="es-ES_tradnl"/>
            </a:defPPr>
            <a:lvl1pPr algn="l" rtl="0" fontAlgn="base">
              <a:spcBef>
                <a:spcPct val="0"/>
              </a:spcBef>
              <a:spcAft>
                <a:spcPct val="0"/>
              </a:spcAft>
              <a:defRPr sz="1000" b="0" kern="1200">
                <a:solidFill>
                  <a:srgbClr val="C00000"/>
                </a:solidFill>
                <a:latin typeface="+mj-lt"/>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fld id="{70AA9B10-D414-4A58-B245-E95240800791}" type="slidenum">
              <a:rPr lang="es-ES" smtClean="0"/>
              <a:pPr/>
              <a:t>30</a:t>
            </a:fld>
            <a:endParaRPr lang="es-ES"/>
          </a:p>
        </p:txBody>
      </p:sp>
      <p:sp>
        <p:nvSpPr>
          <p:cNvPr id="5" name="8 Elipse">
            <a:extLst>
              <a:ext uri="{FF2B5EF4-FFF2-40B4-BE49-F238E27FC236}">
                <a16:creationId xmlns:a16="http://schemas.microsoft.com/office/drawing/2014/main" id="{F043035B-8AA8-A318-28DD-D323E1E89AF5}"/>
              </a:ext>
            </a:extLst>
          </p:cNvPr>
          <p:cNvSpPr/>
          <p:nvPr/>
        </p:nvSpPr>
        <p:spPr>
          <a:xfrm>
            <a:off x="8979768" y="1916831"/>
            <a:ext cx="3024336" cy="367240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eaLnBrk="0" hangingPunct="0">
              <a:spcBef>
                <a:spcPct val="20000"/>
              </a:spcBef>
            </a:pPr>
            <a:r>
              <a:rPr lang="es-ES" kern="0" dirty="0">
                <a:solidFill>
                  <a:srgbClr val="000000"/>
                </a:solidFill>
              </a:rPr>
              <a:t>La estrategia funcional de producción debe ser coherente con la estrategia corporativa y con la estrategia competitiva</a:t>
            </a:r>
          </a:p>
        </p:txBody>
      </p:sp>
      <p:graphicFrame>
        <p:nvGraphicFramePr>
          <p:cNvPr id="14" name="2 Marcador de contenido">
            <a:extLst>
              <a:ext uri="{FF2B5EF4-FFF2-40B4-BE49-F238E27FC236}">
                <a16:creationId xmlns:a16="http://schemas.microsoft.com/office/drawing/2014/main" id="{EA2685DF-C7F6-1927-0EFC-1595B78154B9}"/>
              </a:ext>
            </a:extLst>
          </p:cNvPr>
          <p:cNvGraphicFramePr/>
          <p:nvPr/>
        </p:nvGraphicFramePr>
        <p:xfrm>
          <a:off x="594360" y="1329717"/>
          <a:ext cx="7509510" cy="484663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3" name="CuadroTexto 2">
            <a:extLst>
              <a:ext uri="{FF2B5EF4-FFF2-40B4-BE49-F238E27FC236}">
                <a16:creationId xmlns:a16="http://schemas.microsoft.com/office/drawing/2014/main" id="{646E5976-104E-49A2-8CF8-D4529FF45076}"/>
              </a:ext>
            </a:extLst>
          </p:cNvPr>
          <p:cNvSpPr txBox="1">
            <a:spLocks noChangeArrowheads="1"/>
          </p:cNvSpPr>
          <p:nvPr/>
        </p:nvSpPr>
        <p:spPr bwMode="auto">
          <a:xfrm>
            <a:off x="2870202" y="2397125"/>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s-ES_tradnl" altLang="es-ES_tradnl"/>
          </a:p>
        </p:txBody>
      </p:sp>
      <p:sp>
        <p:nvSpPr>
          <p:cNvPr id="7174" name="Marcador de número de diapositiva 1">
            <a:extLst>
              <a:ext uri="{FF2B5EF4-FFF2-40B4-BE49-F238E27FC236}">
                <a16:creationId xmlns:a16="http://schemas.microsoft.com/office/drawing/2014/main" id="{AE2B3835-AE90-431A-8A51-D0D5F1474078}"/>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32" indent="-285744">
              <a:defRPr>
                <a:solidFill>
                  <a:schemeClr val="tx1"/>
                </a:solidFill>
                <a:latin typeface="Arial" panose="020B0604020202020204" pitchFamily="34" charset="0"/>
              </a:defRPr>
            </a:lvl2pPr>
            <a:lvl3pPr marL="1142971" indent="-228594">
              <a:defRPr>
                <a:solidFill>
                  <a:schemeClr val="tx1"/>
                </a:solidFill>
                <a:latin typeface="Arial" panose="020B0604020202020204" pitchFamily="34" charset="0"/>
              </a:defRPr>
            </a:lvl3pPr>
            <a:lvl4pPr marL="1600160" indent="-228594">
              <a:defRPr>
                <a:solidFill>
                  <a:schemeClr val="tx1"/>
                </a:solidFill>
                <a:latin typeface="Arial" panose="020B0604020202020204" pitchFamily="34" charset="0"/>
              </a:defRPr>
            </a:lvl4pPr>
            <a:lvl5pPr marL="2057349" indent="-228594">
              <a:defRPr>
                <a:solidFill>
                  <a:schemeClr val="tx1"/>
                </a:solidFill>
                <a:latin typeface="Arial" panose="020B0604020202020204" pitchFamily="34" charset="0"/>
              </a:defRPr>
            </a:lvl5pPr>
            <a:lvl6pPr marL="2514537" indent="-228594" eaLnBrk="0" fontAlgn="base" hangingPunct="0">
              <a:spcBef>
                <a:spcPct val="0"/>
              </a:spcBef>
              <a:spcAft>
                <a:spcPct val="0"/>
              </a:spcAft>
              <a:defRPr>
                <a:solidFill>
                  <a:schemeClr val="tx1"/>
                </a:solidFill>
                <a:latin typeface="Arial" panose="020B0604020202020204" pitchFamily="34" charset="0"/>
              </a:defRPr>
            </a:lvl6pPr>
            <a:lvl7pPr marL="2971726" indent="-228594" eaLnBrk="0" fontAlgn="base" hangingPunct="0">
              <a:spcBef>
                <a:spcPct val="0"/>
              </a:spcBef>
              <a:spcAft>
                <a:spcPct val="0"/>
              </a:spcAft>
              <a:defRPr>
                <a:solidFill>
                  <a:schemeClr val="tx1"/>
                </a:solidFill>
                <a:latin typeface="Arial" panose="020B0604020202020204" pitchFamily="34" charset="0"/>
              </a:defRPr>
            </a:lvl7pPr>
            <a:lvl8pPr marL="3428914" indent="-228594" eaLnBrk="0" fontAlgn="base" hangingPunct="0">
              <a:spcBef>
                <a:spcPct val="0"/>
              </a:spcBef>
              <a:spcAft>
                <a:spcPct val="0"/>
              </a:spcAft>
              <a:defRPr>
                <a:solidFill>
                  <a:schemeClr val="tx1"/>
                </a:solidFill>
                <a:latin typeface="Arial" panose="020B0604020202020204" pitchFamily="34" charset="0"/>
              </a:defRPr>
            </a:lvl8pPr>
            <a:lvl9pPr marL="3886103" indent="-228594" eaLnBrk="0" fontAlgn="base" hangingPunct="0">
              <a:spcBef>
                <a:spcPct val="0"/>
              </a:spcBef>
              <a:spcAft>
                <a:spcPct val="0"/>
              </a:spcAft>
              <a:defRPr>
                <a:solidFill>
                  <a:schemeClr val="tx1"/>
                </a:solidFill>
                <a:latin typeface="Arial" panose="020B0604020202020204" pitchFamily="34" charset="0"/>
              </a:defRPr>
            </a:lvl9pPr>
          </a:lstStyle>
          <a:p>
            <a:fld id="{0A4E6959-A04E-4845-9864-356C1A785025}" type="slidenum">
              <a:rPr lang="es-ES" altLang="es-ES_tradnl" smtClean="0">
                <a:solidFill>
                  <a:srgbClr val="898989"/>
                </a:solidFill>
              </a:rPr>
              <a:pPr/>
              <a:t>31</a:t>
            </a:fld>
            <a:endParaRPr lang="es-ES" altLang="es-ES_tradnl">
              <a:solidFill>
                <a:srgbClr val="898989"/>
              </a:solidFill>
            </a:endParaRPr>
          </a:p>
        </p:txBody>
      </p:sp>
      <p:graphicFrame>
        <p:nvGraphicFramePr>
          <p:cNvPr id="2" name="Diagrama 1">
            <a:extLst>
              <a:ext uri="{FF2B5EF4-FFF2-40B4-BE49-F238E27FC236}">
                <a16:creationId xmlns:a16="http://schemas.microsoft.com/office/drawing/2014/main" id="{AA66DD14-9508-4E73-5A46-A341C291C78F}"/>
              </a:ext>
            </a:extLst>
          </p:cNvPr>
          <p:cNvGraphicFramePr/>
          <p:nvPr>
            <p:extLst>
              <p:ext uri="{D42A27DB-BD31-4B8C-83A1-F6EECF244321}">
                <p14:modId xmlns:p14="http://schemas.microsoft.com/office/powerpoint/2010/main" val="772926934"/>
              </p:ext>
            </p:extLst>
          </p:nvPr>
        </p:nvGraphicFramePr>
        <p:xfrm>
          <a:off x="188595" y="985301"/>
          <a:ext cx="5469255" cy="549041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7" name="Imagen 1">
            <a:extLst>
              <a:ext uri="{FF2B5EF4-FFF2-40B4-BE49-F238E27FC236}">
                <a16:creationId xmlns:a16="http://schemas.microsoft.com/office/drawing/2014/main" id="{EF09EDFC-CC3B-4EA7-A422-A154BA7E009D}"/>
              </a:ext>
            </a:extLst>
          </p:cNvPr>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10649743" y="0"/>
            <a:ext cx="1408113"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CuadroTexto 7">
            <a:extLst>
              <a:ext uri="{FF2B5EF4-FFF2-40B4-BE49-F238E27FC236}">
                <a16:creationId xmlns:a16="http://schemas.microsoft.com/office/drawing/2014/main" id="{4C56E3FE-7D29-44B5-AF7B-9578CADCDC94}"/>
              </a:ext>
            </a:extLst>
          </p:cNvPr>
          <p:cNvSpPr txBox="1"/>
          <p:nvPr/>
        </p:nvSpPr>
        <p:spPr>
          <a:xfrm>
            <a:off x="426720" y="382281"/>
            <a:ext cx="5669280" cy="400110"/>
          </a:xfrm>
          <a:prstGeom prst="rect">
            <a:avLst/>
          </a:prstGeom>
          <a:solidFill>
            <a:schemeClr val="bg1"/>
          </a:solidFill>
          <a:ln w="57150">
            <a:solidFill>
              <a:srgbClr val="CC0099"/>
            </a:solidFill>
          </a:ln>
        </p:spPr>
        <p:txBody>
          <a:bodyPr wrap="square" rtlCol="0">
            <a:spAutoFit/>
          </a:bodyPr>
          <a:lstStyle/>
          <a:p>
            <a:r>
              <a:rPr lang="es-ES" sz="2000" b="1" dirty="0">
                <a:solidFill>
                  <a:srgbClr val="CC0099"/>
                </a:solidFill>
              </a:rPr>
              <a:t>2. OBJETIVOS DE PRODUCCIÓN</a:t>
            </a:r>
          </a:p>
        </p:txBody>
      </p:sp>
      <p:graphicFrame>
        <p:nvGraphicFramePr>
          <p:cNvPr id="3" name="Diagrama 2">
            <a:extLst>
              <a:ext uri="{FF2B5EF4-FFF2-40B4-BE49-F238E27FC236}">
                <a16:creationId xmlns:a16="http://schemas.microsoft.com/office/drawing/2014/main" id="{56E8C6A6-53D9-69E0-94F0-2ED9E341F9C7}"/>
              </a:ext>
            </a:extLst>
          </p:cNvPr>
          <p:cNvGraphicFramePr/>
          <p:nvPr>
            <p:extLst>
              <p:ext uri="{D42A27DB-BD31-4B8C-83A1-F6EECF244321}">
                <p14:modId xmlns:p14="http://schemas.microsoft.com/office/powerpoint/2010/main" val="3416896676"/>
              </p:ext>
            </p:extLst>
          </p:nvPr>
        </p:nvGraphicFramePr>
        <p:xfrm>
          <a:off x="6193794" y="987622"/>
          <a:ext cx="5669280" cy="5253158"/>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spTree>
    <p:extLst>
      <p:ext uri="{BB962C8B-B14F-4D97-AF65-F5344CB8AC3E}">
        <p14:creationId xmlns:p14="http://schemas.microsoft.com/office/powerpoint/2010/main" val="33738104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79" name="Rectangle 7178">
            <a:extLst>
              <a:ext uri="{FF2B5EF4-FFF2-40B4-BE49-F238E27FC236}">
                <a16:creationId xmlns:a16="http://schemas.microsoft.com/office/drawing/2014/main" id="{84697CDA-BDB7-4883-B48B-1D4EDB2F0E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uadroTexto 7">
            <a:extLst>
              <a:ext uri="{FF2B5EF4-FFF2-40B4-BE49-F238E27FC236}">
                <a16:creationId xmlns:a16="http://schemas.microsoft.com/office/drawing/2014/main" id="{4C56E3FE-7D29-44B5-AF7B-9578CADCDC94}"/>
              </a:ext>
            </a:extLst>
          </p:cNvPr>
          <p:cNvSpPr txBox="1"/>
          <p:nvPr/>
        </p:nvSpPr>
        <p:spPr>
          <a:xfrm>
            <a:off x="1203285" y="551637"/>
            <a:ext cx="8455065" cy="797199"/>
          </a:xfrm>
          <a:prstGeom prst="rect">
            <a:avLst/>
          </a:prstGeom>
          <a:solidFill>
            <a:schemeClr val="bg1"/>
          </a:solidFill>
        </p:spPr>
        <p:txBody>
          <a:bodyPr vert="horz" lIns="91440" tIns="45720" rIns="91440" bIns="45720" rtlCol="0" anchor="ctr">
            <a:normAutofit/>
          </a:bodyPr>
          <a:lstStyle/>
          <a:p>
            <a:pPr algn="ctr">
              <a:lnSpc>
                <a:spcPct val="90000"/>
              </a:lnSpc>
              <a:spcBef>
                <a:spcPct val="0"/>
              </a:spcBef>
              <a:spcAft>
                <a:spcPts val="600"/>
              </a:spcAft>
            </a:pPr>
            <a:r>
              <a:rPr lang="en-US" sz="4400" b="1" kern="1200" dirty="0">
                <a:solidFill>
                  <a:srgbClr val="CC0099"/>
                </a:solidFill>
                <a:latin typeface="+mj-lt"/>
                <a:ea typeface="+mj-ea"/>
                <a:cs typeface="+mj-cs"/>
              </a:rPr>
              <a:t>3. DECISIONES DE PRODUCCIÓN</a:t>
            </a:r>
          </a:p>
        </p:txBody>
      </p:sp>
      <p:sp>
        <p:nvSpPr>
          <p:cNvPr id="7181" name="Freeform: Shape 7180">
            <a:extLst>
              <a:ext uri="{FF2B5EF4-FFF2-40B4-BE49-F238E27FC236}">
                <a16:creationId xmlns:a16="http://schemas.microsoft.com/office/drawing/2014/main" id="{6295B176-FA0E-4B6A-A190-5E2E82BEA5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93813" y="2337807"/>
            <a:ext cx="9604374" cy="3585866"/>
          </a:xfrm>
          <a:custGeom>
            <a:avLst/>
            <a:gdLst>
              <a:gd name="connsiteX0" fmla="*/ 0 w 9604374"/>
              <a:gd name="connsiteY0" fmla="*/ 0 h 3585866"/>
              <a:gd name="connsiteX1" fmla="*/ 9604374 w 9604374"/>
              <a:gd name="connsiteY1" fmla="*/ 0 h 3585866"/>
              <a:gd name="connsiteX2" fmla="*/ 9604374 w 9604374"/>
              <a:gd name="connsiteY2" fmla="*/ 3095088 h 3585866"/>
              <a:gd name="connsiteX3" fmla="*/ 9591455 w 9604374"/>
              <a:gd name="connsiteY3" fmla="*/ 3097044 h 3585866"/>
              <a:gd name="connsiteX4" fmla="*/ 9285147 w 9604374"/>
              <a:gd name="connsiteY4" fmla="*/ 3164182 h 3585866"/>
              <a:gd name="connsiteX5" fmla="*/ 9114078 w 9604374"/>
              <a:gd name="connsiteY5" fmla="*/ 3164299 h 3585866"/>
              <a:gd name="connsiteX6" fmla="*/ 8999665 w 9604374"/>
              <a:gd name="connsiteY6" fmla="*/ 3157864 h 3585866"/>
              <a:gd name="connsiteX7" fmla="*/ 8925240 w 9604374"/>
              <a:gd name="connsiteY7" fmla="*/ 3152135 h 3585866"/>
              <a:gd name="connsiteX8" fmla="*/ 8868257 w 9604374"/>
              <a:gd name="connsiteY8" fmla="*/ 3146819 h 3585866"/>
              <a:gd name="connsiteX9" fmla="*/ 8792363 w 9604374"/>
              <a:gd name="connsiteY9" fmla="*/ 3146856 h 3585866"/>
              <a:gd name="connsiteX10" fmla="*/ 8668399 w 9604374"/>
              <a:gd name="connsiteY10" fmla="*/ 3196893 h 3585866"/>
              <a:gd name="connsiteX11" fmla="*/ 8474043 w 9604374"/>
              <a:gd name="connsiteY11" fmla="*/ 3240734 h 3585866"/>
              <a:gd name="connsiteX12" fmla="*/ 8317555 w 9604374"/>
              <a:gd name="connsiteY12" fmla="*/ 3247156 h 3585866"/>
              <a:gd name="connsiteX13" fmla="*/ 8280111 w 9604374"/>
              <a:gd name="connsiteY13" fmla="*/ 3255812 h 3585866"/>
              <a:gd name="connsiteX14" fmla="*/ 8096088 w 9604374"/>
              <a:gd name="connsiteY14" fmla="*/ 3253903 h 3585866"/>
              <a:gd name="connsiteX15" fmla="*/ 7825642 w 9604374"/>
              <a:gd name="connsiteY15" fmla="*/ 3271628 h 3585866"/>
              <a:gd name="connsiteX16" fmla="*/ 7531820 w 9604374"/>
              <a:gd name="connsiteY16" fmla="*/ 3252671 h 3585866"/>
              <a:gd name="connsiteX17" fmla="*/ 7193751 w 9604374"/>
              <a:gd name="connsiteY17" fmla="*/ 3245192 h 3585866"/>
              <a:gd name="connsiteX18" fmla="*/ 6976768 w 9604374"/>
              <a:gd name="connsiteY18" fmla="*/ 3238559 h 3585866"/>
              <a:gd name="connsiteX19" fmla="*/ 6756462 w 9604374"/>
              <a:gd name="connsiteY19" fmla="*/ 3273268 h 3585866"/>
              <a:gd name="connsiteX20" fmla="*/ 6512214 w 9604374"/>
              <a:gd name="connsiteY20" fmla="*/ 3298845 h 3585866"/>
              <a:gd name="connsiteX21" fmla="*/ 6289569 w 9604374"/>
              <a:gd name="connsiteY21" fmla="*/ 3301118 h 3585866"/>
              <a:gd name="connsiteX22" fmla="*/ 6157816 w 9604374"/>
              <a:gd name="connsiteY22" fmla="*/ 3308643 h 3585866"/>
              <a:gd name="connsiteX23" fmla="*/ 6110062 w 9604374"/>
              <a:gd name="connsiteY23" fmla="*/ 3321185 h 3585866"/>
              <a:gd name="connsiteX24" fmla="*/ 6041832 w 9604374"/>
              <a:gd name="connsiteY24" fmla="*/ 3332190 h 3585866"/>
              <a:gd name="connsiteX25" fmla="*/ 5923195 w 9604374"/>
              <a:gd name="connsiteY25" fmla="*/ 3359104 h 3585866"/>
              <a:gd name="connsiteX26" fmla="*/ 5770972 w 9604374"/>
              <a:gd name="connsiteY26" fmla="*/ 3369893 h 3585866"/>
              <a:gd name="connsiteX27" fmla="*/ 5632583 w 9604374"/>
              <a:gd name="connsiteY27" fmla="*/ 3357730 h 3585866"/>
              <a:gd name="connsiteX28" fmla="*/ 5539996 w 9604374"/>
              <a:gd name="connsiteY28" fmla="*/ 3352890 h 3585866"/>
              <a:gd name="connsiteX29" fmla="*/ 5315460 w 9604374"/>
              <a:gd name="connsiteY29" fmla="*/ 3350411 h 3585866"/>
              <a:gd name="connsiteX30" fmla="*/ 5072455 w 9604374"/>
              <a:gd name="connsiteY30" fmla="*/ 3338147 h 3585866"/>
              <a:gd name="connsiteX31" fmla="*/ 5016364 w 9604374"/>
              <a:gd name="connsiteY31" fmla="*/ 3348937 h 3585866"/>
              <a:gd name="connsiteX32" fmla="*/ 4922276 w 9604374"/>
              <a:gd name="connsiteY32" fmla="*/ 3366515 h 3585866"/>
              <a:gd name="connsiteX33" fmla="*/ 4856444 w 9604374"/>
              <a:gd name="connsiteY33" fmla="*/ 3399463 h 3585866"/>
              <a:gd name="connsiteX34" fmla="*/ 4775993 w 9604374"/>
              <a:gd name="connsiteY34" fmla="*/ 3406312 h 3585866"/>
              <a:gd name="connsiteX35" fmla="*/ 4667320 w 9604374"/>
              <a:gd name="connsiteY35" fmla="*/ 3397926 h 3585866"/>
              <a:gd name="connsiteX36" fmla="*/ 4540268 w 9604374"/>
              <a:gd name="connsiteY36" fmla="*/ 3424464 h 3585866"/>
              <a:gd name="connsiteX37" fmla="*/ 4465491 w 9604374"/>
              <a:gd name="connsiteY37" fmla="*/ 3433154 h 3585866"/>
              <a:gd name="connsiteX38" fmla="*/ 4262864 w 9604374"/>
              <a:gd name="connsiteY38" fmla="*/ 3464075 h 3585866"/>
              <a:gd name="connsiteX39" fmla="*/ 4175005 w 9604374"/>
              <a:gd name="connsiteY39" fmla="*/ 3493545 h 3585866"/>
              <a:gd name="connsiteX40" fmla="*/ 4030100 w 9604374"/>
              <a:gd name="connsiteY40" fmla="*/ 3514212 h 3585866"/>
              <a:gd name="connsiteX41" fmla="*/ 3926631 w 9604374"/>
              <a:gd name="connsiteY41" fmla="*/ 3525304 h 3585866"/>
              <a:gd name="connsiteX42" fmla="*/ 3897306 w 9604374"/>
              <a:gd name="connsiteY42" fmla="*/ 3547095 h 3585866"/>
              <a:gd name="connsiteX43" fmla="*/ 3896886 w 9604374"/>
              <a:gd name="connsiteY43" fmla="*/ 3547500 h 3585866"/>
              <a:gd name="connsiteX44" fmla="*/ 3834004 w 9604374"/>
              <a:gd name="connsiteY44" fmla="*/ 3550510 h 3585866"/>
              <a:gd name="connsiteX45" fmla="*/ 3696227 w 9604374"/>
              <a:gd name="connsiteY45" fmla="*/ 3574175 h 3585866"/>
              <a:gd name="connsiteX46" fmla="*/ 3652821 w 9604374"/>
              <a:gd name="connsiteY46" fmla="*/ 3580368 h 3585866"/>
              <a:gd name="connsiteX47" fmla="*/ 3629691 w 9604374"/>
              <a:gd name="connsiteY47" fmla="*/ 3585866 h 3585866"/>
              <a:gd name="connsiteX48" fmla="*/ 3595018 w 9604374"/>
              <a:gd name="connsiteY48" fmla="*/ 3571623 h 3585866"/>
              <a:gd name="connsiteX49" fmla="*/ 3551656 w 9604374"/>
              <a:gd name="connsiteY49" fmla="*/ 3577800 h 3585866"/>
              <a:gd name="connsiteX50" fmla="*/ 3541558 w 9604374"/>
              <a:gd name="connsiteY50" fmla="*/ 3579797 h 3585866"/>
              <a:gd name="connsiteX51" fmla="*/ 3465708 w 9604374"/>
              <a:gd name="connsiteY51" fmla="*/ 3565931 h 3585866"/>
              <a:gd name="connsiteX52" fmla="*/ 3458313 w 9604374"/>
              <a:gd name="connsiteY52" fmla="*/ 3560366 h 3585866"/>
              <a:gd name="connsiteX53" fmla="*/ 3420278 w 9604374"/>
              <a:gd name="connsiteY53" fmla="*/ 3557947 h 3585866"/>
              <a:gd name="connsiteX54" fmla="*/ 3415952 w 9604374"/>
              <a:gd name="connsiteY54" fmla="*/ 3559424 h 3585866"/>
              <a:gd name="connsiteX55" fmla="*/ 3384432 w 9604374"/>
              <a:gd name="connsiteY55" fmla="*/ 3550905 h 3585866"/>
              <a:gd name="connsiteX56" fmla="*/ 3258039 w 9604374"/>
              <a:gd name="connsiteY56" fmla="*/ 3535884 h 3585866"/>
              <a:gd name="connsiteX57" fmla="*/ 3015008 w 9604374"/>
              <a:gd name="connsiteY57" fmla="*/ 3528000 h 3585866"/>
              <a:gd name="connsiteX58" fmla="*/ 2761910 w 9604374"/>
              <a:gd name="connsiteY58" fmla="*/ 3505496 h 3585866"/>
              <a:gd name="connsiteX59" fmla="*/ 2521923 w 9604374"/>
              <a:gd name="connsiteY59" fmla="*/ 3514208 h 3585866"/>
              <a:gd name="connsiteX60" fmla="*/ 2085894 w 9604374"/>
              <a:gd name="connsiteY60" fmla="*/ 3490122 h 3585866"/>
              <a:gd name="connsiteX61" fmla="*/ 1936305 w 9604374"/>
              <a:gd name="connsiteY61" fmla="*/ 3487966 h 3585866"/>
              <a:gd name="connsiteX62" fmla="*/ 1836080 w 9604374"/>
              <a:gd name="connsiteY62" fmla="*/ 3487150 h 3585866"/>
              <a:gd name="connsiteX63" fmla="*/ 1829133 w 9604374"/>
              <a:gd name="connsiteY63" fmla="*/ 3489437 h 3585866"/>
              <a:gd name="connsiteX64" fmla="*/ 1801140 w 9604374"/>
              <a:gd name="connsiteY64" fmla="*/ 3490787 h 3585866"/>
              <a:gd name="connsiteX65" fmla="*/ 1793476 w 9604374"/>
              <a:gd name="connsiteY65" fmla="*/ 3500921 h 3585866"/>
              <a:gd name="connsiteX66" fmla="*/ 1699923 w 9604374"/>
              <a:gd name="connsiteY66" fmla="*/ 3509706 h 3585866"/>
              <a:gd name="connsiteX67" fmla="*/ 1474760 w 9604374"/>
              <a:gd name="connsiteY67" fmla="*/ 3513685 h 3585866"/>
              <a:gd name="connsiteX68" fmla="*/ 1308130 w 9604374"/>
              <a:gd name="connsiteY68" fmla="*/ 3496703 h 3585866"/>
              <a:gd name="connsiteX69" fmla="*/ 1252381 w 9604374"/>
              <a:gd name="connsiteY69" fmla="*/ 3506093 h 3585866"/>
              <a:gd name="connsiteX70" fmla="*/ 1174550 w 9604374"/>
              <a:gd name="connsiteY70" fmla="*/ 3512642 h 3585866"/>
              <a:gd name="connsiteX71" fmla="*/ 924455 w 9604374"/>
              <a:gd name="connsiteY71" fmla="*/ 3507283 h 3585866"/>
              <a:gd name="connsiteX72" fmla="*/ 718373 w 9604374"/>
              <a:gd name="connsiteY72" fmla="*/ 3511753 h 3585866"/>
              <a:gd name="connsiteX73" fmla="*/ 600444 w 9604374"/>
              <a:gd name="connsiteY73" fmla="*/ 3520899 h 3585866"/>
              <a:gd name="connsiteX74" fmla="*/ 351173 w 9604374"/>
              <a:gd name="connsiteY74" fmla="*/ 3495843 h 3585866"/>
              <a:gd name="connsiteX75" fmla="*/ 108372 w 9604374"/>
              <a:gd name="connsiteY75" fmla="*/ 3484386 h 3585866"/>
              <a:gd name="connsiteX76" fmla="*/ 6467 w 9604374"/>
              <a:gd name="connsiteY76" fmla="*/ 3476532 h 3585866"/>
              <a:gd name="connsiteX77" fmla="*/ 0 w 9604374"/>
              <a:gd name="connsiteY77" fmla="*/ 3475412 h 3585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Lst>
            <a:rect l="l" t="t" r="r" b="b"/>
            <a:pathLst>
              <a:path w="9604374" h="3585866">
                <a:moveTo>
                  <a:pt x="0" y="0"/>
                </a:moveTo>
                <a:lnTo>
                  <a:pt x="9604374" y="0"/>
                </a:lnTo>
                <a:lnTo>
                  <a:pt x="9604374" y="3095088"/>
                </a:lnTo>
                <a:lnTo>
                  <a:pt x="9591455" y="3097044"/>
                </a:lnTo>
                <a:cubicBezTo>
                  <a:pt x="9496183" y="3133516"/>
                  <a:pt x="9411472" y="3121301"/>
                  <a:pt x="9285147" y="3164182"/>
                </a:cubicBezTo>
                <a:cubicBezTo>
                  <a:pt x="9222914" y="3162781"/>
                  <a:pt x="9174371" y="3173454"/>
                  <a:pt x="9114078" y="3164299"/>
                </a:cubicBezTo>
                <a:cubicBezTo>
                  <a:pt x="9087411" y="3155904"/>
                  <a:pt x="9030947" y="3180906"/>
                  <a:pt x="8999665" y="3157864"/>
                </a:cubicBezTo>
                <a:cubicBezTo>
                  <a:pt x="8997339" y="3174606"/>
                  <a:pt x="8938300" y="3159909"/>
                  <a:pt x="8925240" y="3152135"/>
                </a:cubicBezTo>
                <a:cubicBezTo>
                  <a:pt x="8910091" y="3159441"/>
                  <a:pt x="8884639" y="3146109"/>
                  <a:pt x="8868257" y="3146819"/>
                </a:cubicBezTo>
                <a:cubicBezTo>
                  <a:pt x="8835852" y="3110204"/>
                  <a:pt x="8832251" y="3167659"/>
                  <a:pt x="8792363" y="3146856"/>
                </a:cubicBezTo>
                <a:cubicBezTo>
                  <a:pt x="8774838" y="3159285"/>
                  <a:pt x="8715420" y="3185652"/>
                  <a:pt x="8668399" y="3196893"/>
                </a:cubicBezTo>
                <a:cubicBezTo>
                  <a:pt x="8575902" y="3221445"/>
                  <a:pt x="8569506" y="3250654"/>
                  <a:pt x="8474043" y="3240734"/>
                </a:cubicBezTo>
                <a:cubicBezTo>
                  <a:pt x="8460613" y="3264436"/>
                  <a:pt x="8297088" y="3204738"/>
                  <a:pt x="8317555" y="3247156"/>
                </a:cubicBezTo>
                <a:cubicBezTo>
                  <a:pt x="8285696" y="3245083"/>
                  <a:pt x="8262352" y="3228203"/>
                  <a:pt x="8280111" y="3255812"/>
                </a:cubicBezTo>
                <a:lnTo>
                  <a:pt x="8096088" y="3253903"/>
                </a:lnTo>
                <a:cubicBezTo>
                  <a:pt x="7994084" y="3261603"/>
                  <a:pt x="7930388" y="3281921"/>
                  <a:pt x="7825642" y="3271628"/>
                </a:cubicBezTo>
                <a:cubicBezTo>
                  <a:pt x="7723046" y="3270395"/>
                  <a:pt x="7671282" y="3252297"/>
                  <a:pt x="7531820" y="3252671"/>
                </a:cubicBezTo>
                <a:cubicBezTo>
                  <a:pt x="7433606" y="3250277"/>
                  <a:pt x="7293100" y="3236234"/>
                  <a:pt x="7193751" y="3245192"/>
                </a:cubicBezTo>
                <a:cubicBezTo>
                  <a:pt x="7074822" y="3223769"/>
                  <a:pt x="7104250" y="3250265"/>
                  <a:pt x="6976768" y="3238559"/>
                </a:cubicBezTo>
                <a:cubicBezTo>
                  <a:pt x="6921032" y="3284865"/>
                  <a:pt x="6823818" y="3261794"/>
                  <a:pt x="6756462" y="3273268"/>
                </a:cubicBezTo>
                <a:cubicBezTo>
                  <a:pt x="6679037" y="3283316"/>
                  <a:pt x="6590030" y="3294204"/>
                  <a:pt x="6512214" y="3298845"/>
                </a:cubicBezTo>
                <a:cubicBezTo>
                  <a:pt x="6450581" y="3277980"/>
                  <a:pt x="6366042" y="3329199"/>
                  <a:pt x="6289569" y="3301118"/>
                </a:cubicBezTo>
                <a:cubicBezTo>
                  <a:pt x="6261432" y="3294355"/>
                  <a:pt x="6174310" y="3295209"/>
                  <a:pt x="6157816" y="3308643"/>
                </a:cubicBezTo>
                <a:cubicBezTo>
                  <a:pt x="6139648" y="3311557"/>
                  <a:pt x="6118459" y="3306799"/>
                  <a:pt x="6110062" y="3321185"/>
                </a:cubicBezTo>
                <a:cubicBezTo>
                  <a:pt x="6096189" y="3338498"/>
                  <a:pt x="6032810" y="3311765"/>
                  <a:pt x="6041832" y="3332190"/>
                </a:cubicBezTo>
                <a:cubicBezTo>
                  <a:pt x="5996830" y="3313871"/>
                  <a:pt x="5961033" y="3350141"/>
                  <a:pt x="5923195" y="3359104"/>
                </a:cubicBezTo>
                <a:cubicBezTo>
                  <a:pt x="5887750" y="3340930"/>
                  <a:pt x="5853570" y="3365323"/>
                  <a:pt x="5770972" y="3369893"/>
                </a:cubicBezTo>
                <a:cubicBezTo>
                  <a:pt x="5731993" y="3348876"/>
                  <a:pt x="5705091" y="3385599"/>
                  <a:pt x="5632583" y="3357730"/>
                </a:cubicBezTo>
                <a:cubicBezTo>
                  <a:pt x="5594087" y="3357562"/>
                  <a:pt x="5606154" y="3357443"/>
                  <a:pt x="5539996" y="3352890"/>
                </a:cubicBezTo>
                <a:cubicBezTo>
                  <a:pt x="5439049" y="3348000"/>
                  <a:pt x="5408459" y="3356166"/>
                  <a:pt x="5315460" y="3350411"/>
                </a:cubicBezTo>
                <a:cubicBezTo>
                  <a:pt x="5211119" y="3348356"/>
                  <a:pt x="5208881" y="3372469"/>
                  <a:pt x="5072455" y="3338147"/>
                </a:cubicBezTo>
                <a:cubicBezTo>
                  <a:pt x="5061717" y="3354508"/>
                  <a:pt x="5045493" y="3355753"/>
                  <a:pt x="5016364" y="3348937"/>
                </a:cubicBezTo>
                <a:cubicBezTo>
                  <a:pt x="4965900" y="3349130"/>
                  <a:pt x="4977835" y="3389131"/>
                  <a:pt x="4922276" y="3366515"/>
                </a:cubicBezTo>
                <a:cubicBezTo>
                  <a:pt x="4935702" y="3387794"/>
                  <a:pt x="4828733" y="3377760"/>
                  <a:pt x="4856444" y="3399463"/>
                </a:cubicBezTo>
                <a:cubicBezTo>
                  <a:pt x="4827698" y="3420094"/>
                  <a:pt x="4805019" y="3388256"/>
                  <a:pt x="4775993" y="3406312"/>
                </a:cubicBezTo>
                <a:cubicBezTo>
                  <a:pt x="4744470" y="3406056"/>
                  <a:pt x="4706605" y="3394901"/>
                  <a:pt x="4667320" y="3397926"/>
                </a:cubicBezTo>
                <a:cubicBezTo>
                  <a:pt x="4613435" y="3387476"/>
                  <a:pt x="4608100" y="3410487"/>
                  <a:pt x="4540268" y="3424464"/>
                </a:cubicBezTo>
                <a:cubicBezTo>
                  <a:pt x="4508279" y="3412969"/>
                  <a:pt x="4485989" y="3420063"/>
                  <a:pt x="4465491" y="3433154"/>
                </a:cubicBezTo>
                <a:cubicBezTo>
                  <a:pt x="4396498" y="3432601"/>
                  <a:pt x="4338078" y="3453569"/>
                  <a:pt x="4262864" y="3464075"/>
                </a:cubicBezTo>
                <a:cubicBezTo>
                  <a:pt x="4180249" y="3483394"/>
                  <a:pt x="4225769" y="3479019"/>
                  <a:pt x="4175005" y="3493545"/>
                </a:cubicBezTo>
                <a:lnTo>
                  <a:pt x="4030100" y="3514212"/>
                </a:lnTo>
                <a:lnTo>
                  <a:pt x="3926631" y="3525304"/>
                </a:lnTo>
                <a:lnTo>
                  <a:pt x="3897306" y="3547095"/>
                </a:lnTo>
                <a:lnTo>
                  <a:pt x="3896886" y="3547500"/>
                </a:lnTo>
                <a:lnTo>
                  <a:pt x="3834004" y="3550510"/>
                </a:lnTo>
                <a:cubicBezTo>
                  <a:pt x="3800562" y="3554957"/>
                  <a:pt x="3734185" y="3568533"/>
                  <a:pt x="3696227" y="3574175"/>
                </a:cubicBezTo>
                <a:cubicBezTo>
                  <a:pt x="3661780" y="3570074"/>
                  <a:pt x="3640587" y="3551815"/>
                  <a:pt x="3652821" y="3580368"/>
                </a:cubicBezTo>
                <a:cubicBezTo>
                  <a:pt x="3641506" y="3579831"/>
                  <a:pt x="3634593" y="3582151"/>
                  <a:pt x="3629691" y="3585866"/>
                </a:cubicBezTo>
                <a:lnTo>
                  <a:pt x="3595018" y="3571623"/>
                </a:lnTo>
                <a:lnTo>
                  <a:pt x="3551656" y="3577800"/>
                </a:lnTo>
                <a:lnTo>
                  <a:pt x="3541558" y="3579797"/>
                </a:lnTo>
                <a:lnTo>
                  <a:pt x="3465708" y="3565931"/>
                </a:lnTo>
                <a:lnTo>
                  <a:pt x="3458313" y="3560366"/>
                </a:lnTo>
                <a:cubicBezTo>
                  <a:pt x="3450380" y="3556940"/>
                  <a:pt x="3439090" y="3555355"/>
                  <a:pt x="3420278" y="3557947"/>
                </a:cubicBezTo>
                <a:lnTo>
                  <a:pt x="3415952" y="3559424"/>
                </a:lnTo>
                <a:lnTo>
                  <a:pt x="3384432" y="3550905"/>
                </a:lnTo>
                <a:cubicBezTo>
                  <a:pt x="3374259" y="3547029"/>
                  <a:pt x="3265415" y="3542149"/>
                  <a:pt x="3258039" y="3535884"/>
                </a:cubicBezTo>
                <a:cubicBezTo>
                  <a:pt x="3138852" y="3551394"/>
                  <a:pt x="3130647" y="3523871"/>
                  <a:pt x="3015008" y="3528000"/>
                </a:cubicBezTo>
                <a:cubicBezTo>
                  <a:pt x="2914857" y="3486061"/>
                  <a:pt x="2851687" y="3511605"/>
                  <a:pt x="2761910" y="3505496"/>
                </a:cubicBezTo>
                <a:cubicBezTo>
                  <a:pt x="2676401" y="3501198"/>
                  <a:pt x="2636809" y="3514769"/>
                  <a:pt x="2521923" y="3514208"/>
                </a:cubicBezTo>
                <a:cubicBezTo>
                  <a:pt x="2400197" y="3505062"/>
                  <a:pt x="2222818" y="3509922"/>
                  <a:pt x="2085894" y="3490122"/>
                </a:cubicBezTo>
                <a:cubicBezTo>
                  <a:pt x="1978312" y="3483748"/>
                  <a:pt x="1977940" y="3488460"/>
                  <a:pt x="1936305" y="3487966"/>
                </a:cubicBezTo>
                <a:cubicBezTo>
                  <a:pt x="1922459" y="3490683"/>
                  <a:pt x="1849334" y="3482739"/>
                  <a:pt x="1836080" y="3487150"/>
                </a:cubicBezTo>
                <a:lnTo>
                  <a:pt x="1829133" y="3489437"/>
                </a:lnTo>
                <a:lnTo>
                  <a:pt x="1801140" y="3490787"/>
                </a:lnTo>
                <a:lnTo>
                  <a:pt x="1793476" y="3500921"/>
                </a:lnTo>
                <a:lnTo>
                  <a:pt x="1699923" y="3509706"/>
                </a:lnTo>
                <a:cubicBezTo>
                  <a:pt x="1637728" y="3485036"/>
                  <a:pt x="1584624" y="3514467"/>
                  <a:pt x="1474760" y="3513685"/>
                </a:cubicBezTo>
                <a:cubicBezTo>
                  <a:pt x="1445646" y="3505164"/>
                  <a:pt x="1329781" y="3484421"/>
                  <a:pt x="1308130" y="3496703"/>
                </a:cubicBezTo>
                <a:cubicBezTo>
                  <a:pt x="1287409" y="3498430"/>
                  <a:pt x="1265391" y="3492347"/>
                  <a:pt x="1252381" y="3506093"/>
                </a:cubicBezTo>
                <a:cubicBezTo>
                  <a:pt x="1232588" y="3522393"/>
                  <a:pt x="1170020" y="3491785"/>
                  <a:pt x="1174550" y="3512642"/>
                </a:cubicBezTo>
                <a:cubicBezTo>
                  <a:pt x="1119896" y="3512841"/>
                  <a:pt x="1000484" y="3507431"/>
                  <a:pt x="924455" y="3507283"/>
                </a:cubicBezTo>
                <a:cubicBezTo>
                  <a:pt x="887180" y="3483915"/>
                  <a:pt x="777361" y="3516071"/>
                  <a:pt x="718373" y="3511753"/>
                </a:cubicBezTo>
                <a:cubicBezTo>
                  <a:pt x="666588" y="3513355"/>
                  <a:pt x="661645" y="3525551"/>
                  <a:pt x="600444" y="3520899"/>
                </a:cubicBezTo>
                <a:cubicBezTo>
                  <a:pt x="491334" y="3516943"/>
                  <a:pt x="451794" y="3507522"/>
                  <a:pt x="351173" y="3495843"/>
                </a:cubicBezTo>
                <a:cubicBezTo>
                  <a:pt x="237121" y="3487112"/>
                  <a:pt x="235857" y="3499212"/>
                  <a:pt x="108372" y="3484386"/>
                </a:cubicBezTo>
                <a:cubicBezTo>
                  <a:pt x="86318" y="3481054"/>
                  <a:pt x="40657" y="3480329"/>
                  <a:pt x="6467" y="3476532"/>
                </a:cubicBezTo>
                <a:lnTo>
                  <a:pt x="0" y="3475412"/>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183" name="Rectangle 6">
            <a:extLst>
              <a:ext uri="{FF2B5EF4-FFF2-40B4-BE49-F238E27FC236}">
                <a16:creationId xmlns:a16="http://schemas.microsoft.com/office/drawing/2014/main" id="{48F779DE-4744-42D6-9C74-33EC94460C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21727" y="2190741"/>
            <a:ext cx="1348547" cy="407804"/>
          </a:xfrm>
          <a:custGeom>
            <a:avLst/>
            <a:gdLst>
              <a:gd name="connsiteX0" fmla="*/ 0 w 2142503"/>
              <a:gd name="connsiteY0" fmla="*/ 0 h 571500"/>
              <a:gd name="connsiteX1" fmla="*/ 2142503 w 2142503"/>
              <a:gd name="connsiteY1" fmla="*/ 0 h 571500"/>
              <a:gd name="connsiteX2" fmla="*/ 2142503 w 2142503"/>
              <a:gd name="connsiteY2" fmla="*/ 571500 h 571500"/>
              <a:gd name="connsiteX3" fmla="*/ 0 w 2142503"/>
              <a:gd name="connsiteY3" fmla="*/ 571500 h 571500"/>
              <a:gd name="connsiteX4" fmla="*/ 0 w 2142503"/>
              <a:gd name="connsiteY4" fmla="*/ 0 h 571500"/>
              <a:gd name="connsiteX0" fmla="*/ 0 w 2142503"/>
              <a:gd name="connsiteY0" fmla="*/ 0 h 582145"/>
              <a:gd name="connsiteX1" fmla="*/ 2142503 w 2142503"/>
              <a:gd name="connsiteY1" fmla="*/ 0 h 582145"/>
              <a:gd name="connsiteX2" fmla="*/ 2142503 w 2142503"/>
              <a:gd name="connsiteY2" fmla="*/ 571500 h 582145"/>
              <a:gd name="connsiteX3" fmla="*/ 2050917 w 2142503"/>
              <a:gd name="connsiteY3" fmla="*/ 582088 h 582145"/>
              <a:gd name="connsiteX4" fmla="*/ 0 w 2142503"/>
              <a:gd name="connsiteY4" fmla="*/ 571500 h 582145"/>
              <a:gd name="connsiteX5" fmla="*/ 0 w 2142503"/>
              <a:gd name="connsiteY5" fmla="*/ 0 h 582145"/>
              <a:gd name="connsiteX0" fmla="*/ 0 w 2159832"/>
              <a:gd name="connsiteY0" fmla="*/ 0 h 582145"/>
              <a:gd name="connsiteX1" fmla="*/ 2142503 w 2159832"/>
              <a:gd name="connsiteY1" fmla="*/ 0 h 582145"/>
              <a:gd name="connsiteX2" fmla="*/ 2159829 w 2159832"/>
              <a:gd name="connsiteY2" fmla="*/ 96526 h 582145"/>
              <a:gd name="connsiteX3" fmla="*/ 2142503 w 2159832"/>
              <a:gd name="connsiteY3" fmla="*/ 571500 h 582145"/>
              <a:gd name="connsiteX4" fmla="*/ 2050917 w 2159832"/>
              <a:gd name="connsiteY4" fmla="*/ 582088 h 582145"/>
              <a:gd name="connsiteX5" fmla="*/ 0 w 2159832"/>
              <a:gd name="connsiteY5" fmla="*/ 571500 h 582145"/>
              <a:gd name="connsiteX6" fmla="*/ 0 w 2159832"/>
              <a:gd name="connsiteY6" fmla="*/ 0 h 582145"/>
              <a:gd name="connsiteX0" fmla="*/ 0 w 2159832"/>
              <a:gd name="connsiteY0" fmla="*/ 12386 h 594531"/>
              <a:gd name="connsiteX1" fmla="*/ 67826 w 2159832"/>
              <a:gd name="connsiteY1" fmla="*/ 0 h 594531"/>
              <a:gd name="connsiteX2" fmla="*/ 2142503 w 2159832"/>
              <a:gd name="connsiteY2" fmla="*/ 12386 h 594531"/>
              <a:gd name="connsiteX3" fmla="*/ 2159829 w 2159832"/>
              <a:gd name="connsiteY3" fmla="*/ 108912 h 594531"/>
              <a:gd name="connsiteX4" fmla="*/ 2142503 w 2159832"/>
              <a:gd name="connsiteY4" fmla="*/ 583886 h 594531"/>
              <a:gd name="connsiteX5" fmla="*/ 2050917 w 2159832"/>
              <a:gd name="connsiteY5" fmla="*/ 594474 h 594531"/>
              <a:gd name="connsiteX6" fmla="*/ 0 w 2159832"/>
              <a:gd name="connsiteY6" fmla="*/ 583886 h 594531"/>
              <a:gd name="connsiteX7" fmla="*/ 0 w 2159832"/>
              <a:gd name="connsiteY7" fmla="*/ 12386 h 594531"/>
              <a:gd name="connsiteX0" fmla="*/ 0 w 2168908"/>
              <a:gd name="connsiteY0" fmla="*/ 26000 h 594531"/>
              <a:gd name="connsiteX1" fmla="*/ 76902 w 2168908"/>
              <a:gd name="connsiteY1" fmla="*/ 0 h 594531"/>
              <a:gd name="connsiteX2" fmla="*/ 2151579 w 2168908"/>
              <a:gd name="connsiteY2" fmla="*/ 12386 h 594531"/>
              <a:gd name="connsiteX3" fmla="*/ 2168905 w 2168908"/>
              <a:gd name="connsiteY3" fmla="*/ 108912 h 594531"/>
              <a:gd name="connsiteX4" fmla="*/ 2151579 w 2168908"/>
              <a:gd name="connsiteY4" fmla="*/ 583886 h 594531"/>
              <a:gd name="connsiteX5" fmla="*/ 2059993 w 2168908"/>
              <a:gd name="connsiteY5" fmla="*/ 594474 h 594531"/>
              <a:gd name="connsiteX6" fmla="*/ 9076 w 2168908"/>
              <a:gd name="connsiteY6" fmla="*/ 583886 h 594531"/>
              <a:gd name="connsiteX7" fmla="*/ 0 w 2168908"/>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147197 w 2316105"/>
              <a:gd name="connsiteY0" fmla="*/ 26000 h 594531"/>
              <a:gd name="connsiteX1" fmla="*/ 224099 w 2316105"/>
              <a:gd name="connsiteY1" fmla="*/ 0 h 594531"/>
              <a:gd name="connsiteX2" fmla="*/ 2298776 w 2316105"/>
              <a:gd name="connsiteY2" fmla="*/ 12386 h 594531"/>
              <a:gd name="connsiteX3" fmla="*/ 2316102 w 2316105"/>
              <a:gd name="connsiteY3" fmla="*/ 108912 h 594531"/>
              <a:gd name="connsiteX4" fmla="*/ 2298776 w 2316105"/>
              <a:gd name="connsiteY4" fmla="*/ 583886 h 594531"/>
              <a:gd name="connsiteX5" fmla="*/ 2207190 w 2316105"/>
              <a:gd name="connsiteY5" fmla="*/ 594474 h 594531"/>
              <a:gd name="connsiteX6" fmla="*/ 156273 w 2316105"/>
              <a:gd name="connsiteY6" fmla="*/ 583886 h 594531"/>
              <a:gd name="connsiteX7" fmla="*/ 142416 w 2316105"/>
              <a:gd name="connsiteY7" fmla="*/ 235975 h 594531"/>
              <a:gd name="connsiteX8" fmla="*/ 147197 w 2316105"/>
              <a:gd name="connsiteY8" fmla="*/ 26000 h 594531"/>
              <a:gd name="connsiteX0" fmla="*/ 154684 w 2323592"/>
              <a:gd name="connsiteY0" fmla="*/ 26000 h 594531"/>
              <a:gd name="connsiteX1" fmla="*/ 231586 w 2323592"/>
              <a:gd name="connsiteY1" fmla="*/ 0 h 594531"/>
              <a:gd name="connsiteX2" fmla="*/ 2306263 w 2323592"/>
              <a:gd name="connsiteY2" fmla="*/ 12386 h 594531"/>
              <a:gd name="connsiteX3" fmla="*/ 2323589 w 2323592"/>
              <a:gd name="connsiteY3" fmla="*/ 108912 h 594531"/>
              <a:gd name="connsiteX4" fmla="*/ 2306263 w 2323592"/>
              <a:gd name="connsiteY4" fmla="*/ 583886 h 594531"/>
              <a:gd name="connsiteX5" fmla="*/ 2214677 w 2323592"/>
              <a:gd name="connsiteY5" fmla="*/ 594474 h 594531"/>
              <a:gd name="connsiteX6" fmla="*/ 163760 w 2323592"/>
              <a:gd name="connsiteY6" fmla="*/ 583886 h 594531"/>
              <a:gd name="connsiteX7" fmla="*/ 158979 w 2323592"/>
              <a:gd name="connsiteY7" fmla="*/ 403879 h 594531"/>
              <a:gd name="connsiteX8" fmla="*/ 149903 w 2323592"/>
              <a:gd name="connsiteY8" fmla="*/ 235975 h 594531"/>
              <a:gd name="connsiteX9" fmla="*/ 154684 w 2323592"/>
              <a:gd name="connsiteY9" fmla="*/ 26000 h 594531"/>
              <a:gd name="connsiteX0" fmla="*/ 13665 w 2182573"/>
              <a:gd name="connsiteY0" fmla="*/ 26000 h 594531"/>
              <a:gd name="connsiteX1" fmla="*/ 90567 w 2182573"/>
              <a:gd name="connsiteY1" fmla="*/ 0 h 594531"/>
              <a:gd name="connsiteX2" fmla="*/ 2165244 w 2182573"/>
              <a:gd name="connsiteY2" fmla="*/ 12386 h 594531"/>
              <a:gd name="connsiteX3" fmla="*/ 2182570 w 2182573"/>
              <a:gd name="connsiteY3" fmla="*/ 108912 h 594531"/>
              <a:gd name="connsiteX4" fmla="*/ 2165244 w 2182573"/>
              <a:gd name="connsiteY4" fmla="*/ 583886 h 594531"/>
              <a:gd name="connsiteX5" fmla="*/ 2073658 w 2182573"/>
              <a:gd name="connsiteY5" fmla="*/ 594474 h 594531"/>
              <a:gd name="connsiteX6" fmla="*/ 22741 w 2182573"/>
              <a:gd name="connsiteY6" fmla="*/ 583886 h 594531"/>
              <a:gd name="connsiteX7" fmla="*/ 17960 w 2182573"/>
              <a:gd name="connsiteY7" fmla="*/ 403879 h 594531"/>
              <a:gd name="connsiteX8" fmla="*/ 8884 w 2182573"/>
              <a:gd name="connsiteY8" fmla="*/ 235975 h 594531"/>
              <a:gd name="connsiteX9" fmla="*/ 13665 w 2182573"/>
              <a:gd name="connsiteY9" fmla="*/ 26000 h 594531"/>
              <a:gd name="connsiteX0" fmla="*/ 13665 w 2202120"/>
              <a:gd name="connsiteY0" fmla="*/ 26000 h 594531"/>
              <a:gd name="connsiteX1" fmla="*/ 90567 w 2202120"/>
              <a:gd name="connsiteY1" fmla="*/ 0 h 594531"/>
              <a:gd name="connsiteX2" fmla="*/ 2165244 w 2202120"/>
              <a:gd name="connsiteY2" fmla="*/ 12386 h 594531"/>
              <a:gd name="connsiteX3" fmla="*/ 2182570 w 2202120"/>
              <a:gd name="connsiteY3" fmla="*/ 108912 h 594531"/>
              <a:gd name="connsiteX4" fmla="*/ 2192471 w 2202120"/>
              <a:gd name="connsiteY4" fmla="*/ 583886 h 594531"/>
              <a:gd name="connsiteX5" fmla="*/ 2073658 w 2202120"/>
              <a:gd name="connsiteY5" fmla="*/ 594474 h 594531"/>
              <a:gd name="connsiteX6" fmla="*/ 22741 w 2202120"/>
              <a:gd name="connsiteY6" fmla="*/ 583886 h 594531"/>
              <a:gd name="connsiteX7" fmla="*/ 17960 w 2202120"/>
              <a:gd name="connsiteY7" fmla="*/ 403879 h 594531"/>
              <a:gd name="connsiteX8" fmla="*/ 8884 w 2202120"/>
              <a:gd name="connsiteY8" fmla="*/ 235975 h 594531"/>
              <a:gd name="connsiteX9" fmla="*/ 13665 w 2202120"/>
              <a:gd name="connsiteY9" fmla="*/ 26000 h 594531"/>
              <a:gd name="connsiteX0" fmla="*/ 13665 w 2202036"/>
              <a:gd name="connsiteY0" fmla="*/ 26000 h 594531"/>
              <a:gd name="connsiteX1" fmla="*/ 90567 w 2202036"/>
              <a:gd name="connsiteY1" fmla="*/ 0 h 594531"/>
              <a:gd name="connsiteX2" fmla="*/ 2165244 w 2202036"/>
              <a:gd name="connsiteY2" fmla="*/ 12386 h 594531"/>
              <a:gd name="connsiteX3" fmla="*/ 2182570 w 2202036"/>
              <a:gd name="connsiteY3" fmla="*/ 108912 h 594531"/>
              <a:gd name="connsiteX4" fmla="*/ 2191645 w 2202036"/>
              <a:gd name="connsiteY4" fmla="*/ 422031 h 594531"/>
              <a:gd name="connsiteX5" fmla="*/ 2192471 w 2202036"/>
              <a:gd name="connsiteY5" fmla="*/ 583886 h 594531"/>
              <a:gd name="connsiteX6" fmla="*/ 2073658 w 2202036"/>
              <a:gd name="connsiteY6" fmla="*/ 594474 h 594531"/>
              <a:gd name="connsiteX7" fmla="*/ 22741 w 2202036"/>
              <a:gd name="connsiteY7" fmla="*/ 583886 h 594531"/>
              <a:gd name="connsiteX8" fmla="*/ 17960 w 2202036"/>
              <a:gd name="connsiteY8" fmla="*/ 403879 h 594531"/>
              <a:gd name="connsiteX9" fmla="*/ 8884 w 2202036"/>
              <a:gd name="connsiteY9" fmla="*/ 235975 h 594531"/>
              <a:gd name="connsiteX10" fmla="*/ 13665 w 2202036"/>
              <a:gd name="connsiteY10" fmla="*/ 26000 h 594531"/>
              <a:gd name="connsiteX0" fmla="*/ 142254 w 2330625"/>
              <a:gd name="connsiteY0" fmla="*/ 26000 h 594531"/>
              <a:gd name="connsiteX1" fmla="*/ 219156 w 2330625"/>
              <a:gd name="connsiteY1" fmla="*/ 0 h 594531"/>
              <a:gd name="connsiteX2" fmla="*/ 2293833 w 2330625"/>
              <a:gd name="connsiteY2" fmla="*/ 12386 h 594531"/>
              <a:gd name="connsiteX3" fmla="*/ 2311159 w 2330625"/>
              <a:gd name="connsiteY3" fmla="*/ 108912 h 594531"/>
              <a:gd name="connsiteX4" fmla="*/ 2320234 w 2330625"/>
              <a:gd name="connsiteY4" fmla="*/ 422031 h 594531"/>
              <a:gd name="connsiteX5" fmla="*/ 2321060 w 2330625"/>
              <a:gd name="connsiteY5" fmla="*/ 583886 h 594531"/>
              <a:gd name="connsiteX6" fmla="*/ 2202247 w 2330625"/>
              <a:gd name="connsiteY6" fmla="*/ 594474 h 594531"/>
              <a:gd name="connsiteX7" fmla="*/ 151330 w 2330625"/>
              <a:gd name="connsiteY7" fmla="*/ 583886 h 594531"/>
              <a:gd name="connsiteX8" fmla="*/ 155624 w 2330625"/>
              <a:gd name="connsiteY8" fmla="*/ 512790 h 594531"/>
              <a:gd name="connsiteX9" fmla="*/ 146549 w 2330625"/>
              <a:gd name="connsiteY9" fmla="*/ 403879 h 594531"/>
              <a:gd name="connsiteX10" fmla="*/ 137473 w 2330625"/>
              <a:gd name="connsiteY10" fmla="*/ 235975 h 594531"/>
              <a:gd name="connsiteX11" fmla="*/ 142254 w 2330625"/>
              <a:gd name="connsiteY11" fmla="*/ 26000 h 594531"/>
              <a:gd name="connsiteX0" fmla="*/ 13413 w 2201784"/>
              <a:gd name="connsiteY0" fmla="*/ 26000 h 594531"/>
              <a:gd name="connsiteX1" fmla="*/ 90315 w 2201784"/>
              <a:gd name="connsiteY1" fmla="*/ 0 h 594531"/>
              <a:gd name="connsiteX2" fmla="*/ 2164992 w 2201784"/>
              <a:gd name="connsiteY2" fmla="*/ 12386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 name="connsiteX0" fmla="*/ 13413 w 2201784"/>
              <a:gd name="connsiteY0" fmla="*/ 26000 h 594531"/>
              <a:gd name="connsiteX1" fmla="*/ 90315 w 2201784"/>
              <a:gd name="connsiteY1" fmla="*/ 0 h 594531"/>
              <a:gd name="connsiteX2" fmla="*/ 2170127 w 2201784"/>
              <a:gd name="connsiteY2" fmla="*/ 33245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 name="connsiteX0" fmla="*/ 13413 w 2201784"/>
              <a:gd name="connsiteY0" fmla="*/ 26000 h 594531"/>
              <a:gd name="connsiteX1" fmla="*/ 90315 w 2201784"/>
              <a:gd name="connsiteY1" fmla="*/ 0 h 594531"/>
              <a:gd name="connsiteX2" fmla="*/ 2170127 w 2201784"/>
              <a:gd name="connsiteY2" fmla="*/ 33245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01784" h="594531">
                <a:moveTo>
                  <a:pt x="13413" y="26000"/>
                </a:moveTo>
                <a:cubicBezTo>
                  <a:pt x="37534" y="24897"/>
                  <a:pt x="66194" y="1103"/>
                  <a:pt x="90315" y="0"/>
                </a:cubicBezTo>
                <a:cubicBezTo>
                  <a:pt x="781874" y="4129"/>
                  <a:pt x="1607589" y="24681"/>
                  <a:pt x="2170127" y="33245"/>
                </a:cubicBezTo>
                <a:cubicBezTo>
                  <a:pt x="2169852" y="63908"/>
                  <a:pt x="2182593" y="78249"/>
                  <a:pt x="2182318" y="108912"/>
                </a:cubicBezTo>
                <a:cubicBezTo>
                  <a:pt x="2188231" y="177186"/>
                  <a:pt x="2189743" y="342869"/>
                  <a:pt x="2191393" y="422031"/>
                </a:cubicBezTo>
                <a:cubicBezTo>
                  <a:pt x="2193043" y="501193"/>
                  <a:pt x="2213396" y="555146"/>
                  <a:pt x="2192219" y="583886"/>
                </a:cubicBezTo>
                <a:cubicBezTo>
                  <a:pt x="2172279" y="582877"/>
                  <a:pt x="2093346" y="595483"/>
                  <a:pt x="2073406" y="594474"/>
                </a:cubicBezTo>
                <a:lnTo>
                  <a:pt x="22489" y="583886"/>
                </a:lnTo>
                <a:cubicBezTo>
                  <a:pt x="5849" y="592962"/>
                  <a:pt x="27580" y="542791"/>
                  <a:pt x="26783" y="512790"/>
                </a:cubicBezTo>
                <a:cubicBezTo>
                  <a:pt x="25986" y="482789"/>
                  <a:pt x="18464" y="450015"/>
                  <a:pt x="17708" y="403879"/>
                </a:cubicBezTo>
                <a:cubicBezTo>
                  <a:pt x="16952" y="357743"/>
                  <a:pt x="-14855" y="308787"/>
                  <a:pt x="8632" y="235975"/>
                </a:cubicBezTo>
                <a:cubicBezTo>
                  <a:pt x="7119" y="142994"/>
                  <a:pt x="-201" y="65329"/>
                  <a:pt x="13413" y="26000"/>
                </a:cubicBezTo>
                <a:close/>
              </a:path>
            </a:pathLst>
          </a:custGeom>
          <a:solidFill>
            <a:srgbClr val="D9D4D0">
              <a:alpha val="35000"/>
            </a:srgbClr>
          </a:solidFill>
          <a:ln>
            <a:noFill/>
          </a:ln>
          <a:effectLst>
            <a:softEdge rad="63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CuadroTexto 14">
            <a:extLst>
              <a:ext uri="{FF2B5EF4-FFF2-40B4-BE49-F238E27FC236}">
                <a16:creationId xmlns:a16="http://schemas.microsoft.com/office/drawing/2014/main" id="{84B430D4-CFDF-49F2-82DE-64AB13982C2B}"/>
              </a:ext>
            </a:extLst>
          </p:cNvPr>
          <p:cNvSpPr txBox="1"/>
          <p:nvPr/>
        </p:nvSpPr>
        <p:spPr>
          <a:xfrm>
            <a:off x="1941207" y="2752316"/>
            <a:ext cx="8309586" cy="2756848"/>
          </a:xfrm>
          <a:prstGeom prst="rect">
            <a:avLst/>
          </a:prstGeom>
        </p:spPr>
        <p:txBody>
          <a:bodyPr vert="horz" lIns="91440" tIns="45720" rIns="91440" bIns="45720" rtlCol="0">
            <a:normAutofit/>
          </a:bodyPr>
          <a:lstStyle/>
          <a:p>
            <a:pPr lvl="0" indent="-228600">
              <a:lnSpc>
                <a:spcPct val="90000"/>
              </a:lnSpc>
              <a:spcBef>
                <a:spcPct val="20000"/>
              </a:spcBef>
              <a:buFont typeface="Arial" panose="020B0604020202020204" pitchFamily="34" charset="0"/>
              <a:buChar char="•"/>
            </a:pPr>
            <a:r>
              <a:rPr lang="en-US" sz="1900" dirty="0"/>
              <a:t>Para </a:t>
            </a:r>
            <a:r>
              <a:rPr lang="en-US" sz="1900" dirty="0" err="1"/>
              <a:t>lograr</a:t>
            </a:r>
            <a:r>
              <a:rPr lang="en-US" sz="1900" dirty="0"/>
              <a:t> </a:t>
            </a:r>
            <a:r>
              <a:rPr lang="en-US" sz="1900" dirty="0" err="1"/>
              <a:t>los</a:t>
            </a:r>
            <a:r>
              <a:rPr lang="en-US" sz="1900" dirty="0"/>
              <a:t> </a:t>
            </a:r>
            <a:r>
              <a:rPr lang="en-US" sz="1900" dirty="0" err="1"/>
              <a:t>objetivos</a:t>
            </a:r>
            <a:r>
              <a:rPr lang="en-US" sz="1900" dirty="0"/>
              <a:t> </a:t>
            </a:r>
            <a:r>
              <a:rPr lang="en-US" sz="1900" dirty="0" err="1"/>
              <a:t>anteriores</a:t>
            </a:r>
            <a:r>
              <a:rPr lang="en-US" sz="1900" dirty="0"/>
              <a:t> hay que </a:t>
            </a:r>
            <a:r>
              <a:rPr lang="en-US" sz="1900" dirty="0" err="1"/>
              <a:t>tomar</a:t>
            </a:r>
            <a:r>
              <a:rPr lang="en-US" sz="1900" dirty="0"/>
              <a:t> </a:t>
            </a:r>
            <a:r>
              <a:rPr lang="en-US" sz="1900" dirty="0" err="1"/>
              <a:t>una</a:t>
            </a:r>
            <a:r>
              <a:rPr lang="en-US" sz="1900" dirty="0"/>
              <a:t> </a:t>
            </a:r>
            <a:r>
              <a:rPr lang="en-US" sz="1900" dirty="0" err="1"/>
              <a:t>serie</a:t>
            </a:r>
            <a:r>
              <a:rPr lang="en-US" sz="1900" dirty="0"/>
              <a:t> de </a:t>
            </a:r>
            <a:r>
              <a:rPr lang="en-US" sz="1900" dirty="0" err="1"/>
              <a:t>decisiones</a:t>
            </a:r>
            <a:r>
              <a:rPr lang="en-US" sz="1900" dirty="0"/>
              <a:t> que </a:t>
            </a:r>
            <a:r>
              <a:rPr lang="en-US" sz="1900" dirty="0" err="1"/>
              <a:t>conforman</a:t>
            </a:r>
            <a:r>
              <a:rPr lang="en-US" sz="1900" dirty="0"/>
              <a:t> la </a:t>
            </a:r>
            <a:r>
              <a:rPr lang="en-US" sz="1900" b="1" dirty="0" err="1"/>
              <a:t>estrategia</a:t>
            </a:r>
            <a:r>
              <a:rPr lang="en-US" sz="1900" b="1" dirty="0"/>
              <a:t> de </a:t>
            </a:r>
            <a:r>
              <a:rPr lang="en-US" sz="1900" b="1" dirty="0" err="1"/>
              <a:t>producción</a:t>
            </a:r>
            <a:r>
              <a:rPr lang="en-US" sz="1900" b="1" dirty="0"/>
              <a:t>:</a:t>
            </a:r>
          </a:p>
          <a:p>
            <a:pPr lvl="0" indent="-228600">
              <a:lnSpc>
                <a:spcPct val="90000"/>
              </a:lnSpc>
              <a:spcBef>
                <a:spcPct val="20000"/>
              </a:spcBef>
              <a:buFont typeface="Arial" panose="020B0604020202020204" pitchFamily="34" charset="0"/>
              <a:buChar char="•"/>
            </a:pPr>
            <a:endParaRPr lang="en-US" sz="1900" b="1" u="sng" dirty="0"/>
          </a:p>
          <a:p>
            <a:pPr marL="342900" indent="-228600">
              <a:lnSpc>
                <a:spcPct val="90000"/>
              </a:lnSpc>
              <a:buFont typeface="Arial" panose="020B0604020202020204" pitchFamily="34" charset="0"/>
              <a:buChar char="•"/>
              <a:defRPr/>
            </a:pPr>
            <a:r>
              <a:rPr lang="en-US" sz="1900" dirty="0"/>
              <a:t>¿</a:t>
            </a:r>
            <a:r>
              <a:rPr lang="en-US" sz="1900" dirty="0" err="1"/>
              <a:t>Qué</a:t>
            </a:r>
            <a:r>
              <a:rPr lang="en-US" sz="1900" dirty="0"/>
              <a:t> </a:t>
            </a:r>
            <a:r>
              <a:rPr lang="en-US" sz="1900" dirty="0" err="1"/>
              <a:t>producir</a:t>
            </a:r>
            <a:r>
              <a:rPr lang="en-US" sz="1900" dirty="0"/>
              <a:t>?</a:t>
            </a:r>
          </a:p>
          <a:p>
            <a:pPr marL="342900" indent="-228600">
              <a:lnSpc>
                <a:spcPct val="90000"/>
              </a:lnSpc>
              <a:buFont typeface="Arial" panose="020B0604020202020204" pitchFamily="34" charset="0"/>
              <a:buChar char="•"/>
              <a:defRPr/>
            </a:pPr>
            <a:endParaRPr lang="en-US" sz="1900" dirty="0"/>
          </a:p>
          <a:p>
            <a:pPr marL="342900" indent="-228600">
              <a:lnSpc>
                <a:spcPct val="90000"/>
              </a:lnSpc>
              <a:buFont typeface="Arial" panose="020B0604020202020204" pitchFamily="34" charset="0"/>
              <a:buChar char="•"/>
              <a:defRPr/>
            </a:pPr>
            <a:r>
              <a:rPr lang="en-US" sz="1900" dirty="0"/>
              <a:t>¿</a:t>
            </a:r>
            <a:r>
              <a:rPr lang="en-US" sz="1900" dirty="0" err="1"/>
              <a:t>Cómo</a:t>
            </a:r>
            <a:r>
              <a:rPr lang="en-US" sz="1900" dirty="0"/>
              <a:t> </a:t>
            </a:r>
            <a:r>
              <a:rPr lang="en-US" sz="1900" dirty="0" err="1"/>
              <a:t>producir</a:t>
            </a:r>
            <a:r>
              <a:rPr lang="en-US" sz="1900" dirty="0"/>
              <a:t>?</a:t>
            </a:r>
          </a:p>
          <a:p>
            <a:pPr marL="342900" indent="-228600">
              <a:lnSpc>
                <a:spcPct val="90000"/>
              </a:lnSpc>
              <a:buFont typeface="Arial" panose="020B0604020202020204" pitchFamily="34" charset="0"/>
              <a:buChar char="•"/>
              <a:defRPr/>
            </a:pPr>
            <a:endParaRPr lang="en-US" sz="1900" dirty="0"/>
          </a:p>
          <a:p>
            <a:pPr marL="342900" indent="-228600">
              <a:lnSpc>
                <a:spcPct val="90000"/>
              </a:lnSpc>
              <a:buFont typeface="Arial" panose="020B0604020202020204" pitchFamily="34" charset="0"/>
              <a:buChar char="•"/>
              <a:defRPr/>
            </a:pPr>
            <a:r>
              <a:rPr lang="en-US" sz="1900" dirty="0"/>
              <a:t>¿</a:t>
            </a:r>
            <a:r>
              <a:rPr lang="en-US" sz="1900" dirty="0" err="1"/>
              <a:t>Cuánto</a:t>
            </a:r>
            <a:r>
              <a:rPr lang="en-US" sz="1900" dirty="0"/>
              <a:t> </a:t>
            </a:r>
            <a:r>
              <a:rPr lang="en-US" sz="1900" dirty="0" err="1"/>
              <a:t>producir</a:t>
            </a:r>
            <a:r>
              <a:rPr lang="en-US" sz="1900" dirty="0"/>
              <a:t>?</a:t>
            </a:r>
          </a:p>
          <a:p>
            <a:pPr marL="342900" indent="-228600">
              <a:lnSpc>
                <a:spcPct val="90000"/>
              </a:lnSpc>
              <a:buFont typeface="Arial" panose="020B0604020202020204" pitchFamily="34" charset="0"/>
              <a:buChar char="•"/>
              <a:defRPr/>
            </a:pPr>
            <a:endParaRPr lang="en-US" sz="1900" dirty="0"/>
          </a:p>
          <a:p>
            <a:pPr marL="342900" indent="-228600">
              <a:lnSpc>
                <a:spcPct val="90000"/>
              </a:lnSpc>
              <a:buFont typeface="Arial" panose="020B0604020202020204" pitchFamily="34" charset="0"/>
              <a:buChar char="•"/>
              <a:defRPr/>
            </a:pPr>
            <a:r>
              <a:rPr lang="en-US" sz="1900" dirty="0"/>
              <a:t>¿</a:t>
            </a:r>
            <a:r>
              <a:rPr lang="en-US" sz="1900" dirty="0" err="1"/>
              <a:t>Dónde</a:t>
            </a:r>
            <a:r>
              <a:rPr lang="en-US" sz="1900" dirty="0"/>
              <a:t> </a:t>
            </a:r>
            <a:r>
              <a:rPr lang="en-US" sz="1900" dirty="0" err="1"/>
              <a:t>producir</a:t>
            </a:r>
            <a:r>
              <a:rPr lang="en-US" sz="1900" dirty="0"/>
              <a:t>?</a:t>
            </a:r>
          </a:p>
          <a:p>
            <a:pPr lvl="0" indent="-228600">
              <a:lnSpc>
                <a:spcPct val="90000"/>
              </a:lnSpc>
              <a:spcBef>
                <a:spcPct val="20000"/>
              </a:spcBef>
              <a:buFont typeface="Arial" panose="020B0604020202020204" pitchFamily="34" charset="0"/>
              <a:buChar char="•"/>
            </a:pPr>
            <a:endParaRPr lang="en-US" sz="1900" b="1" u="sng" dirty="0"/>
          </a:p>
        </p:txBody>
      </p:sp>
      <p:sp>
        <p:nvSpPr>
          <p:cNvPr id="7174" name="Marcador de número de diapositiva 1">
            <a:extLst>
              <a:ext uri="{FF2B5EF4-FFF2-40B4-BE49-F238E27FC236}">
                <a16:creationId xmlns:a16="http://schemas.microsoft.com/office/drawing/2014/main" id="{AE2B3835-AE90-431A-8A51-D0D5F1474078}"/>
              </a:ext>
            </a:extLst>
          </p:cNvPr>
          <p:cNvSpPr>
            <a:spLocks noGrp="1" noChangeArrowheads="1"/>
          </p:cNvSpPr>
          <p:nvPr>
            <p:ph type="sldNum" sz="quarter" idx="12"/>
          </p:nvPr>
        </p:nvSpPr>
        <p:spPr bwMode="auto">
          <a:xfrm>
            <a:off x="8610600" y="6356350"/>
            <a:ext cx="2743200" cy="3651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normAutofit/>
          </a:bodyPr>
          <a:lstStyle>
            <a:lvl1pPr>
              <a:defRPr>
                <a:solidFill>
                  <a:schemeClr val="tx1"/>
                </a:solidFill>
                <a:latin typeface="Arial" panose="020B0604020202020204" pitchFamily="34" charset="0"/>
              </a:defRPr>
            </a:lvl1pPr>
            <a:lvl2pPr marL="742932" indent="-285744">
              <a:defRPr>
                <a:solidFill>
                  <a:schemeClr val="tx1"/>
                </a:solidFill>
                <a:latin typeface="Arial" panose="020B0604020202020204" pitchFamily="34" charset="0"/>
              </a:defRPr>
            </a:lvl2pPr>
            <a:lvl3pPr marL="1142971" indent="-228594">
              <a:defRPr>
                <a:solidFill>
                  <a:schemeClr val="tx1"/>
                </a:solidFill>
                <a:latin typeface="Arial" panose="020B0604020202020204" pitchFamily="34" charset="0"/>
              </a:defRPr>
            </a:lvl3pPr>
            <a:lvl4pPr marL="1600160" indent="-228594">
              <a:defRPr>
                <a:solidFill>
                  <a:schemeClr val="tx1"/>
                </a:solidFill>
                <a:latin typeface="Arial" panose="020B0604020202020204" pitchFamily="34" charset="0"/>
              </a:defRPr>
            </a:lvl4pPr>
            <a:lvl5pPr marL="2057349" indent="-228594">
              <a:defRPr>
                <a:solidFill>
                  <a:schemeClr val="tx1"/>
                </a:solidFill>
                <a:latin typeface="Arial" panose="020B0604020202020204" pitchFamily="34" charset="0"/>
              </a:defRPr>
            </a:lvl5pPr>
            <a:lvl6pPr marL="2514537" indent="-228594" eaLnBrk="0" fontAlgn="base" hangingPunct="0">
              <a:spcBef>
                <a:spcPct val="0"/>
              </a:spcBef>
              <a:spcAft>
                <a:spcPct val="0"/>
              </a:spcAft>
              <a:defRPr>
                <a:solidFill>
                  <a:schemeClr val="tx1"/>
                </a:solidFill>
                <a:latin typeface="Arial" panose="020B0604020202020204" pitchFamily="34" charset="0"/>
              </a:defRPr>
            </a:lvl6pPr>
            <a:lvl7pPr marL="2971726" indent="-228594" eaLnBrk="0" fontAlgn="base" hangingPunct="0">
              <a:spcBef>
                <a:spcPct val="0"/>
              </a:spcBef>
              <a:spcAft>
                <a:spcPct val="0"/>
              </a:spcAft>
              <a:defRPr>
                <a:solidFill>
                  <a:schemeClr val="tx1"/>
                </a:solidFill>
                <a:latin typeface="Arial" panose="020B0604020202020204" pitchFamily="34" charset="0"/>
              </a:defRPr>
            </a:lvl7pPr>
            <a:lvl8pPr marL="3428914" indent="-228594" eaLnBrk="0" fontAlgn="base" hangingPunct="0">
              <a:spcBef>
                <a:spcPct val="0"/>
              </a:spcBef>
              <a:spcAft>
                <a:spcPct val="0"/>
              </a:spcAft>
              <a:defRPr>
                <a:solidFill>
                  <a:schemeClr val="tx1"/>
                </a:solidFill>
                <a:latin typeface="Arial" panose="020B0604020202020204" pitchFamily="34" charset="0"/>
              </a:defRPr>
            </a:lvl8pPr>
            <a:lvl9pPr marL="3886103" indent="-228594" eaLnBrk="0" fontAlgn="base" hangingPunct="0">
              <a:spcBef>
                <a:spcPct val="0"/>
              </a:spcBef>
              <a:spcAft>
                <a:spcPct val="0"/>
              </a:spcAft>
              <a:defRPr>
                <a:solidFill>
                  <a:schemeClr val="tx1"/>
                </a:solidFill>
                <a:latin typeface="Arial" panose="020B0604020202020204" pitchFamily="34" charset="0"/>
              </a:defRPr>
            </a:lvl9pPr>
          </a:lstStyle>
          <a:p>
            <a:pPr>
              <a:spcAft>
                <a:spcPts val="600"/>
              </a:spcAft>
            </a:pPr>
            <a:fld id="{0A4E6959-A04E-4845-9864-356C1A785025}" type="slidenum">
              <a:rPr lang="en-US" altLang="es-ES_tradnl" sz="1000">
                <a:solidFill>
                  <a:schemeClr val="tx1">
                    <a:tint val="75000"/>
                  </a:schemeClr>
                </a:solidFill>
                <a:latin typeface="+mn-lt"/>
              </a:rPr>
              <a:pPr>
                <a:spcAft>
                  <a:spcPts val="600"/>
                </a:spcAft>
              </a:pPr>
              <a:t>32</a:t>
            </a:fld>
            <a:endParaRPr lang="en-US" altLang="es-ES_tradnl" sz="1000">
              <a:solidFill>
                <a:schemeClr val="tx1">
                  <a:tint val="75000"/>
                </a:schemeClr>
              </a:solidFill>
              <a:latin typeface="+mn-lt"/>
            </a:endParaRPr>
          </a:p>
        </p:txBody>
      </p:sp>
      <p:sp>
        <p:nvSpPr>
          <p:cNvPr id="7173" name="CuadroTexto 2">
            <a:extLst>
              <a:ext uri="{FF2B5EF4-FFF2-40B4-BE49-F238E27FC236}">
                <a16:creationId xmlns:a16="http://schemas.microsoft.com/office/drawing/2014/main" id="{646E5976-104E-49A2-8CF8-D4529FF45076}"/>
              </a:ext>
            </a:extLst>
          </p:cNvPr>
          <p:cNvSpPr txBox="1">
            <a:spLocks noChangeArrowheads="1"/>
          </p:cNvSpPr>
          <p:nvPr/>
        </p:nvSpPr>
        <p:spPr bwMode="auto">
          <a:xfrm>
            <a:off x="2870202" y="2397125"/>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s-ES_tradnl" altLang="es-ES_tradnl"/>
          </a:p>
        </p:txBody>
      </p:sp>
      <p:pic>
        <p:nvPicPr>
          <p:cNvPr id="7" name="Imagen 1">
            <a:extLst>
              <a:ext uri="{FF2B5EF4-FFF2-40B4-BE49-F238E27FC236}">
                <a16:creationId xmlns:a16="http://schemas.microsoft.com/office/drawing/2014/main" id="{EF09EDFC-CC3B-4EA7-A422-A154BA7E009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649743" y="0"/>
            <a:ext cx="1408113"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3506803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Box 4"/>
          <p:cNvSpPr txBox="1">
            <a:spLocks noGrp="1" noChangeArrowheads="1"/>
          </p:cNvSpPr>
          <p:nvPr>
            <p:ph type="title" idx="4294967295"/>
          </p:nvPr>
        </p:nvSpPr>
        <p:spPr>
          <a:xfrm>
            <a:off x="1524000" y="115889"/>
            <a:ext cx="5711190" cy="720725"/>
          </a:xfrm>
          <a:prstGeom prst="rect">
            <a:avLst/>
          </a:prstGeom>
          <a:solidFill>
            <a:schemeClr val="bg1"/>
          </a:solidFill>
          <a:ln/>
        </p:spPr>
        <p:txBody>
          <a:bodyPr>
            <a:normAutofit/>
          </a:bodyPr>
          <a:lstStyle/>
          <a:p>
            <a:pPr defTabSz="914400" eaLnBrk="0" fontAlgn="base" hangingPunct="0">
              <a:lnSpc>
                <a:spcPct val="100000"/>
              </a:lnSpc>
              <a:spcAft>
                <a:spcPct val="0"/>
              </a:spcAft>
              <a:defRPr/>
            </a:pPr>
            <a:r>
              <a:rPr lang="es-ES_tradnl" sz="2400" b="1" kern="0" dirty="0">
                <a:solidFill>
                  <a:srgbClr val="CC0099"/>
                </a:solidFill>
              </a:rPr>
              <a:t>3. DECISIONES DE PRODUCCIÓN</a:t>
            </a:r>
          </a:p>
        </p:txBody>
      </p:sp>
      <p:sp>
        <p:nvSpPr>
          <p:cNvPr id="8" name="7 CuadroTexto"/>
          <p:cNvSpPr txBox="1"/>
          <p:nvPr/>
        </p:nvSpPr>
        <p:spPr>
          <a:xfrm>
            <a:off x="1939439" y="6073046"/>
            <a:ext cx="5418471" cy="261610"/>
          </a:xfrm>
          <a:prstGeom prst="rect">
            <a:avLst/>
          </a:prstGeom>
          <a:noFill/>
        </p:spPr>
        <p:txBody>
          <a:bodyPr wrap="none" rtlCol="0">
            <a:spAutoFit/>
          </a:bodyPr>
          <a:lstStyle/>
          <a:p>
            <a:r>
              <a:rPr lang="es-ES" sz="1100" dirty="0">
                <a:latin typeface="Comic Sans MS" pitchFamily="66" charset="0"/>
              </a:rPr>
              <a:t>Clasificación siguiendo a Domínguez Machuca (1995) y a </a:t>
            </a:r>
            <a:r>
              <a:rPr lang="es-ES" sz="1100" dirty="0" err="1">
                <a:latin typeface="Comic Sans MS" pitchFamily="66" charset="0"/>
              </a:rPr>
              <a:t>Heizer</a:t>
            </a:r>
            <a:r>
              <a:rPr lang="es-ES" sz="1100" dirty="0">
                <a:latin typeface="Comic Sans MS" pitchFamily="66" charset="0"/>
              </a:rPr>
              <a:t> y </a:t>
            </a:r>
            <a:r>
              <a:rPr lang="es-ES" sz="1100" dirty="0" err="1">
                <a:latin typeface="Comic Sans MS" pitchFamily="66" charset="0"/>
              </a:rPr>
              <a:t>Render</a:t>
            </a:r>
            <a:r>
              <a:rPr lang="es-ES" sz="1100" dirty="0">
                <a:latin typeface="Comic Sans MS" pitchFamily="66" charset="0"/>
              </a:rPr>
              <a:t> (2009)</a:t>
            </a:r>
          </a:p>
        </p:txBody>
      </p:sp>
      <p:sp>
        <p:nvSpPr>
          <p:cNvPr id="13" name="12 Marcador de número de diapositiva"/>
          <p:cNvSpPr>
            <a:spLocks noGrp="1"/>
          </p:cNvSpPr>
          <p:nvPr>
            <p:ph type="sldNum" sz="quarter" idx="4"/>
          </p:nvPr>
        </p:nvSpPr>
        <p:spPr>
          <a:xfrm>
            <a:off x="134144" y="6381328"/>
            <a:ext cx="2133600" cy="365125"/>
          </a:xfrm>
          <a:prstGeom prst="rect">
            <a:avLst/>
          </a:prstGeom>
        </p:spPr>
        <p:txBody>
          <a:bodyPr vert="horz" lIns="91440" tIns="45720" rIns="91440" bIns="45720" rtlCol="0" anchor="ctr"/>
          <a:lstStyle>
            <a:defPPr>
              <a:defRPr lang="es-ES_tradnl"/>
            </a:defPPr>
            <a:lvl1pPr algn="l" rtl="0" fontAlgn="base">
              <a:spcBef>
                <a:spcPct val="0"/>
              </a:spcBef>
              <a:spcAft>
                <a:spcPct val="0"/>
              </a:spcAft>
              <a:defRPr sz="1000" b="0" kern="1200">
                <a:solidFill>
                  <a:srgbClr val="C00000"/>
                </a:solidFill>
                <a:latin typeface="+mj-lt"/>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fld id="{70AA9B10-D414-4A58-B245-E95240800791}" type="slidenum">
              <a:rPr lang="es-ES" smtClean="0"/>
              <a:pPr/>
              <a:t>33</a:t>
            </a:fld>
            <a:endParaRPr lang="es-ES"/>
          </a:p>
        </p:txBody>
      </p:sp>
      <p:graphicFrame>
        <p:nvGraphicFramePr>
          <p:cNvPr id="2" name="Diagrama 1">
            <a:extLst>
              <a:ext uri="{FF2B5EF4-FFF2-40B4-BE49-F238E27FC236}">
                <a16:creationId xmlns:a16="http://schemas.microsoft.com/office/drawing/2014/main" id="{DFED5BC4-881B-135D-C022-AD5312519423}"/>
              </a:ext>
            </a:extLst>
          </p:cNvPr>
          <p:cNvGraphicFramePr/>
          <p:nvPr>
            <p:extLst>
              <p:ext uri="{D42A27DB-BD31-4B8C-83A1-F6EECF244321}">
                <p14:modId xmlns:p14="http://schemas.microsoft.com/office/powerpoint/2010/main" val="2497702056"/>
              </p:ext>
            </p:extLst>
          </p:nvPr>
        </p:nvGraphicFramePr>
        <p:xfrm>
          <a:off x="737290" y="1052736"/>
          <a:ext cx="6984776" cy="475252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D8218A6E-4532-473F-841C-F14979B77A39}"/>
              </a:ext>
            </a:extLst>
          </p:cNvPr>
          <p:cNvSpPr>
            <a:spLocks noGrp="1"/>
          </p:cNvSpPr>
          <p:nvPr>
            <p:ph type="sldNum" sz="quarter" idx="4"/>
          </p:nvPr>
        </p:nvSpPr>
        <p:spPr>
          <a:xfrm>
            <a:off x="1559496" y="6381329"/>
            <a:ext cx="648072" cy="360039"/>
          </a:xfrm>
          <a:prstGeom prst="rect">
            <a:avLst/>
          </a:prstGeom>
        </p:spPr>
        <p:txBody>
          <a:bodyPr vert="horz" lIns="91440" tIns="45720" rIns="91440" bIns="45720" rtlCol="0" anchor="ctr"/>
          <a:lstStyle>
            <a:defPPr>
              <a:defRPr lang="es-ES_tradnl"/>
            </a:defPPr>
            <a:lvl1pPr algn="ctr" rtl="0" fontAlgn="base">
              <a:spcBef>
                <a:spcPct val="0"/>
              </a:spcBef>
              <a:spcAft>
                <a:spcPct val="0"/>
              </a:spcAft>
              <a:defRPr sz="1000" b="1" kern="1200">
                <a:solidFill>
                  <a:srgbClr val="C00000"/>
                </a:solidFill>
                <a:latin typeface="+mn-lt"/>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fld id="{AF75CF5D-3D4E-4D8A-8B54-5D72594A67B8}" type="slidenum">
              <a:rPr lang="es-US" smtClean="0"/>
              <a:pPr/>
              <a:t>34</a:t>
            </a:fld>
            <a:endParaRPr lang="es-US"/>
          </a:p>
        </p:txBody>
      </p:sp>
      <p:sp>
        <p:nvSpPr>
          <p:cNvPr id="153603" name="Rectangle 3"/>
          <p:cNvSpPr>
            <a:spLocks noGrp="1" noChangeArrowheads="1"/>
          </p:cNvSpPr>
          <p:nvPr>
            <p:ph type="body" idx="4294967295"/>
          </p:nvPr>
        </p:nvSpPr>
        <p:spPr>
          <a:xfrm>
            <a:off x="914399" y="1052513"/>
            <a:ext cx="10148935" cy="5403850"/>
          </a:xfrm>
        </p:spPr>
        <p:txBody>
          <a:bodyPr/>
          <a:lstStyle/>
          <a:p>
            <a:pPr marL="914400" lvl="1" indent="-457200" algn="just">
              <a:buFont typeface="+mj-lt"/>
              <a:buAutoNum type="arabicPeriod"/>
            </a:pPr>
            <a:r>
              <a:rPr lang="es-ES" sz="1800" b="1" u="sng" dirty="0">
                <a:solidFill>
                  <a:srgbClr val="C00000"/>
                </a:solidFill>
              </a:rPr>
              <a:t>DISEÑO DEL PRODUCTO</a:t>
            </a:r>
          </a:p>
          <a:p>
            <a:pPr lvl="1" algn="just">
              <a:buFont typeface="Wingdings" pitchFamily="2" charset="2"/>
              <a:buChar char="Ø"/>
            </a:pPr>
            <a:r>
              <a:rPr lang="es-ES" sz="1800" dirty="0"/>
              <a:t>Hay que decidir qué producto va a ofrecerse y cómo va a diseñarse. Es el punto de partida y condiciona al resto de decisiones. Opciones:</a:t>
            </a:r>
          </a:p>
          <a:p>
            <a:pPr marL="457200" lvl="1" indent="0" algn="just">
              <a:buNone/>
            </a:pPr>
            <a:endParaRPr lang="es-ES" sz="1800" b="1" u="sng" dirty="0"/>
          </a:p>
        </p:txBody>
      </p:sp>
      <p:sp>
        <p:nvSpPr>
          <p:cNvPr id="5" name="Rectangle 3">
            <a:extLst>
              <a:ext uri="{FF2B5EF4-FFF2-40B4-BE49-F238E27FC236}">
                <a16:creationId xmlns:a16="http://schemas.microsoft.com/office/drawing/2014/main" id="{C71AD971-5957-42B0-8905-C2F46C4CE917}"/>
              </a:ext>
            </a:extLst>
          </p:cNvPr>
          <p:cNvSpPr txBox="1">
            <a:spLocks noChangeArrowheads="1"/>
          </p:cNvSpPr>
          <p:nvPr/>
        </p:nvSpPr>
        <p:spPr bwMode="auto">
          <a:xfrm>
            <a:off x="1701932" y="2170906"/>
            <a:ext cx="4250052" cy="3418334"/>
          </a:xfrm>
          <a:prstGeom prst="rect">
            <a:avLst/>
          </a:prstGeom>
          <a:ln/>
        </p:spPr>
        <p:style>
          <a:lnRef idx="2">
            <a:schemeClr val="accent1"/>
          </a:lnRef>
          <a:fillRef idx="1">
            <a:schemeClr val="lt1"/>
          </a:fillRef>
          <a:effectRef idx="0">
            <a:schemeClr val="accent1"/>
          </a:effectRef>
          <a:fontRef idx="minor">
            <a:schemeClr val="dk1"/>
          </a:fontRef>
        </p:style>
        <p:txBody>
          <a:bodyPr/>
          <a:lstStyle>
            <a:lvl1pPr marL="171450" indent="-171450" defTabSz="685800">
              <a:lnSpc>
                <a:spcPct val="90000"/>
              </a:lnSpc>
              <a:spcBef>
                <a:spcPts val="750"/>
              </a:spcBef>
              <a:buFont typeface="Arial" charset="0"/>
              <a:buChar char="•"/>
              <a:defRPr sz="2100">
                <a:solidFill>
                  <a:schemeClr val="tx1"/>
                </a:solidFill>
                <a:latin typeface="Calibri" charset="0"/>
              </a:defRPr>
            </a:lvl1pPr>
            <a:lvl2pPr marL="514350" indent="-171450" defTabSz="685800">
              <a:lnSpc>
                <a:spcPct val="90000"/>
              </a:lnSpc>
              <a:spcBef>
                <a:spcPts val="375"/>
              </a:spcBef>
              <a:buFont typeface="Arial" charset="0"/>
              <a:buChar char="•"/>
              <a:defRPr>
                <a:solidFill>
                  <a:schemeClr val="tx1"/>
                </a:solidFill>
                <a:latin typeface="Calibri" charset="0"/>
              </a:defRPr>
            </a:lvl2pPr>
            <a:lvl3pPr marL="857250" indent="-171450" defTabSz="685800">
              <a:lnSpc>
                <a:spcPct val="90000"/>
              </a:lnSpc>
              <a:spcBef>
                <a:spcPts val="375"/>
              </a:spcBef>
              <a:buFont typeface="Arial" charset="0"/>
              <a:buChar char="•"/>
              <a:defRPr sz="1500">
                <a:solidFill>
                  <a:schemeClr val="tx1"/>
                </a:solidFill>
                <a:latin typeface="Calibri" charset="0"/>
              </a:defRPr>
            </a:lvl3pPr>
            <a:lvl4pPr marL="1200150" indent="-171450" defTabSz="685800">
              <a:lnSpc>
                <a:spcPct val="90000"/>
              </a:lnSpc>
              <a:spcBef>
                <a:spcPts val="375"/>
              </a:spcBef>
              <a:buFont typeface="Arial" charset="0"/>
              <a:buChar char="•"/>
              <a:defRPr sz="1300">
                <a:solidFill>
                  <a:schemeClr val="tx1"/>
                </a:solidFill>
                <a:latin typeface="Calibri" charset="0"/>
              </a:defRPr>
            </a:lvl4pPr>
            <a:lvl5pPr marL="1543050" indent="-171450" defTabSz="685800">
              <a:lnSpc>
                <a:spcPct val="90000"/>
              </a:lnSpc>
              <a:spcBef>
                <a:spcPts val="375"/>
              </a:spcBef>
              <a:buFont typeface="Arial" charset="0"/>
              <a:buChar char="•"/>
              <a:defRPr sz="1300">
                <a:solidFill>
                  <a:schemeClr val="tx1"/>
                </a:solidFill>
                <a:latin typeface="Calibri" charset="0"/>
              </a:defRPr>
            </a:lvl5pPr>
            <a:lvl6pPr marL="2000250" indent="-171450" defTabSz="685800" eaLnBrk="0" fontAlgn="base" hangingPunct="0">
              <a:lnSpc>
                <a:spcPct val="90000"/>
              </a:lnSpc>
              <a:spcBef>
                <a:spcPts val="375"/>
              </a:spcBef>
              <a:spcAft>
                <a:spcPct val="0"/>
              </a:spcAft>
              <a:buFont typeface="Arial" charset="0"/>
              <a:buChar char="•"/>
              <a:defRPr sz="1300">
                <a:solidFill>
                  <a:schemeClr val="tx1"/>
                </a:solidFill>
                <a:latin typeface="Calibri" charset="0"/>
              </a:defRPr>
            </a:lvl6pPr>
            <a:lvl7pPr marL="2457450" indent="-171450" defTabSz="685800" eaLnBrk="0" fontAlgn="base" hangingPunct="0">
              <a:lnSpc>
                <a:spcPct val="90000"/>
              </a:lnSpc>
              <a:spcBef>
                <a:spcPts val="375"/>
              </a:spcBef>
              <a:spcAft>
                <a:spcPct val="0"/>
              </a:spcAft>
              <a:buFont typeface="Arial" charset="0"/>
              <a:buChar char="•"/>
              <a:defRPr sz="1300">
                <a:solidFill>
                  <a:schemeClr val="tx1"/>
                </a:solidFill>
                <a:latin typeface="Calibri" charset="0"/>
              </a:defRPr>
            </a:lvl7pPr>
            <a:lvl8pPr marL="2914650" indent="-171450" defTabSz="685800" eaLnBrk="0" fontAlgn="base" hangingPunct="0">
              <a:lnSpc>
                <a:spcPct val="90000"/>
              </a:lnSpc>
              <a:spcBef>
                <a:spcPts val="375"/>
              </a:spcBef>
              <a:spcAft>
                <a:spcPct val="0"/>
              </a:spcAft>
              <a:buFont typeface="Arial" charset="0"/>
              <a:buChar char="•"/>
              <a:defRPr sz="1300">
                <a:solidFill>
                  <a:schemeClr val="tx1"/>
                </a:solidFill>
                <a:latin typeface="Calibri" charset="0"/>
              </a:defRPr>
            </a:lvl8pPr>
            <a:lvl9pPr marL="3371850" indent="-171450" defTabSz="685800" eaLnBrk="0" fontAlgn="base" hangingPunct="0">
              <a:lnSpc>
                <a:spcPct val="90000"/>
              </a:lnSpc>
              <a:spcBef>
                <a:spcPts val="375"/>
              </a:spcBef>
              <a:spcAft>
                <a:spcPct val="0"/>
              </a:spcAft>
              <a:buFont typeface="Arial" charset="0"/>
              <a:buChar char="•"/>
              <a:defRPr sz="1300">
                <a:solidFill>
                  <a:schemeClr val="tx1"/>
                </a:solidFill>
                <a:latin typeface="Calibri" charset="0"/>
              </a:defRPr>
            </a:lvl9pPr>
          </a:lstStyle>
          <a:p>
            <a:pPr algn="ctr" eaLnBrk="1" hangingPunct="1">
              <a:lnSpc>
                <a:spcPct val="80000"/>
              </a:lnSpc>
              <a:buFont typeface="Wingdings" charset="2"/>
              <a:buNone/>
              <a:defRPr/>
            </a:pPr>
            <a:r>
              <a:rPr lang="es-ES_tradnl" altLang="es-ES_tradnl" sz="1600" b="1" dirty="0">
                <a:solidFill>
                  <a:srgbClr val="C00000"/>
                </a:solidFill>
                <a:latin typeface="+mj-lt"/>
              </a:rPr>
              <a:t>BIENES (productos físicos)</a:t>
            </a:r>
          </a:p>
          <a:p>
            <a:pPr algn="just" eaLnBrk="1" hangingPunct="1">
              <a:lnSpc>
                <a:spcPct val="80000"/>
              </a:lnSpc>
              <a:defRPr/>
            </a:pPr>
            <a:r>
              <a:rPr lang="es-ES_tradnl" altLang="es-ES_tradnl" sz="1600" dirty="0">
                <a:latin typeface="+mj-lt"/>
              </a:rPr>
              <a:t>La mayor parte de sus atributos son tangibles</a:t>
            </a:r>
          </a:p>
          <a:p>
            <a:pPr marL="0" indent="0" algn="just">
              <a:lnSpc>
                <a:spcPct val="80000"/>
              </a:lnSpc>
              <a:buNone/>
              <a:defRPr/>
            </a:pPr>
            <a:endParaRPr lang="es-ES_tradnl" altLang="es-ES_tradnl" sz="800" dirty="0">
              <a:latin typeface="+mj-lt"/>
            </a:endParaRPr>
          </a:p>
          <a:p>
            <a:pPr algn="just" eaLnBrk="1" hangingPunct="1">
              <a:lnSpc>
                <a:spcPct val="80000"/>
              </a:lnSpc>
              <a:defRPr/>
            </a:pPr>
            <a:r>
              <a:rPr lang="es-ES_tradnl" altLang="es-ES_tradnl" sz="1600" dirty="0">
                <a:latin typeface="+mj-lt"/>
              </a:rPr>
              <a:t>Pueden ser revendidos</a:t>
            </a:r>
          </a:p>
          <a:p>
            <a:pPr marL="0" indent="0" algn="just">
              <a:lnSpc>
                <a:spcPct val="80000"/>
              </a:lnSpc>
              <a:buNone/>
              <a:defRPr/>
            </a:pPr>
            <a:endParaRPr lang="es-ES_tradnl" altLang="es-ES_tradnl" sz="800" dirty="0">
              <a:latin typeface="+mj-lt"/>
            </a:endParaRPr>
          </a:p>
          <a:p>
            <a:pPr algn="just">
              <a:lnSpc>
                <a:spcPct val="80000"/>
              </a:lnSpc>
              <a:defRPr/>
            </a:pPr>
            <a:r>
              <a:rPr lang="es-ES_tradnl" altLang="es-ES_tradnl" sz="1600" dirty="0">
                <a:latin typeface="+mj-lt"/>
              </a:rPr>
              <a:t>Pueden almacenarse </a:t>
            </a:r>
          </a:p>
          <a:p>
            <a:pPr marL="0" indent="0" algn="just">
              <a:lnSpc>
                <a:spcPct val="80000"/>
              </a:lnSpc>
              <a:buNone/>
              <a:defRPr/>
            </a:pPr>
            <a:endParaRPr lang="es-ES_tradnl" altLang="es-ES_tradnl" sz="800" dirty="0">
              <a:latin typeface="+mj-lt"/>
            </a:endParaRPr>
          </a:p>
          <a:p>
            <a:pPr algn="just">
              <a:lnSpc>
                <a:spcPct val="80000"/>
              </a:lnSpc>
              <a:defRPr/>
            </a:pPr>
            <a:r>
              <a:rPr lang="es-ES_tradnl" altLang="es-ES_tradnl" sz="1600" dirty="0">
                <a:latin typeface="+mj-lt"/>
              </a:rPr>
              <a:t>Algunos aspectos de la calidad son fáciles de medir</a:t>
            </a:r>
          </a:p>
          <a:p>
            <a:pPr marL="0" indent="0" algn="just">
              <a:lnSpc>
                <a:spcPct val="80000"/>
              </a:lnSpc>
              <a:buNone/>
              <a:defRPr/>
            </a:pPr>
            <a:endParaRPr lang="es-ES_tradnl" altLang="es-ES_tradnl" sz="2200" dirty="0">
              <a:latin typeface="+mj-lt"/>
            </a:endParaRPr>
          </a:p>
          <a:p>
            <a:pPr algn="just" eaLnBrk="1" hangingPunct="1">
              <a:lnSpc>
                <a:spcPct val="80000"/>
              </a:lnSpc>
              <a:defRPr/>
            </a:pPr>
            <a:r>
              <a:rPr lang="es-ES_tradnl" altLang="es-ES_tradnl" sz="1600" dirty="0">
                <a:latin typeface="+mj-lt"/>
              </a:rPr>
              <a:t>La localización de las instalaciones es importante para el coste</a:t>
            </a:r>
          </a:p>
        </p:txBody>
      </p:sp>
      <p:sp>
        <p:nvSpPr>
          <p:cNvPr id="6" name="Rectangle 4">
            <a:extLst>
              <a:ext uri="{FF2B5EF4-FFF2-40B4-BE49-F238E27FC236}">
                <a16:creationId xmlns:a16="http://schemas.microsoft.com/office/drawing/2014/main" id="{858ECECA-7A4A-4489-AA83-29207281DF8E}"/>
              </a:ext>
            </a:extLst>
          </p:cNvPr>
          <p:cNvSpPr txBox="1">
            <a:spLocks noChangeArrowheads="1"/>
          </p:cNvSpPr>
          <p:nvPr/>
        </p:nvSpPr>
        <p:spPr bwMode="auto">
          <a:xfrm>
            <a:off x="6051685" y="2169320"/>
            <a:ext cx="4392613" cy="3419921"/>
          </a:xfrm>
          <a:prstGeom prst="rect">
            <a:avLst/>
          </a:prstGeom>
          <a:ln/>
        </p:spPr>
        <p:style>
          <a:lnRef idx="2">
            <a:schemeClr val="accent1"/>
          </a:lnRef>
          <a:fillRef idx="1">
            <a:schemeClr val="lt1"/>
          </a:fillRef>
          <a:effectRef idx="0">
            <a:schemeClr val="accent1"/>
          </a:effectRef>
          <a:fontRef idx="minor">
            <a:schemeClr val="dk1"/>
          </a:fontRef>
        </p:style>
        <p:txBody>
          <a:bodyPr/>
          <a:lstStyle>
            <a:lvl1pPr marL="171450" indent="-171450" defTabSz="685800">
              <a:lnSpc>
                <a:spcPct val="90000"/>
              </a:lnSpc>
              <a:spcBef>
                <a:spcPts val="750"/>
              </a:spcBef>
              <a:buFont typeface="Arial" charset="0"/>
              <a:buChar char="•"/>
              <a:defRPr sz="2100">
                <a:solidFill>
                  <a:schemeClr val="tx1"/>
                </a:solidFill>
                <a:latin typeface="Calibri" charset="0"/>
              </a:defRPr>
            </a:lvl1pPr>
            <a:lvl2pPr marL="514350" indent="-171450" defTabSz="685800">
              <a:lnSpc>
                <a:spcPct val="90000"/>
              </a:lnSpc>
              <a:spcBef>
                <a:spcPts val="375"/>
              </a:spcBef>
              <a:buFont typeface="Arial" charset="0"/>
              <a:buChar char="•"/>
              <a:defRPr>
                <a:solidFill>
                  <a:schemeClr val="tx1"/>
                </a:solidFill>
                <a:latin typeface="Calibri" charset="0"/>
              </a:defRPr>
            </a:lvl2pPr>
            <a:lvl3pPr marL="857250" indent="-171450" defTabSz="685800">
              <a:lnSpc>
                <a:spcPct val="90000"/>
              </a:lnSpc>
              <a:spcBef>
                <a:spcPts val="375"/>
              </a:spcBef>
              <a:buFont typeface="Arial" charset="0"/>
              <a:buChar char="•"/>
              <a:defRPr sz="1500">
                <a:solidFill>
                  <a:schemeClr val="tx1"/>
                </a:solidFill>
                <a:latin typeface="Calibri" charset="0"/>
              </a:defRPr>
            </a:lvl3pPr>
            <a:lvl4pPr marL="1200150" indent="-171450" defTabSz="685800">
              <a:lnSpc>
                <a:spcPct val="90000"/>
              </a:lnSpc>
              <a:spcBef>
                <a:spcPts val="375"/>
              </a:spcBef>
              <a:buFont typeface="Arial" charset="0"/>
              <a:buChar char="•"/>
              <a:defRPr sz="1300">
                <a:solidFill>
                  <a:schemeClr val="tx1"/>
                </a:solidFill>
                <a:latin typeface="Calibri" charset="0"/>
              </a:defRPr>
            </a:lvl4pPr>
            <a:lvl5pPr marL="1543050" indent="-171450" defTabSz="685800">
              <a:lnSpc>
                <a:spcPct val="90000"/>
              </a:lnSpc>
              <a:spcBef>
                <a:spcPts val="375"/>
              </a:spcBef>
              <a:buFont typeface="Arial" charset="0"/>
              <a:buChar char="•"/>
              <a:defRPr sz="1300">
                <a:solidFill>
                  <a:schemeClr val="tx1"/>
                </a:solidFill>
                <a:latin typeface="Calibri" charset="0"/>
              </a:defRPr>
            </a:lvl5pPr>
            <a:lvl6pPr marL="2000250" indent="-171450" defTabSz="685800" eaLnBrk="0" fontAlgn="base" hangingPunct="0">
              <a:lnSpc>
                <a:spcPct val="90000"/>
              </a:lnSpc>
              <a:spcBef>
                <a:spcPts val="375"/>
              </a:spcBef>
              <a:spcAft>
                <a:spcPct val="0"/>
              </a:spcAft>
              <a:buFont typeface="Arial" charset="0"/>
              <a:buChar char="•"/>
              <a:defRPr sz="1300">
                <a:solidFill>
                  <a:schemeClr val="tx1"/>
                </a:solidFill>
                <a:latin typeface="Calibri" charset="0"/>
              </a:defRPr>
            </a:lvl6pPr>
            <a:lvl7pPr marL="2457450" indent="-171450" defTabSz="685800" eaLnBrk="0" fontAlgn="base" hangingPunct="0">
              <a:lnSpc>
                <a:spcPct val="90000"/>
              </a:lnSpc>
              <a:spcBef>
                <a:spcPts val="375"/>
              </a:spcBef>
              <a:spcAft>
                <a:spcPct val="0"/>
              </a:spcAft>
              <a:buFont typeface="Arial" charset="0"/>
              <a:buChar char="•"/>
              <a:defRPr sz="1300">
                <a:solidFill>
                  <a:schemeClr val="tx1"/>
                </a:solidFill>
                <a:latin typeface="Calibri" charset="0"/>
              </a:defRPr>
            </a:lvl7pPr>
            <a:lvl8pPr marL="2914650" indent="-171450" defTabSz="685800" eaLnBrk="0" fontAlgn="base" hangingPunct="0">
              <a:lnSpc>
                <a:spcPct val="90000"/>
              </a:lnSpc>
              <a:spcBef>
                <a:spcPts val="375"/>
              </a:spcBef>
              <a:spcAft>
                <a:spcPct val="0"/>
              </a:spcAft>
              <a:buFont typeface="Arial" charset="0"/>
              <a:buChar char="•"/>
              <a:defRPr sz="1300">
                <a:solidFill>
                  <a:schemeClr val="tx1"/>
                </a:solidFill>
                <a:latin typeface="Calibri" charset="0"/>
              </a:defRPr>
            </a:lvl8pPr>
            <a:lvl9pPr marL="3371850" indent="-171450" defTabSz="685800" eaLnBrk="0" fontAlgn="base" hangingPunct="0">
              <a:lnSpc>
                <a:spcPct val="90000"/>
              </a:lnSpc>
              <a:spcBef>
                <a:spcPts val="375"/>
              </a:spcBef>
              <a:spcAft>
                <a:spcPct val="0"/>
              </a:spcAft>
              <a:buFont typeface="Arial" charset="0"/>
              <a:buChar char="•"/>
              <a:defRPr sz="1300">
                <a:solidFill>
                  <a:schemeClr val="tx1"/>
                </a:solidFill>
                <a:latin typeface="Calibri" charset="0"/>
              </a:defRPr>
            </a:lvl9pPr>
          </a:lstStyle>
          <a:p>
            <a:pPr algn="ctr" eaLnBrk="1" hangingPunct="1">
              <a:lnSpc>
                <a:spcPct val="80000"/>
              </a:lnSpc>
              <a:buFont typeface="Wingdings" charset="2"/>
              <a:buNone/>
              <a:defRPr/>
            </a:pPr>
            <a:r>
              <a:rPr lang="es-ES_tradnl" altLang="es-ES_tradnl" sz="1600" b="1" dirty="0">
                <a:solidFill>
                  <a:srgbClr val="C00000"/>
                </a:solidFill>
                <a:latin typeface="+mj-lt"/>
              </a:rPr>
              <a:t>SERVICIOS (productos intangibles)</a:t>
            </a:r>
          </a:p>
          <a:p>
            <a:pPr algn="just" eaLnBrk="1" hangingPunct="1">
              <a:lnSpc>
                <a:spcPct val="80000"/>
              </a:lnSpc>
              <a:defRPr/>
            </a:pPr>
            <a:r>
              <a:rPr lang="es-ES_tradnl" altLang="es-ES_tradnl" sz="1600" dirty="0">
                <a:latin typeface="+mj-lt"/>
              </a:rPr>
              <a:t>La mayor parte de sus atributos son intangibles </a:t>
            </a:r>
            <a:r>
              <a:rPr lang="es-ES_tradnl" altLang="es-ES_tradnl" sz="1600" dirty="0">
                <a:latin typeface="+mj-lt"/>
                <a:sym typeface="Wingdings" panose="05000000000000000000" pitchFamily="2" charset="2"/>
              </a:rPr>
              <a:t> muchos se basan en conocimientos</a:t>
            </a:r>
            <a:endParaRPr lang="es-ES_tradnl" altLang="es-ES_tradnl" sz="1600" dirty="0">
              <a:latin typeface="+mj-lt"/>
            </a:endParaRPr>
          </a:p>
          <a:p>
            <a:pPr algn="just" eaLnBrk="1" hangingPunct="1">
              <a:lnSpc>
                <a:spcPct val="80000"/>
              </a:lnSpc>
              <a:defRPr/>
            </a:pPr>
            <a:r>
              <a:rPr lang="es-ES_tradnl" altLang="es-ES_tradnl" sz="1600" dirty="0">
                <a:latin typeface="+mj-lt"/>
              </a:rPr>
              <a:t>Suelen ser únicos y no se suelen revender ni devolver.</a:t>
            </a:r>
          </a:p>
          <a:p>
            <a:pPr algn="just" eaLnBrk="1" hangingPunct="1">
              <a:lnSpc>
                <a:spcPct val="80000"/>
              </a:lnSpc>
              <a:defRPr/>
            </a:pPr>
            <a:r>
              <a:rPr lang="es-ES_tradnl" altLang="es-ES_tradnl" sz="1600" dirty="0">
                <a:latin typeface="+mj-lt"/>
              </a:rPr>
              <a:t>La producción del servicio y su consumo es simultánea, </a:t>
            </a:r>
            <a:r>
              <a:rPr lang="es-ES_tradnl" altLang="es-ES_tradnl" sz="1600" b="1" dirty="0">
                <a:latin typeface="+mj-lt"/>
              </a:rPr>
              <a:t>no se pueden almacenar</a:t>
            </a:r>
          </a:p>
          <a:p>
            <a:pPr algn="just" eaLnBrk="1" hangingPunct="1">
              <a:lnSpc>
                <a:spcPct val="80000"/>
              </a:lnSpc>
              <a:defRPr/>
            </a:pPr>
            <a:r>
              <a:rPr lang="es-ES_tradnl" altLang="es-ES_tradnl" sz="1600" dirty="0">
                <a:latin typeface="+mj-lt"/>
              </a:rPr>
              <a:t>Muchos aspectos de su calidad son difíciles de medir </a:t>
            </a:r>
            <a:r>
              <a:rPr lang="es-ES_tradnl" altLang="es-ES_tradnl" sz="1600" dirty="0">
                <a:latin typeface="+mj-lt"/>
                <a:sym typeface="Wingdings" panose="05000000000000000000" pitchFamily="2" charset="2"/>
              </a:rPr>
              <a:t> la participación del cliente es muy elevada (experiencia del servicio además del resultado)</a:t>
            </a:r>
            <a:endParaRPr lang="es-ES_tradnl" altLang="es-ES_tradnl" sz="1600" dirty="0">
              <a:latin typeface="+mj-lt"/>
            </a:endParaRPr>
          </a:p>
          <a:p>
            <a:pPr algn="just" eaLnBrk="1" hangingPunct="1">
              <a:lnSpc>
                <a:spcPct val="80000"/>
              </a:lnSpc>
              <a:defRPr/>
            </a:pPr>
            <a:r>
              <a:rPr lang="es-ES_tradnl" altLang="es-ES_tradnl" sz="1600" dirty="0">
                <a:latin typeface="+mj-lt"/>
              </a:rPr>
              <a:t>La localización de las instalaciones es importante para establecer el contacto con el cliente</a:t>
            </a:r>
            <a:endParaRPr lang="es-ES" altLang="es-ES_tradnl" sz="1600" dirty="0">
              <a:latin typeface="+mj-lt"/>
            </a:endParaRPr>
          </a:p>
        </p:txBody>
      </p:sp>
      <p:sp>
        <p:nvSpPr>
          <p:cNvPr id="4" name="Text Box 5">
            <a:extLst>
              <a:ext uri="{FF2B5EF4-FFF2-40B4-BE49-F238E27FC236}">
                <a16:creationId xmlns:a16="http://schemas.microsoft.com/office/drawing/2014/main" id="{B1BAF00E-5FEC-7DAF-9925-864C8966E08E}"/>
              </a:ext>
            </a:extLst>
          </p:cNvPr>
          <p:cNvSpPr txBox="1">
            <a:spLocks noChangeArrowheads="1"/>
          </p:cNvSpPr>
          <p:nvPr/>
        </p:nvSpPr>
        <p:spPr bwMode="auto">
          <a:xfrm>
            <a:off x="1631504" y="116632"/>
            <a:ext cx="8820150" cy="400110"/>
          </a:xfrm>
          <a:prstGeom prst="rect">
            <a:avLst/>
          </a:prstGeom>
          <a:noFill/>
          <a:ln w="9525">
            <a:noFill/>
            <a:miter lim="800000"/>
            <a:headEnd/>
            <a:tailEnd/>
          </a:ln>
          <a:effectLst/>
        </p:spPr>
        <p:txBody>
          <a:bodyPr>
            <a:spAutoFit/>
          </a:bodyPr>
          <a:lstStyle/>
          <a:p>
            <a:r>
              <a:rPr lang="es-ES_tradnl" sz="2000" b="1" kern="0" dirty="0">
                <a:solidFill>
                  <a:srgbClr val="CC0099"/>
                </a:solidFill>
              </a:rPr>
              <a:t>3. DECISIONES DE PRODUCCIÓN</a:t>
            </a:r>
            <a:endParaRPr lang="es-ES_tradnl" sz="2000" b="1" dirty="0">
              <a:solidFill>
                <a:schemeClr val="accent2"/>
              </a:solidFill>
            </a:endParaRPr>
          </a:p>
        </p:txBody>
      </p:sp>
      <p:sp>
        <p:nvSpPr>
          <p:cNvPr id="8" name="Text Box 5">
            <a:extLst>
              <a:ext uri="{FF2B5EF4-FFF2-40B4-BE49-F238E27FC236}">
                <a16:creationId xmlns:a16="http://schemas.microsoft.com/office/drawing/2014/main" id="{FA29A722-6325-6486-24AC-578FA70F993E}"/>
              </a:ext>
            </a:extLst>
          </p:cNvPr>
          <p:cNvSpPr txBox="1">
            <a:spLocks noChangeArrowheads="1"/>
          </p:cNvSpPr>
          <p:nvPr/>
        </p:nvSpPr>
        <p:spPr bwMode="auto">
          <a:xfrm>
            <a:off x="3647728" y="459190"/>
            <a:ext cx="5544616" cy="461665"/>
          </a:xfrm>
          <a:prstGeom prst="rect">
            <a:avLst/>
          </a:prstGeom>
          <a:noFill/>
          <a:ln w="9525">
            <a:noFill/>
            <a:miter lim="800000"/>
            <a:headEnd/>
            <a:tailEnd/>
          </a:ln>
          <a:effectLst/>
        </p:spPr>
        <p:txBody>
          <a:bodyPr wrap="square">
            <a:spAutoFit/>
          </a:bodyPr>
          <a:lstStyle/>
          <a:p>
            <a:pPr algn="ctr" defTabSz="685800">
              <a:spcBef>
                <a:spcPts val="900"/>
              </a:spcBef>
              <a:spcAft>
                <a:spcPts val="900"/>
              </a:spcAft>
            </a:pPr>
            <a:r>
              <a:rPr lang="es-ES" sz="2400" b="1" dirty="0">
                <a:solidFill>
                  <a:srgbClr val="00B050"/>
                </a:solidFill>
                <a:latin typeface="+mj-lt"/>
                <a:cs typeface="Arial" panose="020B0604020202020204" pitchFamily="34" charset="0"/>
              </a:rPr>
              <a:t>a) Decisiones estructurales</a:t>
            </a:r>
            <a:endParaRPr lang="es-ES" sz="2400" b="1" dirty="0">
              <a:solidFill>
                <a:srgbClr val="00B050"/>
              </a:solidFill>
              <a:latin typeface="+mj-lt"/>
              <a:ea typeface="Times New Roman"/>
              <a:cs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3FF8B8A1-191A-45A1-BB7E-0D76A2D070BB}"/>
              </a:ext>
            </a:extLst>
          </p:cNvPr>
          <p:cNvSpPr>
            <a:spLocks noGrp="1"/>
          </p:cNvSpPr>
          <p:nvPr>
            <p:ph type="sldNum" sz="quarter" idx="4"/>
          </p:nvPr>
        </p:nvSpPr>
        <p:spPr>
          <a:xfrm>
            <a:off x="1559496" y="6381329"/>
            <a:ext cx="648072" cy="360039"/>
          </a:xfrm>
          <a:prstGeom prst="rect">
            <a:avLst/>
          </a:prstGeom>
        </p:spPr>
        <p:txBody>
          <a:bodyPr vert="horz" lIns="91440" tIns="45720" rIns="91440" bIns="45720" rtlCol="0" anchor="ctr"/>
          <a:lstStyle>
            <a:defPPr>
              <a:defRPr lang="es-ES_tradnl"/>
            </a:defPPr>
            <a:lvl1pPr algn="ctr" rtl="0" fontAlgn="base">
              <a:spcBef>
                <a:spcPct val="0"/>
              </a:spcBef>
              <a:spcAft>
                <a:spcPct val="0"/>
              </a:spcAft>
              <a:defRPr sz="1000" b="1" kern="1200">
                <a:solidFill>
                  <a:srgbClr val="C00000"/>
                </a:solidFill>
                <a:latin typeface="+mn-lt"/>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fld id="{AF75CF5D-3D4E-4D8A-8B54-5D72594A67B8}" type="slidenum">
              <a:rPr lang="es-US" smtClean="0"/>
              <a:pPr/>
              <a:t>35</a:t>
            </a:fld>
            <a:endParaRPr lang="es-US"/>
          </a:p>
        </p:txBody>
      </p:sp>
      <p:sp>
        <p:nvSpPr>
          <p:cNvPr id="155651" name="Rectangle 3"/>
          <p:cNvSpPr>
            <a:spLocks noGrp="1" noChangeArrowheads="1"/>
          </p:cNvSpPr>
          <p:nvPr>
            <p:ph type="body" idx="4294967295"/>
          </p:nvPr>
        </p:nvSpPr>
        <p:spPr>
          <a:xfrm>
            <a:off x="1848866" y="981077"/>
            <a:ext cx="8567614" cy="465153"/>
          </a:xfrm>
        </p:spPr>
        <p:txBody>
          <a:bodyPr/>
          <a:lstStyle/>
          <a:p>
            <a:pPr marL="457200" indent="-457200">
              <a:buFont typeface="+mj-lt"/>
              <a:buAutoNum type="arabicPeriod" startAt="2"/>
            </a:pPr>
            <a:r>
              <a:rPr lang="es-ES" sz="1800" b="1" u="sng" dirty="0">
                <a:solidFill>
                  <a:srgbClr val="C00000"/>
                </a:solidFill>
              </a:rPr>
              <a:t>ELECCIÓN PROCESO PRODUCTIVO</a:t>
            </a:r>
          </a:p>
        </p:txBody>
      </p:sp>
      <p:sp>
        <p:nvSpPr>
          <p:cNvPr id="5" name="Rectángulo 4">
            <a:extLst>
              <a:ext uri="{FF2B5EF4-FFF2-40B4-BE49-F238E27FC236}">
                <a16:creationId xmlns:a16="http://schemas.microsoft.com/office/drawing/2014/main" id="{6ACF28CE-2EF0-422E-A569-75F5E4734287}"/>
              </a:ext>
            </a:extLst>
          </p:cNvPr>
          <p:cNvSpPr/>
          <p:nvPr/>
        </p:nvSpPr>
        <p:spPr>
          <a:xfrm>
            <a:off x="1776858" y="1861547"/>
            <a:ext cx="8711630" cy="3194721"/>
          </a:xfrm>
          <a:prstGeom prst="rect">
            <a:avLst/>
          </a:prstGeom>
        </p:spPr>
        <p:txBody>
          <a:bodyPr wrap="square">
            <a:spAutoFit/>
          </a:bodyPr>
          <a:lstStyle/>
          <a:p>
            <a:pPr marL="342900" indent="-342900" algn="just" eaLnBrk="0" hangingPunct="0">
              <a:spcBef>
                <a:spcPct val="20000"/>
              </a:spcBef>
              <a:buFont typeface="Wingdings" pitchFamily="2" charset="2"/>
              <a:buChar char="§"/>
            </a:pPr>
            <a:r>
              <a:rPr lang="es-ES" kern="0" dirty="0">
                <a:solidFill>
                  <a:srgbClr val="000000"/>
                </a:solidFill>
                <a:latin typeface="Comic Sans MS"/>
              </a:rPr>
              <a:t>Elegir el tipo de proceso más adecuado para transformar los inputs en outputs (depende del tipo y variedad de productos y del volumen de producción).</a:t>
            </a:r>
          </a:p>
          <a:p>
            <a:pPr marL="342900" indent="-342900" algn="just" eaLnBrk="0" hangingPunct="0">
              <a:spcBef>
                <a:spcPct val="20000"/>
              </a:spcBef>
              <a:buFont typeface="Wingdings" pitchFamily="2" charset="2"/>
              <a:buChar char="§"/>
            </a:pPr>
            <a:r>
              <a:rPr lang="es-ES" kern="0" dirty="0">
                <a:solidFill>
                  <a:srgbClr val="000000"/>
                </a:solidFill>
                <a:latin typeface="Comic Sans MS"/>
              </a:rPr>
              <a:t>Los equipos productivos y la forma en que se configuran representan una parte importante de los costes fijos de una empresa, esto condiciona:</a:t>
            </a:r>
          </a:p>
          <a:p>
            <a:pPr marL="742950" lvl="1" indent="-285750" algn="just" eaLnBrk="0" hangingPunct="0">
              <a:spcBef>
                <a:spcPct val="20000"/>
              </a:spcBef>
              <a:buFont typeface="Courier New" panose="02070309020205020404" pitchFamily="49" charset="0"/>
              <a:buChar char="o"/>
            </a:pPr>
            <a:r>
              <a:rPr lang="es-ES" kern="0" dirty="0">
                <a:solidFill>
                  <a:srgbClr val="000000"/>
                </a:solidFill>
                <a:latin typeface="Comic Sans MS"/>
              </a:rPr>
              <a:t>Estructura de costes de la empresa.</a:t>
            </a:r>
          </a:p>
          <a:p>
            <a:pPr marL="742950" lvl="1" indent="-285750" algn="just" eaLnBrk="0" hangingPunct="0">
              <a:spcBef>
                <a:spcPct val="20000"/>
              </a:spcBef>
              <a:buFont typeface="Courier New" panose="02070309020205020404" pitchFamily="49" charset="0"/>
              <a:buChar char="o"/>
            </a:pPr>
            <a:r>
              <a:rPr lang="es-ES" kern="0" dirty="0">
                <a:solidFill>
                  <a:srgbClr val="000000"/>
                </a:solidFill>
                <a:latin typeface="Comic Sans MS"/>
              </a:rPr>
              <a:t>Cantidad máxima de producción que se puede alcanzar.</a:t>
            </a:r>
          </a:p>
          <a:p>
            <a:pPr marL="742950" lvl="1" indent="-285750" algn="just" eaLnBrk="0" hangingPunct="0">
              <a:spcBef>
                <a:spcPct val="20000"/>
              </a:spcBef>
              <a:buFont typeface="Courier New" panose="02070309020205020404" pitchFamily="49" charset="0"/>
              <a:buChar char="o"/>
            </a:pPr>
            <a:r>
              <a:rPr lang="es-ES" kern="0" dirty="0">
                <a:solidFill>
                  <a:srgbClr val="000000"/>
                </a:solidFill>
                <a:latin typeface="Comic Sans MS"/>
              </a:rPr>
              <a:t>Cantidad y cualificación de los trabajadores que se precisan.</a:t>
            </a:r>
          </a:p>
          <a:p>
            <a:pPr marL="742950" lvl="1" indent="-285750" algn="just" eaLnBrk="0" hangingPunct="0">
              <a:spcBef>
                <a:spcPct val="20000"/>
              </a:spcBef>
              <a:buFont typeface="Courier New" panose="02070309020205020404" pitchFamily="49" charset="0"/>
              <a:buChar char="o"/>
            </a:pPr>
            <a:r>
              <a:rPr lang="es-ES" kern="0" dirty="0">
                <a:solidFill>
                  <a:srgbClr val="000000"/>
                </a:solidFill>
                <a:latin typeface="Comic Sans MS"/>
              </a:rPr>
              <a:t>Participación del cliente en el proceso.</a:t>
            </a:r>
          </a:p>
          <a:p>
            <a:pPr marL="742950" lvl="1" indent="-285750" algn="just" eaLnBrk="0" hangingPunct="0">
              <a:spcBef>
                <a:spcPct val="20000"/>
              </a:spcBef>
              <a:buFont typeface="Courier New" panose="02070309020205020404" pitchFamily="49" charset="0"/>
              <a:buChar char="o"/>
            </a:pPr>
            <a:r>
              <a:rPr lang="es-ES" kern="0" dirty="0">
                <a:solidFill>
                  <a:srgbClr val="000000"/>
                </a:solidFill>
                <a:latin typeface="Comic Sans MS"/>
              </a:rPr>
              <a:t>La calidad y flexibilidad productiva.</a:t>
            </a:r>
          </a:p>
        </p:txBody>
      </p:sp>
      <p:sp>
        <p:nvSpPr>
          <p:cNvPr id="7" name="CuadroTexto 6">
            <a:extLst>
              <a:ext uri="{FF2B5EF4-FFF2-40B4-BE49-F238E27FC236}">
                <a16:creationId xmlns:a16="http://schemas.microsoft.com/office/drawing/2014/main" id="{3511B3C1-73AE-488E-A249-4FF0475D7F8B}"/>
              </a:ext>
            </a:extLst>
          </p:cNvPr>
          <p:cNvSpPr txBox="1"/>
          <p:nvPr/>
        </p:nvSpPr>
        <p:spPr>
          <a:xfrm>
            <a:off x="3144341" y="1461208"/>
            <a:ext cx="5976664" cy="369332"/>
          </a:xfrm>
          <a:prstGeom prst="rect">
            <a:avLst/>
          </a:prstGeom>
          <a:noFill/>
        </p:spPr>
        <p:txBody>
          <a:bodyPr wrap="square">
            <a:spAutoFit/>
          </a:bodyPr>
          <a:lstStyle/>
          <a:p>
            <a:pPr algn="ctr" eaLnBrk="0" fontAlgn="base" hangingPunct="0">
              <a:spcBef>
                <a:spcPct val="20000"/>
              </a:spcBef>
              <a:spcAft>
                <a:spcPct val="0"/>
              </a:spcAft>
              <a:defRPr/>
            </a:pPr>
            <a:r>
              <a:rPr lang="es-ES" b="1" kern="0" dirty="0">
                <a:solidFill>
                  <a:srgbClr val="C00000"/>
                </a:solidFill>
                <a:latin typeface="Comic Sans MS"/>
              </a:rPr>
              <a:t>ELEGIDO EL QUÉ, HAY QUE ELEGIR EL CÓMO</a:t>
            </a:r>
          </a:p>
        </p:txBody>
      </p:sp>
      <p:sp>
        <p:nvSpPr>
          <p:cNvPr id="3" name="Text Box 5">
            <a:extLst>
              <a:ext uri="{FF2B5EF4-FFF2-40B4-BE49-F238E27FC236}">
                <a16:creationId xmlns:a16="http://schemas.microsoft.com/office/drawing/2014/main" id="{43B8AEDA-1F80-1D5B-ABAA-77C550D25001}"/>
              </a:ext>
            </a:extLst>
          </p:cNvPr>
          <p:cNvSpPr txBox="1">
            <a:spLocks noChangeArrowheads="1"/>
          </p:cNvSpPr>
          <p:nvPr/>
        </p:nvSpPr>
        <p:spPr bwMode="auto">
          <a:xfrm>
            <a:off x="1631504" y="116632"/>
            <a:ext cx="8820150" cy="400110"/>
          </a:xfrm>
          <a:prstGeom prst="rect">
            <a:avLst/>
          </a:prstGeom>
          <a:noFill/>
          <a:ln w="9525">
            <a:noFill/>
            <a:miter lim="800000"/>
            <a:headEnd/>
            <a:tailEnd/>
          </a:ln>
          <a:effectLst/>
        </p:spPr>
        <p:txBody>
          <a:bodyPr>
            <a:spAutoFit/>
          </a:bodyPr>
          <a:lstStyle/>
          <a:p>
            <a:r>
              <a:rPr lang="es-ES_tradnl" sz="2000" b="1" kern="0" dirty="0">
                <a:solidFill>
                  <a:srgbClr val="CC0099"/>
                </a:solidFill>
              </a:rPr>
              <a:t>3. DECISIONES DE PRODUCCIÓN</a:t>
            </a:r>
            <a:endParaRPr lang="es-ES_tradnl" sz="2000" b="1" dirty="0">
              <a:solidFill>
                <a:schemeClr val="accent2"/>
              </a:solidFill>
            </a:endParaRPr>
          </a:p>
        </p:txBody>
      </p:sp>
      <p:sp>
        <p:nvSpPr>
          <p:cNvPr id="8" name="Text Box 5">
            <a:extLst>
              <a:ext uri="{FF2B5EF4-FFF2-40B4-BE49-F238E27FC236}">
                <a16:creationId xmlns:a16="http://schemas.microsoft.com/office/drawing/2014/main" id="{2A33BF23-2052-C031-197E-4A9E2DF198A2}"/>
              </a:ext>
            </a:extLst>
          </p:cNvPr>
          <p:cNvSpPr txBox="1">
            <a:spLocks noChangeArrowheads="1"/>
          </p:cNvSpPr>
          <p:nvPr/>
        </p:nvSpPr>
        <p:spPr bwMode="auto">
          <a:xfrm>
            <a:off x="3142431" y="366979"/>
            <a:ext cx="5544616" cy="461665"/>
          </a:xfrm>
          <a:prstGeom prst="rect">
            <a:avLst/>
          </a:prstGeom>
          <a:noFill/>
          <a:ln w="9525">
            <a:noFill/>
            <a:miter lim="800000"/>
            <a:headEnd/>
            <a:tailEnd/>
          </a:ln>
          <a:effectLst/>
        </p:spPr>
        <p:txBody>
          <a:bodyPr wrap="square">
            <a:spAutoFit/>
          </a:bodyPr>
          <a:lstStyle/>
          <a:p>
            <a:pPr algn="ctr" defTabSz="685800">
              <a:spcBef>
                <a:spcPts val="900"/>
              </a:spcBef>
              <a:spcAft>
                <a:spcPts val="900"/>
              </a:spcAft>
            </a:pPr>
            <a:r>
              <a:rPr lang="es-ES" sz="2400" b="1" dirty="0">
                <a:solidFill>
                  <a:srgbClr val="00B050"/>
                </a:solidFill>
                <a:latin typeface="+mj-lt"/>
                <a:cs typeface="Arial" panose="020B0604020202020204" pitchFamily="34" charset="0"/>
              </a:rPr>
              <a:t>a) Decisiones estructurales</a:t>
            </a:r>
            <a:endParaRPr lang="es-ES" sz="2400" b="1" dirty="0">
              <a:solidFill>
                <a:srgbClr val="00B050"/>
              </a:solidFill>
              <a:latin typeface="+mj-lt"/>
              <a:ea typeface="Times New Roman"/>
              <a:cs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750" fill="hold"/>
                                        <p:tgtEl>
                                          <p:spTgt spid="7"/>
                                        </p:tgtEl>
                                        <p:attrNameLst>
                                          <p:attrName>ppt_x</p:attrName>
                                        </p:attrNameLst>
                                      </p:cBhvr>
                                      <p:tavLst>
                                        <p:tav tm="0">
                                          <p:val>
                                            <p:strVal val="#ppt_x"/>
                                          </p:val>
                                        </p:tav>
                                        <p:tav tm="100000">
                                          <p:val>
                                            <p:strVal val="#ppt_x"/>
                                          </p:val>
                                        </p:tav>
                                      </p:tavLst>
                                    </p:anim>
                                    <p:anim calcmode="lin" valueType="num">
                                      <p:cBhvr additive="base">
                                        <p:cTn id="8" dur="750" fill="hold"/>
                                        <p:tgtEl>
                                          <p:spTgt spid="7"/>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
                                            <p:txEl>
                                              <p:pRg st="1" end="1"/>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
                                            <p:txEl>
                                              <p:pRg st="2" end="2"/>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
                                            <p:txEl>
                                              <p:pRg st="3" end="3"/>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
                                            <p:txEl>
                                              <p:pRg st="5" end="5"/>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7"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ítulo 7">
            <a:extLst>
              <a:ext uri="{FF2B5EF4-FFF2-40B4-BE49-F238E27FC236}">
                <a16:creationId xmlns:a16="http://schemas.microsoft.com/office/drawing/2014/main" id="{CB754CBF-1E1F-4BCC-A8B0-C0AB4157F1D5}"/>
              </a:ext>
            </a:extLst>
          </p:cNvPr>
          <p:cNvSpPr>
            <a:spLocks noGrp="1"/>
          </p:cNvSpPr>
          <p:nvPr>
            <p:ph type="title" idx="4294967295"/>
          </p:nvPr>
        </p:nvSpPr>
        <p:spPr>
          <a:xfrm>
            <a:off x="2951150" y="922653"/>
            <a:ext cx="7305675" cy="571500"/>
          </a:xfrm>
        </p:spPr>
        <p:txBody>
          <a:bodyPr>
            <a:normAutofit/>
          </a:bodyPr>
          <a:lstStyle/>
          <a:p>
            <a:r>
              <a:rPr lang="es-ES" sz="2700" dirty="0">
                <a:solidFill>
                  <a:srgbClr val="00CC99"/>
                </a:solidFill>
              </a:rPr>
              <a:t>Variables </a:t>
            </a:r>
            <a:r>
              <a:rPr lang="es-ES" sz="2700" dirty="0">
                <a:solidFill>
                  <a:srgbClr val="FFC000"/>
                </a:solidFill>
              </a:rPr>
              <a:t>que lo determinan: </a:t>
            </a:r>
            <a:endParaRPr lang="es-ES" sz="2700" dirty="0">
              <a:solidFill>
                <a:srgbClr val="00CC99"/>
              </a:solidFill>
            </a:endParaRPr>
          </a:p>
        </p:txBody>
      </p:sp>
      <p:pic>
        <p:nvPicPr>
          <p:cNvPr id="14" name="Imagen 13">
            <a:extLst>
              <a:ext uri="{FF2B5EF4-FFF2-40B4-BE49-F238E27FC236}">
                <a16:creationId xmlns:a16="http://schemas.microsoft.com/office/drawing/2014/main" id="{1D469EE8-92DB-4909-B4C1-12D6F4462DD2}"/>
              </a:ext>
            </a:extLst>
          </p:cNvPr>
          <p:cNvPicPr>
            <a:picLocks noChangeAspect="1"/>
          </p:cNvPicPr>
          <p:nvPr/>
        </p:nvPicPr>
        <p:blipFill rotWithShape="1">
          <a:blip r:embed="rId3"/>
          <a:srcRect l="93" t="5560" r="979" b="2513"/>
          <a:stretch/>
        </p:blipFill>
        <p:spPr>
          <a:xfrm>
            <a:off x="1524001" y="867837"/>
            <a:ext cx="1427149" cy="1685956"/>
          </a:xfrm>
          <a:prstGeom prst="rect">
            <a:avLst/>
          </a:prstGeom>
        </p:spPr>
      </p:pic>
      <p:sp>
        <p:nvSpPr>
          <p:cNvPr id="26" name="Marcador de texto 8">
            <a:extLst>
              <a:ext uri="{FF2B5EF4-FFF2-40B4-BE49-F238E27FC236}">
                <a16:creationId xmlns:a16="http://schemas.microsoft.com/office/drawing/2014/main" id="{D33C073C-25CD-4D43-9E75-92B6C91F5AAF}"/>
              </a:ext>
            </a:extLst>
          </p:cNvPr>
          <p:cNvSpPr txBox="1">
            <a:spLocks/>
          </p:cNvSpPr>
          <p:nvPr/>
        </p:nvSpPr>
        <p:spPr>
          <a:xfrm>
            <a:off x="1712654" y="2553793"/>
            <a:ext cx="2744206" cy="734369"/>
          </a:xfrm>
          <a:prstGeom prst="downArrowCallout">
            <a:avLst/>
          </a:prstGeom>
          <a:ln w="28575">
            <a:solidFill>
              <a:srgbClr val="FFC000"/>
            </a:solidFill>
          </a:ln>
        </p:spPr>
        <p:txBody>
          <a:bodyPr vert="horz" lIns="68580" tIns="34290" rIns="68580" bIns="34290" rtlCol="0" anchor="ctr">
            <a:noAutofit/>
          </a:bodyPr>
          <a:lstStyle>
            <a:lvl1pPr marL="0" indent="0" algn="l" defTabSz="914388" rtl="0" eaLnBrk="1" latinLnBrk="0" hangingPunct="1">
              <a:lnSpc>
                <a:spcPct val="90000"/>
              </a:lnSpc>
              <a:spcBef>
                <a:spcPts val="1001"/>
              </a:spcBef>
              <a:buFont typeface="Arial" panose="020B0604020202020204" pitchFamily="34" charset="0"/>
              <a:buNone/>
              <a:defRPr sz="2601" b="0" kern="1200">
                <a:solidFill>
                  <a:schemeClr val="accent1"/>
                </a:solidFill>
                <a:latin typeface="+mn-lt"/>
                <a:ea typeface="+mn-ea"/>
                <a:cs typeface="+mn-cs"/>
              </a:defRPr>
            </a:lvl1pPr>
            <a:lvl2pPr marL="457195" indent="0" algn="l" defTabSz="914388"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388" indent="0" algn="l" defTabSz="914388" rtl="0" eaLnBrk="1" latinLnBrk="0" hangingPunct="1">
              <a:lnSpc>
                <a:spcPct val="90000"/>
              </a:lnSpc>
              <a:spcBef>
                <a:spcPts val="500"/>
              </a:spcBef>
              <a:buFont typeface="Arial" panose="020B0604020202020204" pitchFamily="34" charset="0"/>
              <a:buNone/>
              <a:defRPr sz="1801" b="1" kern="1200">
                <a:solidFill>
                  <a:schemeClr val="tx1"/>
                </a:solidFill>
                <a:latin typeface="+mn-lt"/>
                <a:ea typeface="+mn-ea"/>
                <a:cs typeface="+mn-cs"/>
              </a:defRPr>
            </a:lvl3pPr>
            <a:lvl4pPr marL="1371583" indent="0" algn="l" defTabSz="914388"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777" indent="0" algn="l" defTabSz="914388"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5972" indent="0" algn="l" defTabSz="914388"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166" indent="0" algn="l" defTabSz="914388"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360" indent="0" algn="l" defTabSz="914388"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555" indent="0" algn="l" defTabSz="914388"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pPr algn="ctr" defTabSz="685791">
              <a:lnSpc>
                <a:spcPct val="100000"/>
              </a:lnSpc>
              <a:spcBef>
                <a:spcPts val="751"/>
              </a:spcBef>
            </a:pPr>
            <a:r>
              <a:rPr lang="es-ES" sz="1800" b="1" dirty="0">
                <a:solidFill>
                  <a:srgbClr val="000000"/>
                </a:solidFill>
                <a:latin typeface="+mj-lt"/>
              </a:rPr>
              <a:t>Por proyecto</a:t>
            </a:r>
          </a:p>
        </p:txBody>
      </p:sp>
      <p:sp>
        <p:nvSpPr>
          <p:cNvPr id="27" name="Marcador de texto 9">
            <a:extLst>
              <a:ext uri="{FF2B5EF4-FFF2-40B4-BE49-F238E27FC236}">
                <a16:creationId xmlns:a16="http://schemas.microsoft.com/office/drawing/2014/main" id="{67589B8A-874D-4D9B-B9DE-77F0CF919878}"/>
              </a:ext>
            </a:extLst>
          </p:cNvPr>
          <p:cNvSpPr txBox="1">
            <a:spLocks/>
          </p:cNvSpPr>
          <p:nvPr/>
        </p:nvSpPr>
        <p:spPr>
          <a:xfrm>
            <a:off x="7828155" y="2553793"/>
            <a:ext cx="2744207" cy="734369"/>
          </a:xfrm>
          <a:prstGeom prst="downArrowCallout">
            <a:avLst/>
          </a:prstGeom>
          <a:ln w="28575">
            <a:solidFill>
              <a:srgbClr val="FFC000"/>
            </a:solidFill>
          </a:ln>
        </p:spPr>
        <p:txBody>
          <a:bodyPr vert="horz" lIns="68580" tIns="34290" rIns="68580" bIns="34290" rtlCol="0" anchor="ctr">
            <a:noAutofit/>
          </a:bodyPr>
          <a:lstStyle>
            <a:lvl1pPr marL="0" indent="0" algn="l" defTabSz="914388" rtl="0" eaLnBrk="1" latinLnBrk="0" hangingPunct="1">
              <a:lnSpc>
                <a:spcPct val="90000"/>
              </a:lnSpc>
              <a:spcBef>
                <a:spcPts val="1001"/>
              </a:spcBef>
              <a:buFont typeface="Arial" panose="020B0604020202020204" pitchFamily="34" charset="0"/>
              <a:buNone/>
              <a:defRPr sz="2601" b="0" kern="1200">
                <a:solidFill>
                  <a:schemeClr val="accent1"/>
                </a:solidFill>
                <a:latin typeface="+mn-lt"/>
                <a:ea typeface="+mn-ea"/>
                <a:cs typeface="+mn-cs"/>
              </a:defRPr>
            </a:lvl1pPr>
            <a:lvl2pPr marL="457195" indent="0" algn="l" defTabSz="914388"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388" indent="0" algn="l" defTabSz="914388" rtl="0" eaLnBrk="1" latinLnBrk="0" hangingPunct="1">
              <a:lnSpc>
                <a:spcPct val="90000"/>
              </a:lnSpc>
              <a:spcBef>
                <a:spcPts val="500"/>
              </a:spcBef>
              <a:buFont typeface="Arial" panose="020B0604020202020204" pitchFamily="34" charset="0"/>
              <a:buNone/>
              <a:defRPr sz="1801" b="1" kern="1200">
                <a:solidFill>
                  <a:schemeClr val="tx1"/>
                </a:solidFill>
                <a:latin typeface="+mn-lt"/>
                <a:ea typeface="+mn-ea"/>
                <a:cs typeface="+mn-cs"/>
              </a:defRPr>
            </a:lvl3pPr>
            <a:lvl4pPr marL="1371583" indent="0" algn="l" defTabSz="914388"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777" indent="0" algn="l" defTabSz="914388"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5972" indent="0" algn="l" defTabSz="914388"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166" indent="0" algn="l" defTabSz="914388"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360" indent="0" algn="l" defTabSz="914388"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555" indent="0" algn="l" defTabSz="914388"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pPr algn="ctr" defTabSz="685791">
              <a:lnSpc>
                <a:spcPct val="100000"/>
              </a:lnSpc>
              <a:spcBef>
                <a:spcPts val="751"/>
              </a:spcBef>
            </a:pPr>
            <a:r>
              <a:rPr lang="es-ES" sz="1800" b="1" dirty="0">
                <a:solidFill>
                  <a:srgbClr val="000000"/>
                </a:solidFill>
                <a:latin typeface="+mj-lt"/>
              </a:rPr>
              <a:t>Continuo</a:t>
            </a:r>
            <a:endParaRPr lang="es-ES" sz="1500" b="1" dirty="0">
              <a:solidFill>
                <a:srgbClr val="000000"/>
              </a:solidFill>
              <a:latin typeface="+mj-lt"/>
            </a:endParaRPr>
          </a:p>
        </p:txBody>
      </p:sp>
      <p:sp>
        <p:nvSpPr>
          <p:cNvPr id="28" name="Marcador de texto 8">
            <a:extLst>
              <a:ext uri="{FF2B5EF4-FFF2-40B4-BE49-F238E27FC236}">
                <a16:creationId xmlns:a16="http://schemas.microsoft.com/office/drawing/2014/main" id="{D6096ED1-5B72-4C73-98CF-80913EAE68D9}"/>
              </a:ext>
            </a:extLst>
          </p:cNvPr>
          <p:cNvSpPr txBox="1">
            <a:spLocks/>
          </p:cNvSpPr>
          <p:nvPr/>
        </p:nvSpPr>
        <p:spPr>
          <a:xfrm>
            <a:off x="4614922" y="2570225"/>
            <a:ext cx="2966979" cy="687044"/>
          </a:xfrm>
          <a:prstGeom prst="downArrowCallout">
            <a:avLst/>
          </a:prstGeom>
          <a:ln w="28575">
            <a:solidFill>
              <a:srgbClr val="FFC000"/>
            </a:solidFill>
          </a:ln>
        </p:spPr>
        <p:txBody>
          <a:bodyPr vert="horz" lIns="68580" tIns="34290" rIns="68580" bIns="34290" rtlCol="0" anchor="ctr">
            <a:noAutofit/>
          </a:bodyPr>
          <a:lstStyle>
            <a:defPPr>
              <a:defRPr lang="en-US"/>
            </a:defPPr>
            <a:lvl1pPr indent="0" defTabSz="914388">
              <a:lnSpc>
                <a:spcPct val="90000"/>
              </a:lnSpc>
              <a:spcBef>
                <a:spcPts val="1001"/>
              </a:spcBef>
              <a:buFont typeface="Arial" panose="020B0604020202020204" pitchFamily="34" charset="0"/>
              <a:buNone/>
              <a:defRPr sz="2000" b="1"/>
            </a:lvl1pPr>
            <a:lvl2pPr marL="457195" indent="0" defTabSz="914388">
              <a:lnSpc>
                <a:spcPct val="90000"/>
              </a:lnSpc>
              <a:spcBef>
                <a:spcPts val="500"/>
              </a:spcBef>
              <a:buFont typeface="Arial" panose="020B0604020202020204" pitchFamily="34" charset="0"/>
              <a:buNone/>
              <a:defRPr sz="2000" b="1"/>
            </a:lvl2pPr>
            <a:lvl3pPr marL="914388" indent="0" defTabSz="914388">
              <a:lnSpc>
                <a:spcPct val="90000"/>
              </a:lnSpc>
              <a:spcBef>
                <a:spcPts val="500"/>
              </a:spcBef>
              <a:buFont typeface="Arial" panose="020B0604020202020204" pitchFamily="34" charset="0"/>
              <a:buNone/>
              <a:defRPr sz="1801" b="1"/>
            </a:lvl3pPr>
            <a:lvl4pPr marL="1371583" indent="0" defTabSz="914388">
              <a:lnSpc>
                <a:spcPct val="90000"/>
              </a:lnSpc>
              <a:spcBef>
                <a:spcPts val="500"/>
              </a:spcBef>
              <a:buFont typeface="Arial" panose="020B0604020202020204" pitchFamily="34" charset="0"/>
              <a:buNone/>
              <a:defRPr sz="1600" b="1"/>
            </a:lvl4pPr>
            <a:lvl5pPr marL="1828777" indent="0" defTabSz="914388">
              <a:lnSpc>
                <a:spcPct val="90000"/>
              </a:lnSpc>
              <a:spcBef>
                <a:spcPts val="500"/>
              </a:spcBef>
              <a:buFont typeface="Arial" panose="020B0604020202020204" pitchFamily="34" charset="0"/>
              <a:buNone/>
              <a:defRPr sz="1600" b="1"/>
            </a:lvl5pPr>
            <a:lvl6pPr marL="2285972" indent="0" defTabSz="914388">
              <a:lnSpc>
                <a:spcPct val="90000"/>
              </a:lnSpc>
              <a:spcBef>
                <a:spcPts val="500"/>
              </a:spcBef>
              <a:buFont typeface="Arial" panose="020B0604020202020204" pitchFamily="34" charset="0"/>
              <a:buNone/>
              <a:defRPr sz="1600" b="1"/>
            </a:lvl6pPr>
            <a:lvl7pPr marL="2743166" indent="0" defTabSz="914388">
              <a:lnSpc>
                <a:spcPct val="90000"/>
              </a:lnSpc>
              <a:spcBef>
                <a:spcPts val="500"/>
              </a:spcBef>
              <a:buFont typeface="Arial" panose="020B0604020202020204" pitchFamily="34" charset="0"/>
              <a:buNone/>
              <a:defRPr sz="1600" b="1"/>
            </a:lvl7pPr>
            <a:lvl8pPr marL="3200360" indent="0" defTabSz="914388">
              <a:lnSpc>
                <a:spcPct val="90000"/>
              </a:lnSpc>
              <a:spcBef>
                <a:spcPts val="500"/>
              </a:spcBef>
              <a:buFont typeface="Arial" panose="020B0604020202020204" pitchFamily="34" charset="0"/>
              <a:buNone/>
              <a:defRPr sz="1600" b="1"/>
            </a:lvl8pPr>
            <a:lvl9pPr marL="3657555" indent="0" defTabSz="914388">
              <a:lnSpc>
                <a:spcPct val="90000"/>
              </a:lnSpc>
              <a:spcBef>
                <a:spcPts val="500"/>
              </a:spcBef>
              <a:buFont typeface="Arial" panose="020B0604020202020204" pitchFamily="34" charset="0"/>
              <a:buNone/>
              <a:defRPr sz="1600" b="1"/>
            </a:lvl9pPr>
          </a:lstStyle>
          <a:p>
            <a:pPr algn="ctr" defTabSz="685791">
              <a:lnSpc>
                <a:spcPct val="100000"/>
              </a:lnSpc>
              <a:spcBef>
                <a:spcPts val="751"/>
              </a:spcBef>
            </a:pPr>
            <a:r>
              <a:rPr lang="es-ES" sz="1800" dirty="0">
                <a:solidFill>
                  <a:srgbClr val="000000"/>
                </a:solidFill>
                <a:latin typeface="+mj-lt"/>
              </a:rPr>
              <a:t>Lotes</a:t>
            </a:r>
          </a:p>
        </p:txBody>
      </p:sp>
      <p:sp>
        <p:nvSpPr>
          <p:cNvPr id="15" name="CuadroTexto 14">
            <a:extLst>
              <a:ext uri="{FF2B5EF4-FFF2-40B4-BE49-F238E27FC236}">
                <a16:creationId xmlns:a16="http://schemas.microsoft.com/office/drawing/2014/main" id="{75FDD713-D9A6-415E-8E64-5CC7FD96DFB0}"/>
              </a:ext>
            </a:extLst>
          </p:cNvPr>
          <p:cNvSpPr txBox="1"/>
          <p:nvPr/>
        </p:nvSpPr>
        <p:spPr>
          <a:xfrm>
            <a:off x="1809092" y="1469135"/>
            <a:ext cx="974540" cy="510396"/>
          </a:xfrm>
          <a:prstGeom prst="rect">
            <a:avLst/>
          </a:prstGeom>
          <a:noFill/>
        </p:spPr>
        <p:txBody>
          <a:bodyPr wrap="square">
            <a:spAutoFit/>
          </a:bodyPr>
          <a:lstStyle>
            <a:defPPr>
              <a:defRPr lang="es-ES"/>
            </a:defPPr>
            <a:lvl1pPr lvl="0">
              <a:lnSpc>
                <a:spcPct val="100000"/>
              </a:lnSpc>
              <a:spcBef>
                <a:spcPts val="0"/>
              </a:spcBef>
              <a:spcAft>
                <a:spcPts val="600"/>
              </a:spcAft>
              <a:defRPr sz="2400">
                <a:effectLst/>
                <a:cs typeface="Arial" panose="020B0604020202020204" pitchFamily="34" charset="0"/>
              </a:defRPr>
            </a:lvl1pPr>
          </a:lstStyle>
          <a:p>
            <a:pPr algn="ctr" defTabSz="685800">
              <a:spcAft>
                <a:spcPts val="450"/>
              </a:spcAft>
            </a:pPr>
            <a:r>
              <a:rPr lang="es-ES" sz="1150" b="1" dirty="0">
                <a:solidFill>
                  <a:srgbClr val="00B050"/>
                </a:solidFill>
                <a:latin typeface="+mj-lt"/>
              </a:rPr>
              <a:t>Tecnología:</a:t>
            </a:r>
          </a:p>
          <a:p>
            <a:pPr algn="ctr" defTabSz="685800">
              <a:spcAft>
                <a:spcPts val="450"/>
              </a:spcAft>
            </a:pPr>
            <a:r>
              <a:rPr lang="es-ES" sz="1150" b="1" dirty="0">
                <a:solidFill>
                  <a:srgbClr val="00B050"/>
                </a:solidFill>
                <a:latin typeface="+mj-lt"/>
              </a:rPr>
              <a:t> Proceso</a:t>
            </a:r>
          </a:p>
        </p:txBody>
      </p:sp>
      <p:sp>
        <p:nvSpPr>
          <p:cNvPr id="16" name="CuadroTexto 15">
            <a:extLst>
              <a:ext uri="{FF2B5EF4-FFF2-40B4-BE49-F238E27FC236}">
                <a16:creationId xmlns:a16="http://schemas.microsoft.com/office/drawing/2014/main" id="{07C310FB-A31B-4FB1-B2A1-D26E598ABF1E}"/>
              </a:ext>
            </a:extLst>
          </p:cNvPr>
          <p:cNvSpPr txBox="1"/>
          <p:nvPr/>
        </p:nvSpPr>
        <p:spPr>
          <a:xfrm>
            <a:off x="5401392" y="1828445"/>
            <a:ext cx="3494912" cy="415498"/>
          </a:xfrm>
          <a:prstGeom prst="rect">
            <a:avLst/>
          </a:prstGeom>
          <a:noFill/>
        </p:spPr>
        <p:txBody>
          <a:bodyPr wrap="square" rtlCol="0">
            <a:spAutoFit/>
          </a:bodyPr>
          <a:lstStyle/>
          <a:p>
            <a:pPr algn="ctr" defTabSz="685800"/>
            <a:r>
              <a:rPr lang="es-ES" sz="2100" dirty="0">
                <a:solidFill>
                  <a:srgbClr val="00CC99"/>
                </a:solidFill>
                <a:latin typeface="+mj-lt"/>
              </a:rPr>
              <a:t>Tipo producto</a:t>
            </a:r>
          </a:p>
        </p:txBody>
      </p:sp>
      <p:sp>
        <p:nvSpPr>
          <p:cNvPr id="18" name="CuadroTexto 17">
            <a:extLst>
              <a:ext uri="{FF2B5EF4-FFF2-40B4-BE49-F238E27FC236}">
                <a16:creationId xmlns:a16="http://schemas.microsoft.com/office/drawing/2014/main" id="{D773F743-2C65-4334-B91F-B9434FD55FEC}"/>
              </a:ext>
            </a:extLst>
          </p:cNvPr>
          <p:cNvSpPr txBox="1"/>
          <p:nvPr/>
        </p:nvSpPr>
        <p:spPr>
          <a:xfrm>
            <a:off x="3473178" y="1446053"/>
            <a:ext cx="3494912" cy="415498"/>
          </a:xfrm>
          <a:prstGeom prst="rect">
            <a:avLst/>
          </a:prstGeom>
          <a:noFill/>
        </p:spPr>
        <p:txBody>
          <a:bodyPr wrap="square" rtlCol="0">
            <a:spAutoFit/>
          </a:bodyPr>
          <a:lstStyle/>
          <a:p>
            <a:pPr algn="ctr" defTabSz="685800"/>
            <a:r>
              <a:rPr lang="es-ES" sz="2100" dirty="0">
                <a:solidFill>
                  <a:srgbClr val="FFC000"/>
                </a:solidFill>
                <a:latin typeface="+mj-lt"/>
              </a:rPr>
              <a:t>Continuidad</a:t>
            </a:r>
            <a:r>
              <a:rPr lang="es-ES" sz="2100" dirty="0">
                <a:solidFill>
                  <a:srgbClr val="FFC0FF"/>
                </a:solidFill>
                <a:latin typeface="+mj-lt"/>
              </a:rPr>
              <a:t> </a:t>
            </a:r>
            <a:r>
              <a:rPr lang="es-ES" sz="2100" dirty="0">
                <a:solidFill>
                  <a:srgbClr val="FFC000"/>
                </a:solidFill>
                <a:latin typeface="+mj-lt"/>
              </a:rPr>
              <a:t>del proceso</a:t>
            </a:r>
          </a:p>
        </p:txBody>
      </p:sp>
      <p:sp>
        <p:nvSpPr>
          <p:cNvPr id="19" name="CuadroTexto 18">
            <a:extLst>
              <a:ext uri="{FF2B5EF4-FFF2-40B4-BE49-F238E27FC236}">
                <a16:creationId xmlns:a16="http://schemas.microsoft.com/office/drawing/2014/main" id="{40A25F5F-6E1B-4B66-8ABC-21A37D49116B}"/>
              </a:ext>
            </a:extLst>
          </p:cNvPr>
          <p:cNvSpPr txBox="1"/>
          <p:nvPr/>
        </p:nvSpPr>
        <p:spPr>
          <a:xfrm>
            <a:off x="7862990" y="2149406"/>
            <a:ext cx="2805011" cy="415498"/>
          </a:xfrm>
          <a:prstGeom prst="rect">
            <a:avLst/>
          </a:prstGeom>
          <a:noFill/>
        </p:spPr>
        <p:txBody>
          <a:bodyPr wrap="square" rtlCol="0">
            <a:spAutoFit/>
          </a:bodyPr>
          <a:lstStyle/>
          <a:p>
            <a:pPr algn="ctr" defTabSz="685800"/>
            <a:r>
              <a:rPr lang="es-ES" sz="2100" dirty="0">
                <a:solidFill>
                  <a:srgbClr val="FFC000"/>
                </a:solidFill>
                <a:latin typeface="+mj-lt"/>
              </a:rPr>
              <a:t>Variedad producto</a:t>
            </a:r>
          </a:p>
        </p:txBody>
      </p:sp>
      <p:sp>
        <p:nvSpPr>
          <p:cNvPr id="22" name="CuadroTexto 21">
            <a:extLst>
              <a:ext uri="{FF2B5EF4-FFF2-40B4-BE49-F238E27FC236}">
                <a16:creationId xmlns:a16="http://schemas.microsoft.com/office/drawing/2014/main" id="{F17EA0A5-3B13-431F-A58C-9F28F612DE98}"/>
              </a:ext>
            </a:extLst>
          </p:cNvPr>
          <p:cNvSpPr txBox="1"/>
          <p:nvPr/>
        </p:nvSpPr>
        <p:spPr>
          <a:xfrm>
            <a:off x="1712653" y="3256612"/>
            <a:ext cx="2729918" cy="646331"/>
          </a:xfrm>
          <a:prstGeom prst="rect">
            <a:avLst/>
          </a:prstGeom>
          <a:noFill/>
        </p:spPr>
        <p:txBody>
          <a:bodyPr wrap="square">
            <a:spAutoFit/>
          </a:bodyPr>
          <a:lstStyle/>
          <a:p>
            <a:pPr algn="ctr" defTabSz="685800"/>
            <a:r>
              <a:rPr lang="es-ES" dirty="0">
                <a:solidFill>
                  <a:srgbClr val="000000"/>
                </a:solidFill>
                <a:latin typeface="+mj-lt"/>
              </a:rPr>
              <a:t>Mucha variedad </a:t>
            </a:r>
          </a:p>
          <a:p>
            <a:pPr algn="ctr" defTabSz="685800"/>
            <a:r>
              <a:rPr lang="es-ES" dirty="0">
                <a:solidFill>
                  <a:srgbClr val="000000"/>
                </a:solidFill>
                <a:latin typeface="+mj-lt"/>
              </a:rPr>
              <a:t>Poco volumen</a:t>
            </a:r>
          </a:p>
        </p:txBody>
      </p:sp>
      <p:sp>
        <p:nvSpPr>
          <p:cNvPr id="24" name="CuadroTexto 23">
            <a:extLst>
              <a:ext uri="{FF2B5EF4-FFF2-40B4-BE49-F238E27FC236}">
                <a16:creationId xmlns:a16="http://schemas.microsoft.com/office/drawing/2014/main" id="{BFAF8A5A-CE9F-47A3-9E3D-F34DCB6E6B2D}"/>
              </a:ext>
            </a:extLst>
          </p:cNvPr>
          <p:cNvSpPr txBox="1"/>
          <p:nvPr/>
        </p:nvSpPr>
        <p:spPr>
          <a:xfrm>
            <a:off x="4726602" y="3230834"/>
            <a:ext cx="2729918" cy="646331"/>
          </a:xfrm>
          <a:prstGeom prst="rect">
            <a:avLst/>
          </a:prstGeom>
          <a:noFill/>
        </p:spPr>
        <p:txBody>
          <a:bodyPr wrap="square">
            <a:spAutoFit/>
          </a:bodyPr>
          <a:lstStyle/>
          <a:p>
            <a:pPr algn="ctr" defTabSz="685800"/>
            <a:r>
              <a:rPr lang="es-ES" dirty="0">
                <a:solidFill>
                  <a:srgbClr val="000000"/>
                </a:solidFill>
                <a:latin typeface="+mj-lt"/>
              </a:rPr>
              <a:t>Múltiples productos</a:t>
            </a:r>
          </a:p>
          <a:p>
            <a:pPr algn="ctr" defTabSz="685800"/>
            <a:r>
              <a:rPr lang="es-ES" dirty="0">
                <a:solidFill>
                  <a:srgbClr val="000000"/>
                </a:solidFill>
                <a:latin typeface="+mj-lt"/>
              </a:rPr>
              <a:t>Poco o medio volumen</a:t>
            </a:r>
          </a:p>
        </p:txBody>
      </p:sp>
      <p:sp>
        <p:nvSpPr>
          <p:cNvPr id="25" name="CuadroTexto 24">
            <a:extLst>
              <a:ext uri="{FF2B5EF4-FFF2-40B4-BE49-F238E27FC236}">
                <a16:creationId xmlns:a16="http://schemas.microsoft.com/office/drawing/2014/main" id="{6F3BF0E5-BB01-4E70-BA21-D284F1BB8EBB}"/>
              </a:ext>
            </a:extLst>
          </p:cNvPr>
          <p:cNvSpPr txBox="1"/>
          <p:nvPr/>
        </p:nvSpPr>
        <p:spPr>
          <a:xfrm>
            <a:off x="7841197" y="3230834"/>
            <a:ext cx="2729918" cy="646331"/>
          </a:xfrm>
          <a:prstGeom prst="rect">
            <a:avLst/>
          </a:prstGeom>
          <a:noFill/>
        </p:spPr>
        <p:txBody>
          <a:bodyPr wrap="square">
            <a:spAutoFit/>
          </a:bodyPr>
          <a:lstStyle/>
          <a:p>
            <a:pPr algn="ctr" defTabSz="685800"/>
            <a:r>
              <a:rPr lang="es-ES" dirty="0">
                <a:solidFill>
                  <a:srgbClr val="000000"/>
                </a:solidFill>
                <a:latin typeface="+mj-lt"/>
              </a:rPr>
              <a:t>Uno o pocos productos</a:t>
            </a:r>
          </a:p>
          <a:p>
            <a:pPr algn="ctr" defTabSz="685800"/>
            <a:r>
              <a:rPr lang="es-ES" dirty="0">
                <a:solidFill>
                  <a:srgbClr val="000000"/>
                </a:solidFill>
                <a:latin typeface="+mj-lt"/>
              </a:rPr>
              <a:t>Elevado volumen</a:t>
            </a:r>
          </a:p>
        </p:txBody>
      </p:sp>
      <p:pic>
        <p:nvPicPr>
          <p:cNvPr id="4098" name="Picture 2" descr="Resultado de imagen de proceso productivo por proyecto">
            <a:extLst>
              <a:ext uri="{FF2B5EF4-FFF2-40B4-BE49-F238E27FC236}">
                <a16:creationId xmlns:a16="http://schemas.microsoft.com/office/drawing/2014/main" id="{822CE1DE-A1FE-4FEC-858B-B1AFDBD7625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12652" y="3955439"/>
            <a:ext cx="2702532" cy="2034725"/>
          </a:xfrm>
          <a:prstGeom prst="rect">
            <a:avLst/>
          </a:prstGeom>
          <a:noFill/>
          <a:extLst>
            <a:ext uri="{909E8E84-426E-40DD-AFC4-6F175D3DCCD1}">
              <a14:hiddenFill xmlns:a14="http://schemas.microsoft.com/office/drawing/2010/main">
                <a:solidFill>
                  <a:srgbClr val="FFFFFF"/>
                </a:solidFill>
              </a14:hiddenFill>
            </a:ext>
          </a:extLst>
        </p:spPr>
      </p:pic>
      <p:pic>
        <p:nvPicPr>
          <p:cNvPr id="4102" name="Picture 6" descr="Resultado de imagen de proceso productivo de una carpinteria">
            <a:extLst>
              <a:ext uri="{FF2B5EF4-FFF2-40B4-BE49-F238E27FC236}">
                <a16:creationId xmlns:a16="http://schemas.microsoft.com/office/drawing/2014/main" id="{A6E192EC-BD97-4CEA-BB0B-D2B313A7E0A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81052" y="3972193"/>
            <a:ext cx="2980679" cy="2028559"/>
          </a:xfrm>
          <a:prstGeom prst="rect">
            <a:avLst/>
          </a:prstGeom>
          <a:noFill/>
          <a:extLst>
            <a:ext uri="{909E8E84-426E-40DD-AFC4-6F175D3DCCD1}">
              <a14:hiddenFill xmlns:a14="http://schemas.microsoft.com/office/drawing/2010/main">
                <a:solidFill>
                  <a:srgbClr val="FFFFFF"/>
                </a:solidFill>
              </a14:hiddenFill>
            </a:ext>
          </a:extLst>
        </p:spPr>
      </p:pic>
      <p:pic>
        <p:nvPicPr>
          <p:cNvPr id="4104" name="Picture 8" descr="Resultado de imagen de proceso productivo papel">
            <a:extLst>
              <a:ext uri="{FF2B5EF4-FFF2-40B4-BE49-F238E27FC236}">
                <a16:creationId xmlns:a16="http://schemas.microsoft.com/office/drawing/2014/main" id="{F99984CD-D8BD-4A3E-AB9B-54D5C6638A3F}"/>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838469" y="3986654"/>
            <a:ext cx="2732647" cy="2028559"/>
          </a:xfrm>
          <a:prstGeom prst="rect">
            <a:avLst/>
          </a:prstGeom>
          <a:noFill/>
          <a:extLst>
            <a:ext uri="{909E8E84-426E-40DD-AFC4-6F175D3DCCD1}">
              <a14:hiddenFill xmlns:a14="http://schemas.microsoft.com/office/drawing/2010/main">
                <a:solidFill>
                  <a:srgbClr val="FFFFFF"/>
                </a:solidFill>
              </a14:hiddenFill>
            </a:ext>
          </a:extLst>
        </p:spPr>
      </p:pic>
      <p:sp>
        <p:nvSpPr>
          <p:cNvPr id="2" name="Text Box 5">
            <a:extLst>
              <a:ext uri="{FF2B5EF4-FFF2-40B4-BE49-F238E27FC236}">
                <a16:creationId xmlns:a16="http://schemas.microsoft.com/office/drawing/2014/main" id="{F6A179A5-DCE5-CA50-B035-876D9767366B}"/>
              </a:ext>
            </a:extLst>
          </p:cNvPr>
          <p:cNvSpPr txBox="1">
            <a:spLocks noChangeArrowheads="1"/>
          </p:cNvSpPr>
          <p:nvPr/>
        </p:nvSpPr>
        <p:spPr bwMode="auto">
          <a:xfrm>
            <a:off x="1631504" y="116632"/>
            <a:ext cx="8820150" cy="400110"/>
          </a:xfrm>
          <a:prstGeom prst="rect">
            <a:avLst/>
          </a:prstGeom>
          <a:noFill/>
          <a:ln w="9525">
            <a:noFill/>
            <a:miter lim="800000"/>
            <a:headEnd/>
            <a:tailEnd/>
          </a:ln>
          <a:effectLst/>
        </p:spPr>
        <p:txBody>
          <a:bodyPr>
            <a:spAutoFit/>
          </a:bodyPr>
          <a:lstStyle/>
          <a:p>
            <a:r>
              <a:rPr lang="es-ES_tradnl" sz="2000" b="1" kern="0" dirty="0">
                <a:solidFill>
                  <a:srgbClr val="CC0099"/>
                </a:solidFill>
              </a:rPr>
              <a:t>3. DECISIONES DE PRODUCCIÓN</a:t>
            </a:r>
            <a:endParaRPr lang="es-ES_tradnl" sz="2000" b="1" dirty="0">
              <a:solidFill>
                <a:schemeClr val="accent2"/>
              </a:solidFill>
            </a:endParaRPr>
          </a:p>
        </p:txBody>
      </p:sp>
      <p:sp>
        <p:nvSpPr>
          <p:cNvPr id="4" name="1 Botón de acción: Final">
            <a:hlinkClick r:id="" action="ppaction://noaction" highlightClick="1"/>
            <a:extLst>
              <a:ext uri="{FF2B5EF4-FFF2-40B4-BE49-F238E27FC236}">
                <a16:creationId xmlns:a16="http://schemas.microsoft.com/office/drawing/2014/main" id="{E79515AC-A935-DEA2-66FF-63046F82067F}"/>
              </a:ext>
            </a:extLst>
          </p:cNvPr>
          <p:cNvSpPr/>
          <p:nvPr/>
        </p:nvSpPr>
        <p:spPr>
          <a:xfrm>
            <a:off x="2135560" y="6371266"/>
            <a:ext cx="648072" cy="288032"/>
          </a:xfrm>
          <a:prstGeom prst="actionButtonEnd">
            <a:avLst/>
          </a:prstGeom>
          <a:solidFill>
            <a:schemeClr val="accent6">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 name="Rectángulo 4">
            <a:extLst>
              <a:ext uri="{FF2B5EF4-FFF2-40B4-BE49-F238E27FC236}">
                <a16:creationId xmlns:a16="http://schemas.microsoft.com/office/drawing/2014/main" id="{6BD3EF82-2B50-6CAB-AB7E-AEF412021546}"/>
              </a:ext>
            </a:extLst>
          </p:cNvPr>
          <p:cNvSpPr/>
          <p:nvPr/>
        </p:nvSpPr>
        <p:spPr>
          <a:xfrm>
            <a:off x="2951149" y="6363599"/>
            <a:ext cx="1296144" cy="2880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t>Anexo 1</a:t>
            </a:r>
          </a:p>
        </p:txBody>
      </p:sp>
      <p:sp>
        <p:nvSpPr>
          <p:cNvPr id="6" name="Text Box 5">
            <a:extLst>
              <a:ext uri="{FF2B5EF4-FFF2-40B4-BE49-F238E27FC236}">
                <a16:creationId xmlns:a16="http://schemas.microsoft.com/office/drawing/2014/main" id="{7AE0315D-D020-669C-5672-E1E6F196CD3A}"/>
              </a:ext>
            </a:extLst>
          </p:cNvPr>
          <p:cNvSpPr txBox="1">
            <a:spLocks noChangeArrowheads="1"/>
          </p:cNvSpPr>
          <p:nvPr/>
        </p:nvSpPr>
        <p:spPr bwMode="auto">
          <a:xfrm>
            <a:off x="3117525" y="449052"/>
            <a:ext cx="5544616" cy="461665"/>
          </a:xfrm>
          <a:prstGeom prst="rect">
            <a:avLst/>
          </a:prstGeom>
          <a:noFill/>
          <a:ln w="9525">
            <a:noFill/>
            <a:miter lim="800000"/>
            <a:headEnd/>
            <a:tailEnd/>
          </a:ln>
          <a:effectLst/>
        </p:spPr>
        <p:txBody>
          <a:bodyPr wrap="square">
            <a:spAutoFit/>
          </a:bodyPr>
          <a:lstStyle/>
          <a:p>
            <a:pPr algn="ctr" defTabSz="685800">
              <a:spcBef>
                <a:spcPts val="900"/>
              </a:spcBef>
              <a:spcAft>
                <a:spcPts val="900"/>
              </a:spcAft>
            </a:pPr>
            <a:r>
              <a:rPr lang="es-ES" sz="2400" b="1" dirty="0">
                <a:solidFill>
                  <a:srgbClr val="00B050"/>
                </a:solidFill>
                <a:latin typeface="+mj-lt"/>
                <a:cs typeface="Arial" panose="020B0604020202020204" pitchFamily="34" charset="0"/>
              </a:rPr>
              <a:t>a) Decisiones estructurales</a:t>
            </a:r>
            <a:endParaRPr lang="es-ES" sz="2400" b="1" dirty="0">
              <a:solidFill>
                <a:srgbClr val="00B050"/>
              </a:solidFill>
              <a:latin typeface="+mj-lt"/>
              <a:ea typeface="Times New Roman"/>
              <a:cs typeface="Arial" panose="020B0604020202020204" pitchFamily="34" charset="0"/>
            </a:endParaRPr>
          </a:p>
        </p:txBody>
      </p:sp>
      <p:sp>
        <p:nvSpPr>
          <p:cNvPr id="3" name="Botón de acción: ir al final 2">
            <a:hlinkClick r:id="rId7" action="ppaction://hlinksldjump" highlightClick="1"/>
            <a:extLst>
              <a:ext uri="{FF2B5EF4-FFF2-40B4-BE49-F238E27FC236}">
                <a16:creationId xmlns:a16="http://schemas.microsoft.com/office/drawing/2014/main" id="{067134D9-F70E-EC75-EC0B-A1F3991333BC}"/>
              </a:ext>
            </a:extLst>
          </p:cNvPr>
          <p:cNvSpPr/>
          <p:nvPr/>
        </p:nvSpPr>
        <p:spPr>
          <a:xfrm>
            <a:off x="6456040" y="6363599"/>
            <a:ext cx="720080" cy="288032"/>
          </a:xfrm>
          <a:prstGeom prst="actionButtonEnd">
            <a:avLst/>
          </a:prstGeom>
          <a:solidFill>
            <a:schemeClr val="bg2">
              <a:lumMod val="20000"/>
              <a:lumOff val="80000"/>
            </a:schemeClr>
          </a:solidFill>
          <a:ln>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 name="Rectángulo 6">
            <a:extLst>
              <a:ext uri="{FF2B5EF4-FFF2-40B4-BE49-F238E27FC236}">
                <a16:creationId xmlns:a16="http://schemas.microsoft.com/office/drawing/2014/main" id="{96280CB7-4C51-F369-0C54-28A0BEDECD33}"/>
              </a:ext>
            </a:extLst>
          </p:cNvPr>
          <p:cNvSpPr/>
          <p:nvPr/>
        </p:nvSpPr>
        <p:spPr>
          <a:xfrm>
            <a:off x="7365997" y="6345448"/>
            <a:ext cx="1754339" cy="2880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100" dirty="0"/>
              <a:t>Tipos de procesos productivos</a:t>
            </a:r>
          </a:p>
        </p:txBody>
      </p:sp>
    </p:spTree>
    <p:custDataLst>
      <p:tags r:id="rId1"/>
    </p:custDataLst>
    <p:extLst>
      <p:ext uri="{BB962C8B-B14F-4D97-AF65-F5344CB8AC3E}">
        <p14:creationId xmlns:p14="http://schemas.microsoft.com/office/powerpoint/2010/main" val="66950103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53936">
        <p159:morph option="byObject"/>
      </p:transition>
    </mc:Choice>
    <mc:Fallback xmlns="">
      <p:transition spd="slow" advTm="53936">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2"/>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09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4"/>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410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7"/>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5"/>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410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26" grpId="0" animBg="1"/>
      <p:bldP spid="27" grpId="0" animBg="1"/>
      <p:bldP spid="28" grpId="0" animBg="1"/>
      <p:bldP spid="16" grpId="0"/>
      <p:bldP spid="18" grpId="0"/>
      <p:bldP spid="19" grpId="0"/>
      <p:bldP spid="22" grpId="0"/>
      <p:bldP spid="24" grpId="0"/>
      <p:bldP spid="25"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566596" y="32840"/>
            <a:ext cx="10515600" cy="1325563"/>
          </a:xfrm>
        </p:spPr>
        <p:txBody>
          <a:bodyPr/>
          <a:lstStyle/>
          <a:p>
            <a:r>
              <a:rPr lang="es-ES" dirty="0"/>
              <a:t>Procesos productivos</a:t>
            </a:r>
          </a:p>
        </p:txBody>
      </p:sp>
      <p:sp>
        <p:nvSpPr>
          <p:cNvPr id="3" name="2 Marcador de contenido"/>
          <p:cNvSpPr>
            <a:spLocks noGrp="1"/>
          </p:cNvSpPr>
          <p:nvPr>
            <p:ph idx="1"/>
          </p:nvPr>
        </p:nvSpPr>
        <p:spPr>
          <a:xfrm>
            <a:off x="566596" y="1358403"/>
            <a:ext cx="8928100" cy="5257254"/>
          </a:xfrm>
        </p:spPr>
        <p:txBody>
          <a:bodyPr>
            <a:normAutofit fontScale="92500" lnSpcReduction="20000"/>
          </a:bodyPr>
          <a:lstStyle/>
          <a:p>
            <a:r>
              <a:rPr lang="es-ES" dirty="0"/>
              <a:t>Cómo se hace un balón de futbol</a:t>
            </a:r>
          </a:p>
          <a:p>
            <a:r>
              <a:rPr lang="es-ES" dirty="0">
                <a:hlinkClick r:id="rId3"/>
              </a:rPr>
              <a:t>https://www.youtube.com/watch?v=SJqm93jtTD4</a:t>
            </a:r>
            <a:endParaRPr lang="es-ES" dirty="0"/>
          </a:p>
          <a:p>
            <a:r>
              <a:rPr lang="es-ES" dirty="0"/>
              <a:t>Cómo se hacen los lápices</a:t>
            </a:r>
          </a:p>
          <a:p>
            <a:r>
              <a:rPr lang="es-ES" dirty="0">
                <a:hlinkClick r:id="rId4"/>
              </a:rPr>
              <a:t>https://www.youtube.com/watch?v=q-ruwRFu3ik</a:t>
            </a:r>
            <a:endParaRPr lang="es-ES" dirty="0"/>
          </a:p>
          <a:p>
            <a:r>
              <a:rPr lang="es-ES" dirty="0"/>
              <a:t>Cómo se hacen los chicles</a:t>
            </a:r>
          </a:p>
          <a:p>
            <a:pPr marL="0" indent="0">
              <a:buNone/>
            </a:pPr>
            <a:r>
              <a:rPr lang="es-ES" dirty="0">
                <a:hlinkClick r:id="rId5"/>
              </a:rPr>
              <a:t>https://www.youtube.com/watch?v=1XmvbKXuDko</a:t>
            </a:r>
            <a:endParaRPr lang="es-ES" dirty="0"/>
          </a:p>
          <a:p>
            <a:r>
              <a:rPr lang="es-ES" dirty="0"/>
              <a:t>Cómo se hace un colchón</a:t>
            </a:r>
          </a:p>
          <a:p>
            <a:pPr marL="0" indent="0">
              <a:buNone/>
            </a:pPr>
            <a:r>
              <a:rPr lang="es-ES" dirty="0">
                <a:hlinkClick r:id="rId6"/>
              </a:rPr>
              <a:t>https://www.youtube.com/watch?v=88vi2SozeyE</a:t>
            </a:r>
            <a:endParaRPr lang="es-ES" dirty="0"/>
          </a:p>
          <a:p>
            <a:pPr marL="0" indent="0">
              <a:buNone/>
            </a:pPr>
            <a:r>
              <a:rPr lang="es-ES" dirty="0"/>
              <a:t>Cómo se hace una lavadora</a:t>
            </a:r>
          </a:p>
          <a:p>
            <a:pPr marL="0" indent="0">
              <a:buNone/>
            </a:pPr>
            <a:r>
              <a:rPr lang="es-ES" dirty="0">
                <a:hlinkClick r:id="rId7"/>
              </a:rPr>
              <a:t>https://www.youtube.com/watch?v=D7nvCqKInr8</a:t>
            </a:r>
            <a:endParaRPr lang="es-ES" dirty="0"/>
          </a:p>
          <a:p>
            <a:r>
              <a:rPr lang="es-ES" dirty="0"/>
              <a:t>Cómo se hace el papel</a:t>
            </a:r>
          </a:p>
          <a:p>
            <a:pPr marL="0" indent="0">
              <a:buNone/>
            </a:pPr>
            <a:r>
              <a:rPr lang="es-ES" dirty="0">
                <a:hlinkClick r:id="rId8"/>
              </a:rPr>
              <a:t>https://www.youtube.com/watch?v=0TdqB4Zqlzk</a:t>
            </a:r>
            <a:endParaRPr lang="es-ES" dirty="0"/>
          </a:p>
          <a:p>
            <a:pPr marL="0" indent="0">
              <a:buNone/>
            </a:pPr>
            <a:endParaRPr lang="es-ES" dirty="0"/>
          </a:p>
          <a:p>
            <a:pPr marL="0" indent="0">
              <a:buNone/>
            </a:pPr>
            <a:endParaRPr lang="es-ES" dirty="0"/>
          </a:p>
        </p:txBody>
      </p:sp>
    </p:spTree>
    <p:extLst>
      <p:ext uri="{BB962C8B-B14F-4D97-AF65-F5344CB8AC3E}">
        <p14:creationId xmlns:p14="http://schemas.microsoft.com/office/powerpoint/2010/main" val="271191276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6CA7AD59-CE1A-42BF-91BE-E1E195B19A23}"/>
              </a:ext>
            </a:extLst>
          </p:cNvPr>
          <p:cNvSpPr>
            <a:spLocks noGrp="1"/>
          </p:cNvSpPr>
          <p:nvPr>
            <p:ph type="sldNum" sz="quarter" idx="4"/>
          </p:nvPr>
        </p:nvSpPr>
        <p:spPr>
          <a:xfrm>
            <a:off x="1559496" y="6381329"/>
            <a:ext cx="648072" cy="360039"/>
          </a:xfrm>
          <a:prstGeom prst="rect">
            <a:avLst/>
          </a:prstGeom>
        </p:spPr>
        <p:txBody>
          <a:bodyPr vert="horz" lIns="91440" tIns="45720" rIns="91440" bIns="45720" rtlCol="0" anchor="ctr"/>
          <a:lstStyle>
            <a:defPPr>
              <a:defRPr lang="es-ES_tradnl"/>
            </a:defPPr>
            <a:lvl1pPr algn="ctr" rtl="0" fontAlgn="base">
              <a:spcBef>
                <a:spcPct val="0"/>
              </a:spcBef>
              <a:spcAft>
                <a:spcPct val="0"/>
              </a:spcAft>
              <a:defRPr sz="1000" b="1" kern="1200">
                <a:solidFill>
                  <a:srgbClr val="C00000"/>
                </a:solidFill>
                <a:latin typeface="+mn-lt"/>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fld id="{AF75CF5D-3D4E-4D8A-8B54-5D72594A67B8}" type="slidenum">
              <a:rPr lang="es-US" smtClean="0"/>
              <a:pPr/>
              <a:t>38</a:t>
            </a:fld>
            <a:endParaRPr lang="es-US"/>
          </a:p>
        </p:txBody>
      </p:sp>
      <p:sp>
        <p:nvSpPr>
          <p:cNvPr id="163843" name="Rectangle 3"/>
          <p:cNvSpPr>
            <a:spLocks noGrp="1" noChangeArrowheads="1"/>
          </p:cNvSpPr>
          <p:nvPr>
            <p:ph type="body" idx="4294967295"/>
          </p:nvPr>
        </p:nvSpPr>
        <p:spPr>
          <a:xfrm>
            <a:off x="787651" y="1179488"/>
            <a:ext cx="10710249" cy="1332544"/>
          </a:xfrm>
        </p:spPr>
        <p:txBody>
          <a:bodyPr>
            <a:normAutofit/>
          </a:bodyPr>
          <a:lstStyle/>
          <a:p>
            <a:pPr marL="355600" lvl="1" indent="-355600">
              <a:buNone/>
            </a:pPr>
            <a:r>
              <a:rPr lang="es-ES" sz="2000" b="1" dirty="0">
                <a:solidFill>
                  <a:srgbClr val="C00000"/>
                </a:solidFill>
              </a:rPr>
              <a:t>3. </a:t>
            </a:r>
            <a:r>
              <a:rPr lang="es-ES" sz="2000" b="1" u="sng" dirty="0">
                <a:solidFill>
                  <a:srgbClr val="C00000"/>
                </a:solidFill>
              </a:rPr>
              <a:t>LOCALIZACIÓN DE LA PLANTA</a:t>
            </a:r>
          </a:p>
          <a:p>
            <a:pPr marL="355600" lvl="2" indent="-355600" algn="just">
              <a:spcBef>
                <a:spcPts val="600"/>
              </a:spcBef>
              <a:spcAft>
                <a:spcPts val="600"/>
              </a:spcAft>
              <a:buFont typeface="Wingdings" pitchFamily="2" charset="2"/>
              <a:buChar char="Ø"/>
            </a:pPr>
            <a:r>
              <a:rPr lang="es-ES" sz="1800" dirty="0"/>
              <a:t>Decidir el lugar más adecuado en el que ubicar las instalaciones (fábricas, almacenes, oficinas…) y, por tanto, donde emplazar los distintos factores productivos, tanto humanos como materiales.</a:t>
            </a:r>
          </a:p>
          <a:p>
            <a:pPr marL="355600" lvl="2" indent="-355600" algn="just">
              <a:buNone/>
            </a:pPr>
            <a:endParaRPr lang="es-ES" sz="2400" dirty="0"/>
          </a:p>
          <a:p>
            <a:endParaRPr lang="es-ES" sz="2000" dirty="0"/>
          </a:p>
        </p:txBody>
      </p:sp>
      <p:sp>
        <p:nvSpPr>
          <p:cNvPr id="4" name="Rectángulo 3">
            <a:extLst>
              <a:ext uri="{FF2B5EF4-FFF2-40B4-BE49-F238E27FC236}">
                <a16:creationId xmlns:a16="http://schemas.microsoft.com/office/drawing/2014/main" id="{8DD67C46-9DDB-4187-9DD9-AFA63B692033}"/>
              </a:ext>
            </a:extLst>
          </p:cNvPr>
          <p:cNvSpPr/>
          <p:nvPr/>
        </p:nvSpPr>
        <p:spPr>
          <a:xfrm>
            <a:off x="579984" y="3149683"/>
            <a:ext cx="7523430" cy="2369880"/>
          </a:xfrm>
          <a:prstGeom prst="rect">
            <a:avLst/>
          </a:prstGeom>
        </p:spPr>
        <p:txBody>
          <a:bodyPr wrap="square">
            <a:spAutoFit/>
          </a:bodyPr>
          <a:lstStyle/>
          <a:p>
            <a:pPr marL="0" lvl="2" algn="just" eaLnBrk="0" hangingPunct="0">
              <a:spcBef>
                <a:spcPts val="600"/>
              </a:spcBef>
              <a:spcAft>
                <a:spcPts val="600"/>
              </a:spcAft>
            </a:pPr>
            <a:r>
              <a:rPr lang="es-ES" sz="1600" kern="0" dirty="0">
                <a:solidFill>
                  <a:srgbClr val="000000"/>
                </a:solidFill>
                <a:latin typeface="Comic Sans MS"/>
              </a:rPr>
              <a:t>Su importancia se justifica debido a:</a:t>
            </a:r>
          </a:p>
          <a:p>
            <a:pPr marL="812800" lvl="3" indent="-355600" algn="just" eaLnBrk="0" hangingPunct="0">
              <a:spcAft>
                <a:spcPts val="600"/>
              </a:spcAft>
              <a:buFontTx/>
              <a:buChar char="–"/>
            </a:pPr>
            <a:r>
              <a:rPr lang="es-ES" sz="1600" kern="0" dirty="0">
                <a:solidFill>
                  <a:srgbClr val="000000"/>
                </a:solidFill>
                <a:latin typeface="Comic Sans MS"/>
              </a:rPr>
              <a:t>La elevada inversión asociada y de difícil recuperación.</a:t>
            </a:r>
          </a:p>
          <a:p>
            <a:pPr marL="812800" lvl="3" indent="-355600" algn="just" eaLnBrk="0" hangingPunct="0">
              <a:spcAft>
                <a:spcPts val="600"/>
              </a:spcAft>
              <a:buFontTx/>
              <a:buChar char="–"/>
            </a:pPr>
            <a:r>
              <a:rPr lang="es-ES" sz="1600" kern="0" dirty="0">
                <a:solidFill>
                  <a:srgbClr val="000000"/>
                </a:solidFill>
                <a:latin typeface="Comic Sans MS"/>
              </a:rPr>
              <a:t>Influye en la estructura de costes de la empresa: terrenos, impuestos, transporte…</a:t>
            </a:r>
          </a:p>
          <a:p>
            <a:pPr marL="812800" lvl="3" indent="-355600" algn="just" eaLnBrk="0" hangingPunct="0">
              <a:spcAft>
                <a:spcPts val="600"/>
              </a:spcAft>
              <a:buFontTx/>
              <a:buChar char="–"/>
            </a:pPr>
            <a:r>
              <a:rPr lang="es-ES" sz="1600" kern="0" dirty="0">
                <a:solidFill>
                  <a:srgbClr val="000000"/>
                </a:solidFill>
                <a:latin typeface="Comic Sans MS"/>
              </a:rPr>
              <a:t>Influye en aspectos comerciales: tiempos de entrega, accesibilidad y visibilidad del punto de venta y cercanía con el cliente, percepción de calidad…</a:t>
            </a:r>
          </a:p>
          <a:p>
            <a:pPr marL="812800" lvl="3" indent="-355600" algn="just" eaLnBrk="0" hangingPunct="0">
              <a:spcAft>
                <a:spcPts val="600"/>
              </a:spcAft>
              <a:buFontTx/>
              <a:buChar char="–"/>
            </a:pPr>
            <a:r>
              <a:rPr lang="es-ES" sz="1600" kern="0" dirty="0">
                <a:solidFill>
                  <a:srgbClr val="000000"/>
                </a:solidFill>
                <a:latin typeface="Comic Sans MS"/>
              </a:rPr>
              <a:t>Influye en la garantía de acceso a las materias primas</a:t>
            </a:r>
          </a:p>
        </p:txBody>
      </p:sp>
      <p:grpSp>
        <p:nvGrpSpPr>
          <p:cNvPr id="8" name="Grupo 7">
            <a:extLst>
              <a:ext uri="{FF2B5EF4-FFF2-40B4-BE49-F238E27FC236}">
                <a16:creationId xmlns:a16="http://schemas.microsoft.com/office/drawing/2014/main" id="{3D5B87FA-12DC-41C2-99BF-B23A54B5FF44}"/>
              </a:ext>
            </a:extLst>
          </p:cNvPr>
          <p:cNvGrpSpPr/>
          <p:nvPr/>
        </p:nvGrpSpPr>
        <p:grpSpPr>
          <a:xfrm>
            <a:off x="8445725" y="2942915"/>
            <a:ext cx="3166291" cy="2783415"/>
            <a:chOff x="5761809" y="2872803"/>
            <a:chExt cx="3166291" cy="2783415"/>
          </a:xfrm>
        </p:grpSpPr>
        <p:pic>
          <p:nvPicPr>
            <p:cNvPr id="9" name="Imagen 1">
              <a:extLst>
                <a:ext uri="{FF2B5EF4-FFF2-40B4-BE49-F238E27FC236}">
                  <a16:creationId xmlns:a16="http://schemas.microsoft.com/office/drawing/2014/main" id="{F6C49CF2-862C-4514-85C1-0A3B0C7B0C21}"/>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202487" y="3930605"/>
              <a:ext cx="1725613" cy="172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Hexágono 9">
              <a:extLst>
                <a:ext uri="{FF2B5EF4-FFF2-40B4-BE49-F238E27FC236}">
                  <a16:creationId xmlns:a16="http://schemas.microsoft.com/office/drawing/2014/main" id="{EC564D0E-B776-4237-BBEF-F547AA83DD77}"/>
                </a:ext>
              </a:extLst>
            </p:cNvPr>
            <p:cNvSpPr/>
            <p:nvPr/>
          </p:nvSpPr>
          <p:spPr>
            <a:xfrm>
              <a:off x="5761809" y="2872803"/>
              <a:ext cx="2522538" cy="1546225"/>
            </a:xfrm>
            <a:prstGeom prst="hexagon">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ES_tradnl" sz="1600" dirty="0">
                <a:solidFill>
                  <a:schemeClr val="bg2"/>
                </a:solidFill>
              </a:endParaRPr>
            </a:p>
            <a:p>
              <a:pPr algn="ctr">
                <a:defRPr/>
              </a:pPr>
              <a:r>
                <a:rPr lang="es-ES_tradnl" b="1" dirty="0">
                  <a:solidFill>
                    <a:srgbClr val="C00000"/>
                  </a:solidFill>
                </a:rPr>
                <a:t>Fuente de ventajas competitivas</a:t>
              </a:r>
            </a:p>
            <a:p>
              <a:pPr algn="ctr">
                <a:defRPr/>
              </a:pPr>
              <a:endParaRPr lang="es-ES_tradnl" dirty="0">
                <a:solidFill>
                  <a:schemeClr val="tx1"/>
                </a:solidFill>
              </a:endParaRPr>
            </a:p>
          </p:txBody>
        </p:sp>
      </p:grpSp>
      <p:sp>
        <p:nvSpPr>
          <p:cNvPr id="3" name="Text Box 5">
            <a:extLst>
              <a:ext uri="{FF2B5EF4-FFF2-40B4-BE49-F238E27FC236}">
                <a16:creationId xmlns:a16="http://schemas.microsoft.com/office/drawing/2014/main" id="{7F28907A-21B4-E008-4F95-5F4C7499F3A7}"/>
              </a:ext>
            </a:extLst>
          </p:cNvPr>
          <p:cNvSpPr txBox="1">
            <a:spLocks noChangeArrowheads="1"/>
          </p:cNvSpPr>
          <p:nvPr/>
        </p:nvSpPr>
        <p:spPr bwMode="auto">
          <a:xfrm>
            <a:off x="1631504" y="116632"/>
            <a:ext cx="8820150" cy="400110"/>
          </a:xfrm>
          <a:prstGeom prst="rect">
            <a:avLst/>
          </a:prstGeom>
          <a:noFill/>
          <a:ln w="9525">
            <a:noFill/>
            <a:miter lim="800000"/>
            <a:headEnd/>
            <a:tailEnd/>
          </a:ln>
          <a:effectLst/>
        </p:spPr>
        <p:txBody>
          <a:bodyPr>
            <a:spAutoFit/>
          </a:bodyPr>
          <a:lstStyle/>
          <a:p>
            <a:r>
              <a:rPr lang="es-ES_tradnl" sz="2000" b="1" kern="0" dirty="0">
                <a:solidFill>
                  <a:srgbClr val="CC0099"/>
                </a:solidFill>
              </a:rPr>
              <a:t>3. DECISIONES DE PRODUCCIÓN</a:t>
            </a:r>
            <a:endParaRPr lang="es-ES_tradnl" sz="2000" b="1" dirty="0">
              <a:solidFill>
                <a:schemeClr val="accent2"/>
              </a:solidFill>
            </a:endParaRPr>
          </a:p>
        </p:txBody>
      </p:sp>
      <p:sp>
        <p:nvSpPr>
          <p:cNvPr id="5" name="Text Box 5">
            <a:extLst>
              <a:ext uri="{FF2B5EF4-FFF2-40B4-BE49-F238E27FC236}">
                <a16:creationId xmlns:a16="http://schemas.microsoft.com/office/drawing/2014/main" id="{ACDE7535-14DF-FBE4-838B-19E62F4435B5}"/>
              </a:ext>
            </a:extLst>
          </p:cNvPr>
          <p:cNvSpPr txBox="1">
            <a:spLocks noChangeArrowheads="1"/>
          </p:cNvSpPr>
          <p:nvPr/>
        </p:nvSpPr>
        <p:spPr bwMode="auto">
          <a:xfrm>
            <a:off x="2351584" y="402649"/>
            <a:ext cx="5544616" cy="461665"/>
          </a:xfrm>
          <a:prstGeom prst="rect">
            <a:avLst/>
          </a:prstGeom>
          <a:noFill/>
          <a:ln w="9525">
            <a:noFill/>
            <a:miter lim="800000"/>
            <a:headEnd/>
            <a:tailEnd/>
          </a:ln>
          <a:effectLst/>
        </p:spPr>
        <p:txBody>
          <a:bodyPr wrap="square">
            <a:spAutoFit/>
          </a:bodyPr>
          <a:lstStyle/>
          <a:p>
            <a:pPr algn="ctr" defTabSz="685800">
              <a:spcBef>
                <a:spcPts val="900"/>
              </a:spcBef>
              <a:spcAft>
                <a:spcPts val="900"/>
              </a:spcAft>
            </a:pPr>
            <a:r>
              <a:rPr lang="es-ES" sz="2400" b="1" dirty="0">
                <a:solidFill>
                  <a:srgbClr val="00B050"/>
                </a:solidFill>
                <a:latin typeface="+mj-lt"/>
                <a:cs typeface="Arial" panose="020B0604020202020204" pitchFamily="34" charset="0"/>
              </a:rPr>
              <a:t>a) Decisiones estructurales</a:t>
            </a:r>
            <a:endParaRPr lang="es-ES" sz="2400" b="1" dirty="0">
              <a:solidFill>
                <a:srgbClr val="00B050"/>
              </a:solidFill>
              <a:latin typeface="+mj-lt"/>
              <a:ea typeface="Times New Roman"/>
              <a:cs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384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xEl>
                                              <p:pRg st="1" end="1"/>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31" presetClass="entr" presetSubtype="0"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anim calcmode="lin" valueType="num">
                                      <p:cBhvr>
                                        <p:cTn id="23" dur="1000" fill="hold"/>
                                        <p:tgtEl>
                                          <p:spTgt spid="8"/>
                                        </p:tgtEl>
                                        <p:attrNameLst>
                                          <p:attrName>ppt_w</p:attrName>
                                        </p:attrNameLst>
                                      </p:cBhvr>
                                      <p:tavLst>
                                        <p:tav tm="0">
                                          <p:val>
                                            <p:fltVal val="0"/>
                                          </p:val>
                                        </p:tav>
                                        <p:tav tm="100000">
                                          <p:val>
                                            <p:strVal val="#ppt_w"/>
                                          </p:val>
                                        </p:tav>
                                      </p:tavLst>
                                    </p:anim>
                                    <p:anim calcmode="lin" valueType="num">
                                      <p:cBhvr>
                                        <p:cTn id="24" dur="1000" fill="hold"/>
                                        <p:tgtEl>
                                          <p:spTgt spid="8"/>
                                        </p:tgtEl>
                                        <p:attrNameLst>
                                          <p:attrName>ppt_h</p:attrName>
                                        </p:attrNameLst>
                                      </p:cBhvr>
                                      <p:tavLst>
                                        <p:tav tm="0">
                                          <p:val>
                                            <p:fltVal val="0"/>
                                          </p:val>
                                        </p:tav>
                                        <p:tav tm="100000">
                                          <p:val>
                                            <p:strVal val="#ppt_h"/>
                                          </p:val>
                                        </p:tav>
                                      </p:tavLst>
                                    </p:anim>
                                    <p:anim calcmode="lin" valueType="num">
                                      <p:cBhvr>
                                        <p:cTn id="25" dur="1000" fill="hold"/>
                                        <p:tgtEl>
                                          <p:spTgt spid="8"/>
                                        </p:tgtEl>
                                        <p:attrNameLst>
                                          <p:attrName>style.rotation</p:attrName>
                                        </p:attrNameLst>
                                      </p:cBhvr>
                                      <p:tavLst>
                                        <p:tav tm="0">
                                          <p:val>
                                            <p:fltVal val="90"/>
                                          </p:val>
                                        </p:tav>
                                        <p:tav tm="100000">
                                          <p:val>
                                            <p:fltVal val="0"/>
                                          </p:val>
                                        </p:tav>
                                      </p:tavLst>
                                    </p:anim>
                                    <p:animEffect transition="in" filter="fade">
                                      <p:cBhvr>
                                        <p:cTn id="26"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A3F97F9E-529E-41CD-9865-9DC7DA4FB8F2}"/>
              </a:ext>
            </a:extLst>
          </p:cNvPr>
          <p:cNvSpPr>
            <a:spLocks noGrp="1"/>
          </p:cNvSpPr>
          <p:nvPr>
            <p:ph type="sldNum" sz="quarter" idx="4"/>
          </p:nvPr>
        </p:nvSpPr>
        <p:spPr>
          <a:xfrm>
            <a:off x="1559496" y="6381329"/>
            <a:ext cx="648072" cy="360039"/>
          </a:xfrm>
          <a:prstGeom prst="rect">
            <a:avLst/>
          </a:prstGeom>
        </p:spPr>
        <p:txBody>
          <a:bodyPr vert="horz" lIns="91440" tIns="45720" rIns="91440" bIns="45720" rtlCol="0" anchor="ctr"/>
          <a:lstStyle>
            <a:defPPr>
              <a:defRPr lang="es-ES_tradnl"/>
            </a:defPPr>
            <a:lvl1pPr algn="ctr" rtl="0" fontAlgn="base">
              <a:spcBef>
                <a:spcPct val="0"/>
              </a:spcBef>
              <a:spcAft>
                <a:spcPct val="0"/>
              </a:spcAft>
              <a:defRPr sz="1000" b="1" kern="1200">
                <a:solidFill>
                  <a:srgbClr val="C00000"/>
                </a:solidFill>
                <a:latin typeface="+mn-lt"/>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fld id="{AF75CF5D-3D4E-4D8A-8B54-5D72594A67B8}" type="slidenum">
              <a:rPr lang="es-US" smtClean="0"/>
              <a:pPr/>
              <a:t>39</a:t>
            </a:fld>
            <a:endParaRPr lang="es-US"/>
          </a:p>
        </p:txBody>
      </p:sp>
      <p:sp>
        <p:nvSpPr>
          <p:cNvPr id="163843" name="Rectangle 3"/>
          <p:cNvSpPr>
            <a:spLocks noGrp="1" noChangeArrowheads="1"/>
          </p:cNvSpPr>
          <p:nvPr>
            <p:ph type="body" idx="4294967295"/>
          </p:nvPr>
        </p:nvSpPr>
        <p:spPr>
          <a:xfrm>
            <a:off x="1004935" y="1122275"/>
            <a:ext cx="9429355" cy="1296144"/>
          </a:xfrm>
        </p:spPr>
        <p:txBody>
          <a:bodyPr>
            <a:normAutofit lnSpcReduction="10000"/>
          </a:bodyPr>
          <a:lstStyle/>
          <a:p>
            <a:pPr marL="355600" lvl="1" indent="-355600">
              <a:buNone/>
            </a:pPr>
            <a:r>
              <a:rPr lang="es-ES" sz="1800" b="1" dirty="0">
                <a:solidFill>
                  <a:srgbClr val="C00000"/>
                </a:solidFill>
              </a:rPr>
              <a:t>4. </a:t>
            </a:r>
            <a:r>
              <a:rPr lang="es-ES" sz="1800" b="1" u="sng" dirty="0">
                <a:solidFill>
                  <a:srgbClr val="C00000"/>
                </a:solidFill>
              </a:rPr>
              <a:t>CAPACIDAD DE LA PLANTA</a:t>
            </a:r>
            <a:endParaRPr lang="es-ES" sz="1800" b="1" dirty="0"/>
          </a:p>
          <a:p>
            <a:pPr marL="0" lvl="2" indent="0" algn="just">
              <a:spcBef>
                <a:spcPts val="600"/>
              </a:spcBef>
              <a:spcAft>
                <a:spcPts val="600"/>
              </a:spcAft>
              <a:buNone/>
            </a:pPr>
            <a:r>
              <a:rPr lang="es-ES" dirty="0"/>
              <a:t>Se define como el máximo volumen de producción que se puede obtener de forma sostenible, en condiciones normales y en un determinado periodo de tiempo (día, semana…?)</a:t>
            </a:r>
          </a:p>
          <a:p>
            <a:pPr>
              <a:buNone/>
            </a:pPr>
            <a:endParaRPr lang="es-ES" sz="1800" dirty="0"/>
          </a:p>
        </p:txBody>
      </p:sp>
      <p:sp>
        <p:nvSpPr>
          <p:cNvPr id="6" name="CuadroTexto 5">
            <a:extLst>
              <a:ext uri="{FF2B5EF4-FFF2-40B4-BE49-F238E27FC236}">
                <a16:creationId xmlns:a16="http://schemas.microsoft.com/office/drawing/2014/main" id="{06202BD6-FD9D-4D91-9D54-5B82F5455A13}"/>
              </a:ext>
            </a:extLst>
          </p:cNvPr>
          <p:cNvSpPr txBox="1"/>
          <p:nvPr/>
        </p:nvSpPr>
        <p:spPr>
          <a:xfrm>
            <a:off x="1004935" y="2814623"/>
            <a:ext cx="8754965" cy="1354217"/>
          </a:xfrm>
          <a:prstGeom prst="rect">
            <a:avLst/>
          </a:prstGeom>
          <a:noFill/>
        </p:spPr>
        <p:txBody>
          <a:bodyPr wrap="square">
            <a:spAutoFit/>
          </a:bodyPr>
          <a:lstStyle/>
          <a:p>
            <a:pPr marL="352425" lvl="2" indent="-352425" algn="just" eaLnBrk="0" fontAlgn="base" hangingPunct="0">
              <a:spcBef>
                <a:spcPts val="600"/>
              </a:spcBef>
              <a:spcAft>
                <a:spcPts val="600"/>
              </a:spcAft>
              <a:buFont typeface="Wingdings" pitchFamily="2" charset="2"/>
              <a:buChar char="Ø"/>
              <a:defRPr/>
            </a:pPr>
            <a:r>
              <a:rPr lang="es-ES" kern="0" dirty="0">
                <a:solidFill>
                  <a:srgbClr val="000000"/>
                </a:solidFill>
                <a:latin typeface="Comic Sans MS"/>
              </a:rPr>
              <a:t>Punto de partida: la demanda esperada </a:t>
            </a:r>
            <a:r>
              <a:rPr lang="es-ES" kern="0" dirty="0">
                <a:solidFill>
                  <a:srgbClr val="000000"/>
                </a:solidFill>
                <a:latin typeface="Comic Sans MS"/>
                <a:sym typeface="Wingdings" pitchFamily="2" charset="2"/>
              </a:rPr>
              <a:t> comienzo de la actividad? un único producto?</a:t>
            </a:r>
          </a:p>
          <a:p>
            <a:pPr marL="352425" lvl="2" indent="-352425" algn="just" eaLnBrk="0" fontAlgn="base" hangingPunct="0">
              <a:spcBef>
                <a:spcPts val="600"/>
              </a:spcBef>
              <a:spcAft>
                <a:spcPts val="600"/>
              </a:spcAft>
              <a:buFont typeface="Wingdings" pitchFamily="2" charset="2"/>
              <a:buChar char="Ø"/>
              <a:defRPr/>
            </a:pPr>
            <a:r>
              <a:rPr lang="es-ES" kern="0" dirty="0">
                <a:solidFill>
                  <a:srgbClr val="000000"/>
                </a:solidFill>
                <a:latin typeface="Comic Sans MS"/>
              </a:rPr>
              <a:t>Objetivo: adecuar la capacidad para satisfacer la demanda de la forma más eficiente posible (mínimos recursos)</a:t>
            </a:r>
          </a:p>
        </p:txBody>
      </p:sp>
      <p:sp>
        <p:nvSpPr>
          <p:cNvPr id="3" name="Text Box 5">
            <a:extLst>
              <a:ext uri="{FF2B5EF4-FFF2-40B4-BE49-F238E27FC236}">
                <a16:creationId xmlns:a16="http://schemas.microsoft.com/office/drawing/2014/main" id="{B478B9F1-2345-8A0D-C178-A02DABF10A8A}"/>
              </a:ext>
            </a:extLst>
          </p:cNvPr>
          <p:cNvSpPr txBox="1">
            <a:spLocks noChangeArrowheads="1"/>
          </p:cNvSpPr>
          <p:nvPr/>
        </p:nvSpPr>
        <p:spPr bwMode="auto">
          <a:xfrm>
            <a:off x="1631504" y="116632"/>
            <a:ext cx="8820150" cy="400110"/>
          </a:xfrm>
          <a:prstGeom prst="rect">
            <a:avLst/>
          </a:prstGeom>
          <a:noFill/>
          <a:ln w="9525">
            <a:noFill/>
            <a:miter lim="800000"/>
            <a:headEnd/>
            <a:tailEnd/>
          </a:ln>
          <a:effectLst/>
        </p:spPr>
        <p:txBody>
          <a:bodyPr>
            <a:spAutoFit/>
          </a:bodyPr>
          <a:lstStyle/>
          <a:p>
            <a:r>
              <a:rPr lang="es-ES_tradnl" sz="2000" b="1" kern="0" dirty="0">
                <a:solidFill>
                  <a:srgbClr val="CC0099"/>
                </a:solidFill>
              </a:rPr>
              <a:t>3. DECISIONES DE PRODUCCIÓN</a:t>
            </a:r>
            <a:endParaRPr lang="es-ES_tradnl" sz="2000" b="1" dirty="0">
              <a:solidFill>
                <a:schemeClr val="accent2"/>
              </a:solidFill>
            </a:endParaRPr>
          </a:p>
        </p:txBody>
      </p:sp>
      <p:sp>
        <p:nvSpPr>
          <p:cNvPr id="5" name="Text Box 5">
            <a:extLst>
              <a:ext uri="{FF2B5EF4-FFF2-40B4-BE49-F238E27FC236}">
                <a16:creationId xmlns:a16="http://schemas.microsoft.com/office/drawing/2014/main" id="{F87FA800-8907-C8A0-5F90-0540109E7A28}"/>
              </a:ext>
            </a:extLst>
          </p:cNvPr>
          <p:cNvSpPr txBox="1">
            <a:spLocks noChangeArrowheads="1"/>
          </p:cNvSpPr>
          <p:nvPr/>
        </p:nvSpPr>
        <p:spPr bwMode="auto">
          <a:xfrm>
            <a:off x="3647728" y="459190"/>
            <a:ext cx="5544616" cy="461665"/>
          </a:xfrm>
          <a:prstGeom prst="rect">
            <a:avLst/>
          </a:prstGeom>
          <a:noFill/>
          <a:ln w="9525">
            <a:noFill/>
            <a:miter lim="800000"/>
            <a:headEnd/>
            <a:tailEnd/>
          </a:ln>
          <a:effectLst/>
        </p:spPr>
        <p:txBody>
          <a:bodyPr wrap="square">
            <a:spAutoFit/>
          </a:bodyPr>
          <a:lstStyle/>
          <a:p>
            <a:pPr algn="ctr" defTabSz="685800">
              <a:spcBef>
                <a:spcPts val="900"/>
              </a:spcBef>
              <a:spcAft>
                <a:spcPts val="900"/>
              </a:spcAft>
            </a:pPr>
            <a:r>
              <a:rPr lang="es-ES" sz="2400" b="1" dirty="0">
                <a:solidFill>
                  <a:srgbClr val="00B050"/>
                </a:solidFill>
                <a:latin typeface="+mj-lt"/>
                <a:cs typeface="Arial" panose="020B0604020202020204" pitchFamily="34" charset="0"/>
              </a:rPr>
              <a:t>a) Decisiones estructurales</a:t>
            </a:r>
            <a:endParaRPr lang="es-ES" sz="2400" b="1" dirty="0">
              <a:solidFill>
                <a:srgbClr val="00B050"/>
              </a:solidFill>
              <a:latin typeface="+mj-lt"/>
              <a:ea typeface="Times New Roman"/>
              <a:cs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384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9697FFB9-B0F0-4ADA-B2EC-BC5B57A7599B}"/>
              </a:ext>
            </a:extLst>
          </p:cNvPr>
          <p:cNvSpPr>
            <a:spLocks noGrp="1"/>
          </p:cNvSpPr>
          <p:nvPr>
            <p:ph type="sldNum" sz="quarter" idx="4"/>
          </p:nvPr>
        </p:nvSpPr>
        <p:spPr>
          <a:xfrm>
            <a:off x="1559496" y="6381329"/>
            <a:ext cx="648072" cy="360039"/>
          </a:xfrm>
          <a:prstGeom prst="rect">
            <a:avLst/>
          </a:prstGeom>
        </p:spPr>
        <p:txBody>
          <a:bodyPr vert="horz" lIns="91440" tIns="45720" rIns="91440" bIns="45720" rtlCol="0" anchor="ctr"/>
          <a:lstStyle>
            <a:defPPr>
              <a:defRPr lang="es-ES_tradnl"/>
            </a:defPPr>
            <a:lvl1pPr algn="ctr" rtl="0" fontAlgn="base">
              <a:spcBef>
                <a:spcPct val="0"/>
              </a:spcBef>
              <a:spcAft>
                <a:spcPct val="0"/>
              </a:spcAft>
              <a:defRPr sz="1000" b="1" kern="1200">
                <a:solidFill>
                  <a:srgbClr val="C00000"/>
                </a:solidFill>
                <a:latin typeface="+mn-lt"/>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fld id="{AF75CF5D-3D4E-4D8A-8B54-5D72594A67B8}" type="slidenum">
              <a:rPr lang="es-US" smtClean="0"/>
              <a:pPr/>
              <a:t>40</a:t>
            </a:fld>
            <a:endParaRPr lang="es-US"/>
          </a:p>
        </p:txBody>
      </p:sp>
      <p:sp>
        <p:nvSpPr>
          <p:cNvPr id="162819" name="2 Marcador de contenido"/>
          <p:cNvSpPr>
            <a:spLocks noGrp="1"/>
          </p:cNvSpPr>
          <p:nvPr>
            <p:ph idx="4294967295"/>
          </p:nvPr>
        </p:nvSpPr>
        <p:spPr>
          <a:xfrm>
            <a:off x="887239" y="981076"/>
            <a:ext cx="10230415" cy="3384029"/>
          </a:xfrm>
        </p:spPr>
        <p:txBody>
          <a:bodyPr/>
          <a:lstStyle/>
          <a:p>
            <a:pPr marL="0" lvl="1" indent="0">
              <a:buNone/>
            </a:pPr>
            <a:r>
              <a:rPr lang="es-ES" sz="1600" b="1" u="sng" dirty="0">
                <a:solidFill>
                  <a:srgbClr val="C00000"/>
                </a:solidFill>
              </a:rPr>
              <a:t>5. DISEÑO O DISTRIBUCIÓN DE LA PLANTA O LAYOUT</a:t>
            </a:r>
            <a:endParaRPr lang="es-ES" sz="1600" b="1" dirty="0"/>
          </a:p>
          <a:p>
            <a:pPr marL="758825" lvl="2" algn="just">
              <a:buFont typeface="Wingdings" pitchFamily="2" charset="2"/>
              <a:buChar char="§"/>
            </a:pPr>
            <a:r>
              <a:rPr lang="es-ES" dirty="0"/>
              <a:t>Decidir la ordenación más eficiente de los factores productivos (equipos, materia prima, mano obra, herramientas…) en la planta productiva y la asignación de tareas a cada uno de ellos.</a:t>
            </a:r>
          </a:p>
          <a:p>
            <a:pPr marL="758825" lvl="2" algn="just">
              <a:buFont typeface="Wingdings" pitchFamily="2" charset="2"/>
              <a:buChar char="§"/>
            </a:pPr>
            <a:r>
              <a:rPr lang="es-ES" dirty="0"/>
              <a:t>Elementos a tener en cuenta:</a:t>
            </a:r>
          </a:p>
          <a:p>
            <a:pPr lvl="3" algn="just">
              <a:buFont typeface="Wingdings" pitchFamily="2" charset="2"/>
              <a:buChar char="ü"/>
            </a:pPr>
            <a:r>
              <a:rPr lang="es-ES" dirty="0"/>
              <a:t>Mejorar la ordenación de los factores productivos.</a:t>
            </a:r>
          </a:p>
          <a:p>
            <a:pPr lvl="3" algn="just">
              <a:buFont typeface="Wingdings" pitchFamily="2" charset="2"/>
              <a:buChar char="ü"/>
            </a:pPr>
            <a:r>
              <a:rPr lang="es-ES" dirty="0"/>
              <a:t>Mejorar el aprovechamiento del espacio: minimizar el recorrido de personas y materiales.</a:t>
            </a:r>
          </a:p>
          <a:p>
            <a:pPr lvl="3" algn="just">
              <a:buFont typeface="Wingdings" pitchFamily="2" charset="2"/>
              <a:buChar char="ü"/>
            </a:pPr>
            <a:r>
              <a:rPr lang="es-ES" dirty="0"/>
              <a:t>Generar puestos de trabajo con espacio suficiente.</a:t>
            </a:r>
          </a:p>
          <a:p>
            <a:pPr lvl="3" algn="just">
              <a:buFont typeface="Wingdings" pitchFamily="2" charset="2"/>
              <a:buChar char="ü"/>
            </a:pPr>
            <a:r>
              <a:rPr lang="es-ES" dirty="0"/>
              <a:t>Garantizar la comodidad, seguridad y salud de los trabajadores.</a:t>
            </a:r>
          </a:p>
          <a:p>
            <a:pPr marL="758825" lvl="2" algn="just">
              <a:buFont typeface="Wingdings" pitchFamily="2" charset="2"/>
              <a:buChar char="§"/>
            </a:pPr>
            <a:r>
              <a:rPr lang="es-ES" dirty="0"/>
              <a:t>Decisión </a:t>
            </a:r>
            <a:r>
              <a:rPr lang="es-ES" b="1" dirty="0"/>
              <a:t>condicionada</a:t>
            </a:r>
            <a:r>
              <a:rPr lang="es-ES" dirty="0"/>
              <a:t> por el tipo de proceso elegido antes.</a:t>
            </a:r>
          </a:p>
        </p:txBody>
      </p:sp>
      <p:sp>
        <p:nvSpPr>
          <p:cNvPr id="6" name="CuadroTexto 5">
            <a:extLst>
              <a:ext uri="{FF2B5EF4-FFF2-40B4-BE49-F238E27FC236}">
                <a16:creationId xmlns:a16="http://schemas.microsoft.com/office/drawing/2014/main" id="{757E0ED2-CBDC-4FC6-8651-2781A6553929}"/>
              </a:ext>
            </a:extLst>
          </p:cNvPr>
          <p:cNvSpPr txBox="1"/>
          <p:nvPr/>
        </p:nvSpPr>
        <p:spPr>
          <a:xfrm>
            <a:off x="1271464" y="4567426"/>
            <a:ext cx="8820150" cy="1366528"/>
          </a:xfrm>
          <a:prstGeom prst="rect">
            <a:avLst/>
          </a:prstGeom>
          <a:noFill/>
        </p:spPr>
        <p:txBody>
          <a:bodyPr wrap="square">
            <a:spAutoFit/>
          </a:bodyPr>
          <a:lstStyle/>
          <a:p>
            <a:pPr marL="1216025" lvl="3" indent="-228600" algn="just" eaLnBrk="0" fontAlgn="base" hangingPunct="0">
              <a:spcBef>
                <a:spcPct val="20000"/>
              </a:spcBef>
              <a:spcAft>
                <a:spcPct val="0"/>
              </a:spcAft>
              <a:defRPr/>
            </a:pPr>
            <a:r>
              <a:rPr lang="es-ES" u="sng" kern="0" dirty="0">
                <a:solidFill>
                  <a:srgbClr val="000000"/>
                </a:solidFill>
                <a:latin typeface="+mj-lt"/>
              </a:rPr>
              <a:t>TIPOS TRADICIONALES</a:t>
            </a:r>
            <a:r>
              <a:rPr lang="es-ES" kern="0" dirty="0">
                <a:solidFill>
                  <a:srgbClr val="000000"/>
                </a:solidFill>
                <a:latin typeface="+mj-lt"/>
              </a:rPr>
              <a:t>:</a:t>
            </a:r>
          </a:p>
          <a:p>
            <a:pPr marL="1444625" lvl="3" indent="-457200" algn="just" eaLnBrk="0" fontAlgn="base" hangingPunct="0">
              <a:spcBef>
                <a:spcPct val="20000"/>
              </a:spcBef>
              <a:spcAft>
                <a:spcPct val="0"/>
              </a:spcAft>
              <a:buFontTx/>
              <a:buAutoNum type="alphaUcParenR"/>
              <a:defRPr/>
            </a:pPr>
            <a:r>
              <a:rPr lang="es-ES" kern="0" dirty="0">
                <a:solidFill>
                  <a:srgbClr val="000000"/>
                </a:solidFill>
                <a:latin typeface="+mj-lt"/>
              </a:rPr>
              <a:t>Distribución de </a:t>
            </a:r>
            <a:r>
              <a:rPr lang="es-ES" kern="0" dirty="0">
                <a:solidFill>
                  <a:srgbClr val="C00000"/>
                </a:solidFill>
                <a:latin typeface="+mj-lt"/>
              </a:rPr>
              <a:t>posición fija </a:t>
            </a:r>
            <a:r>
              <a:rPr lang="es-ES" kern="0" dirty="0">
                <a:solidFill>
                  <a:srgbClr val="000000"/>
                </a:solidFill>
                <a:latin typeface="+mj-lt"/>
              </a:rPr>
              <a:t>(o de proyecto).</a:t>
            </a:r>
          </a:p>
          <a:p>
            <a:pPr marL="1444625" lvl="3" indent="-457200" algn="just" eaLnBrk="0" fontAlgn="base" hangingPunct="0">
              <a:spcBef>
                <a:spcPct val="20000"/>
              </a:spcBef>
              <a:spcAft>
                <a:spcPct val="0"/>
              </a:spcAft>
              <a:buFontTx/>
              <a:buAutoNum type="alphaUcParenR"/>
              <a:defRPr/>
            </a:pPr>
            <a:r>
              <a:rPr lang="es-ES" kern="0" dirty="0">
                <a:solidFill>
                  <a:srgbClr val="000000"/>
                </a:solidFill>
                <a:latin typeface="+mj-lt"/>
              </a:rPr>
              <a:t>Diseño por </a:t>
            </a:r>
            <a:r>
              <a:rPr lang="es-ES" kern="0" dirty="0">
                <a:solidFill>
                  <a:srgbClr val="C00000"/>
                </a:solidFill>
                <a:latin typeface="+mj-lt"/>
              </a:rPr>
              <a:t>proceso o funcional</a:t>
            </a:r>
            <a:r>
              <a:rPr lang="es-ES" kern="0" dirty="0">
                <a:solidFill>
                  <a:srgbClr val="000000"/>
                </a:solidFill>
                <a:latin typeface="+mj-lt"/>
              </a:rPr>
              <a:t> (también llamado taller o centro de trabajo).</a:t>
            </a:r>
          </a:p>
          <a:p>
            <a:pPr marL="1444625" lvl="3" indent="-457200" algn="just" eaLnBrk="0" fontAlgn="base" hangingPunct="0">
              <a:spcBef>
                <a:spcPct val="20000"/>
              </a:spcBef>
              <a:spcAft>
                <a:spcPct val="0"/>
              </a:spcAft>
              <a:buFontTx/>
              <a:buAutoNum type="alphaUcParenR"/>
              <a:defRPr/>
            </a:pPr>
            <a:r>
              <a:rPr lang="es-ES" kern="0" dirty="0">
                <a:solidFill>
                  <a:srgbClr val="000000"/>
                </a:solidFill>
                <a:latin typeface="+mj-lt"/>
              </a:rPr>
              <a:t>Diseño por </a:t>
            </a:r>
            <a:r>
              <a:rPr lang="es-ES" kern="0" dirty="0">
                <a:solidFill>
                  <a:srgbClr val="C00000"/>
                </a:solidFill>
                <a:latin typeface="+mj-lt"/>
              </a:rPr>
              <a:t>producto</a:t>
            </a:r>
            <a:r>
              <a:rPr lang="es-ES" kern="0" dirty="0">
                <a:solidFill>
                  <a:srgbClr val="000000"/>
                </a:solidFill>
                <a:latin typeface="+mj-lt"/>
              </a:rPr>
              <a:t> (o línea de ensamble o producción repetitiva).</a:t>
            </a:r>
          </a:p>
        </p:txBody>
      </p:sp>
      <p:sp>
        <p:nvSpPr>
          <p:cNvPr id="3" name="Text Box 5">
            <a:extLst>
              <a:ext uri="{FF2B5EF4-FFF2-40B4-BE49-F238E27FC236}">
                <a16:creationId xmlns:a16="http://schemas.microsoft.com/office/drawing/2014/main" id="{0A8FF5F4-6A7B-2A13-7729-B242C20E4A42}"/>
              </a:ext>
            </a:extLst>
          </p:cNvPr>
          <p:cNvSpPr txBox="1">
            <a:spLocks noChangeArrowheads="1"/>
          </p:cNvSpPr>
          <p:nvPr/>
        </p:nvSpPr>
        <p:spPr bwMode="auto">
          <a:xfrm>
            <a:off x="1631504" y="116632"/>
            <a:ext cx="8820150" cy="400110"/>
          </a:xfrm>
          <a:prstGeom prst="rect">
            <a:avLst/>
          </a:prstGeom>
          <a:noFill/>
          <a:ln w="9525">
            <a:noFill/>
            <a:miter lim="800000"/>
            <a:headEnd/>
            <a:tailEnd/>
          </a:ln>
          <a:effectLst/>
        </p:spPr>
        <p:txBody>
          <a:bodyPr>
            <a:spAutoFit/>
          </a:bodyPr>
          <a:lstStyle/>
          <a:p>
            <a:r>
              <a:rPr lang="es-ES_tradnl" sz="2000" b="1" kern="0" dirty="0">
                <a:solidFill>
                  <a:srgbClr val="CC0099"/>
                </a:solidFill>
              </a:rPr>
              <a:t>3. DECISIONES DE PRODUCCIÓN</a:t>
            </a:r>
            <a:endParaRPr lang="es-ES_tradnl" sz="2000" b="1" dirty="0">
              <a:solidFill>
                <a:schemeClr val="accent2"/>
              </a:solidFill>
            </a:endParaRPr>
          </a:p>
        </p:txBody>
      </p:sp>
      <p:sp>
        <p:nvSpPr>
          <p:cNvPr id="8" name="Text Box 5">
            <a:extLst>
              <a:ext uri="{FF2B5EF4-FFF2-40B4-BE49-F238E27FC236}">
                <a16:creationId xmlns:a16="http://schemas.microsoft.com/office/drawing/2014/main" id="{9BBDC4B0-DC35-A92F-8DF6-3DB48FE40BC0}"/>
              </a:ext>
            </a:extLst>
          </p:cNvPr>
          <p:cNvSpPr txBox="1">
            <a:spLocks noChangeArrowheads="1"/>
          </p:cNvSpPr>
          <p:nvPr/>
        </p:nvSpPr>
        <p:spPr bwMode="auto">
          <a:xfrm>
            <a:off x="3647728" y="459190"/>
            <a:ext cx="5544616" cy="461665"/>
          </a:xfrm>
          <a:prstGeom prst="rect">
            <a:avLst/>
          </a:prstGeom>
          <a:noFill/>
          <a:ln w="9525">
            <a:noFill/>
            <a:miter lim="800000"/>
            <a:headEnd/>
            <a:tailEnd/>
          </a:ln>
          <a:effectLst/>
        </p:spPr>
        <p:txBody>
          <a:bodyPr wrap="square">
            <a:spAutoFit/>
          </a:bodyPr>
          <a:lstStyle/>
          <a:p>
            <a:pPr algn="ctr" defTabSz="685800">
              <a:spcBef>
                <a:spcPts val="900"/>
              </a:spcBef>
              <a:spcAft>
                <a:spcPts val="900"/>
              </a:spcAft>
            </a:pPr>
            <a:r>
              <a:rPr lang="es-ES" sz="2400" b="1" dirty="0">
                <a:solidFill>
                  <a:srgbClr val="00B050"/>
                </a:solidFill>
                <a:latin typeface="+mj-lt"/>
                <a:cs typeface="Arial" panose="020B0604020202020204" pitchFamily="34" charset="0"/>
              </a:rPr>
              <a:t>a) Decisiones estructurales</a:t>
            </a:r>
            <a:endParaRPr lang="es-ES" sz="2400" b="1" dirty="0">
              <a:solidFill>
                <a:srgbClr val="00B050"/>
              </a:solidFill>
              <a:latin typeface="+mj-lt"/>
              <a:ea typeface="Times New Roman"/>
              <a:cs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2819">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2819">
                                            <p:txEl>
                                              <p:pRg st="2" end="2"/>
                                            </p:txEl>
                                          </p:spTgt>
                                        </p:tgtEl>
                                        <p:attrNameLst>
                                          <p:attrName>style.visibility</p:attrName>
                                        </p:attrNameLst>
                                      </p:cBhvr>
                                      <p:to>
                                        <p:strVal val="visible"/>
                                      </p:to>
                                    </p:set>
                                  </p:childTnLst>
                                </p:cTn>
                              </p:par>
                            </p:childTnLst>
                          </p:cTn>
                        </p:par>
                        <p:par>
                          <p:cTn id="11" fill="hold">
                            <p:stCondLst>
                              <p:cond delay="0"/>
                            </p:stCondLst>
                            <p:childTnLst>
                              <p:par>
                                <p:cTn id="12" presetID="1" presetClass="entr" presetSubtype="0" fill="hold" nodeType="afterEffect">
                                  <p:stCondLst>
                                    <p:cond delay="1000"/>
                                  </p:stCondLst>
                                  <p:childTnLst>
                                    <p:set>
                                      <p:cBhvr>
                                        <p:cTn id="13" dur="1" fill="hold">
                                          <p:stCondLst>
                                            <p:cond delay="0"/>
                                          </p:stCondLst>
                                        </p:cTn>
                                        <p:tgtEl>
                                          <p:spTgt spid="162819">
                                            <p:txEl>
                                              <p:pRg st="3" end="3"/>
                                            </p:txEl>
                                          </p:spTgt>
                                        </p:tgtEl>
                                        <p:attrNameLst>
                                          <p:attrName>style.visibility</p:attrName>
                                        </p:attrNameLst>
                                      </p:cBhvr>
                                      <p:to>
                                        <p:strVal val="visible"/>
                                      </p:to>
                                    </p:set>
                                  </p:childTnLst>
                                </p:cTn>
                              </p:par>
                            </p:childTnLst>
                          </p:cTn>
                        </p:par>
                        <p:par>
                          <p:cTn id="14" fill="hold">
                            <p:stCondLst>
                              <p:cond delay="1000"/>
                            </p:stCondLst>
                            <p:childTnLst>
                              <p:par>
                                <p:cTn id="15" presetID="1" presetClass="entr" presetSubtype="0" fill="hold" nodeType="afterEffect">
                                  <p:stCondLst>
                                    <p:cond delay="1000"/>
                                  </p:stCondLst>
                                  <p:childTnLst>
                                    <p:set>
                                      <p:cBhvr>
                                        <p:cTn id="16" dur="1" fill="hold">
                                          <p:stCondLst>
                                            <p:cond delay="0"/>
                                          </p:stCondLst>
                                        </p:cTn>
                                        <p:tgtEl>
                                          <p:spTgt spid="162819">
                                            <p:txEl>
                                              <p:pRg st="4" end="4"/>
                                            </p:txEl>
                                          </p:spTgt>
                                        </p:tgtEl>
                                        <p:attrNameLst>
                                          <p:attrName>style.visibility</p:attrName>
                                        </p:attrNameLst>
                                      </p:cBhvr>
                                      <p:to>
                                        <p:strVal val="visible"/>
                                      </p:to>
                                    </p:set>
                                  </p:childTnLst>
                                </p:cTn>
                              </p:par>
                            </p:childTnLst>
                          </p:cTn>
                        </p:par>
                        <p:par>
                          <p:cTn id="17" fill="hold">
                            <p:stCondLst>
                              <p:cond delay="2000"/>
                            </p:stCondLst>
                            <p:childTnLst>
                              <p:par>
                                <p:cTn id="18" presetID="1" presetClass="entr" presetSubtype="0" fill="hold" nodeType="afterEffect">
                                  <p:stCondLst>
                                    <p:cond delay="750"/>
                                  </p:stCondLst>
                                  <p:childTnLst>
                                    <p:set>
                                      <p:cBhvr>
                                        <p:cTn id="19" dur="1" fill="hold">
                                          <p:stCondLst>
                                            <p:cond delay="0"/>
                                          </p:stCondLst>
                                        </p:cTn>
                                        <p:tgtEl>
                                          <p:spTgt spid="162819">
                                            <p:txEl>
                                              <p:pRg st="5" end="5"/>
                                            </p:txEl>
                                          </p:spTgt>
                                        </p:tgtEl>
                                        <p:attrNameLst>
                                          <p:attrName>style.visibility</p:attrName>
                                        </p:attrNameLst>
                                      </p:cBhvr>
                                      <p:to>
                                        <p:strVal val="visible"/>
                                      </p:to>
                                    </p:set>
                                  </p:childTnLst>
                                </p:cTn>
                              </p:par>
                            </p:childTnLst>
                          </p:cTn>
                        </p:par>
                        <p:par>
                          <p:cTn id="20" fill="hold">
                            <p:stCondLst>
                              <p:cond delay="2750"/>
                            </p:stCondLst>
                            <p:childTnLst>
                              <p:par>
                                <p:cTn id="21" presetID="1" presetClass="entr" presetSubtype="0" fill="hold" nodeType="afterEffect">
                                  <p:stCondLst>
                                    <p:cond delay="750"/>
                                  </p:stCondLst>
                                  <p:childTnLst>
                                    <p:set>
                                      <p:cBhvr>
                                        <p:cTn id="22" dur="1" fill="hold">
                                          <p:stCondLst>
                                            <p:cond delay="0"/>
                                          </p:stCondLst>
                                        </p:cTn>
                                        <p:tgtEl>
                                          <p:spTgt spid="162819">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62819">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
                                            <p:txEl>
                                              <p:pRg st="0" end="0"/>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6">
                                            <p:txEl>
                                              <p:pRg st="1" end="1"/>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6">
                                            <p:txEl>
                                              <p:pRg st="2" end="2"/>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7308B4AD-BEB3-4C9A-8E73-673AC42D3FA7}"/>
              </a:ext>
            </a:extLst>
          </p:cNvPr>
          <p:cNvSpPr>
            <a:spLocks noGrp="1"/>
          </p:cNvSpPr>
          <p:nvPr>
            <p:ph type="sldNum" sz="quarter" idx="4"/>
          </p:nvPr>
        </p:nvSpPr>
        <p:spPr>
          <a:xfrm>
            <a:off x="1559496" y="6381329"/>
            <a:ext cx="648072" cy="360039"/>
          </a:xfrm>
          <a:prstGeom prst="rect">
            <a:avLst/>
          </a:prstGeom>
        </p:spPr>
        <p:txBody>
          <a:bodyPr vert="horz" lIns="91440" tIns="45720" rIns="91440" bIns="45720" rtlCol="0" anchor="ctr"/>
          <a:lstStyle>
            <a:defPPr>
              <a:defRPr lang="es-ES_tradnl"/>
            </a:defPPr>
            <a:lvl1pPr algn="ctr" rtl="0" fontAlgn="base">
              <a:spcBef>
                <a:spcPct val="0"/>
              </a:spcBef>
              <a:spcAft>
                <a:spcPct val="0"/>
              </a:spcAft>
              <a:defRPr sz="1000" b="1" kern="1200">
                <a:solidFill>
                  <a:srgbClr val="C00000"/>
                </a:solidFill>
                <a:latin typeface="+mn-lt"/>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fld id="{AF75CF5D-3D4E-4D8A-8B54-5D72594A67B8}" type="slidenum">
              <a:rPr lang="es-US" smtClean="0"/>
              <a:pPr/>
              <a:t>41</a:t>
            </a:fld>
            <a:endParaRPr lang="es-US" dirty="0"/>
          </a:p>
        </p:txBody>
      </p:sp>
      <p:sp>
        <p:nvSpPr>
          <p:cNvPr id="164867" name="2 Marcador de contenido"/>
          <p:cNvSpPr>
            <a:spLocks noGrp="1"/>
          </p:cNvSpPr>
          <p:nvPr>
            <p:ph idx="4294967295"/>
          </p:nvPr>
        </p:nvSpPr>
        <p:spPr>
          <a:xfrm>
            <a:off x="832919" y="1052736"/>
            <a:ext cx="9583561" cy="1656184"/>
          </a:xfrm>
        </p:spPr>
        <p:txBody>
          <a:bodyPr/>
          <a:lstStyle/>
          <a:p>
            <a:pPr marL="355600" lvl="1" indent="-260350" algn="just">
              <a:buNone/>
            </a:pPr>
            <a:r>
              <a:rPr lang="es-ES" sz="1800" b="1" dirty="0">
                <a:solidFill>
                  <a:srgbClr val="C00000"/>
                </a:solidFill>
              </a:rPr>
              <a:t>6. </a:t>
            </a:r>
            <a:r>
              <a:rPr lang="es-ES" sz="1800" b="1" u="sng" dirty="0">
                <a:solidFill>
                  <a:srgbClr val="C00000"/>
                </a:solidFill>
              </a:rPr>
              <a:t>RECURSOS HUMANOS DE PRODUCCIÓN</a:t>
            </a:r>
          </a:p>
          <a:p>
            <a:pPr marL="355600" lvl="2" indent="-260350" algn="just"/>
            <a:r>
              <a:rPr lang="es-ES" dirty="0"/>
              <a:t>Determinar las capacidades y habilidades requeridas para cada trabajador del área de producción</a:t>
            </a:r>
          </a:p>
          <a:p>
            <a:pPr marL="355600" lvl="2" indent="-260350" algn="just"/>
            <a:r>
              <a:rPr lang="es-ES" dirty="0"/>
              <a:t>Diseño del trabajo que mejore productividad y satisfacción de los trabajadores en sus puestos</a:t>
            </a:r>
          </a:p>
          <a:p>
            <a:pPr marL="355600" lvl="1" indent="-260350" algn="just">
              <a:buNone/>
            </a:pPr>
            <a:endParaRPr lang="es-ES" sz="1800" b="1" u="sng" dirty="0">
              <a:solidFill>
                <a:srgbClr val="C00000"/>
              </a:solidFill>
            </a:endParaRPr>
          </a:p>
        </p:txBody>
      </p:sp>
      <p:sp>
        <p:nvSpPr>
          <p:cNvPr id="69" name="Rectangle 3">
            <a:extLst>
              <a:ext uri="{FF2B5EF4-FFF2-40B4-BE49-F238E27FC236}">
                <a16:creationId xmlns:a16="http://schemas.microsoft.com/office/drawing/2014/main" id="{EF0CD586-2760-4D93-941E-F8B9F1D3BD52}"/>
              </a:ext>
            </a:extLst>
          </p:cNvPr>
          <p:cNvSpPr txBox="1">
            <a:spLocks noChangeArrowheads="1"/>
          </p:cNvSpPr>
          <p:nvPr/>
        </p:nvSpPr>
        <p:spPr bwMode="auto">
          <a:xfrm>
            <a:off x="968721" y="2888571"/>
            <a:ext cx="10511073" cy="3095549"/>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24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000">
                <a:solidFill>
                  <a:schemeClr val="tx1"/>
                </a:solidFill>
                <a:latin typeface="+mn-lt"/>
              </a:defRPr>
            </a:lvl2pPr>
            <a:lvl3pPr marL="1143000" indent="-228600" algn="l" rtl="0" eaLnBrk="0" fontAlgn="base" hangingPunct="0">
              <a:spcBef>
                <a:spcPct val="20000"/>
              </a:spcBef>
              <a:spcAft>
                <a:spcPct val="0"/>
              </a:spcAft>
              <a:buChar char="•"/>
              <a:defRPr>
                <a:solidFill>
                  <a:schemeClr val="tx1"/>
                </a:solidFill>
                <a:latin typeface="+mn-lt"/>
              </a:defRPr>
            </a:lvl3pPr>
            <a:lvl4pPr marL="1600200" indent="-228600" algn="l" rtl="0" eaLnBrk="0" fontAlgn="base" hangingPunct="0">
              <a:spcBef>
                <a:spcPct val="20000"/>
              </a:spcBef>
              <a:spcAft>
                <a:spcPct val="0"/>
              </a:spcAft>
              <a:buChar char="–"/>
              <a:defRPr sz="1600">
                <a:solidFill>
                  <a:schemeClr val="tx1"/>
                </a:solidFill>
                <a:latin typeface="+mn-lt"/>
              </a:defRPr>
            </a:lvl4pPr>
            <a:lvl5pPr marL="2057400" indent="-228600" algn="l" rtl="0" eaLnBrk="0" fontAlgn="base" hangingPunct="0">
              <a:spcBef>
                <a:spcPct val="20000"/>
              </a:spcBef>
              <a:spcAft>
                <a:spcPct val="0"/>
              </a:spcAft>
              <a:buChar char="»"/>
              <a:defRPr sz="1400">
                <a:solidFill>
                  <a:schemeClr val="tx1"/>
                </a:solidFill>
                <a:latin typeface="+mn-lt"/>
              </a:defRPr>
            </a:lvl5pPr>
            <a:lvl6pPr marL="2514600" indent="-228600" algn="l" rtl="0" fontAlgn="base">
              <a:spcBef>
                <a:spcPct val="20000"/>
              </a:spcBef>
              <a:spcAft>
                <a:spcPct val="0"/>
              </a:spcAft>
              <a:buChar char="»"/>
              <a:defRPr sz="1400">
                <a:solidFill>
                  <a:schemeClr val="tx1"/>
                </a:solidFill>
                <a:latin typeface="+mn-lt"/>
              </a:defRPr>
            </a:lvl6pPr>
            <a:lvl7pPr marL="2971800" indent="-228600" algn="l" rtl="0" fontAlgn="base">
              <a:spcBef>
                <a:spcPct val="20000"/>
              </a:spcBef>
              <a:spcAft>
                <a:spcPct val="0"/>
              </a:spcAft>
              <a:buChar char="»"/>
              <a:defRPr sz="1400">
                <a:solidFill>
                  <a:schemeClr val="tx1"/>
                </a:solidFill>
                <a:latin typeface="+mn-lt"/>
              </a:defRPr>
            </a:lvl7pPr>
            <a:lvl8pPr marL="3429000" indent="-228600" algn="l" rtl="0" fontAlgn="base">
              <a:spcBef>
                <a:spcPct val="20000"/>
              </a:spcBef>
              <a:spcAft>
                <a:spcPct val="0"/>
              </a:spcAft>
              <a:buChar char="»"/>
              <a:defRPr sz="1400">
                <a:solidFill>
                  <a:schemeClr val="tx1"/>
                </a:solidFill>
                <a:latin typeface="+mn-lt"/>
              </a:defRPr>
            </a:lvl8pPr>
            <a:lvl9pPr marL="3886200" indent="-228600" algn="l" rtl="0" fontAlgn="base">
              <a:spcBef>
                <a:spcPct val="20000"/>
              </a:spcBef>
              <a:spcAft>
                <a:spcPct val="0"/>
              </a:spcAft>
              <a:buChar char="»"/>
              <a:defRPr sz="1400">
                <a:solidFill>
                  <a:schemeClr val="tx1"/>
                </a:solidFill>
                <a:latin typeface="+mn-lt"/>
              </a:defRPr>
            </a:lvl9pPr>
          </a:lstStyle>
          <a:p>
            <a:pPr marL="355600" lvl="1" indent="-355600" algn="just">
              <a:buNone/>
            </a:pPr>
            <a:r>
              <a:rPr lang="es-ES" sz="1800" b="1" kern="0" dirty="0">
                <a:solidFill>
                  <a:srgbClr val="C00000"/>
                </a:solidFill>
              </a:rPr>
              <a:t>7. </a:t>
            </a:r>
            <a:r>
              <a:rPr lang="es-ES" sz="1800" b="1" u="sng" kern="0" dirty="0">
                <a:solidFill>
                  <a:srgbClr val="C00000"/>
                </a:solidFill>
              </a:rPr>
              <a:t>GESTIÓN DE LA CALIDAD DEL PRODUCTO</a:t>
            </a:r>
          </a:p>
          <a:p>
            <a:pPr marL="0" lvl="2" indent="0" algn="just">
              <a:buNone/>
            </a:pPr>
            <a:r>
              <a:rPr lang="es-ES" sz="1700" kern="0" dirty="0"/>
              <a:t>Políticas y procedimientos para conseguir una Gestión de la Calidad Total</a:t>
            </a:r>
          </a:p>
          <a:p>
            <a:pPr algn="just">
              <a:buFont typeface="Wingdings" pitchFamily="2" charset="2"/>
              <a:buChar char="Ø"/>
            </a:pPr>
            <a:r>
              <a:rPr lang="es-ES" sz="1700" kern="0" dirty="0"/>
              <a:t>Calidad: “conjunto de propiedades y características que definen la capacidad de un producto para satisfacer necesidades expresadas o implícitas”</a:t>
            </a:r>
          </a:p>
          <a:p>
            <a:pPr algn="just">
              <a:buFont typeface="Wingdings" pitchFamily="2" charset="2"/>
              <a:buChar char="Ø"/>
            </a:pPr>
            <a:r>
              <a:rPr lang="es-ES" sz="1700" kern="0" dirty="0"/>
              <a:t>Dimensiones:</a:t>
            </a:r>
          </a:p>
          <a:p>
            <a:pPr marL="0" indent="0" algn="just">
              <a:buNone/>
            </a:pPr>
            <a:r>
              <a:rPr lang="es-ES" sz="1800" kern="0" dirty="0"/>
              <a:t> </a:t>
            </a:r>
          </a:p>
          <a:p>
            <a:pPr marL="0" indent="0" algn="just">
              <a:buNone/>
            </a:pPr>
            <a:endParaRPr lang="es-ES" sz="1800" kern="0" dirty="0"/>
          </a:p>
        </p:txBody>
      </p:sp>
      <p:sp>
        <p:nvSpPr>
          <p:cNvPr id="3" name="Text Box 5">
            <a:extLst>
              <a:ext uri="{FF2B5EF4-FFF2-40B4-BE49-F238E27FC236}">
                <a16:creationId xmlns:a16="http://schemas.microsoft.com/office/drawing/2014/main" id="{CA3A8B91-FC83-1E6C-1D16-31BFCB7B87FB}"/>
              </a:ext>
            </a:extLst>
          </p:cNvPr>
          <p:cNvSpPr txBox="1">
            <a:spLocks noChangeArrowheads="1"/>
          </p:cNvSpPr>
          <p:nvPr/>
        </p:nvSpPr>
        <p:spPr bwMode="auto">
          <a:xfrm>
            <a:off x="1631504" y="116632"/>
            <a:ext cx="8820150" cy="400110"/>
          </a:xfrm>
          <a:prstGeom prst="rect">
            <a:avLst/>
          </a:prstGeom>
          <a:noFill/>
          <a:ln w="9525">
            <a:noFill/>
            <a:miter lim="800000"/>
            <a:headEnd/>
            <a:tailEnd/>
          </a:ln>
          <a:effectLst/>
        </p:spPr>
        <p:txBody>
          <a:bodyPr>
            <a:spAutoFit/>
          </a:bodyPr>
          <a:lstStyle/>
          <a:p>
            <a:r>
              <a:rPr lang="es-ES_tradnl" sz="2000" b="1" kern="0" dirty="0">
                <a:solidFill>
                  <a:srgbClr val="CC0099"/>
                </a:solidFill>
              </a:rPr>
              <a:t>3. DECISIONES DE PRODUCCIÓN</a:t>
            </a:r>
            <a:endParaRPr lang="es-ES_tradnl" sz="2000" b="1" dirty="0">
              <a:solidFill>
                <a:schemeClr val="accent2"/>
              </a:solidFill>
            </a:endParaRPr>
          </a:p>
        </p:txBody>
      </p:sp>
      <p:sp>
        <p:nvSpPr>
          <p:cNvPr id="4" name="Text Box 5">
            <a:extLst>
              <a:ext uri="{FF2B5EF4-FFF2-40B4-BE49-F238E27FC236}">
                <a16:creationId xmlns:a16="http://schemas.microsoft.com/office/drawing/2014/main" id="{2E371E8F-15AC-5183-D08A-C1B0E01E66AC}"/>
              </a:ext>
            </a:extLst>
          </p:cNvPr>
          <p:cNvSpPr txBox="1">
            <a:spLocks noChangeArrowheads="1"/>
          </p:cNvSpPr>
          <p:nvPr/>
        </p:nvSpPr>
        <p:spPr bwMode="auto">
          <a:xfrm>
            <a:off x="3647728" y="459190"/>
            <a:ext cx="5544616" cy="461665"/>
          </a:xfrm>
          <a:prstGeom prst="rect">
            <a:avLst/>
          </a:prstGeom>
          <a:noFill/>
          <a:ln w="9525">
            <a:noFill/>
            <a:miter lim="800000"/>
            <a:headEnd/>
            <a:tailEnd/>
          </a:ln>
          <a:effectLst/>
        </p:spPr>
        <p:txBody>
          <a:bodyPr wrap="square">
            <a:spAutoFit/>
          </a:bodyPr>
          <a:lstStyle/>
          <a:p>
            <a:pPr algn="ctr" defTabSz="685800">
              <a:spcBef>
                <a:spcPts val="900"/>
              </a:spcBef>
              <a:spcAft>
                <a:spcPts val="900"/>
              </a:spcAft>
            </a:pPr>
            <a:r>
              <a:rPr lang="es-ES" sz="2400" b="1" dirty="0">
                <a:solidFill>
                  <a:srgbClr val="00B050"/>
                </a:solidFill>
                <a:latin typeface="+mj-lt"/>
                <a:cs typeface="Arial" panose="020B0604020202020204" pitchFamily="34" charset="0"/>
              </a:rPr>
              <a:t>a) Decisiones estructurales</a:t>
            </a:r>
            <a:endParaRPr lang="es-ES" sz="2400" b="1" dirty="0">
              <a:solidFill>
                <a:srgbClr val="00B050"/>
              </a:solidFill>
              <a:latin typeface="+mj-lt"/>
              <a:ea typeface="Times New Roman"/>
              <a:cs typeface="Arial" panose="020B0604020202020204" pitchFamily="34" charset="0"/>
            </a:endParaRPr>
          </a:p>
        </p:txBody>
      </p:sp>
      <p:graphicFrame>
        <p:nvGraphicFramePr>
          <p:cNvPr id="5" name="Diagrama 4">
            <a:extLst>
              <a:ext uri="{FF2B5EF4-FFF2-40B4-BE49-F238E27FC236}">
                <a16:creationId xmlns:a16="http://schemas.microsoft.com/office/drawing/2014/main" id="{D7CB7D7C-B722-7E69-52A4-83A8044AFF02}"/>
              </a:ext>
            </a:extLst>
          </p:cNvPr>
          <p:cNvGraphicFramePr/>
          <p:nvPr>
            <p:extLst>
              <p:ext uri="{D42A27DB-BD31-4B8C-83A1-F6EECF244321}">
                <p14:modId xmlns:p14="http://schemas.microsoft.com/office/powerpoint/2010/main" val="717263226"/>
              </p:ext>
            </p:extLst>
          </p:nvPr>
        </p:nvGraphicFramePr>
        <p:xfrm>
          <a:off x="662788" y="4907598"/>
          <a:ext cx="11122938" cy="75081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0419863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 grpId="0"/>
    </p:bldLst>
  </p:timing>
</p:sld>
</file>

<file path=ppt/tags/tag1.xml><?xml version="1.0" encoding="utf-8"?>
<p:tagLst xmlns:a="http://schemas.openxmlformats.org/drawingml/2006/main" xmlns:r="http://schemas.openxmlformats.org/officeDocument/2006/relationships" xmlns:p="http://schemas.openxmlformats.org/presentationml/2006/main">
  <p:tag name="TIMING" val="|3.9|15.6|8.4|13.5"/>
</p:tagLst>
</file>

<file path=ppt/theme/theme1.xml><?xml version="1.0" encoding="utf-8"?>
<a:theme xmlns:a="http://schemas.openxmlformats.org/drawingml/2006/main" name="Tema de Office">
  <a:themeElements>
    <a:clrScheme name="Azul cálido">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Tw Cen MT-Rockwell">
      <a:majorFont>
        <a:latin typeface="Tw Cen MT" panose="020B0602020104020603"/>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1639</TotalTime>
  <Words>8669</Words>
  <Application>Microsoft Office PowerPoint</Application>
  <PresentationFormat>Panorámica</PresentationFormat>
  <Paragraphs>676</Paragraphs>
  <Slides>41</Slides>
  <Notes>30</Notes>
  <HiddenSlides>4</HiddenSlides>
  <MMClips>0</MMClips>
  <ScaleCrop>false</ScaleCrop>
  <HeadingPairs>
    <vt:vector size="6" baseType="variant">
      <vt:variant>
        <vt:lpstr>Fuentes usadas</vt:lpstr>
      </vt:variant>
      <vt:variant>
        <vt:i4>10</vt:i4>
      </vt:variant>
      <vt:variant>
        <vt:lpstr>Tema</vt:lpstr>
      </vt:variant>
      <vt:variant>
        <vt:i4>1</vt:i4>
      </vt:variant>
      <vt:variant>
        <vt:lpstr>Títulos de diapositiva</vt:lpstr>
      </vt:variant>
      <vt:variant>
        <vt:i4>41</vt:i4>
      </vt:variant>
    </vt:vector>
  </HeadingPairs>
  <TitlesOfParts>
    <vt:vector size="52" baseType="lpstr">
      <vt:lpstr>Arial</vt:lpstr>
      <vt:lpstr>Calibri</vt:lpstr>
      <vt:lpstr>Cambria Math</vt:lpstr>
      <vt:lpstr>Century Gothic</vt:lpstr>
      <vt:lpstr>Comic Sans MS</vt:lpstr>
      <vt:lpstr>Courier New</vt:lpstr>
      <vt:lpstr>Rockwell</vt:lpstr>
      <vt:lpstr>Times New Roman</vt:lpstr>
      <vt:lpstr>Tw Cen MT</vt:lpstr>
      <vt:lpstr>Wingdings</vt:lpstr>
      <vt:lpstr>Tema de Office</vt:lpstr>
      <vt:lpstr>EPRENDIMIENTO E INNOVACIÓN EN ROBÓTICA Curso 2024-2025</vt:lpstr>
      <vt:lpstr>INTRODUCCIÓN</vt:lpstr>
      <vt:lpstr>EL SUBSISTEMA DE PRODUCCIÓN</vt:lpstr>
      <vt:lpstr>Presentación de PowerPoint</vt:lpstr>
      <vt:lpstr>1. El plan de operaciones. Elementos </vt:lpstr>
      <vt:lpstr>El plan de producción</vt:lpstr>
      <vt:lpstr>El plan de producción</vt:lpstr>
      <vt:lpstr>Presentación de PowerPoint</vt:lpstr>
      <vt:lpstr>Presentación de PowerPoint</vt:lpstr>
      <vt:lpstr>Proceso de producción McDonalds</vt:lpstr>
      <vt:lpstr>Presentación de PowerPoint</vt:lpstr>
      <vt:lpstr>Presentación de PowerPoint</vt:lpstr>
      <vt:lpstr>1. El plan de operaciones</vt:lpstr>
      <vt:lpstr>1. El plan de operaciones</vt:lpstr>
      <vt:lpstr>Presentación de PowerPoint</vt:lpstr>
      <vt:lpstr>1. El plan de operaciones</vt:lpstr>
      <vt:lpstr>CÁLCULO DEL PUNTO MUERTO O UMBRAL DE RENTABILIDAD</vt:lpstr>
      <vt:lpstr>CÁLCULO DEL PUNTO MUERTO O UMBRAL DE RENTABILIDAD</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3. DECISIONES DE PRODUCCIÓN</vt:lpstr>
      <vt:lpstr>Presentación de PowerPoint</vt:lpstr>
      <vt:lpstr>Presentación de PowerPoint</vt:lpstr>
      <vt:lpstr>Variables que lo determinan: </vt:lpstr>
      <vt:lpstr>Procesos productivos</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 plan de producción de la empresa</dc:title>
  <dc:creator>Microsoft Office User</dc:creator>
  <cp:lastModifiedBy>María Elena Fernández Gascueña</cp:lastModifiedBy>
  <cp:revision>72</cp:revision>
  <dcterms:created xsi:type="dcterms:W3CDTF">2020-11-26T20:51:57Z</dcterms:created>
  <dcterms:modified xsi:type="dcterms:W3CDTF">2024-12-18T19:18:08Z</dcterms:modified>
</cp:coreProperties>
</file>