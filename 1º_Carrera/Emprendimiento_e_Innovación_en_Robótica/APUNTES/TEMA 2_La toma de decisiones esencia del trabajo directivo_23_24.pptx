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1.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xml" ContentType="application/inkml+xml"/>
  <Override PartName="/ppt/ink/ink2.xml" ContentType="application/inkml+xml"/>
  <Override PartName="/ppt/notesSlides/notesSlide27.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28.xml" ContentType="application/vnd.openxmlformats-officedocument.presentationml.notesSlide+xml"/>
  <Override PartName="/ppt/ink/ink6.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notesMasterIdLst>
    <p:notesMasterId r:id="rId69"/>
  </p:notesMasterIdLst>
  <p:handoutMasterIdLst>
    <p:handoutMasterId r:id="rId70"/>
  </p:handoutMasterIdLst>
  <p:sldIdLst>
    <p:sldId id="299" r:id="rId2"/>
    <p:sldId id="256" r:id="rId3"/>
    <p:sldId id="298" r:id="rId4"/>
    <p:sldId id="302" r:id="rId5"/>
    <p:sldId id="313" r:id="rId6"/>
    <p:sldId id="314" r:id="rId7"/>
    <p:sldId id="322" r:id="rId8"/>
    <p:sldId id="315" r:id="rId9"/>
    <p:sldId id="344" r:id="rId10"/>
    <p:sldId id="353" r:id="rId11"/>
    <p:sldId id="276" r:id="rId12"/>
    <p:sldId id="275" r:id="rId13"/>
    <p:sldId id="300" r:id="rId14"/>
    <p:sldId id="345" r:id="rId15"/>
    <p:sldId id="277" r:id="rId16"/>
    <p:sldId id="278" r:id="rId17"/>
    <p:sldId id="346" r:id="rId18"/>
    <p:sldId id="272" r:id="rId19"/>
    <p:sldId id="316" r:id="rId20"/>
    <p:sldId id="295" r:id="rId21"/>
    <p:sldId id="323" r:id="rId22"/>
    <p:sldId id="296" r:id="rId23"/>
    <p:sldId id="325" r:id="rId24"/>
    <p:sldId id="257" r:id="rId25"/>
    <p:sldId id="339" r:id="rId26"/>
    <p:sldId id="340" r:id="rId27"/>
    <p:sldId id="306" r:id="rId28"/>
    <p:sldId id="259" r:id="rId29"/>
    <p:sldId id="342" r:id="rId30"/>
    <p:sldId id="343" r:id="rId31"/>
    <p:sldId id="283" r:id="rId32"/>
    <p:sldId id="284" r:id="rId33"/>
    <p:sldId id="326" r:id="rId34"/>
    <p:sldId id="333" r:id="rId35"/>
    <p:sldId id="309" r:id="rId36"/>
    <p:sldId id="341" r:id="rId37"/>
    <p:sldId id="260" r:id="rId38"/>
    <p:sldId id="307" r:id="rId39"/>
    <p:sldId id="337" r:id="rId40"/>
    <p:sldId id="351" r:id="rId41"/>
    <p:sldId id="310" r:id="rId42"/>
    <p:sldId id="311" r:id="rId43"/>
    <p:sldId id="282" r:id="rId44"/>
    <p:sldId id="274" r:id="rId45"/>
    <p:sldId id="290" r:id="rId46"/>
    <p:sldId id="291" r:id="rId47"/>
    <p:sldId id="332" r:id="rId48"/>
    <p:sldId id="265" r:id="rId49"/>
    <p:sldId id="266" r:id="rId50"/>
    <p:sldId id="267" r:id="rId51"/>
    <p:sldId id="268" r:id="rId52"/>
    <p:sldId id="327" r:id="rId53"/>
    <p:sldId id="270" r:id="rId54"/>
    <p:sldId id="330" r:id="rId55"/>
    <p:sldId id="271" r:id="rId56"/>
    <p:sldId id="350" r:id="rId57"/>
    <p:sldId id="269" r:id="rId58"/>
    <p:sldId id="355" r:id="rId59"/>
    <p:sldId id="356" r:id="rId60"/>
    <p:sldId id="357" r:id="rId61"/>
    <p:sldId id="321" r:id="rId62"/>
    <p:sldId id="352" r:id="rId63"/>
    <p:sldId id="317" r:id="rId64"/>
    <p:sldId id="318" r:id="rId65"/>
    <p:sldId id="319" r:id="rId66"/>
    <p:sldId id="308" r:id="rId67"/>
    <p:sldId id="320" r:id="rId6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A3E"/>
    <a:srgbClr val="76F279"/>
    <a:srgbClr val="990000"/>
    <a:srgbClr val="CC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88" autoAdjust="0"/>
    <p:restoredTop sz="92832" autoAdjust="0"/>
  </p:normalViewPr>
  <p:slideViewPr>
    <p:cSldViewPr>
      <p:cViewPr varScale="1">
        <p:scale>
          <a:sx n="62" d="100"/>
          <a:sy n="62" d="100"/>
        </p:scale>
        <p:origin x="1420" y="40"/>
      </p:cViewPr>
      <p:guideLst>
        <p:guide orient="horz" pos="2160"/>
        <p:guide pos="2880"/>
      </p:guideLst>
    </p:cSldViewPr>
  </p:slideViewPr>
  <p:notesTextViewPr>
    <p:cViewPr>
      <p:scale>
        <a:sx n="100" d="100"/>
        <a:sy n="100" d="100"/>
      </p:scale>
      <p:origin x="0" y="0"/>
    </p:cViewPr>
  </p:notesTextViewPr>
  <p:sorterViewPr>
    <p:cViewPr>
      <p:scale>
        <a:sx n="90" d="100"/>
        <a:sy n="90" d="100"/>
      </p:scale>
      <p:origin x="0" y="-3840"/>
    </p:cViewPr>
  </p:sorterViewPr>
  <p:notesViewPr>
    <p:cSldViewPr>
      <p:cViewPr varScale="1">
        <p:scale>
          <a:sx n="56" d="100"/>
          <a:sy n="56" d="100"/>
        </p:scale>
        <p:origin x="-172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ía Elena Fernández Gascueña" userId="8298997d-b71a-4e0a-adff-66140120cb1e" providerId="ADAL" clId="{87B80A65-F367-4FE5-8B77-716B6C76EF6B}"/>
    <pc:docChg chg="undo custSel addSld modSld sldOrd">
      <pc:chgData name="María Elena Fernández Gascueña" userId="8298997d-b71a-4e0a-adff-66140120cb1e" providerId="ADAL" clId="{87B80A65-F367-4FE5-8B77-716B6C76EF6B}" dt="2023-10-23T11:29:14.122" v="473" actId="14100"/>
      <pc:docMkLst>
        <pc:docMk/>
      </pc:docMkLst>
      <pc:sldChg chg="modSp mod">
        <pc:chgData name="María Elena Fernández Gascueña" userId="8298997d-b71a-4e0a-adff-66140120cb1e" providerId="ADAL" clId="{87B80A65-F367-4FE5-8B77-716B6C76EF6B}" dt="2023-10-23T11:28:23.093" v="461" actId="27636"/>
        <pc:sldMkLst>
          <pc:docMk/>
          <pc:sldMk cId="0" sldId="259"/>
        </pc:sldMkLst>
        <pc:spChg chg="mod">
          <ac:chgData name="María Elena Fernández Gascueña" userId="8298997d-b71a-4e0a-adff-66140120cb1e" providerId="ADAL" clId="{87B80A65-F367-4FE5-8B77-716B6C76EF6B}" dt="2023-10-23T11:28:18.101" v="458" actId="14100"/>
          <ac:spMkLst>
            <pc:docMk/>
            <pc:sldMk cId="0" sldId="259"/>
            <ac:spMk id="7" creationId="{00000000-0000-0000-0000-000000000000}"/>
          </ac:spMkLst>
        </pc:spChg>
        <pc:spChg chg="mod">
          <ac:chgData name="María Elena Fernández Gascueña" userId="8298997d-b71a-4e0a-adff-66140120cb1e" providerId="ADAL" clId="{87B80A65-F367-4FE5-8B77-716B6C76EF6B}" dt="2023-10-23T11:28:23.093" v="461" actId="27636"/>
          <ac:spMkLst>
            <pc:docMk/>
            <pc:sldMk cId="0" sldId="259"/>
            <ac:spMk id="26626" creationId="{00000000-0000-0000-0000-000000000000}"/>
          </ac:spMkLst>
        </pc:spChg>
      </pc:sldChg>
      <pc:sldChg chg="modSp mod">
        <pc:chgData name="María Elena Fernández Gascueña" userId="8298997d-b71a-4e0a-adff-66140120cb1e" providerId="ADAL" clId="{87B80A65-F367-4FE5-8B77-716B6C76EF6B}" dt="2023-10-10T13:44:53.436" v="375" actId="403"/>
        <pc:sldMkLst>
          <pc:docMk/>
          <pc:sldMk cId="0" sldId="269"/>
        </pc:sldMkLst>
        <pc:spChg chg="mod">
          <ac:chgData name="María Elena Fernández Gascueña" userId="8298997d-b71a-4e0a-adff-66140120cb1e" providerId="ADAL" clId="{87B80A65-F367-4FE5-8B77-716B6C76EF6B}" dt="2023-10-10T13:44:53.436" v="375" actId="403"/>
          <ac:spMkLst>
            <pc:docMk/>
            <pc:sldMk cId="0" sldId="269"/>
            <ac:spMk id="2" creationId="{9B1C9B93-7D29-B6BF-1B12-76CCF2BADA8E}"/>
          </ac:spMkLst>
        </pc:spChg>
        <pc:picChg chg="mod">
          <ac:chgData name="María Elena Fernández Gascueña" userId="8298997d-b71a-4e0a-adff-66140120cb1e" providerId="ADAL" clId="{87B80A65-F367-4FE5-8B77-716B6C76EF6B}" dt="2023-10-10T13:44:48.353" v="374" actId="14100"/>
          <ac:picMkLst>
            <pc:docMk/>
            <pc:sldMk cId="0" sldId="269"/>
            <ac:picMk id="4" creationId="{9F2AA0DE-09AC-A0D3-3269-0C42DEC50DB8}"/>
          </ac:picMkLst>
        </pc:picChg>
      </pc:sldChg>
      <pc:sldChg chg="addSp delSp modSp mod">
        <pc:chgData name="María Elena Fernández Gascueña" userId="8298997d-b71a-4e0a-adff-66140120cb1e" providerId="ADAL" clId="{87B80A65-F367-4FE5-8B77-716B6C76EF6B}" dt="2023-10-09T11:38:57.959" v="371" actId="1076"/>
        <pc:sldMkLst>
          <pc:docMk/>
          <pc:sldMk cId="0" sldId="282"/>
        </pc:sldMkLst>
        <pc:spChg chg="del">
          <ac:chgData name="María Elena Fernández Gascueña" userId="8298997d-b71a-4e0a-adff-66140120cb1e" providerId="ADAL" clId="{87B80A65-F367-4FE5-8B77-716B6C76EF6B}" dt="2023-10-09T11:38:50.348" v="369" actId="12084"/>
          <ac:spMkLst>
            <pc:docMk/>
            <pc:sldMk cId="0" sldId="282"/>
            <ac:spMk id="3" creationId="{00000000-0000-0000-0000-000000000000}"/>
          </ac:spMkLst>
        </pc:spChg>
        <pc:graphicFrameChg chg="add mod">
          <ac:chgData name="María Elena Fernández Gascueña" userId="8298997d-b71a-4e0a-adff-66140120cb1e" providerId="ADAL" clId="{87B80A65-F367-4FE5-8B77-716B6C76EF6B}" dt="2023-10-09T11:38:57.959" v="371" actId="1076"/>
          <ac:graphicFrameMkLst>
            <pc:docMk/>
            <pc:sldMk cId="0" sldId="282"/>
            <ac:graphicFrameMk id="4" creationId="{6CCB3C05-F7D4-2704-C6D7-AA2CD81B6F0F}"/>
          </ac:graphicFrameMkLst>
        </pc:graphicFrameChg>
      </pc:sldChg>
      <pc:sldChg chg="ord">
        <pc:chgData name="María Elena Fernández Gascueña" userId="8298997d-b71a-4e0a-adff-66140120cb1e" providerId="ADAL" clId="{87B80A65-F367-4FE5-8B77-716B6C76EF6B}" dt="2023-10-09T11:35:12.915" v="353"/>
        <pc:sldMkLst>
          <pc:docMk/>
          <pc:sldMk cId="0" sldId="283"/>
        </pc:sldMkLst>
      </pc:sldChg>
      <pc:sldChg chg="modSp mod">
        <pc:chgData name="María Elena Fernández Gascueña" userId="8298997d-b71a-4e0a-adff-66140120cb1e" providerId="ADAL" clId="{87B80A65-F367-4FE5-8B77-716B6C76EF6B}" dt="2023-10-02T12:06:31.443" v="9" actId="20577"/>
        <pc:sldMkLst>
          <pc:docMk/>
          <pc:sldMk cId="0" sldId="284"/>
        </pc:sldMkLst>
        <pc:spChg chg="mod">
          <ac:chgData name="María Elena Fernández Gascueña" userId="8298997d-b71a-4e0a-adff-66140120cb1e" providerId="ADAL" clId="{87B80A65-F367-4FE5-8B77-716B6C76EF6B}" dt="2023-10-02T12:06:31.443" v="9" actId="20577"/>
          <ac:spMkLst>
            <pc:docMk/>
            <pc:sldMk cId="0" sldId="284"/>
            <ac:spMk id="50" creationId="{00000000-0000-0000-0000-000000000000}"/>
          </ac:spMkLst>
        </pc:spChg>
      </pc:sldChg>
      <pc:sldChg chg="modSp mod">
        <pc:chgData name="María Elena Fernández Gascueña" userId="8298997d-b71a-4e0a-adff-66140120cb1e" providerId="ADAL" clId="{87B80A65-F367-4FE5-8B77-716B6C76EF6B}" dt="2023-10-03T13:01:57.154" v="327" actId="27636"/>
        <pc:sldMkLst>
          <pc:docMk/>
          <pc:sldMk cId="0" sldId="295"/>
        </pc:sldMkLst>
        <pc:spChg chg="mod">
          <ac:chgData name="María Elena Fernández Gascueña" userId="8298997d-b71a-4e0a-adff-66140120cb1e" providerId="ADAL" clId="{87B80A65-F367-4FE5-8B77-716B6C76EF6B}" dt="2023-10-03T13:01:29.317" v="320" actId="404"/>
          <ac:spMkLst>
            <pc:docMk/>
            <pc:sldMk cId="0" sldId="295"/>
            <ac:spMk id="4" creationId="{00000000-0000-0000-0000-000000000000}"/>
          </ac:spMkLst>
        </pc:spChg>
        <pc:spChg chg="mod">
          <ac:chgData name="María Elena Fernández Gascueña" userId="8298997d-b71a-4e0a-adff-66140120cb1e" providerId="ADAL" clId="{87B80A65-F367-4FE5-8B77-716B6C76EF6B}" dt="2023-10-03T13:01:57.154" v="327" actId="27636"/>
          <ac:spMkLst>
            <pc:docMk/>
            <pc:sldMk cId="0" sldId="295"/>
            <ac:spMk id="45059" creationId="{00000000-0000-0000-0000-000000000000}"/>
          </ac:spMkLst>
        </pc:spChg>
      </pc:sldChg>
      <pc:sldChg chg="modSp mod">
        <pc:chgData name="María Elena Fernández Gascueña" userId="8298997d-b71a-4e0a-adff-66140120cb1e" providerId="ADAL" clId="{87B80A65-F367-4FE5-8B77-716B6C76EF6B}" dt="2023-10-23T11:27:44.131" v="446" actId="1076"/>
        <pc:sldMkLst>
          <pc:docMk/>
          <pc:sldMk cId="0" sldId="306"/>
        </pc:sldMkLst>
        <pc:spChg chg="mod">
          <ac:chgData name="María Elena Fernández Gascueña" userId="8298997d-b71a-4e0a-adff-66140120cb1e" providerId="ADAL" clId="{87B80A65-F367-4FE5-8B77-716B6C76EF6B}" dt="2023-10-23T11:27:36.866" v="445" actId="14100"/>
          <ac:spMkLst>
            <pc:docMk/>
            <pc:sldMk cId="0" sldId="306"/>
            <ac:spMk id="4" creationId="{00000000-0000-0000-0000-000000000000}"/>
          </ac:spMkLst>
        </pc:spChg>
        <pc:spChg chg="mod">
          <ac:chgData name="María Elena Fernández Gascueña" userId="8298997d-b71a-4e0a-adff-66140120cb1e" providerId="ADAL" clId="{87B80A65-F367-4FE5-8B77-716B6C76EF6B}" dt="2023-10-23T11:27:44.131" v="446" actId="1076"/>
          <ac:spMkLst>
            <pc:docMk/>
            <pc:sldMk cId="0" sldId="306"/>
            <ac:spMk id="6" creationId="{00000000-0000-0000-0000-000000000000}"/>
          </ac:spMkLst>
        </pc:spChg>
      </pc:sldChg>
      <pc:sldChg chg="modSp mod ord modShow">
        <pc:chgData name="María Elena Fernández Gascueña" userId="8298997d-b71a-4e0a-adff-66140120cb1e" providerId="ADAL" clId="{87B80A65-F367-4FE5-8B77-716B6C76EF6B}" dt="2023-10-16T12:34:51.570" v="441" actId="20577"/>
        <pc:sldMkLst>
          <pc:docMk/>
          <pc:sldMk cId="0" sldId="308"/>
        </pc:sldMkLst>
        <pc:spChg chg="mod">
          <ac:chgData name="María Elena Fernández Gascueña" userId="8298997d-b71a-4e0a-adff-66140120cb1e" providerId="ADAL" clId="{87B80A65-F367-4FE5-8B77-716B6C76EF6B}" dt="2023-10-16T12:34:51.570" v="441" actId="20577"/>
          <ac:spMkLst>
            <pc:docMk/>
            <pc:sldMk cId="0" sldId="308"/>
            <ac:spMk id="3" creationId="{00000000-0000-0000-0000-000000000000}"/>
          </ac:spMkLst>
        </pc:spChg>
      </pc:sldChg>
      <pc:sldChg chg="ord">
        <pc:chgData name="María Elena Fernández Gascueña" userId="8298997d-b71a-4e0a-adff-66140120cb1e" providerId="ADAL" clId="{87B80A65-F367-4FE5-8B77-716B6C76EF6B}" dt="2023-10-09T11:38:09.747" v="368"/>
        <pc:sldMkLst>
          <pc:docMk/>
          <pc:sldMk cId="0" sldId="309"/>
        </pc:sldMkLst>
      </pc:sldChg>
      <pc:sldChg chg="modSp mod">
        <pc:chgData name="María Elena Fernández Gascueña" userId="8298997d-b71a-4e0a-adff-66140120cb1e" providerId="ADAL" clId="{87B80A65-F367-4FE5-8B77-716B6C76EF6B}" dt="2023-10-02T12:05:26.055" v="1" actId="404"/>
        <pc:sldMkLst>
          <pc:docMk/>
          <pc:sldMk cId="0" sldId="316"/>
        </pc:sldMkLst>
        <pc:spChg chg="mod">
          <ac:chgData name="María Elena Fernández Gascueña" userId="8298997d-b71a-4e0a-adff-66140120cb1e" providerId="ADAL" clId="{87B80A65-F367-4FE5-8B77-716B6C76EF6B}" dt="2023-10-02T12:05:26.055" v="1" actId="404"/>
          <ac:spMkLst>
            <pc:docMk/>
            <pc:sldMk cId="0" sldId="316"/>
            <ac:spMk id="2"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3"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4"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5"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6"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7"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8"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6"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7"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102"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186"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187"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05"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06"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23"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24"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25"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27"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28" creationId="{00000000-0000-0000-0000-000000000000}"/>
          </ac:spMkLst>
        </pc:spChg>
        <pc:spChg chg="mod">
          <ac:chgData name="María Elena Fernández Gascueña" userId="8298997d-b71a-4e0a-adff-66140120cb1e" providerId="ADAL" clId="{87B80A65-F367-4FE5-8B77-716B6C76EF6B}" dt="2023-10-02T12:05:26.055" v="1" actId="404"/>
          <ac:spMkLst>
            <pc:docMk/>
            <pc:sldMk cId="0" sldId="316"/>
            <ac:spMk id="245" creationId="{00000000-0000-0000-0000-000000000000}"/>
          </ac:spMkLst>
        </pc:spChg>
      </pc:sldChg>
      <pc:sldChg chg="modSp mod">
        <pc:chgData name="María Elena Fernández Gascueña" userId="8298997d-b71a-4e0a-adff-66140120cb1e" providerId="ADAL" clId="{87B80A65-F367-4FE5-8B77-716B6C76EF6B}" dt="2023-10-03T13:02:15.487" v="330" actId="27636"/>
        <pc:sldMkLst>
          <pc:docMk/>
          <pc:sldMk cId="800162809" sldId="323"/>
        </pc:sldMkLst>
        <pc:spChg chg="mod">
          <ac:chgData name="María Elena Fernández Gascueña" userId="8298997d-b71a-4e0a-adff-66140120cb1e" providerId="ADAL" clId="{87B80A65-F367-4FE5-8B77-716B6C76EF6B}" dt="2023-10-03T13:02:15.487" v="330" actId="27636"/>
          <ac:spMkLst>
            <pc:docMk/>
            <pc:sldMk cId="800162809" sldId="323"/>
            <ac:spMk id="45059" creationId="{00000000-0000-0000-0000-000000000000}"/>
          </ac:spMkLst>
        </pc:spChg>
      </pc:sldChg>
      <pc:sldChg chg="ord">
        <pc:chgData name="María Elena Fernández Gascueña" userId="8298997d-b71a-4e0a-adff-66140120cb1e" providerId="ADAL" clId="{87B80A65-F367-4FE5-8B77-716B6C76EF6B}" dt="2023-10-09T11:36:05.591" v="357"/>
        <pc:sldMkLst>
          <pc:docMk/>
          <pc:sldMk cId="1690394852" sldId="337"/>
        </pc:sldMkLst>
      </pc:sldChg>
      <pc:sldChg chg="modSp mod">
        <pc:chgData name="María Elena Fernández Gascueña" userId="8298997d-b71a-4e0a-adff-66140120cb1e" providerId="ADAL" clId="{87B80A65-F367-4FE5-8B77-716B6C76EF6B}" dt="2023-10-02T12:06:05.604" v="3" actId="403"/>
        <pc:sldMkLst>
          <pc:docMk/>
          <pc:sldMk cId="1537234755" sldId="340"/>
        </pc:sldMkLst>
        <pc:graphicFrameChg chg="modGraphic">
          <ac:chgData name="María Elena Fernández Gascueña" userId="8298997d-b71a-4e0a-adff-66140120cb1e" providerId="ADAL" clId="{87B80A65-F367-4FE5-8B77-716B6C76EF6B}" dt="2023-10-02T12:06:05.604" v="3" actId="403"/>
          <ac:graphicFrameMkLst>
            <pc:docMk/>
            <pc:sldMk cId="1537234755" sldId="340"/>
            <ac:graphicFrameMk id="6" creationId="{C6958108-48CC-4446-BC31-B4CDA7F8B80C}"/>
          </ac:graphicFrameMkLst>
        </pc:graphicFrameChg>
      </pc:sldChg>
      <pc:sldChg chg="modSp mod ord">
        <pc:chgData name="María Elena Fernández Gascueña" userId="8298997d-b71a-4e0a-adff-66140120cb1e" providerId="ADAL" clId="{87B80A65-F367-4FE5-8B77-716B6C76EF6B}" dt="2023-10-09T11:37:33.598" v="364"/>
        <pc:sldMkLst>
          <pc:docMk/>
          <pc:sldMk cId="2113294655" sldId="341"/>
        </pc:sldMkLst>
        <pc:spChg chg="mod">
          <ac:chgData name="María Elena Fernández Gascueña" userId="8298997d-b71a-4e0a-adff-66140120cb1e" providerId="ADAL" clId="{87B80A65-F367-4FE5-8B77-716B6C76EF6B}" dt="2023-10-09T11:36:30.077" v="358" actId="790"/>
          <ac:spMkLst>
            <pc:docMk/>
            <pc:sldMk cId="2113294655" sldId="341"/>
            <ac:spMk id="4" creationId="{00000000-0000-0000-0000-000000000000}"/>
          </ac:spMkLst>
        </pc:spChg>
      </pc:sldChg>
      <pc:sldChg chg="modSp mod">
        <pc:chgData name="María Elena Fernández Gascueña" userId="8298997d-b71a-4e0a-adff-66140120cb1e" providerId="ADAL" clId="{87B80A65-F367-4FE5-8B77-716B6C76EF6B}" dt="2023-10-23T11:29:14.122" v="473" actId="14100"/>
        <pc:sldMkLst>
          <pc:docMk/>
          <pc:sldMk cId="1423171314" sldId="342"/>
        </pc:sldMkLst>
        <pc:spChg chg="mod">
          <ac:chgData name="María Elena Fernández Gascueña" userId="8298997d-b71a-4e0a-adff-66140120cb1e" providerId="ADAL" clId="{87B80A65-F367-4FE5-8B77-716B6C76EF6B}" dt="2023-10-23T11:29:14.122" v="473" actId="14100"/>
          <ac:spMkLst>
            <pc:docMk/>
            <pc:sldMk cId="1423171314" sldId="342"/>
            <ac:spMk id="4" creationId="{06AB28D1-C9FF-42D4-9175-C4A7D592EC61}"/>
          </ac:spMkLst>
        </pc:spChg>
        <pc:graphicFrameChg chg="mod modGraphic">
          <ac:chgData name="María Elena Fernández Gascueña" userId="8298997d-b71a-4e0a-adff-66140120cb1e" providerId="ADAL" clId="{87B80A65-F367-4FE5-8B77-716B6C76EF6B}" dt="2023-10-23T11:28:58.516" v="468" actId="14100"/>
          <ac:graphicFrameMkLst>
            <pc:docMk/>
            <pc:sldMk cId="1423171314" sldId="342"/>
            <ac:graphicFrameMk id="31" creationId="{DA75E790-8547-48FC-9D28-1AD7AA429A3A}"/>
          </ac:graphicFrameMkLst>
        </pc:graphicFrameChg>
      </pc:sldChg>
      <pc:sldChg chg="addSp delSp modSp mod">
        <pc:chgData name="María Elena Fernández Gascueña" userId="8298997d-b71a-4e0a-adff-66140120cb1e" providerId="ADAL" clId="{87B80A65-F367-4FE5-8B77-716B6C76EF6B}" dt="2023-10-09T11:33:43.631" v="335" actId="12100"/>
        <pc:sldMkLst>
          <pc:docMk/>
          <pc:sldMk cId="1378518079" sldId="343"/>
        </pc:sldMkLst>
        <pc:spChg chg="del mod">
          <ac:chgData name="María Elena Fernández Gascueña" userId="8298997d-b71a-4e0a-adff-66140120cb1e" providerId="ADAL" clId="{87B80A65-F367-4FE5-8B77-716B6C76EF6B}" dt="2023-10-09T11:33:40.732" v="334" actId="12084"/>
          <ac:spMkLst>
            <pc:docMk/>
            <pc:sldMk cId="1378518079" sldId="343"/>
            <ac:spMk id="4" creationId="{932FF5EE-A816-4806-9AFF-EE54E8F2CC1E}"/>
          </ac:spMkLst>
        </pc:spChg>
        <pc:graphicFrameChg chg="add mod">
          <ac:chgData name="María Elena Fernández Gascueña" userId="8298997d-b71a-4e0a-adff-66140120cb1e" providerId="ADAL" clId="{87B80A65-F367-4FE5-8B77-716B6C76EF6B}" dt="2023-10-09T11:33:43.631" v="335" actId="12100"/>
          <ac:graphicFrameMkLst>
            <pc:docMk/>
            <pc:sldMk cId="1378518079" sldId="343"/>
            <ac:graphicFrameMk id="5" creationId="{E226195C-F5E0-34D9-79C6-10F0D5488E70}"/>
          </ac:graphicFrameMkLst>
        </pc:graphicFrameChg>
      </pc:sldChg>
      <pc:sldChg chg="modSp mod">
        <pc:chgData name="María Elena Fernández Gascueña" userId="8298997d-b71a-4e0a-adff-66140120cb1e" providerId="ADAL" clId="{87B80A65-F367-4FE5-8B77-716B6C76EF6B}" dt="2023-10-03T11:23:31.743" v="12" actId="1076"/>
        <pc:sldMkLst>
          <pc:docMk/>
          <pc:sldMk cId="0" sldId="346"/>
        </pc:sldMkLst>
        <pc:spChg chg="mod">
          <ac:chgData name="María Elena Fernández Gascueña" userId="8298997d-b71a-4e0a-adff-66140120cb1e" providerId="ADAL" clId="{87B80A65-F367-4FE5-8B77-716B6C76EF6B}" dt="2023-10-03T11:23:31.743" v="12" actId="1076"/>
          <ac:spMkLst>
            <pc:docMk/>
            <pc:sldMk cId="0" sldId="346"/>
            <ac:spMk id="12" creationId="{0E9E053F-5283-07D6-E906-0CBCAA606D2C}"/>
          </ac:spMkLst>
        </pc:spChg>
      </pc:sldChg>
      <pc:sldChg chg="addSp delSp modSp mod">
        <pc:chgData name="María Elena Fernández Gascueña" userId="8298997d-b71a-4e0a-adff-66140120cb1e" providerId="ADAL" clId="{87B80A65-F367-4FE5-8B77-716B6C76EF6B}" dt="2023-10-16T11:51:49.936" v="398" actId="20577"/>
        <pc:sldMkLst>
          <pc:docMk/>
          <pc:sldMk cId="0" sldId="350"/>
        </pc:sldMkLst>
        <pc:spChg chg="del">
          <ac:chgData name="María Elena Fernández Gascueña" userId="8298997d-b71a-4e0a-adff-66140120cb1e" providerId="ADAL" clId="{87B80A65-F367-4FE5-8B77-716B6C76EF6B}" dt="2023-10-16T11:51:30.191" v="395" actId="26606"/>
          <ac:spMkLst>
            <pc:docMk/>
            <pc:sldMk cId="0" sldId="350"/>
            <ac:spMk id="3" creationId="{00000000-0000-0000-0000-000000000000}"/>
          </ac:spMkLst>
        </pc:spChg>
        <pc:graphicFrameChg chg="add mod">
          <ac:chgData name="María Elena Fernández Gascueña" userId="8298997d-b71a-4e0a-adff-66140120cb1e" providerId="ADAL" clId="{87B80A65-F367-4FE5-8B77-716B6C76EF6B}" dt="2023-10-16T11:51:49.936" v="398" actId="20577"/>
          <ac:graphicFrameMkLst>
            <pc:docMk/>
            <pc:sldMk cId="0" sldId="350"/>
            <ac:graphicFrameMk id="10" creationId="{B3C70917-DEFE-0F01-2196-4BA0168A76E7}"/>
          </ac:graphicFrameMkLst>
        </pc:graphicFrameChg>
      </pc:sldChg>
      <pc:sldChg chg="ord">
        <pc:chgData name="María Elena Fernández Gascueña" userId="8298997d-b71a-4e0a-adff-66140120cb1e" providerId="ADAL" clId="{87B80A65-F367-4FE5-8B77-716B6C76EF6B}" dt="2023-10-09T11:36:55.136" v="360"/>
        <pc:sldMkLst>
          <pc:docMk/>
          <pc:sldMk cId="2566772426" sldId="351"/>
        </pc:sldMkLst>
      </pc:sldChg>
      <pc:sldChg chg="addSp delSp modSp add mod setBg">
        <pc:chgData name="María Elena Fernández Gascueña" userId="8298997d-b71a-4e0a-adff-66140120cb1e" providerId="ADAL" clId="{87B80A65-F367-4FE5-8B77-716B6C76EF6B}" dt="2023-10-03T12:31:54.677" v="312" actId="1076"/>
        <pc:sldMkLst>
          <pc:docMk/>
          <pc:sldMk cId="0" sldId="353"/>
        </pc:sldMkLst>
        <pc:spChg chg="mod">
          <ac:chgData name="María Elena Fernández Gascueña" userId="8298997d-b71a-4e0a-adff-66140120cb1e" providerId="ADAL" clId="{87B80A65-F367-4FE5-8B77-716B6C76EF6B}" dt="2023-10-03T12:26:51.936" v="24" actId="26606"/>
          <ac:spMkLst>
            <pc:docMk/>
            <pc:sldMk cId="0" sldId="353"/>
            <ac:spMk id="2" creationId="{00000000-0000-0000-0000-000000000000}"/>
          </ac:spMkLst>
        </pc:spChg>
        <pc:spChg chg="mod">
          <ac:chgData name="María Elena Fernández Gascueña" userId="8298997d-b71a-4e0a-adff-66140120cb1e" providerId="ADAL" clId="{87B80A65-F367-4FE5-8B77-716B6C76EF6B}" dt="2023-10-03T12:31:54.677" v="312" actId="1076"/>
          <ac:spMkLst>
            <pc:docMk/>
            <pc:sldMk cId="0" sldId="353"/>
            <ac:spMk id="3" creationId="{00000000-0000-0000-0000-000000000000}"/>
          </ac:spMkLst>
        </pc:spChg>
        <pc:spChg chg="mod">
          <ac:chgData name="María Elena Fernández Gascueña" userId="8298997d-b71a-4e0a-adff-66140120cb1e" providerId="ADAL" clId="{87B80A65-F367-4FE5-8B77-716B6C76EF6B}" dt="2023-10-03T12:27:24.999" v="31" actId="113"/>
          <ac:spMkLst>
            <pc:docMk/>
            <pc:sldMk cId="0" sldId="353"/>
            <ac:spMk id="4" creationId="{C495F341-B8E7-43E9-AA31-BF61E2579CC6}"/>
          </ac:spMkLst>
        </pc:spChg>
        <pc:spChg chg="add del">
          <ac:chgData name="María Elena Fernández Gascueña" userId="8298997d-b71a-4e0a-adff-66140120cb1e" providerId="ADAL" clId="{87B80A65-F367-4FE5-8B77-716B6C76EF6B}" dt="2023-10-03T12:26:51.936" v="24" actId="26606"/>
          <ac:spMkLst>
            <pc:docMk/>
            <pc:sldMk cId="0" sldId="353"/>
            <ac:spMk id="11" creationId="{845DB188-4006-4207-A473-B4B569C5B5FE}"/>
          </ac:spMkLst>
        </pc:spChg>
        <pc:spChg chg="add del">
          <ac:chgData name="María Elena Fernández Gascueña" userId="8298997d-b71a-4e0a-adff-66140120cb1e" providerId="ADAL" clId="{87B80A65-F367-4FE5-8B77-716B6C76EF6B}" dt="2023-10-03T12:26:51.936" v="24" actId="26606"/>
          <ac:spMkLst>
            <pc:docMk/>
            <pc:sldMk cId="0" sldId="353"/>
            <ac:spMk id="13" creationId="{BAB4522D-D095-4687-BFB3-976E665AD4F6}"/>
          </ac:spMkLst>
        </pc:spChg>
        <pc:spChg chg="add del">
          <ac:chgData name="María Elena Fernández Gascueña" userId="8298997d-b71a-4e0a-adff-66140120cb1e" providerId="ADAL" clId="{87B80A65-F367-4FE5-8B77-716B6C76EF6B}" dt="2023-10-03T12:26:51.936" v="24" actId="26606"/>
          <ac:spMkLst>
            <pc:docMk/>
            <pc:sldMk cId="0" sldId="353"/>
            <ac:spMk id="15" creationId="{A652E5D6-E378-4614-BCBD-8663DD15B353}"/>
          </ac:spMkLst>
        </pc:spChg>
        <pc:spChg chg="add del">
          <ac:chgData name="María Elena Fernández Gascueña" userId="8298997d-b71a-4e0a-adff-66140120cb1e" providerId="ADAL" clId="{87B80A65-F367-4FE5-8B77-716B6C76EF6B}" dt="2023-10-03T12:26:51.936" v="24" actId="26606"/>
          <ac:spMkLst>
            <pc:docMk/>
            <pc:sldMk cId="0" sldId="353"/>
            <ac:spMk id="17" creationId="{3A287AC3-AACF-4ADB-9F73-125E714D93CD}"/>
          </ac:spMkLst>
        </pc:spChg>
        <pc:graphicFrameChg chg="mod modGraphic">
          <ac:chgData name="María Elena Fernández Gascueña" userId="8298997d-b71a-4e0a-adff-66140120cb1e" providerId="ADAL" clId="{87B80A65-F367-4FE5-8B77-716B6C76EF6B}" dt="2023-10-03T12:31:34.019" v="311" actId="20577"/>
          <ac:graphicFrameMkLst>
            <pc:docMk/>
            <pc:sldMk cId="0" sldId="353"/>
            <ac:graphicFrameMk id="5" creationId="{00000000-0000-0000-0000-000000000000}"/>
          </ac:graphicFrameMkLst>
        </pc:graphicFrameChg>
      </pc:sldChg>
      <pc:sldChg chg="addSp modSp mod">
        <pc:chgData name="María Elena Fernández Gascueña" userId="8298997d-b71a-4e0a-adff-66140120cb1e" providerId="ADAL" clId="{87B80A65-F367-4FE5-8B77-716B6C76EF6B}" dt="2023-10-10T13:49:07.031" v="394" actId="207"/>
        <pc:sldMkLst>
          <pc:docMk/>
          <pc:sldMk cId="1104573813" sldId="355"/>
        </pc:sldMkLst>
        <pc:spChg chg="mod">
          <ac:chgData name="María Elena Fernández Gascueña" userId="8298997d-b71a-4e0a-adff-66140120cb1e" providerId="ADAL" clId="{87B80A65-F367-4FE5-8B77-716B6C76EF6B}" dt="2023-10-10T13:49:07.031" v="394" actId="207"/>
          <ac:spMkLst>
            <pc:docMk/>
            <pc:sldMk cId="1104573813" sldId="355"/>
            <ac:spMk id="2" creationId="{9B1C9B93-7D29-B6BF-1B12-76CCF2BADA8E}"/>
          </ac:spMkLst>
        </pc:spChg>
        <pc:picChg chg="mod">
          <ac:chgData name="María Elena Fernández Gascueña" userId="8298997d-b71a-4e0a-adff-66140120cb1e" providerId="ADAL" clId="{87B80A65-F367-4FE5-8B77-716B6C76EF6B}" dt="2023-10-10T13:45:27.196" v="381" actId="1076"/>
          <ac:picMkLst>
            <pc:docMk/>
            <pc:sldMk cId="1104573813" sldId="355"/>
            <ac:picMk id="4" creationId="{9F2AA0DE-09AC-A0D3-3269-0C42DEC50DB8}"/>
          </ac:picMkLst>
        </pc:picChg>
        <pc:inkChg chg="add">
          <ac:chgData name="María Elena Fernández Gascueña" userId="8298997d-b71a-4e0a-adff-66140120cb1e" providerId="ADAL" clId="{87B80A65-F367-4FE5-8B77-716B6C76EF6B}" dt="2023-10-10T13:46:40.620" v="386" actId="9405"/>
          <ac:inkMkLst>
            <pc:docMk/>
            <pc:sldMk cId="1104573813" sldId="355"/>
            <ac:inkMk id="6" creationId="{937C56B0-84CE-61FF-54BD-887B7249BA56}"/>
          </ac:inkMkLst>
        </pc:inkChg>
        <pc:inkChg chg="add">
          <ac:chgData name="María Elena Fernández Gascueña" userId="8298997d-b71a-4e0a-adff-66140120cb1e" providerId="ADAL" clId="{87B80A65-F367-4FE5-8B77-716B6C76EF6B}" dt="2023-10-10T13:48:10.074" v="388" actId="9405"/>
          <ac:inkMkLst>
            <pc:docMk/>
            <pc:sldMk cId="1104573813" sldId="355"/>
            <ac:inkMk id="7" creationId="{0937B1F6-D448-46E6-99EF-F36485C6CCD0}"/>
          </ac:inkMkLst>
        </pc:inkChg>
        <pc:cxnChg chg="add mod">
          <ac:chgData name="María Elena Fernández Gascueña" userId="8298997d-b71a-4e0a-adff-66140120cb1e" providerId="ADAL" clId="{87B80A65-F367-4FE5-8B77-716B6C76EF6B}" dt="2023-10-10T13:46:12.021" v="385" actId="1582"/>
          <ac:cxnSpMkLst>
            <pc:docMk/>
            <pc:sldMk cId="1104573813" sldId="355"/>
            <ac:cxnSpMk id="5" creationId="{F0A79753-BF2B-4CD8-C407-8D8D3F1ADCB0}"/>
          </ac:cxnSpMkLst>
        </pc:cxnChg>
      </pc:sldChg>
      <pc:sldChg chg="modSp mod">
        <pc:chgData name="María Elena Fernández Gascueña" userId="8298997d-b71a-4e0a-adff-66140120cb1e" providerId="ADAL" clId="{87B80A65-F367-4FE5-8B77-716B6C76EF6B}" dt="2023-10-16T11:55:30.808" v="401" actId="113"/>
        <pc:sldMkLst>
          <pc:docMk/>
          <pc:sldMk cId="2796261877" sldId="356"/>
        </pc:sldMkLst>
        <pc:spChg chg="mod">
          <ac:chgData name="María Elena Fernández Gascueña" userId="8298997d-b71a-4e0a-adff-66140120cb1e" providerId="ADAL" clId="{87B80A65-F367-4FE5-8B77-716B6C76EF6B}" dt="2023-10-16T11:55:30.808" v="401" actId="113"/>
          <ac:spMkLst>
            <pc:docMk/>
            <pc:sldMk cId="2796261877" sldId="356"/>
            <ac:spMk id="2" creationId="{9B1C9B93-7D29-B6BF-1B12-76CCF2BADA8E}"/>
          </ac:spMkLst>
        </pc:spChg>
      </pc:sldChg>
    </pc:docChg>
  </pc:docChgLst>
  <pc:docChgLst>
    <pc:chgData name="María Elena Fernández Gascueña" userId="8298997d-b71a-4e0a-adff-66140120cb1e" providerId="ADAL" clId="{A6EA3245-781B-45A8-B529-639D550EDD29}"/>
    <pc:docChg chg="undo custSel modSld">
      <pc:chgData name="María Elena Fernández Gascueña" userId="8298997d-b71a-4e0a-adff-66140120cb1e" providerId="ADAL" clId="{A6EA3245-781B-45A8-B529-639D550EDD29}" dt="2023-09-08T16:38:38.790" v="13" actId="403"/>
      <pc:docMkLst>
        <pc:docMk/>
      </pc:docMkLst>
      <pc:sldChg chg="modSp mod">
        <pc:chgData name="María Elena Fernández Gascueña" userId="8298997d-b71a-4e0a-adff-66140120cb1e" providerId="ADAL" clId="{A6EA3245-781B-45A8-B529-639D550EDD29}" dt="2023-09-08T16:38:38.790" v="13" actId="403"/>
        <pc:sldMkLst>
          <pc:docMk/>
          <pc:sldMk cId="0" sldId="299"/>
        </pc:sldMkLst>
        <pc:spChg chg="mod">
          <ac:chgData name="María Elena Fernández Gascueña" userId="8298997d-b71a-4e0a-adff-66140120cb1e" providerId="ADAL" clId="{A6EA3245-781B-45A8-B529-639D550EDD29}" dt="2023-09-08T16:38:38.790" v="13" actId="403"/>
          <ac:spMkLst>
            <pc:docMk/>
            <pc:sldMk cId="0" sldId="299"/>
            <ac:spMk id="3" creationId="{00000000-0000-0000-0000-000000000000}"/>
          </ac:spMkLst>
        </pc:spChg>
      </pc:sldChg>
    </pc:docChg>
  </pc:docChgLst>
  <pc:docChgLst>
    <pc:chgData name="María Elena Fernández Gascueña" userId="8298997d-b71a-4e0a-adff-66140120cb1e" providerId="ADAL" clId="{3B8D352D-D5EF-4E70-8E12-720370C4149C}"/>
    <pc:docChg chg="undo custSel addSld delSld modSld sldOrd">
      <pc:chgData name="María Elena Fernández Gascueña" userId="8298997d-b71a-4e0a-adff-66140120cb1e" providerId="ADAL" clId="{3B8D352D-D5EF-4E70-8E12-720370C4149C}" dt="2023-10-10T11:57:45.151" v="1869" actId="14100"/>
      <pc:docMkLst>
        <pc:docMk/>
      </pc:docMkLst>
      <pc:sldChg chg="modSp mod">
        <pc:chgData name="María Elena Fernández Gascueña" userId="8298997d-b71a-4e0a-adff-66140120cb1e" providerId="ADAL" clId="{3B8D352D-D5EF-4E70-8E12-720370C4149C}" dt="2023-09-17T16:05:05.952" v="509" actId="113"/>
        <pc:sldMkLst>
          <pc:docMk/>
          <pc:sldMk cId="0" sldId="259"/>
        </pc:sldMkLst>
        <pc:spChg chg="mod">
          <ac:chgData name="María Elena Fernández Gascueña" userId="8298997d-b71a-4e0a-adff-66140120cb1e" providerId="ADAL" clId="{3B8D352D-D5EF-4E70-8E12-720370C4149C}" dt="2023-09-17T16:05:05.952" v="509" actId="113"/>
          <ac:spMkLst>
            <pc:docMk/>
            <pc:sldMk cId="0" sldId="259"/>
            <ac:spMk id="26626" creationId="{00000000-0000-0000-0000-000000000000}"/>
          </ac:spMkLst>
        </pc:spChg>
      </pc:sldChg>
      <pc:sldChg chg="addSp modSp mod ord modNotesTx">
        <pc:chgData name="María Elena Fernández Gascueña" userId="8298997d-b71a-4e0a-adff-66140120cb1e" providerId="ADAL" clId="{3B8D352D-D5EF-4E70-8E12-720370C4149C}" dt="2023-09-17T16:43:40.051" v="874"/>
        <pc:sldMkLst>
          <pc:docMk/>
          <pc:sldMk cId="605268354" sldId="260"/>
        </pc:sldMkLst>
        <pc:spChg chg="add mod">
          <ac:chgData name="María Elena Fernández Gascueña" userId="8298997d-b71a-4e0a-adff-66140120cb1e" providerId="ADAL" clId="{3B8D352D-D5EF-4E70-8E12-720370C4149C}" dt="2023-09-17T16:43:40.051" v="874"/>
          <ac:spMkLst>
            <pc:docMk/>
            <pc:sldMk cId="605268354" sldId="260"/>
            <ac:spMk id="2" creationId="{5F84C53F-3DCE-4A1D-5C30-52B5F57586DC}"/>
          </ac:spMkLst>
        </pc:spChg>
        <pc:spChg chg="mod">
          <ac:chgData name="María Elena Fernández Gascueña" userId="8298997d-b71a-4e0a-adff-66140120cb1e" providerId="ADAL" clId="{3B8D352D-D5EF-4E70-8E12-720370C4149C}" dt="2023-09-17T16:43:19.688" v="852"/>
          <ac:spMkLst>
            <pc:docMk/>
            <pc:sldMk cId="605268354" sldId="260"/>
            <ac:spMk id="5" creationId="{4F9FDFDE-6878-404D-BDCA-B068CC2B3C6C}"/>
          </ac:spMkLst>
        </pc:spChg>
        <pc:graphicFrameChg chg="mod">
          <ac:chgData name="María Elena Fernández Gascueña" userId="8298997d-b71a-4e0a-adff-66140120cb1e" providerId="ADAL" clId="{3B8D352D-D5EF-4E70-8E12-720370C4149C}" dt="2023-09-17T16:41:06.977" v="850"/>
          <ac:graphicFrameMkLst>
            <pc:docMk/>
            <pc:sldMk cId="605268354" sldId="260"/>
            <ac:graphicFrameMk id="7" creationId="{3ABB19F1-529A-43B4-AFBC-01E621E31A3D}"/>
          </ac:graphicFrameMkLst>
        </pc:graphicFrameChg>
      </pc:sldChg>
      <pc:sldChg chg="addSp modSp mod">
        <pc:chgData name="María Elena Fernández Gascueña" userId="8298997d-b71a-4e0a-adff-66140120cb1e" providerId="ADAL" clId="{3B8D352D-D5EF-4E70-8E12-720370C4149C}" dt="2023-09-17T16:12:28.959" v="583" actId="1076"/>
        <pc:sldMkLst>
          <pc:docMk/>
          <pc:sldMk cId="0" sldId="265"/>
        </pc:sldMkLst>
        <pc:spChg chg="add mod">
          <ac:chgData name="María Elena Fernández Gascueña" userId="8298997d-b71a-4e0a-adff-66140120cb1e" providerId="ADAL" clId="{3B8D352D-D5EF-4E70-8E12-720370C4149C}" dt="2023-09-17T16:11:52.659" v="575" actId="1076"/>
          <ac:spMkLst>
            <pc:docMk/>
            <pc:sldMk cId="0" sldId="265"/>
            <ac:spMk id="4" creationId="{99DD8EA1-3FDF-4610-2B1D-04B6BEC1FF78}"/>
          </ac:spMkLst>
        </pc:spChg>
        <pc:spChg chg="add mod">
          <ac:chgData name="María Elena Fernández Gascueña" userId="8298997d-b71a-4e0a-adff-66140120cb1e" providerId="ADAL" clId="{3B8D352D-D5EF-4E70-8E12-720370C4149C}" dt="2023-09-17T16:12:28.959" v="583" actId="1076"/>
          <ac:spMkLst>
            <pc:docMk/>
            <pc:sldMk cId="0" sldId="265"/>
            <ac:spMk id="6" creationId="{E9BAD16E-0A19-D77E-B0A3-3951046F4FB7}"/>
          </ac:spMkLst>
        </pc:spChg>
      </pc:sldChg>
      <pc:sldChg chg="modSp mod">
        <pc:chgData name="María Elena Fernández Gascueña" userId="8298997d-b71a-4e0a-adff-66140120cb1e" providerId="ADAL" clId="{3B8D352D-D5EF-4E70-8E12-720370C4149C}" dt="2023-09-17T16:13:04.107" v="586" actId="403"/>
        <pc:sldMkLst>
          <pc:docMk/>
          <pc:sldMk cId="0" sldId="267"/>
        </pc:sldMkLst>
        <pc:spChg chg="mod">
          <ac:chgData name="María Elena Fernández Gascueña" userId="8298997d-b71a-4e0a-adff-66140120cb1e" providerId="ADAL" clId="{3B8D352D-D5EF-4E70-8E12-720370C4149C}" dt="2023-09-17T16:13:04.107" v="586" actId="403"/>
          <ac:spMkLst>
            <pc:docMk/>
            <pc:sldMk cId="0" sldId="267"/>
            <ac:spMk id="10" creationId="{00000000-0000-0000-0000-000000000000}"/>
          </ac:spMkLst>
        </pc:spChg>
      </pc:sldChg>
      <pc:sldChg chg="addSp delSp modSp mod modClrScheme chgLayout">
        <pc:chgData name="María Elena Fernández Gascueña" userId="8298997d-b71a-4e0a-adff-66140120cb1e" providerId="ADAL" clId="{3B8D352D-D5EF-4E70-8E12-720370C4149C}" dt="2023-10-10T11:57:45.151" v="1869" actId="14100"/>
        <pc:sldMkLst>
          <pc:docMk/>
          <pc:sldMk cId="0" sldId="269"/>
        </pc:sldMkLst>
        <pc:spChg chg="add mod ord">
          <ac:chgData name="María Elena Fernández Gascueña" userId="8298997d-b71a-4e0a-adff-66140120cb1e" providerId="ADAL" clId="{3B8D352D-D5EF-4E70-8E12-720370C4149C}" dt="2023-10-10T11:44:52.941" v="1511" actId="1076"/>
          <ac:spMkLst>
            <pc:docMk/>
            <pc:sldMk cId="0" sldId="269"/>
            <ac:spMk id="2" creationId="{9B1C9B93-7D29-B6BF-1B12-76CCF2BADA8E}"/>
          </ac:spMkLst>
        </pc:spChg>
        <pc:spChg chg="add mod">
          <ac:chgData name="María Elena Fernández Gascueña" userId="8298997d-b71a-4e0a-adff-66140120cb1e" providerId="ADAL" clId="{3B8D352D-D5EF-4E70-8E12-720370C4149C}" dt="2023-10-10T11:44:44.184" v="1510" actId="15"/>
          <ac:spMkLst>
            <pc:docMk/>
            <pc:sldMk cId="0" sldId="269"/>
            <ac:spMk id="5" creationId="{58A7C50C-30AB-F01A-7574-02916E8684A9}"/>
          </ac:spMkLst>
        </pc:spChg>
        <pc:spChg chg="mod ord">
          <ac:chgData name="María Elena Fernández Gascueña" userId="8298997d-b71a-4e0a-adff-66140120cb1e" providerId="ADAL" clId="{3B8D352D-D5EF-4E70-8E12-720370C4149C}" dt="2023-10-10T11:44:54.082" v="1512" actId="1076"/>
          <ac:spMkLst>
            <pc:docMk/>
            <pc:sldMk cId="0" sldId="269"/>
            <ac:spMk id="11" creationId="{00000000-0000-0000-0000-000000000000}"/>
          </ac:spMkLst>
        </pc:spChg>
        <pc:spChg chg="del">
          <ac:chgData name="María Elena Fernández Gascueña" userId="8298997d-b71a-4e0a-adff-66140120cb1e" providerId="ADAL" clId="{3B8D352D-D5EF-4E70-8E12-720370C4149C}" dt="2023-10-10T11:42:09.001" v="1340" actId="478"/>
          <ac:spMkLst>
            <pc:docMk/>
            <pc:sldMk cId="0" sldId="269"/>
            <ac:spMk id="13" creationId="{00000000-0000-0000-0000-000000000000}"/>
          </ac:spMkLst>
        </pc:spChg>
        <pc:spChg chg="del">
          <ac:chgData name="María Elena Fernández Gascueña" userId="8298997d-b71a-4e0a-adff-66140120cb1e" providerId="ADAL" clId="{3B8D352D-D5EF-4E70-8E12-720370C4149C}" dt="2023-10-10T11:42:07.263" v="1339" actId="478"/>
          <ac:spMkLst>
            <pc:docMk/>
            <pc:sldMk cId="0" sldId="269"/>
            <ac:spMk id="17" creationId="{00000000-0000-0000-0000-000000000000}"/>
          </ac:spMkLst>
        </pc:spChg>
        <pc:spChg chg="mod ord">
          <ac:chgData name="María Elena Fernández Gascueña" userId="8298997d-b71a-4e0a-adff-66140120cb1e" providerId="ADAL" clId="{3B8D352D-D5EF-4E70-8E12-720370C4149C}" dt="2023-10-10T11:42:16.756" v="1341" actId="700"/>
          <ac:spMkLst>
            <pc:docMk/>
            <pc:sldMk cId="0" sldId="269"/>
            <ac:spMk id="34817" creationId="{00000000-0000-0000-0000-000000000000}"/>
          </ac:spMkLst>
        </pc:spChg>
        <pc:grpChg chg="del">
          <ac:chgData name="María Elena Fernández Gascueña" userId="8298997d-b71a-4e0a-adff-66140120cb1e" providerId="ADAL" clId="{3B8D352D-D5EF-4E70-8E12-720370C4149C}" dt="2023-10-10T11:41:49.808" v="1317" actId="478"/>
          <ac:grpSpMkLst>
            <pc:docMk/>
            <pc:sldMk cId="0" sldId="269"/>
            <ac:grpSpMk id="12" creationId="{00000000-0000-0000-0000-000000000000}"/>
          </ac:grpSpMkLst>
        </pc:grpChg>
        <pc:picChg chg="add mod">
          <ac:chgData name="María Elena Fernández Gascueña" userId="8298997d-b71a-4e0a-adff-66140120cb1e" providerId="ADAL" clId="{3B8D352D-D5EF-4E70-8E12-720370C4149C}" dt="2023-10-10T11:57:45.151" v="1869" actId="14100"/>
          <ac:picMkLst>
            <pc:docMk/>
            <pc:sldMk cId="0" sldId="269"/>
            <ac:picMk id="4" creationId="{9F2AA0DE-09AC-A0D3-3269-0C42DEC50DB8}"/>
          </ac:picMkLst>
        </pc:picChg>
      </pc:sldChg>
      <pc:sldChg chg="addSp modSp add mod">
        <pc:chgData name="María Elena Fernández Gascueña" userId="8298997d-b71a-4e0a-adff-66140120cb1e" providerId="ADAL" clId="{3B8D352D-D5EF-4E70-8E12-720370C4149C}" dt="2023-09-17T15:55:35.851" v="371"/>
        <pc:sldMkLst>
          <pc:docMk/>
          <pc:sldMk cId="0" sldId="272"/>
        </pc:sldMkLst>
        <pc:spChg chg="mod">
          <ac:chgData name="María Elena Fernández Gascueña" userId="8298997d-b71a-4e0a-adff-66140120cb1e" providerId="ADAL" clId="{3B8D352D-D5EF-4E70-8E12-720370C4149C}" dt="2023-09-17T15:55:35.851" v="371"/>
          <ac:spMkLst>
            <pc:docMk/>
            <pc:sldMk cId="0" sldId="272"/>
            <ac:spMk id="2" creationId="{00000000-0000-0000-0000-000000000000}"/>
          </ac:spMkLst>
        </pc:spChg>
        <pc:spChg chg="mod">
          <ac:chgData name="María Elena Fernández Gascueña" userId="8298997d-b71a-4e0a-adff-66140120cb1e" providerId="ADAL" clId="{3B8D352D-D5EF-4E70-8E12-720370C4149C}" dt="2023-09-17T15:50:50.480" v="322" actId="1076"/>
          <ac:spMkLst>
            <pc:docMk/>
            <pc:sldMk cId="0" sldId="272"/>
            <ac:spMk id="3" creationId="{00000000-0000-0000-0000-000000000000}"/>
          </ac:spMkLst>
        </pc:spChg>
        <pc:spChg chg="mod">
          <ac:chgData name="María Elena Fernández Gascueña" userId="8298997d-b71a-4e0a-adff-66140120cb1e" providerId="ADAL" clId="{3B8D352D-D5EF-4E70-8E12-720370C4149C}" dt="2023-09-17T15:51:22.440" v="327"/>
          <ac:spMkLst>
            <pc:docMk/>
            <pc:sldMk cId="0" sldId="272"/>
            <ac:spMk id="4" creationId="{00000000-0000-0000-0000-000000000000}"/>
          </ac:spMkLst>
        </pc:spChg>
        <pc:spChg chg="add mod">
          <ac:chgData name="María Elena Fernández Gascueña" userId="8298997d-b71a-4e0a-adff-66140120cb1e" providerId="ADAL" clId="{3B8D352D-D5EF-4E70-8E12-720370C4149C}" dt="2023-09-17T15:52:09.897" v="342" actId="6549"/>
          <ac:spMkLst>
            <pc:docMk/>
            <pc:sldMk cId="0" sldId="272"/>
            <ac:spMk id="7" creationId="{57927962-3496-C45D-D6C5-E33396711063}"/>
          </ac:spMkLst>
        </pc:spChg>
      </pc:sldChg>
      <pc:sldChg chg="addSp delSp modSp add mod ord">
        <pc:chgData name="María Elena Fernández Gascueña" userId="8298997d-b71a-4e0a-adff-66140120cb1e" providerId="ADAL" clId="{3B8D352D-D5EF-4E70-8E12-720370C4149C}" dt="2023-10-01T18:34:52.717" v="1307" actId="478"/>
        <pc:sldMkLst>
          <pc:docMk/>
          <pc:sldMk cId="0" sldId="275"/>
        </pc:sldMkLst>
        <pc:spChg chg="del mod">
          <ac:chgData name="María Elena Fernández Gascueña" userId="8298997d-b71a-4e0a-adff-66140120cb1e" providerId="ADAL" clId="{3B8D352D-D5EF-4E70-8E12-720370C4149C}" dt="2023-10-01T18:34:01.876" v="1213" actId="478"/>
          <ac:spMkLst>
            <pc:docMk/>
            <pc:sldMk cId="0" sldId="275"/>
            <ac:spMk id="9" creationId="{00000000-0000-0000-0000-000000000000}"/>
          </ac:spMkLst>
        </pc:spChg>
        <pc:spChg chg="del mod">
          <ac:chgData name="María Elena Fernández Gascueña" userId="8298997d-b71a-4e0a-adff-66140120cb1e" providerId="ADAL" clId="{3B8D352D-D5EF-4E70-8E12-720370C4149C}" dt="2023-10-01T18:34:52.717" v="1307" actId="478"/>
          <ac:spMkLst>
            <pc:docMk/>
            <pc:sldMk cId="0" sldId="275"/>
            <ac:spMk id="14" creationId="{00000000-0000-0000-0000-000000000000}"/>
          </ac:spMkLst>
        </pc:spChg>
        <pc:spChg chg="add mod">
          <ac:chgData name="María Elena Fernández Gascueña" userId="8298997d-b71a-4e0a-adff-66140120cb1e" providerId="ADAL" clId="{3B8D352D-D5EF-4E70-8E12-720370C4149C}" dt="2023-10-01T18:34:14.957" v="1217" actId="403"/>
          <ac:spMkLst>
            <pc:docMk/>
            <pc:sldMk cId="0" sldId="275"/>
            <ac:spMk id="18" creationId="{365A8A1D-E0D6-B581-0C82-19E5FB600B30}"/>
          </ac:spMkLst>
        </pc:spChg>
        <pc:spChg chg="add mod">
          <ac:chgData name="María Elena Fernández Gascueña" userId="8298997d-b71a-4e0a-adff-66140120cb1e" providerId="ADAL" clId="{3B8D352D-D5EF-4E70-8E12-720370C4149C}" dt="2023-10-01T18:34:49.580" v="1306" actId="20577"/>
          <ac:spMkLst>
            <pc:docMk/>
            <pc:sldMk cId="0" sldId="275"/>
            <ac:spMk id="19" creationId="{8D9579F6-C534-D40F-C748-E6237EF0D83A}"/>
          </ac:spMkLst>
        </pc:spChg>
        <pc:grpChg chg="mod">
          <ac:chgData name="María Elena Fernández Gascueña" userId="8298997d-b71a-4e0a-adff-66140120cb1e" providerId="ADAL" clId="{3B8D352D-D5EF-4E70-8E12-720370C4149C}" dt="2023-10-01T18:31:37.546" v="1066" actId="1076"/>
          <ac:grpSpMkLst>
            <pc:docMk/>
            <pc:sldMk cId="0" sldId="275"/>
            <ac:grpSpMk id="6" creationId="{00000000-0000-0000-0000-000000000000}"/>
          </ac:grpSpMkLst>
        </pc:grpChg>
      </pc:sldChg>
      <pc:sldChg chg="addSp modSp add mod ord">
        <pc:chgData name="María Elena Fernández Gascueña" userId="8298997d-b71a-4e0a-adff-66140120cb1e" providerId="ADAL" clId="{3B8D352D-D5EF-4E70-8E12-720370C4149C}" dt="2023-10-01T18:30:47.669" v="1037" actId="1076"/>
        <pc:sldMkLst>
          <pc:docMk/>
          <pc:sldMk cId="0" sldId="276"/>
        </pc:sldMkLst>
        <pc:spChg chg="mod">
          <ac:chgData name="María Elena Fernández Gascueña" userId="8298997d-b71a-4e0a-adff-66140120cb1e" providerId="ADAL" clId="{3B8D352D-D5EF-4E70-8E12-720370C4149C}" dt="2023-10-01T18:30:35.769" v="1035" actId="1076"/>
          <ac:spMkLst>
            <pc:docMk/>
            <pc:sldMk cId="0" sldId="276"/>
            <ac:spMk id="12" creationId="{00000000-0000-0000-0000-000000000000}"/>
          </ac:spMkLst>
        </pc:spChg>
        <pc:spChg chg="add mod">
          <ac:chgData name="María Elena Fernández Gascueña" userId="8298997d-b71a-4e0a-adff-66140120cb1e" providerId="ADAL" clId="{3B8D352D-D5EF-4E70-8E12-720370C4149C}" dt="2023-10-01T18:30:47.669" v="1037" actId="1076"/>
          <ac:spMkLst>
            <pc:docMk/>
            <pc:sldMk cId="0" sldId="276"/>
            <ac:spMk id="14" creationId="{F01C6CAC-63D6-62BB-9713-7EB3B82D5F44}"/>
          </ac:spMkLst>
        </pc:spChg>
        <pc:grpChg chg="mod">
          <ac:chgData name="María Elena Fernández Gascueña" userId="8298997d-b71a-4e0a-adff-66140120cb1e" providerId="ADAL" clId="{3B8D352D-D5EF-4E70-8E12-720370C4149C}" dt="2023-10-01T18:30:28.771" v="1033" actId="1076"/>
          <ac:grpSpMkLst>
            <pc:docMk/>
            <pc:sldMk cId="0" sldId="276"/>
            <ac:grpSpMk id="10" creationId="{00000000-0000-0000-0000-000000000000}"/>
          </ac:grpSpMkLst>
        </pc:grpChg>
      </pc:sldChg>
      <pc:sldChg chg="addSp modSp add mod ord">
        <pc:chgData name="María Elena Fernández Gascueña" userId="8298997d-b71a-4e0a-adff-66140120cb1e" providerId="ADAL" clId="{3B8D352D-D5EF-4E70-8E12-720370C4149C}" dt="2023-10-01T18:35:11.641" v="1308" actId="14100"/>
        <pc:sldMkLst>
          <pc:docMk/>
          <pc:sldMk cId="0" sldId="277"/>
        </pc:sldMkLst>
        <pc:spChg chg="mod">
          <ac:chgData name="María Elena Fernández Gascueña" userId="8298997d-b71a-4e0a-adff-66140120cb1e" providerId="ADAL" clId="{3B8D352D-D5EF-4E70-8E12-720370C4149C}" dt="2023-09-17T15:56:02.118" v="379" actId="404"/>
          <ac:spMkLst>
            <pc:docMk/>
            <pc:sldMk cId="0" sldId="277"/>
            <ac:spMk id="4" creationId="{00000000-0000-0000-0000-000000000000}"/>
          </ac:spMkLst>
        </pc:spChg>
        <pc:spChg chg="mod">
          <ac:chgData name="María Elena Fernández Gascueña" userId="8298997d-b71a-4e0a-adff-66140120cb1e" providerId="ADAL" clId="{3B8D352D-D5EF-4E70-8E12-720370C4149C}" dt="2023-09-17T15:58:03.076" v="407" actId="14100"/>
          <ac:spMkLst>
            <pc:docMk/>
            <pc:sldMk cId="0" sldId="277"/>
            <ac:spMk id="6" creationId="{00000000-0000-0000-0000-000000000000}"/>
          </ac:spMkLst>
        </pc:spChg>
        <pc:spChg chg="mod">
          <ac:chgData name="María Elena Fernández Gascueña" userId="8298997d-b71a-4e0a-adff-66140120cb1e" providerId="ADAL" clId="{3B8D352D-D5EF-4E70-8E12-720370C4149C}" dt="2023-10-01T18:35:11.641" v="1308" actId="14100"/>
          <ac:spMkLst>
            <pc:docMk/>
            <pc:sldMk cId="0" sldId="277"/>
            <ac:spMk id="7" creationId="{00000000-0000-0000-0000-000000000000}"/>
          </ac:spMkLst>
        </pc:spChg>
        <pc:spChg chg="mod">
          <ac:chgData name="María Elena Fernández Gascueña" userId="8298997d-b71a-4e0a-adff-66140120cb1e" providerId="ADAL" clId="{3B8D352D-D5EF-4E70-8E12-720370C4149C}" dt="2023-09-17T15:58:38.760" v="424" actId="14100"/>
          <ac:spMkLst>
            <pc:docMk/>
            <pc:sldMk cId="0" sldId="277"/>
            <ac:spMk id="8" creationId="{00000000-0000-0000-0000-000000000000}"/>
          </ac:spMkLst>
        </pc:spChg>
        <pc:spChg chg="add mod">
          <ac:chgData name="María Elena Fernández Gascueña" userId="8298997d-b71a-4e0a-adff-66140120cb1e" providerId="ADAL" clId="{3B8D352D-D5EF-4E70-8E12-720370C4149C}" dt="2023-09-17T15:56:25.834" v="389"/>
          <ac:spMkLst>
            <pc:docMk/>
            <pc:sldMk cId="0" sldId="277"/>
            <ac:spMk id="10" creationId="{8E2F5589-BD4B-337E-8774-89D2C847A5E7}"/>
          </ac:spMkLst>
        </pc:spChg>
      </pc:sldChg>
      <pc:sldChg chg="modSp add mod ord">
        <pc:chgData name="María Elena Fernández Gascueña" userId="8298997d-b71a-4e0a-adff-66140120cb1e" providerId="ADAL" clId="{3B8D352D-D5EF-4E70-8E12-720370C4149C}" dt="2023-09-17T15:57:17.375" v="403"/>
        <pc:sldMkLst>
          <pc:docMk/>
          <pc:sldMk cId="0" sldId="278"/>
        </pc:sldMkLst>
        <pc:spChg chg="mod">
          <ac:chgData name="María Elena Fernández Gascueña" userId="8298997d-b71a-4e0a-adff-66140120cb1e" providerId="ADAL" clId="{3B8D352D-D5EF-4E70-8E12-720370C4149C}" dt="2023-09-17T15:57:08.059" v="401" actId="1076"/>
          <ac:spMkLst>
            <pc:docMk/>
            <pc:sldMk cId="0" sldId="278"/>
            <ac:spMk id="2" creationId="{00000000-0000-0000-0000-000000000000}"/>
          </ac:spMkLst>
        </pc:spChg>
        <pc:spChg chg="mod">
          <ac:chgData name="María Elena Fernández Gascueña" userId="8298997d-b71a-4e0a-adff-66140120cb1e" providerId="ADAL" clId="{3B8D352D-D5EF-4E70-8E12-720370C4149C}" dt="2023-09-17T15:56:39.269" v="392" actId="14100"/>
          <ac:spMkLst>
            <pc:docMk/>
            <pc:sldMk cId="0" sldId="278"/>
            <ac:spMk id="20" creationId="{00000000-0000-0000-0000-000000000000}"/>
          </ac:spMkLst>
        </pc:spChg>
      </pc:sldChg>
      <pc:sldChg chg="addSp modSp mod ord">
        <pc:chgData name="María Elena Fernández Gascueña" userId="8298997d-b71a-4e0a-adff-66140120cb1e" providerId="ADAL" clId="{3B8D352D-D5EF-4E70-8E12-720370C4149C}" dt="2023-09-17T16:49:10.620" v="962" actId="13822"/>
        <pc:sldMkLst>
          <pc:docMk/>
          <pc:sldMk cId="0" sldId="282"/>
        </pc:sldMkLst>
        <pc:spChg chg="add mod">
          <ac:chgData name="María Elena Fernández Gascueña" userId="8298997d-b71a-4e0a-adff-66140120cb1e" providerId="ADAL" clId="{3B8D352D-D5EF-4E70-8E12-720370C4149C}" dt="2023-09-17T16:49:10.620" v="962" actId="13822"/>
          <ac:spMkLst>
            <pc:docMk/>
            <pc:sldMk cId="0" sldId="282"/>
            <ac:spMk id="2" creationId="{2E9394E0-1CA1-19A4-D505-8F615428CD99}"/>
          </ac:spMkLst>
        </pc:spChg>
      </pc:sldChg>
      <pc:sldChg chg="ord">
        <pc:chgData name="María Elena Fernández Gascueña" userId="8298997d-b71a-4e0a-adff-66140120cb1e" providerId="ADAL" clId="{3B8D352D-D5EF-4E70-8E12-720370C4149C}" dt="2023-09-17T16:20:17.868" v="716"/>
        <pc:sldMkLst>
          <pc:docMk/>
          <pc:sldMk cId="0" sldId="283"/>
        </pc:sldMkLst>
      </pc:sldChg>
      <pc:sldChg chg="addSp modSp mod">
        <pc:chgData name="María Elena Fernández Gascueña" userId="8298997d-b71a-4e0a-adff-66140120cb1e" providerId="ADAL" clId="{3B8D352D-D5EF-4E70-8E12-720370C4149C}" dt="2023-09-17T16:19:21.367" v="713" actId="207"/>
        <pc:sldMkLst>
          <pc:docMk/>
          <pc:sldMk cId="0" sldId="284"/>
        </pc:sldMkLst>
        <pc:spChg chg="add mod">
          <ac:chgData name="María Elena Fernández Gascueña" userId="8298997d-b71a-4e0a-adff-66140120cb1e" providerId="ADAL" clId="{3B8D352D-D5EF-4E70-8E12-720370C4149C}" dt="2023-09-17T16:19:21.367" v="713" actId="207"/>
          <ac:spMkLst>
            <pc:docMk/>
            <pc:sldMk cId="0" sldId="284"/>
            <ac:spMk id="3" creationId="{DB60C7AD-3C80-6844-C877-4115D3B12380}"/>
          </ac:spMkLst>
        </pc:spChg>
      </pc:sldChg>
      <pc:sldChg chg="modSp add mod">
        <pc:chgData name="María Elena Fernández Gascueña" userId="8298997d-b71a-4e0a-adff-66140120cb1e" providerId="ADAL" clId="{3B8D352D-D5EF-4E70-8E12-720370C4149C}" dt="2023-09-17T16:06:54.885" v="551" actId="207"/>
        <pc:sldMkLst>
          <pc:docMk/>
          <pc:sldMk cId="0" sldId="290"/>
        </pc:sldMkLst>
        <pc:spChg chg="mod">
          <ac:chgData name="María Elena Fernández Gascueña" userId="8298997d-b71a-4e0a-adff-66140120cb1e" providerId="ADAL" clId="{3B8D352D-D5EF-4E70-8E12-720370C4149C}" dt="2023-09-17T16:06:54.885" v="551" actId="207"/>
          <ac:spMkLst>
            <pc:docMk/>
            <pc:sldMk cId="0" sldId="290"/>
            <ac:spMk id="3" creationId="{00000000-0000-0000-0000-000000000000}"/>
          </ac:spMkLst>
        </pc:spChg>
      </pc:sldChg>
      <pc:sldChg chg="add">
        <pc:chgData name="María Elena Fernández Gascueña" userId="8298997d-b71a-4e0a-adff-66140120cb1e" providerId="ADAL" clId="{3B8D352D-D5EF-4E70-8E12-720370C4149C}" dt="2023-09-17T16:07:09.519" v="552"/>
        <pc:sldMkLst>
          <pc:docMk/>
          <pc:sldMk cId="0" sldId="291"/>
        </pc:sldMkLst>
      </pc:sldChg>
      <pc:sldChg chg="add del">
        <pc:chgData name="María Elena Fernández Gascueña" userId="8298997d-b71a-4e0a-adff-66140120cb1e" providerId="ADAL" clId="{3B8D352D-D5EF-4E70-8E12-720370C4149C}" dt="2023-09-17T16:10:16.160" v="561" actId="47"/>
        <pc:sldMkLst>
          <pc:docMk/>
          <pc:sldMk cId="0" sldId="292"/>
        </pc:sldMkLst>
      </pc:sldChg>
      <pc:sldChg chg="add del">
        <pc:chgData name="María Elena Fernández Gascueña" userId="8298997d-b71a-4e0a-adff-66140120cb1e" providerId="ADAL" clId="{3B8D352D-D5EF-4E70-8E12-720370C4149C}" dt="2023-09-17T16:10:20.568" v="562" actId="47"/>
        <pc:sldMkLst>
          <pc:docMk/>
          <pc:sldMk cId="0" sldId="293"/>
        </pc:sldMkLst>
      </pc:sldChg>
      <pc:sldChg chg="add del">
        <pc:chgData name="María Elena Fernández Gascueña" userId="8298997d-b71a-4e0a-adff-66140120cb1e" providerId="ADAL" clId="{3B8D352D-D5EF-4E70-8E12-720370C4149C}" dt="2023-09-17T16:10:21.891" v="563" actId="47"/>
        <pc:sldMkLst>
          <pc:docMk/>
          <pc:sldMk cId="0" sldId="294"/>
        </pc:sldMkLst>
      </pc:sldChg>
      <pc:sldChg chg="addSp delSp modSp mod">
        <pc:chgData name="María Elena Fernández Gascueña" userId="8298997d-b71a-4e0a-adff-66140120cb1e" providerId="ADAL" clId="{3B8D352D-D5EF-4E70-8E12-720370C4149C}" dt="2023-09-17T16:00:34.596" v="462" actId="14100"/>
        <pc:sldMkLst>
          <pc:docMk/>
          <pc:sldMk cId="0" sldId="295"/>
        </pc:sldMkLst>
        <pc:spChg chg="mod">
          <ac:chgData name="María Elena Fernández Gascueña" userId="8298997d-b71a-4e0a-adff-66140120cb1e" providerId="ADAL" clId="{3B8D352D-D5EF-4E70-8E12-720370C4149C}" dt="2023-09-17T15:59:07.035" v="425" actId="26606"/>
          <ac:spMkLst>
            <pc:docMk/>
            <pc:sldMk cId="0" sldId="295"/>
            <ac:spMk id="4" creationId="{00000000-0000-0000-0000-000000000000}"/>
          </ac:spMkLst>
        </pc:spChg>
        <pc:spChg chg="del">
          <ac:chgData name="María Elena Fernández Gascueña" userId="8298997d-b71a-4e0a-adff-66140120cb1e" providerId="ADAL" clId="{3B8D352D-D5EF-4E70-8E12-720370C4149C}" dt="2023-09-17T15:59:07.035" v="425" actId="26606"/>
          <ac:spMkLst>
            <pc:docMk/>
            <pc:sldMk cId="0" sldId="295"/>
            <ac:spMk id="136" creationId="{43162304-DA60-4C31-9E2B-E22F8DA75FF5}"/>
          </ac:spMkLst>
        </pc:spChg>
        <pc:spChg chg="del">
          <ac:chgData name="María Elena Fernández Gascueña" userId="8298997d-b71a-4e0a-adff-66140120cb1e" providerId="ADAL" clId="{3B8D352D-D5EF-4E70-8E12-720370C4149C}" dt="2023-09-17T15:59:07.035" v="425" actId="26606"/>
          <ac:spMkLst>
            <pc:docMk/>
            <pc:sldMk cId="0" sldId="295"/>
            <ac:spMk id="138" creationId="{C4AE1EFF-264A-4A42-BEA1-0E875F40D74F}"/>
          </ac:spMkLst>
        </pc:spChg>
        <pc:spChg chg="del">
          <ac:chgData name="María Elena Fernández Gascueña" userId="8298997d-b71a-4e0a-adff-66140120cb1e" providerId="ADAL" clId="{3B8D352D-D5EF-4E70-8E12-720370C4149C}" dt="2023-09-17T15:59:07.035" v="425" actId="26606"/>
          <ac:spMkLst>
            <pc:docMk/>
            <pc:sldMk cId="0" sldId="295"/>
            <ac:spMk id="140" creationId="{80516254-1D9F-4F3A-9870-3A3280BE2BFE}"/>
          </ac:spMkLst>
        </pc:spChg>
        <pc:spChg chg="del">
          <ac:chgData name="María Elena Fernández Gascueña" userId="8298997d-b71a-4e0a-adff-66140120cb1e" providerId="ADAL" clId="{3B8D352D-D5EF-4E70-8E12-720370C4149C}" dt="2023-09-17T15:59:07.035" v="425" actId="26606"/>
          <ac:spMkLst>
            <pc:docMk/>
            <pc:sldMk cId="0" sldId="295"/>
            <ac:spMk id="142" creationId="{FC14672B-27A5-4CDA-ABAF-5E4CF4B41C23}"/>
          </ac:spMkLst>
        </pc:spChg>
        <pc:spChg chg="del">
          <ac:chgData name="María Elena Fernández Gascueña" userId="8298997d-b71a-4e0a-adff-66140120cb1e" providerId="ADAL" clId="{3B8D352D-D5EF-4E70-8E12-720370C4149C}" dt="2023-09-17T15:59:07.035" v="425" actId="26606"/>
          <ac:spMkLst>
            <pc:docMk/>
            <pc:sldMk cId="0" sldId="295"/>
            <ac:spMk id="146" creationId="{9A206779-5C74-4555-94BC-5845C92EC3A8}"/>
          </ac:spMkLst>
        </pc:spChg>
        <pc:spChg chg="mod">
          <ac:chgData name="María Elena Fernández Gascueña" userId="8298997d-b71a-4e0a-adff-66140120cb1e" providerId="ADAL" clId="{3B8D352D-D5EF-4E70-8E12-720370C4149C}" dt="2023-09-17T16:00:34.596" v="462" actId="14100"/>
          <ac:spMkLst>
            <pc:docMk/>
            <pc:sldMk cId="0" sldId="295"/>
            <ac:spMk id="45059" creationId="{00000000-0000-0000-0000-000000000000}"/>
          </ac:spMkLst>
        </pc:spChg>
        <pc:spChg chg="add">
          <ac:chgData name="María Elena Fernández Gascueña" userId="8298997d-b71a-4e0a-adff-66140120cb1e" providerId="ADAL" clId="{3B8D352D-D5EF-4E70-8E12-720370C4149C}" dt="2023-09-17T15:59:07.035" v="425" actId="26606"/>
          <ac:spMkLst>
            <pc:docMk/>
            <pc:sldMk cId="0" sldId="295"/>
            <ac:spMk id="45064" creationId="{43162304-DA60-4C31-9E2B-E22F8DA75FF5}"/>
          </ac:spMkLst>
        </pc:spChg>
        <pc:spChg chg="add">
          <ac:chgData name="María Elena Fernández Gascueña" userId="8298997d-b71a-4e0a-adff-66140120cb1e" providerId="ADAL" clId="{3B8D352D-D5EF-4E70-8E12-720370C4149C}" dt="2023-09-17T15:59:07.035" v="425" actId="26606"/>
          <ac:spMkLst>
            <pc:docMk/>
            <pc:sldMk cId="0" sldId="295"/>
            <ac:spMk id="45066" creationId="{C4AE1EFF-264A-4A42-BEA1-0E875F40D74F}"/>
          </ac:spMkLst>
        </pc:spChg>
        <pc:spChg chg="add">
          <ac:chgData name="María Elena Fernández Gascueña" userId="8298997d-b71a-4e0a-adff-66140120cb1e" providerId="ADAL" clId="{3B8D352D-D5EF-4E70-8E12-720370C4149C}" dt="2023-09-17T15:59:07.035" v="425" actId="26606"/>
          <ac:spMkLst>
            <pc:docMk/>
            <pc:sldMk cId="0" sldId="295"/>
            <ac:spMk id="45068" creationId="{5DB23C2B-2054-4D8B-9E98-9190F8E05EAD}"/>
          </ac:spMkLst>
        </pc:spChg>
        <pc:spChg chg="add">
          <ac:chgData name="María Elena Fernández Gascueña" userId="8298997d-b71a-4e0a-adff-66140120cb1e" providerId="ADAL" clId="{3B8D352D-D5EF-4E70-8E12-720370C4149C}" dt="2023-09-17T15:59:07.035" v="425" actId="26606"/>
          <ac:spMkLst>
            <pc:docMk/>
            <pc:sldMk cId="0" sldId="295"/>
            <ac:spMk id="45070" creationId="{8797B5BC-9873-45F9-97D6-298FB5AF08FF}"/>
          </ac:spMkLst>
        </pc:spChg>
        <pc:spChg chg="add">
          <ac:chgData name="María Elena Fernández Gascueña" userId="8298997d-b71a-4e0a-adff-66140120cb1e" providerId="ADAL" clId="{3B8D352D-D5EF-4E70-8E12-720370C4149C}" dt="2023-09-17T15:59:07.035" v="425" actId="26606"/>
          <ac:spMkLst>
            <pc:docMk/>
            <pc:sldMk cId="0" sldId="295"/>
            <ac:spMk id="45072" creationId="{665C2FCD-09A4-4B4B-AA73-F330DFE91799}"/>
          </ac:spMkLst>
        </pc:spChg>
        <pc:cxnChg chg="del">
          <ac:chgData name="María Elena Fernández Gascueña" userId="8298997d-b71a-4e0a-adff-66140120cb1e" providerId="ADAL" clId="{3B8D352D-D5EF-4E70-8E12-720370C4149C}" dt="2023-09-17T15:59:07.035" v="425" actId="26606"/>
          <ac:cxnSpMkLst>
            <pc:docMk/>
            <pc:sldMk cId="0" sldId="295"/>
            <ac:cxnSpMk id="144" creationId="{8D89589C-2C90-4407-A995-05EC3DD7AB14}"/>
          </ac:cxnSpMkLst>
        </pc:cxnChg>
      </pc:sldChg>
      <pc:sldChg chg="addSp delSp modSp mod">
        <pc:chgData name="María Elena Fernández Gascueña" userId="8298997d-b71a-4e0a-adff-66140120cb1e" providerId="ADAL" clId="{3B8D352D-D5EF-4E70-8E12-720370C4149C}" dt="2023-09-17T16:02:26.962" v="489" actId="207"/>
        <pc:sldMkLst>
          <pc:docMk/>
          <pc:sldMk cId="0" sldId="296"/>
        </pc:sldMkLst>
        <pc:spChg chg="mod ord">
          <ac:chgData name="María Elena Fernández Gascueña" userId="8298997d-b71a-4e0a-adff-66140120cb1e" providerId="ADAL" clId="{3B8D352D-D5EF-4E70-8E12-720370C4149C}" dt="2023-09-17T16:00:46.200" v="463" actId="26606"/>
          <ac:spMkLst>
            <pc:docMk/>
            <pc:sldMk cId="0" sldId="296"/>
            <ac:spMk id="5" creationId="{00000000-0000-0000-0000-000000000000}"/>
          </ac:spMkLst>
        </pc:spChg>
        <pc:spChg chg="del">
          <ac:chgData name="María Elena Fernández Gascueña" userId="8298997d-b71a-4e0a-adff-66140120cb1e" providerId="ADAL" clId="{3B8D352D-D5EF-4E70-8E12-720370C4149C}" dt="2023-09-17T16:00:46.200" v="463" actId="26606"/>
          <ac:spMkLst>
            <pc:docMk/>
            <pc:sldMk cId="0" sldId="296"/>
            <ac:spMk id="138" creationId="{43162304-DA60-4C31-9E2B-E22F8DA75FF5}"/>
          </ac:spMkLst>
        </pc:spChg>
        <pc:spChg chg="del">
          <ac:chgData name="María Elena Fernández Gascueña" userId="8298997d-b71a-4e0a-adff-66140120cb1e" providerId="ADAL" clId="{3B8D352D-D5EF-4E70-8E12-720370C4149C}" dt="2023-09-17T16:00:46.200" v="463" actId="26606"/>
          <ac:spMkLst>
            <pc:docMk/>
            <pc:sldMk cId="0" sldId="296"/>
            <ac:spMk id="140" creationId="{C4AE1EFF-264A-4A42-BEA1-0E875F40D74F}"/>
          </ac:spMkLst>
        </pc:spChg>
        <pc:spChg chg="del">
          <ac:chgData name="María Elena Fernández Gascueña" userId="8298997d-b71a-4e0a-adff-66140120cb1e" providerId="ADAL" clId="{3B8D352D-D5EF-4E70-8E12-720370C4149C}" dt="2023-09-17T16:00:46.200" v="463" actId="26606"/>
          <ac:spMkLst>
            <pc:docMk/>
            <pc:sldMk cId="0" sldId="296"/>
            <ac:spMk id="142" creationId="{80516254-1D9F-4F3A-9870-3A3280BE2BFE}"/>
          </ac:spMkLst>
        </pc:spChg>
        <pc:spChg chg="del">
          <ac:chgData name="María Elena Fernández Gascueña" userId="8298997d-b71a-4e0a-adff-66140120cb1e" providerId="ADAL" clId="{3B8D352D-D5EF-4E70-8E12-720370C4149C}" dt="2023-09-17T16:00:46.200" v="463" actId="26606"/>
          <ac:spMkLst>
            <pc:docMk/>
            <pc:sldMk cId="0" sldId="296"/>
            <ac:spMk id="144" creationId="{FC14672B-27A5-4CDA-ABAF-5E4CF4B41C23}"/>
          </ac:spMkLst>
        </pc:spChg>
        <pc:spChg chg="del">
          <ac:chgData name="María Elena Fernández Gascueña" userId="8298997d-b71a-4e0a-adff-66140120cb1e" providerId="ADAL" clId="{3B8D352D-D5EF-4E70-8E12-720370C4149C}" dt="2023-09-17T16:00:46.200" v="463" actId="26606"/>
          <ac:spMkLst>
            <pc:docMk/>
            <pc:sldMk cId="0" sldId="296"/>
            <ac:spMk id="148" creationId="{9A206779-5C74-4555-94BC-5845C92EC3A8}"/>
          </ac:spMkLst>
        </pc:spChg>
        <pc:spChg chg="del mod">
          <ac:chgData name="María Elena Fernández Gascueña" userId="8298997d-b71a-4e0a-adff-66140120cb1e" providerId="ADAL" clId="{3B8D352D-D5EF-4E70-8E12-720370C4149C}" dt="2023-09-17T16:01:50.852" v="477" actId="478"/>
          <ac:spMkLst>
            <pc:docMk/>
            <pc:sldMk cId="0" sldId="296"/>
            <ac:spMk id="45059" creationId="{00000000-0000-0000-0000-000000000000}"/>
          </ac:spMkLst>
        </pc:spChg>
        <pc:spChg chg="mod">
          <ac:chgData name="María Elena Fernández Gascueña" userId="8298997d-b71a-4e0a-adff-66140120cb1e" providerId="ADAL" clId="{3B8D352D-D5EF-4E70-8E12-720370C4149C}" dt="2023-09-17T16:02:26.962" v="489" actId="207"/>
          <ac:spMkLst>
            <pc:docMk/>
            <pc:sldMk cId="0" sldId="296"/>
            <ac:spMk id="73733" creationId="{00000000-0000-0000-0000-000000000000}"/>
          </ac:spMkLst>
        </pc:spChg>
        <pc:spChg chg="add">
          <ac:chgData name="María Elena Fernández Gascueña" userId="8298997d-b71a-4e0a-adff-66140120cb1e" providerId="ADAL" clId="{3B8D352D-D5EF-4E70-8E12-720370C4149C}" dt="2023-09-17T16:00:46.200" v="463" actId="26606"/>
          <ac:spMkLst>
            <pc:docMk/>
            <pc:sldMk cId="0" sldId="296"/>
            <ac:spMk id="73738" creationId="{43162304-DA60-4C31-9E2B-E22F8DA75FF5}"/>
          </ac:spMkLst>
        </pc:spChg>
        <pc:spChg chg="add">
          <ac:chgData name="María Elena Fernández Gascueña" userId="8298997d-b71a-4e0a-adff-66140120cb1e" providerId="ADAL" clId="{3B8D352D-D5EF-4E70-8E12-720370C4149C}" dt="2023-09-17T16:00:46.200" v="463" actId="26606"/>
          <ac:spMkLst>
            <pc:docMk/>
            <pc:sldMk cId="0" sldId="296"/>
            <ac:spMk id="73740" creationId="{C4AE1EFF-264A-4A42-BEA1-0E875F40D74F}"/>
          </ac:spMkLst>
        </pc:spChg>
        <pc:spChg chg="add">
          <ac:chgData name="María Elena Fernández Gascueña" userId="8298997d-b71a-4e0a-adff-66140120cb1e" providerId="ADAL" clId="{3B8D352D-D5EF-4E70-8E12-720370C4149C}" dt="2023-09-17T16:00:46.200" v="463" actId="26606"/>
          <ac:spMkLst>
            <pc:docMk/>
            <pc:sldMk cId="0" sldId="296"/>
            <ac:spMk id="73742" creationId="{5DB23C2B-2054-4D8B-9E98-9190F8E05EAD}"/>
          </ac:spMkLst>
        </pc:spChg>
        <pc:spChg chg="add">
          <ac:chgData name="María Elena Fernández Gascueña" userId="8298997d-b71a-4e0a-adff-66140120cb1e" providerId="ADAL" clId="{3B8D352D-D5EF-4E70-8E12-720370C4149C}" dt="2023-09-17T16:00:46.200" v="463" actId="26606"/>
          <ac:spMkLst>
            <pc:docMk/>
            <pc:sldMk cId="0" sldId="296"/>
            <ac:spMk id="73744" creationId="{665C2FCD-09A4-4B4B-AA73-F330DFE91799}"/>
          </ac:spMkLst>
        </pc:spChg>
        <pc:spChg chg="add">
          <ac:chgData name="María Elena Fernández Gascueña" userId="8298997d-b71a-4e0a-adff-66140120cb1e" providerId="ADAL" clId="{3B8D352D-D5EF-4E70-8E12-720370C4149C}" dt="2023-09-17T16:00:46.200" v="463" actId="26606"/>
          <ac:spMkLst>
            <pc:docMk/>
            <pc:sldMk cId="0" sldId="296"/>
            <ac:spMk id="73746" creationId="{8797B5BC-9873-45F9-97D6-298FB5AF08FF}"/>
          </ac:spMkLst>
        </pc:spChg>
        <pc:cxnChg chg="del">
          <ac:chgData name="María Elena Fernández Gascueña" userId="8298997d-b71a-4e0a-adff-66140120cb1e" providerId="ADAL" clId="{3B8D352D-D5EF-4E70-8E12-720370C4149C}" dt="2023-09-17T16:00:46.200" v="463" actId="26606"/>
          <ac:cxnSpMkLst>
            <pc:docMk/>
            <pc:sldMk cId="0" sldId="296"/>
            <ac:cxnSpMk id="146" creationId="{8D89589C-2C90-4407-A995-05EC3DD7AB14}"/>
          </ac:cxnSpMkLst>
        </pc:cxnChg>
      </pc:sldChg>
      <pc:sldChg chg="modSp add del mod">
        <pc:chgData name="María Elena Fernández Gascueña" userId="8298997d-b71a-4e0a-adff-66140120cb1e" providerId="ADAL" clId="{3B8D352D-D5EF-4E70-8E12-720370C4149C}" dt="2023-09-17T16:10:46.346" v="567" actId="47"/>
        <pc:sldMkLst>
          <pc:docMk/>
          <pc:sldMk cId="0" sldId="297"/>
        </pc:sldMkLst>
        <pc:spChg chg="mod">
          <ac:chgData name="María Elena Fernández Gascueña" userId="8298997d-b71a-4e0a-adff-66140120cb1e" providerId="ADAL" clId="{3B8D352D-D5EF-4E70-8E12-720370C4149C}" dt="2023-09-17T16:10:39.432" v="566" actId="1076"/>
          <ac:spMkLst>
            <pc:docMk/>
            <pc:sldMk cId="0" sldId="297"/>
            <ac:spMk id="7" creationId="{00000000-0000-0000-0000-000000000000}"/>
          </ac:spMkLst>
        </pc:spChg>
      </pc:sldChg>
      <pc:sldChg chg="modSp mod">
        <pc:chgData name="María Elena Fernández Gascueña" userId="8298997d-b71a-4e0a-adff-66140120cb1e" providerId="ADAL" clId="{3B8D352D-D5EF-4E70-8E12-720370C4149C}" dt="2023-10-01T18:27:47.451" v="1004" actId="6549"/>
        <pc:sldMkLst>
          <pc:docMk/>
          <pc:sldMk cId="0" sldId="299"/>
        </pc:sldMkLst>
        <pc:spChg chg="mod">
          <ac:chgData name="María Elena Fernández Gascueña" userId="8298997d-b71a-4e0a-adff-66140120cb1e" providerId="ADAL" clId="{3B8D352D-D5EF-4E70-8E12-720370C4149C}" dt="2023-10-01T18:27:47.451" v="1004" actId="6549"/>
          <ac:spMkLst>
            <pc:docMk/>
            <pc:sldMk cId="0" sldId="299"/>
            <ac:spMk id="3" creationId="{00000000-0000-0000-0000-000000000000}"/>
          </ac:spMkLst>
        </pc:spChg>
      </pc:sldChg>
      <pc:sldChg chg="add del">
        <pc:chgData name="María Elena Fernández Gascueña" userId="8298997d-b71a-4e0a-adff-66140120cb1e" providerId="ADAL" clId="{3B8D352D-D5EF-4E70-8E12-720370C4149C}" dt="2023-09-17T16:36:37.052" v="746" actId="47"/>
        <pc:sldMkLst>
          <pc:docMk/>
          <pc:sldMk cId="0" sldId="305"/>
        </pc:sldMkLst>
      </pc:sldChg>
      <pc:sldChg chg="addSp delSp modSp add mod ord">
        <pc:chgData name="María Elena Fernández Gascueña" userId="8298997d-b71a-4e0a-adff-66140120cb1e" providerId="ADAL" clId="{3B8D352D-D5EF-4E70-8E12-720370C4149C}" dt="2023-09-17T16:48:17.680" v="946" actId="113"/>
        <pc:sldMkLst>
          <pc:docMk/>
          <pc:sldMk cId="0" sldId="307"/>
        </pc:sldMkLst>
        <pc:spChg chg="del mod">
          <ac:chgData name="María Elena Fernández Gascueña" userId="8298997d-b71a-4e0a-adff-66140120cb1e" providerId="ADAL" clId="{3B8D352D-D5EF-4E70-8E12-720370C4149C}" dt="2023-09-17T16:44:05.345" v="895" actId="478"/>
          <ac:spMkLst>
            <pc:docMk/>
            <pc:sldMk cId="0" sldId="307"/>
            <ac:spMk id="2" creationId="{00000000-0000-0000-0000-000000000000}"/>
          </ac:spMkLst>
        </pc:spChg>
        <pc:spChg chg="add del mod">
          <ac:chgData name="María Elena Fernández Gascueña" userId="8298997d-b71a-4e0a-adff-66140120cb1e" providerId="ADAL" clId="{3B8D352D-D5EF-4E70-8E12-720370C4149C}" dt="2023-09-17T16:47:00.143" v="926" actId="12084"/>
          <ac:spMkLst>
            <pc:docMk/>
            <pc:sldMk cId="0" sldId="307"/>
            <ac:spMk id="6" creationId="{00000000-0000-0000-0000-000000000000}"/>
          </ac:spMkLst>
        </pc:spChg>
        <pc:spChg chg="add mod">
          <ac:chgData name="María Elena Fernández Gascueña" userId="8298997d-b71a-4e0a-adff-66140120cb1e" providerId="ADAL" clId="{3B8D352D-D5EF-4E70-8E12-720370C4149C}" dt="2023-09-17T16:48:17.680" v="946" actId="113"/>
          <ac:spMkLst>
            <pc:docMk/>
            <pc:sldMk cId="0" sldId="307"/>
            <ac:spMk id="7" creationId="{CEFBC35A-9106-90AF-E4A4-148FB3E6CBF5}"/>
          </ac:spMkLst>
        </pc:spChg>
        <pc:spChg chg="add mod">
          <ac:chgData name="María Elena Fernández Gascueña" userId="8298997d-b71a-4e0a-adff-66140120cb1e" providerId="ADAL" clId="{3B8D352D-D5EF-4E70-8E12-720370C4149C}" dt="2023-09-17T16:44:31.639" v="902"/>
          <ac:spMkLst>
            <pc:docMk/>
            <pc:sldMk cId="0" sldId="307"/>
            <ac:spMk id="9" creationId="{EF5CF361-FF16-0748-6F80-C6DB8F7949E6}"/>
          </ac:spMkLst>
        </pc:spChg>
        <pc:grpChg chg="del">
          <ac:chgData name="María Elena Fernández Gascueña" userId="8298997d-b71a-4e0a-adff-66140120cb1e" providerId="ADAL" clId="{3B8D352D-D5EF-4E70-8E12-720370C4149C}" dt="2023-09-17T16:43:59.609" v="892" actId="478"/>
          <ac:grpSpMkLst>
            <pc:docMk/>
            <pc:sldMk cId="0" sldId="307"/>
            <ac:grpSpMk id="3" creationId="{00000000-0000-0000-0000-000000000000}"/>
          </ac:grpSpMkLst>
        </pc:grpChg>
        <pc:graphicFrameChg chg="add mod">
          <ac:chgData name="María Elena Fernández Gascueña" userId="8298997d-b71a-4e0a-adff-66140120cb1e" providerId="ADAL" clId="{3B8D352D-D5EF-4E70-8E12-720370C4149C}" dt="2023-09-17T16:48:13.006" v="945" actId="12100"/>
          <ac:graphicFrameMkLst>
            <pc:docMk/>
            <pc:sldMk cId="0" sldId="307"/>
            <ac:graphicFrameMk id="10" creationId="{3DD1CBB0-BA11-8BAC-27A3-FE28F758EC4B}"/>
          </ac:graphicFrameMkLst>
        </pc:graphicFrameChg>
      </pc:sldChg>
      <pc:sldChg chg="mod modShow">
        <pc:chgData name="María Elena Fernández Gascueña" userId="8298997d-b71a-4e0a-adff-66140120cb1e" providerId="ADAL" clId="{3B8D352D-D5EF-4E70-8E12-720370C4149C}" dt="2023-09-17T16:50:29.383" v="964" actId="729"/>
        <pc:sldMkLst>
          <pc:docMk/>
          <pc:sldMk cId="0" sldId="308"/>
        </pc:sldMkLst>
      </pc:sldChg>
      <pc:sldChg chg="modSp mod ord">
        <pc:chgData name="María Elena Fernández Gascueña" userId="8298997d-b71a-4e0a-adff-66140120cb1e" providerId="ADAL" clId="{3B8D352D-D5EF-4E70-8E12-720370C4149C}" dt="2023-09-17T16:39:12.576" v="780"/>
        <pc:sldMkLst>
          <pc:docMk/>
          <pc:sldMk cId="0" sldId="309"/>
        </pc:sldMkLst>
        <pc:spChg chg="mod">
          <ac:chgData name="María Elena Fernández Gascueña" userId="8298997d-b71a-4e0a-adff-66140120cb1e" providerId="ADAL" clId="{3B8D352D-D5EF-4E70-8E12-720370C4149C}" dt="2023-09-17T16:37:13.090" v="752" actId="6549"/>
          <ac:spMkLst>
            <pc:docMk/>
            <pc:sldMk cId="0" sldId="309"/>
            <ac:spMk id="25" creationId="{00000000-0000-0000-0000-000000000000}"/>
          </ac:spMkLst>
        </pc:spChg>
      </pc:sldChg>
      <pc:sldChg chg="add">
        <pc:chgData name="María Elena Fernández Gascueña" userId="8298997d-b71a-4e0a-adff-66140120cb1e" providerId="ADAL" clId="{3B8D352D-D5EF-4E70-8E12-720370C4149C}" dt="2023-09-17T16:18:37.078" v="710"/>
        <pc:sldMkLst>
          <pc:docMk/>
          <pc:sldMk cId="0" sldId="310"/>
        </pc:sldMkLst>
      </pc:sldChg>
      <pc:sldChg chg="modSp add">
        <pc:chgData name="María Elena Fernández Gascueña" userId="8298997d-b71a-4e0a-adff-66140120cb1e" providerId="ADAL" clId="{3B8D352D-D5EF-4E70-8E12-720370C4149C}" dt="2023-09-17T16:18:45.276" v="711"/>
        <pc:sldMkLst>
          <pc:docMk/>
          <pc:sldMk cId="0" sldId="311"/>
        </pc:sldMkLst>
        <pc:spChg chg="mod">
          <ac:chgData name="María Elena Fernández Gascueña" userId="8298997d-b71a-4e0a-adff-66140120cb1e" providerId="ADAL" clId="{3B8D352D-D5EF-4E70-8E12-720370C4149C}" dt="2023-09-17T16:18:45.276" v="711"/>
          <ac:spMkLst>
            <pc:docMk/>
            <pc:sldMk cId="0" sldId="311"/>
            <ac:spMk id="12" creationId="{00000000-0000-0000-0000-000000000000}"/>
          </ac:spMkLst>
        </pc:spChg>
      </pc:sldChg>
      <pc:sldChg chg="modSp mod">
        <pc:chgData name="María Elena Fernández Gascueña" userId="8298997d-b71a-4e0a-adff-66140120cb1e" providerId="ADAL" clId="{3B8D352D-D5EF-4E70-8E12-720370C4149C}" dt="2023-09-17T15:30:00.469" v="3" actId="1076"/>
        <pc:sldMkLst>
          <pc:docMk/>
          <pc:sldMk cId="0" sldId="315"/>
        </pc:sldMkLst>
        <pc:spChg chg="mod">
          <ac:chgData name="María Elena Fernández Gascueña" userId="8298997d-b71a-4e0a-adff-66140120cb1e" providerId="ADAL" clId="{3B8D352D-D5EF-4E70-8E12-720370C4149C}" dt="2023-09-17T15:30:00.469" v="3" actId="1076"/>
          <ac:spMkLst>
            <pc:docMk/>
            <pc:sldMk cId="0" sldId="315"/>
            <ac:spMk id="11" creationId="{00000000-0000-0000-0000-000000000000}"/>
          </ac:spMkLst>
        </pc:spChg>
        <pc:spChg chg="mod">
          <ac:chgData name="María Elena Fernández Gascueña" userId="8298997d-b71a-4e0a-adff-66140120cb1e" providerId="ADAL" clId="{3B8D352D-D5EF-4E70-8E12-720370C4149C}" dt="2023-09-17T15:29:42.605" v="1" actId="14100"/>
          <ac:spMkLst>
            <pc:docMk/>
            <pc:sldMk cId="0" sldId="315"/>
            <ac:spMk id="13" creationId="{56E156D8-DB54-42F6-AE18-BCDFAFAB5E67}"/>
          </ac:spMkLst>
        </pc:spChg>
        <pc:grpChg chg="mod">
          <ac:chgData name="María Elena Fernández Gascueña" userId="8298997d-b71a-4e0a-adff-66140120cb1e" providerId="ADAL" clId="{3B8D352D-D5EF-4E70-8E12-720370C4149C}" dt="2023-09-17T15:29:50.035" v="2" actId="1076"/>
          <ac:grpSpMkLst>
            <pc:docMk/>
            <pc:sldMk cId="0" sldId="315"/>
            <ac:grpSpMk id="7" creationId="{E011AAC3-85EC-4935-A9D7-E77DFA4F5D66}"/>
          </ac:grpSpMkLst>
        </pc:grpChg>
      </pc:sldChg>
      <pc:sldChg chg="addSp modSp mod setBg">
        <pc:chgData name="María Elena Fernández Gascueña" userId="8298997d-b71a-4e0a-adff-66140120cb1e" providerId="ADAL" clId="{3B8D352D-D5EF-4E70-8E12-720370C4149C}" dt="2023-10-01T18:36:23.300" v="1315" actId="14100"/>
        <pc:sldMkLst>
          <pc:docMk/>
          <pc:sldMk cId="0" sldId="316"/>
        </pc:sldMkLst>
        <pc:spChg chg="mod">
          <ac:chgData name="María Elena Fernández Gascueña" userId="8298997d-b71a-4e0a-adff-66140120cb1e" providerId="ADAL" clId="{3B8D352D-D5EF-4E70-8E12-720370C4149C}" dt="2023-10-01T18:36:23.300" v="1315" actId="14100"/>
          <ac:spMkLst>
            <pc:docMk/>
            <pc:sldMk cId="0" sldId="316"/>
            <ac:spMk id="2"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3"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4"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5"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6"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7"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8"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6"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7" creationId="{00000000-0000-0000-0000-000000000000}"/>
          </ac:spMkLst>
        </pc:spChg>
        <pc:spChg chg="mod">
          <ac:chgData name="María Elena Fernández Gascueña" userId="8298997d-b71a-4e0a-adff-66140120cb1e" providerId="ADAL" clId="{3B8D352D-D5EF-4E70-8E12-720370C4149C}" dt="2023-10-01T18:36:09.627" v="1314" actId="113"/>
          <ac:spMkLst>
            <pc:docMk/>
            <pc:sldMk cId="0" sldId="316"/>
            <ac:spMk id="28" creationId="{9D92C543-B386-47F2-A2DA-4546B0F2B320}"/>
          </ac:spMkLst>
        </pc:spChg>
        <pc:spChg chg="mod">
          <ac:chgData name="María Elena Fernández Gascueña" userId="8298997d-b71a-4e0a-adff-66140120cb1e" providerId="ADAL" clId="{3B8D352D-D5EF-4E70-8E12-720370C4149C}" dt="2023-10-01T18:36:02.761" v="1312" actId="403"/>
          <ac:spMkLst>
            <pc:docMk/>
            <pc:sldMk cId="0" sldId="316"/>
            <ac:spMk id="102"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186"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187"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05"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06"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23"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24"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25"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27"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28" creationId="{00000000-0000-0000-0000-000000000000}"/>
          </ac:spMkLst>
        </pc:spChg>
        <pc:spChg chg="mod">
          <ac:chgData name="María Elena Fernández Gascueña" userId="8298997d-b71a-4e0a-adff-66140120cb1e" providerId="ADAL" clId="{3B8D352D-D5EF-4E70-8E12-720370C4149C}" dt="2023-10-01T18:36:02.761" v="1312" actId="403"/>
          <ac:spMkLst>
            <pc:docMk/>
            <pc:sldMk cId="0" sldId="316"/>
            <ac:spMk id="245" creationId="{00000000-0000-0000-0000-000000000000}"/>
          </ac:spMkLst>
        </pc:spChg>
        <pc:spChg chg="mod">
          <ac:chgData name="María Elena Fernández Gascueña" userId="8298997d-b71a-4e0a-adff-66140120cb1e" providerId="ADAL" clId="{3B8D352D-D5EF-4E70-8E12-720370C4149C}" dt="2023-09-17T15:40:13.815" v="197" actId="26606"/>
          <ac:spMkLst>
            <pc:docMk/>
            <pc:sldMk cId="0" sldId="316"/>
            <ac:spMk id="344" creationId="{00000000-0000-0000-0000-000000000000}"/>
          </ac:spMkLst>
        </pc:spChg>
        <pc:spChg chg="mod ord">
          <ac:chgData name="María Elena Fernández Gascueña" userId="8298997d-b71a-4e0a-adff-66140120cb1e" providerId="ADAL" clId="{3B8D352D-D5EF-4E70-8E12-720370C4149C}" dt="2023-09-17T15:40:13.815" v="197" actId="26606"/>
          <ac:spMkLst>
            <pc:docMk/>
            <pc:sldMk cId="0" sldId="316"/>
            <ac:spMk id="349" creationId="{00000000-0000-0000-0000-000000000000}"/>
          </ac:spMkLst>
        </pc:spChg>
        <pc:spChg chg="add">
          <ac:chgData name="María Elena Fernández Gascueña" userId="8298997d-b71a-4e0a-adff-66140120cb1e" providerId="ADAL" clId="{3B8D352D-D5EF-4E70-8E12-720370C4149C}" dt="2023-09-17T15:40:13.815" v="197" actId="26606"/>
          <ac:spMkLst>
            <pc:docMk/>
            <pc:sldMk cId="0" sldId="316"/>
            <ac:spMk id="354" creationId="{4F645BF8-7885-4398-80BC-4C0DF24F5CEE}"/>
          </ac:spMkLst>
        </pc:spChg>
        <pc:spChg chg="add">
          <ac:chgData name="María Elena Fernández Gascueña" userId="8298997d-b71a-4e0a-adff-66140120cb1e" providerId="ADAL" clId="{3B8D352D-D5EF-4E70-8E12-720370C4149C}" dt="2023-09-17T15:40:13.815" v="197" actId="26606"/>
          <ac:spMkLst>
            <pc:docMk/>
            <pc:sldMk cId="0" sldId="316"/>
            <ac:spMk id="356" creationId="{3212FB65-CD2B-4005-B910-132DCE19FCC7}"/>
          </ac:spMkLst>
        </pc:spChg>
        <pc:spChg chg="add">
          <ac:chgData name="María Elena Fernández Gascueña" userId="8298997d-b71a-4e0a-adff-66140120cb1e" providerId="ADAL" clId="{3B8D352D-D5EF-4E70-8E12-720370C4149C}" dt="2023-09-17T15:40:13.815" v="197" actId="26606"/>
          <ac:spMkLst>
            <pc:docMk/>
            <pc:sldMk cId="0" sldId="316"/>
            <ac:spMk id="358" creationId="{B5DC95B7-2A72-483B-BA19-2BE751205541}"/>
          </ac:spMkLst>
        </pc:spChg>
        <pc:spChg chg="add">
          <ac:chgData name="María Elena Fernández Gascueña" userId="8298997d-b71a-4e0a-adff-66140120cb1e" providerId="ADAL" clId="{3B8D352D-D5EF-4E70-8E12-720370C4149C}" dt="2023-09-17T15:40:13.815" v="197" actId="26606"/>
          <ac:spMkLst>
            <pc:docMk/>
            <pc:sldMk cId="0" sldId="316"/>
            <ac:spMk id="360" creationId="{1C822AFE-7E96-4A51-9E55-FCAEACD21357}"/>
          </ac:spMkLst>
        </pc:spChg>
        <pc:spChg chg="add">
          <ac:chgData name="María Elena Fernández Gascueña" userId="8298997d-b71a-4e0a-adff-66140120cb1e" providerId="ADAL" clId="{3B8D352D-D5EF-4E70-8E12-720370C4149C}" dt="2023-09-17T15:40:13.815" v="197" actId="26606"/>
          <ac:spMkLst>
            <pc:docMk/>
            <pc:sldMk cId="0" sldId="316"/>
            <ac:spMk id="362" creationId="{9169EA61-C175-4B7E-807B-58199DEA7FB3}"/>
          </ac:spMkLst>
        </pc:spChg>
        <pc:grpChg chg="add mod ord">
          <ac:chgData name="María Elena Fernández Gascueña" userId="8298997d-b71a-4e0a-adff-66140120cb1e" providerId="ADAL" clId="{3B8D352D-D5EF-4E70-8E12-720370C4149C}" dt="2023-09-17T15:40:54.316" v="203" actId="14100"/>
          <ac:grpSpMkLst>
            <pc:docMk/>
            <pc:sldMk cId="0" sldId="316"/>
            <ac:grpSpMk id="25" creationId="{00000000-0000-0000-0000-000000000000}"/>
          </ac:grpSpMkLst>
        </pc:grpChg>
      </pc:sldChg>
      <pc:sldChg chg="modSp add">
        <pc:chgData name="María Elena Fernández Gascueña" userId="8298997d-b71a-4e0a-adff-66140120cb1e" providerId="ADAL" clId="{3B8D352D-D5EF-4E70-8E12-720370C4149C}" dt="2023-09-17T16:50:03.818" v="963"/>
        <pc:sldMkLst>
          <pc:docMk/>
          <pc:sldMk cId="0" sldId="317"/>
        </pc:sldMkLst>
        <pc:spChg chg="mod">
          <ac:chgData name="María Elena Fernández Gascueña" userId="8298997d-b71a-4e0a-adff-66140120cb1e" providerId="ADAL" clId="{3B8D352D-D5EF-4E70-8E12-720370C4149C}" dt="2023-09-17T16:50:03.818" v="963"/>
          <ac:spMkLst>
            <pc:docMk/>
            <pc:sldMk cId="0" sldId="317"/>
            <ac:spMk id="7" creationId="{00000000-0000-0000-0000-000000000000}"/>
          </ac:spMkLst>
        </pc:spChg>
      </pc:sldChg>
      <pc:sldChg chg="modSp add">
        <pc:chgData name="María Elena Fernández Gascueña" userId="8298997d-b71a-4e0a-adff-66140120cb1e" providerId="ADAL" clId="{3B8D352D-D5EF-4E70-8E12-720370C4149C}" dt="2023-09-17T16:50:03.818" v="963"/>
        <pc:sldMkLst>
          <pc:docMk/>
          <pc:sldMk cId="0" sldId="318"/>
        </pc:sldMkLst>
        <pc:spChg chg="mod">
          <ac:chgData name="María Elena Fernández Gascueña" userId="8298997d-b71a-4e0a-adff-66140120cb1e" providerId="ADAL" clId="{3B8D352D-D5EF-4E70-8E12-720370C4149C}" dt="2023-09-17T16:50:03.818" v="963"/>
          <ac:spMkLst>
            <pc:docMk/>
            <pc:sldMk cId="0" sldId="318"/>
            <ac:spMk id="7" creationId="{00000000-0000-0000-0000-000000000000}"/>
          </ac:spMkLst>
        </pc:spChg>
      </pc:sldChg>
      <pc:sldChg chg="addSp delSp modSp add mod">
        <pc:chgData name="María Elena Fernández Gascueña" userId="8298997d-b71a-4e0a-adff-66140120cb1e" providerId="ADAL" clId="{3B8D352D-D5EF-4E70-8E12-720370C4149C}" dt="2023-09-17T16:51:44.992" v="989" actId="403"/>
        <pc:sldMkLst>
          <pc:docMk/>
          <pc:sldMk cId="0" sldId="319"/>
        </pc:sldMkLst>
        <pc:spChg chg="add del mod">
          <ac:chgData name="María Elena Fernández Gascueña" userId="8298997d-b71a-4e0a-adff-66140120cb1e" providerId="ADAL" clId="{3B8D352D-D5EF-4E70-8E12-720370C4149C}" dt="2023-09-17T16:51:44.992" v="989" actId="403"/>
          <ac:spMkLst>
            <pc:docMk/>
            <pc:sldMk cId="0" sldId="319"/>
            <ac:spMk id="6" creationId="{00000000-0000-0000-0000-000000000000}"/>
          </ac:spMkLst>
        </pc:spChg>
        <pc:spChg chg="del mod">
          <ac:chgData name="María Elena Fernández Gascueña" userId="8298997d-b71a-4e0a-adff-66140120cb1e" providerId="ADAL" clId="{3B8D352D-D5EF-4E70-8E12-720370C4149C}" dt="2023-09-17T16:51:36.674" v="984" actId="478"/>
          <ac:spMkLst>
            <pc:docMk/>
            <pc:sldMk cId="0" sldId="319"/>
            <ac:spMk id="7" creationId="{00000000-0000-0000-0000-000000000000}"/>
          </ac:spMkLst>
        </pc:spChg>
        <pc:spChg chg="mod">
          <ac:chgData name="María Elena Fernández Gascueña" userId="8298997d-b71a-4e0a-adff-66140120cb1e" providerId="ADAL" clId="{3B8D352D-D5EF-4E70-8E12-720370C4149C}" dt="2023-09-17T16:50:03.818" v="963"/>
          <ac:spMkLst>
            <pc:docMk/>
            <pc:sldMk cId="0" sldId="319"/>
            <ac:spMk id="8" creationId="{00000000-0000-0000-0000-000000000000}"/>
          </ac:spMkLst>
        </pc:spChg>
      </pc:sldChg>
      <pc:sldChg chg="add">
        <pc:chgData name="María Elena Fernández Gascueña" userId="8298997d-b71a-4e0a-adff-66140120cb1e" providerId="ADAL" clId="{3B8D352D-D5EF-4E70-8E12-720370C4149C}" dt="2023-09-17T16:50:03.818" v="963"/>
        <pc:sldMkLst>
          <pc:docMk/>
          <pc:sldMk cId="0" sldId="320"/>
        </pc:sldMkLst>
      </pc:sldChg>
      <pc:sldChg chg="addSp delSp modSp mod">
        <pc:chgData name="María Elena Fernández Gascueña" userId="8298997d-b71a-4e0a-adff-66140120cb1e" providerId="ADAL" clId="{3B8D352D-D5EF-4E70-8E12-720370C4149C}" dt="2023-09-17T16:00:17.192" v="459" actId="207"/>
        <pc:sldMkLst>
          <pc:docMk/>
          <pc:sldMk cId="800162809" sldId="323"/>
        </pc:sldMkLst>
        <pc:spChg chg="mod ord">
          <ac:chgData name="María Elena Fernández Gascueña" userId="8298997d-b71a-4e0a-adff-66140120cb1e" providerId="ADAL" clId="{3B8D352D-D5EF-4E70-8E12-720370C4149C}" dt="2023-09-17T15:59:56.151" v="445" actId="26606"/>
          <ac:spMkLst>
            <pc:docMk/>
            <pc:sldMk cId="800162809" sldId="323"/>
            <ac:spMk id="4" creationId="{00000000-0000-0000-0000-000000000000}"/>
          </ac:spMkLst>
        </pc:spChg>
        <pc:spChg chg="del">
          <ac:chgData name="María Elena Fernández Gascueña" userId="8298997d-b71a-4e0a-adff-66140120cb1e" providerId="ADAL" clId="{3B8D352D-D5EF-4E70-8E12-720370C4149C}" dt="2023-09-17T15:59:56.151" v="445" actId="26606"/>
          <ac:spMkLst>
            <pc:docMk/>
            <pc:sldMk cId="800162809" sldId="323"/>
            <ac:spMk id="72" creationId="{43162304-DA60-4C31-9E2B-E22F8DA75FF5}"/>
          </ac:spMkLst>
        </pc:spChg>
        <pc:spChg chg="del">
          <ac:chgData name="María Elena Fernández Gascueña" userId="8298997d-b71a-4e0a-adff-66140120cb1e" providerId="ADAL" clId="{3B8D352D-D5EF-4E70-8E12-720370C4149C}" dt="2023-09-17T15:59:56.151" v="445" actId="26606"/>
          <ac:spMkLst>
            <pc:docMk/>
            <pc:sldMk cId="800162809" sldId="323"/>
            <ac:spMk id="74" creationId="{C4AE1EFF-264A-4A42-BEA1-0E875F40D74F}"/>
          </ac:spMkLst>
        </pc:spChg>
        <pc:spChg chg="del">
          <ac:chgData name="María Elena Fernández Gascueña" userId="8298997d-b71a-4e0a-adff-66140120cb1e" providerId="ADAL" clId="{3B8D352D-D5EF-4E70-8E12-720370C4149C}" dt="2023-09-17T15:59:56.151" v="445" actId="26606"/>
          <ac:spMkLst>
            <pc:docMk/>
            <pc:sldMk cId="800162809" sldId="323"/>
            <ac:spMk id="76" creationId="{80516254-1D9F-4F3A-9870-3A3280BE2BFE}"/>
          </ac:spMkLst>
        </pc:spChg>
        <pc:spChg chg="del">
          <ac:chgData name="María Elena Fernández Gascueña" userId="8298997d-b71a-4e0a-adff-66140120cb1e" providerId="ADAL" clId="{3B8D352D-D5EF-4E70-8E12-720370C4149C}" dt="2023-09-17T15:59:56.151" v="445" actId="26606"/>
          <ac:spMkLst>
            <pc:docMk/>
            <pc:sldMk cId="800162809" sldId="323"/>
            <ac:spMk id="78" creationId="{FC14672B-27A5-4CDA-ABAF-5E4CF4B41C23}"/>
          </ac:spMkLst>
        </pc:spChg>
        <pc:spChg chg="del">
          <ac:chgData name="María Elena Fernández Gascueña" userId="8298997d-b71a-4e0a-adff-66140120cb1e" providerId="ADAL" clId="{3B8D352D-D5EF-4E70-8E12-720370C4149C}" dt="2023-09-17T15:59:56.151" v="445" actId="26606"/>
          <ac:spMkLst>
            <pc:docMk/>
            <pc:sldMk cId="800162809" sldId="323"/>
            <ac:spMk id="82" creationId="{9A206779-5C74-4555-94BC-5845C92EC3A8}"/>
          </ac:spMkLst>
        </pc:spChg>
        <pc:spChg chg="mod">
          <ac:chgData name="María Elena Fernández Gascueña" userId="8298997d-b71a-4e0a-adff-66140120cb1e" providerId="ADAL" clId="{3B8D352D-D5EF-4E70-8E12-720370C4149C}" dt="2023-09-17T16:00:17.192" v="459" actId="207"/>
          <ac:spMkLst>
            <pc:docMk/>
            <pc:sldMk cId="800162809" sldId="323"/>
            <ac:spMk id="45059" creationId="{00000000-0000-0000-0000-000000000000}"/>
          </ac:spMkLst>
        </pc:spChg>
        <pc:spChg chg="add">
          <ac:chgData name="María Elena Fernández Gascueña" userId="8298997d-b71a-4e0a-adff-66140120cb1e" providerId="ADAL" clId="{3B8D352D-D5EF-4E70-8E12-720370C4149C}" dt="2023-09-17T15:59:56.151" v="445" actId="26606"/>
          <ac:spMkLst>
            <pc:docMk/>
            <pc:sldMk cId="800162809" sldId="323"/>
            <ac:spMk id="45064" creationId="{43162304-DA60-4C31-9E2B-E22F8DA75FF5}"/>
          </ac:spMkLst>
        </pc:spChg>
        <pc:spChg chg="add">
          <ac:chgData name="María Elena Fernández Gascueña" userId="8298997d-b71a-4e0a-adff-66140120cb1e" providerId="ADAL" clId="{3B8D352D-D5EF-4E70-8E12-720370C4149C}" dt="2023-09-17T15:59:56.151" v="445" actId="26606"/>
          <ac:spMkLst>
            <pc:docMk/>
            <pc:sldMk cId="800162809" sldId="323"/>
            <ac:spMk id="45066" creationId="{C4AE1EFF-264A-4A42-BEA1-0E875F40D74F}"/>
          </ac:spMkLst>
        </pc:spChg>
        <pc:spChg chg="add">
          <ac:chgData name="María Elena Fernández Gascueña" userId="8298997d-b71a-4e0a-adff-66140120cb1e" providerId="ADAL" clId="{3B8D352D-D5EF-4E70-8E12-720370C4149C}" dt="2023-09-17T15:59:56.151" v="445" actId="26606"/>
          <ac:spMkLst>
            <pc:docMk/>
            <pc:sldMk cId="800162809" sldId="323"/>
            <ac:spMk id="45068" creationId="{5DB23C2B-2054-4D8B-9E98-9190F8E05EAD}"/>
          </ac:spMkLst>
        </pc:spChg>
        <pc:spChg chg="add">
          <ac:chgData name="María Elena Fernández Gascueña" userId="8298997d-b71a-4e0a-adff-66140120cb1e" providerId="ADAL" clId="{3B8D352D-D5EF-4E70-8E12-720370C4149C}" dt="2023-09-17T15:59:56.151" v="445" actId="26606"/>
          <ac:spMkLst>
            <pc:docMk/>
            <pc:sldMk cId="800162809" sldId="323"/>
            <ac:spMk id="45070" creationId="{665C2FCD-09A4-4B4B-AA73-F330DFE91799}"/>
          </ac:spMkLst>
        </pc:spChg>
        <pc:spChg chg="add">
          <ac:chgData name="María Elena Fernández Gascueña" userId="8298997d-b71a-4e0a-adff-66140120cb1e" providerId="ADAL" clId="{3B8D352D-D5EF-4E70-8E12-720370C4149C}" dt="2023-09-17T15:59:56.151" v="445" actId="26606"/>
          <ac:spMkLst>
            <pc:docMk/>
            <pc:sldMk cId="800162809" sldId="323"/>
            <ac:spMk id="45072" creationId="{8797B5BC-9873-45F9-97D6-298FB5AF08FF}"/>
          </ac:spMkLst>
        </pc:spChg>
        <pc:cxnChg chg="del">
          <ac:chgData name="María Elena Fernández Gascueña" userId="8298997d-b71a-4e0a-adff-66140120cb1e" providerId="ADAL" clId="{3B8D352D-D5EF-4E70-8E12-720370C4149C}" dt="2023-09-17T15:59:56.151" v="445" actId="26606"/>
          <ac:cxnSpMkLst>
            <pc:docMk/>
            <pc:sldMk cId="800162809" sldId="323"/>
            <ac:cxnSpMk id="80" creationId="{8D89589C-2C90-4407-A995-05EC3DD7AB14}"/>
          </ac:cxnSpMkLst>
        </pc:cxnChg>
      </pc:sldChg>
      <pc:sldChg chg="del">
        <pc:chgData name="María Elena Fernández Gascueña" userId="8298997d-b71a-4e0a-adff-66140120cb1e" providerId="ADAL" clId="{3B8D352D-D5EF-4E70-8E12-720370C4149C}" dt="2023-09-17T16:02:35.881" v="490" actId="47"/>
        <pc:sldMkLst>
          <pc:docMk/>
          <pc:sldMk cId="216958193" sldId="324"/>
        </pc:sldMkLst>
      </pc:sldChg>
      <pc:sldChg chg="addSp modSp mod ord">
        <pc:chgData name="María Elena Fernández Gascueña" userId="8298997d-b71a-4e0a-adff-66140120cb1e" providerId="ADAL" clId="{3B8D352D-D5EF-4E70-8E12-720370C4149C}" dt="2023-09-17T16:43:34.136" v="873" actId="20577"/>
        <pc:sldMkLst>
          <pc:docMk/>
          <pc:sldMk cId="4023562308" sldId="333"/>
        </pc:sldMkLst>
        <pc:spChg chg="mod">
          <ac:chgData name="María Elena Fernández Gascueña" userId="8298997d-b71a-4e0a-adff-66140120cb1e" providerId="ADAL" clId="{3B8D352D-D5EF-4E70-8E12-720370C4149C}" dt="2023-09-17T16:37:25.167" v="753"/>
          <ac:spMkLst>
            <pc:docMk/>
            <pc:sldMk cId="4023562308" sldId="333"/>
            <ac:spMk id="2" creationId="{00000000-0000-0000-0000-000000000000}"/>
          </ac:spMkLst>
        </pc:spChg>
        <pc:spChg chg="add mod">
          <ac:chgData name="María Elena Fernández Gascueña" userId="8298997d-b71a-4e0a-adff-66140120cb1e" providerId="ADAL" clId="{3B8D352D-D5EF-4E70-8E12-720370C4149C}" dt="2023-09-17T16:43:34.136" v="873" actId="20577"/>
          <ac:spMkLst>
            <pc:docMk/>
            <pc:sldMk cId="4023562308" sldId="333"/>
            <ac:spMk id="4" creationId="{D94EE9A0-13F9-C634-179E-092FEE979BB4}"/>
          </ac:spMkLst>
        </pc:spChg>
      </pc:sldChg>
      <pc:sldChg chg="del ord">
        <pc:chgData name="María Elena Fernández Gascueña" userId="8298997d-b71a-4e0a-adff-66140120cb1e" providerId="ADAL" clId="{3B8D352D-D5EF-4E70-8E12-720370C4149C}" dt="2023-09-17T16:46:49.325" v="925" actId="47"/>
        <pc:sldMkLst>
          <pc:docMk/>
          <pc:sldMk cId="0" sldId="336"/>
        </pc:sldMkLst>
      </pc:sldChg>
      <pc:sldChg chg="addSp modSp mod ord">
        <pc:chgData name="María Elena Fernández Gascueña" userId="8298997d-b71a-4e0a-adff-66140120cb1e" providerId="ADAL" clId="{3B8D352D-D5EF-4E70-8E12-720370C4149C}" dt="2023-09-17T16:45:38.345" v="921" actId="20577"/>
        <pc:sldMkLst>
          <pc:docMk/>
          <pc:sldMk cId="1690394852" sldId="337"/>
        </pc:sldMkLst>
        <pc:spChg chg="add mod">
          <ac:chgData name="María Elena Fernández Gascueña" userId="8298997d-b71a-4e0a-adff-66140120cb1e" providerId="ADAL" clId="{3B8D352D-D5EF-4E70-8E12-720370C4149C}" dt="2023-09-17T16:45:25.738" v="919" actId="20577"/>
          <ac:spMkLst>
            <pc:docMk/>
            <pc:sldMk cId="1690394852" sldId="337"/>
            <ac:spMk id="2" creationId="{20F2DAE7-B516-5272-6DD3-A67B3F3AA315}"/>
          </ac:spMkLst>
        </pc:spChg>
        <pc:spChg chg="mod">
          <ac:chgData name="María Elena Fernández Gascueña" userId="8298997d-b71a-4e0a-adff-66140120cb1e" providerId="ADAL" clId="{3B8D352D-D5EF-4E70-8E12-720370C4149C}" dt="2023-09-17T16:45:09.141" v="908"/>
          <ac:spMkLst>
            <pc:docMk/>
            <pc:sldMk cId="1690394852" sldId="337"/>
            <ac:spMk id="7" creationId="{3EAA48B2-D921-48E4-A599-68388CB31278}"/>
          </ac:spMkLst>
        </pc:spChg>
        <pc:graphicFrameChg chg="mod">
          <ac:chgData name="María Elena Fernández Gascueña" userId="8298997d-b71a-4e0a-adff-66140120cb1e" providerId="ADAL" clId="{3B8D352D-D5EF-4E70-8E12-720370C4149C}" dt="2023-09-17T16:45:30.316" v="920" actId="20577"/>
          <ac:graphicFrameMkLst>
            <pc:docMk/>
            <pc:sldMk cId="1690394852" sldId="337"/>
            <ac:graphicFrameMk id="6" creationId="{DF701004-2064-428C-94DB-0327F32581BF}"/>
          </ac:graphicFrameMkLst>
        </pc:graphicFrameChg>
        <pc:graphicFrameChg chg="mod">
          <ac:chgData name="María Elena Fernández Gascueña" userId="8298997d-b71a-4e0a-adff-66140120cb1e" providerId="ADAL" clId="{3B8D352D-D5EF-4E70-8E12-720370C4149C}" dt="2023-09-17T16:45:38.345" v="921" actId="20577"/>
          <ac:graphicFrameMkLst>
            <pc:docMk/>
            <pc:sldMk cId="1690394852" sldId="337"/>
            <ac:graphicFrameMk id="9" creationId="{5AAB6006-7057-4D0A-9BCB-AC567C5EE204}"/>
          </ac:graphicFrameMkLst>
        </pc:graphicFrameChg>
      </pc:sldChg>
      <pc:sldChg chg="modSp mod ord">
        <pc:chgData name="María Elena Fernández Gascueña" userId="8298997d-b71a-4e0a-adff-66140120cb1e" providerId="ADAL" clId="{3B8D352D-D5EF-4E70-8E12-720370C4149C}" dt="2023-09-17T16:36:05.107" v="745" actId="6549"/>
        <pc:sldMkLst>
          <pc:docMk/>
          <pc:sldMk cId="2113294655" sldId="341"/>
        </pc:sldMkLst>
        <pc:spChg chg="mod">
          <ac:chgData name="María Elena Fernández Gascueña" userId="8298997d-b71a-4e0a-adff-66140120cb1e" providerId="ADAL" clId="{3B8D352D-D5EF-4E70-8E12-720370C4149C}" dt="2023-09-17T16:36:05.107" v="745" actId="6549"/>
          <ac:spMkLst>
            <pc:docMk/>
            <pc:sldMk cId="2113294655" sldId="341"/>
            <ac:spMk id="2" creationId="{00000000-0000-0000-0000-000000000000}"/>
          </ac:spMkLst>
        </pc:spChg>
      </pc:sldChg>
      <pc:sldChg chg="addSp modSp mod modNotesTx">
        <pc:chgData name="María Elena Fernández Gascueña" userId="8298997d-b71a-4e0a-adff-66140120cb1e" providerId="ADAL" clId="{3B8D352D-D5EF-4E70-8E12-720370C4149C}" dt="2023-09-17T16:16:56.690" v="708" actId="255"/>
        <pc:sldMkLst>
          <pc:docMk/>
          <pc:sldMk cId="1423171314" sldId="342"/>
        </pc:sldMkLst>
        <pc:spChg chg="add mod">
          <ac:chgData name="María Elena Fernández Gascueña" userId="8298997d-b71a-4e0a-adff-66140120cb1e" providerId="ADAL" clId="{3B8D352D-D5EF-4E70-8E12-720370C4149C}" dt="2023-09-17T16:14:57.040" v="591"/>
          <ac:spMkLst>
            <pc:docMk/>
            <pc:sldMk cId="1423171314" sldId="342"/>
            <ac:spMk id="5" creationId="{95C3488D-7B3B-5BC1-9D73-7F46D2340BDE}"/>
          </ac:spMkLst>
        </pc:spChg>
        <pc:spChg chg="add mod">
          <ac:chgData name="María Elena Fernández Gascueña" userId="8298997d-b71a-4e0a-adff-66140120cb1e" providerId="ADAL" clId="{3B8D352D-D5EF-4E70-8E12-720370C4149C}" dt="2023-09-17T16:14:57.040" v="591"/>
          <ac:spMkLst>
            <pc:docMk/>
            <pc:sldMk cId="1423171314" sldId="342"/>
            <ac:spMk id="6" creationId="{C55A7A19-33F0-EDE9-E226-8641D873515B}"/>
          </ac:spMkLst>
        </pc:spChg>
        <pc:spChg chg="add mod">
          <ac:chgData name="María Elena Fernández Gascueña" userId="8298997d-b71a-4e0a-adff-66140120cb1e" providerId="ADAL" clId="{3B8D352D-D5EF-4E70-8E12-720370C4149C}" dt="2023-09-17T16:16:36.090" v="706" actId="403"/>
          <ac:spMkLst>
            <pc:docMk/>
            <pc:sldMk cId="1423171314" sldId="342"/>
            <ac:spMk id="8" creationId="{5940DE7F-43A5-2D52-EE83-1C3E2E4224DE}"/>
          </ac:spMkLst>
        </pc:spChg>
        <pc:grpChg chg="add mod">
          <ac:chgData name="María Elena Fernández Gascueña" userId="8298997d-b71a-4e0a-adff-66140120cb1e" providerId="ADAL" clId="{3B8D352D-D5EF-4E70-8E12-720370C4149C}" dt="2023-09-17T16:14:57.040" v="591"/>
          <ac:grpSpMkLst>
            <pc:docMk/>
            <pc:sldMk cId="1423171314" sldId="342"/>
            <ac:grpSpMk id="2" creationId="{B32DED26-B08A-5509-EE81-751A70887178}"/>
          </ac:grpSpMkLst>
        </pc:grpChg>
        <pc:graphicFrameChg chg="mod modGraphic">
          <ac:chgData name="María Elena Fernández Gascueña" userId="8298997d-b71a-4e0a-adff-66140120cb1e" providerId="ADAL" clId="{3B8D352D-D5EF-4E70-8E12-720370C4149C}" dt="2023-09-17T16:16:56.690" v="708" actId="255"/>
          <ac:graphicFrameMkLst>
            <pc:docMk/>
            <pc:sldMk cId="1423171314" sldId="342"/>
            <ac:graphicFrameMk id="31" creationId="{DA75E790-8547-48FC-9D28-1AD7AA429A3A}"/>
          </ac:graphicFrameMkLst>
        </pc:graphicFrameChg>
      </pc:sldChg>
      <pc:sldChg chg="delSp modSp add mod modNotesTx">
        <pc:chgData name="María Elena Fernández Gascueña" userId="8298997d-b71a-4e0a-adff-66140120cb1e" providerId="ADAL" clId="{3B8D352D-D5EF-4E70-8E12-720370C4149C}" dt="2023-10-01T18:30:18.318" v="1032" actId="113"/>
        <pc:sldMkLst>
          <pc:docMk/>
          <pc:sldMk cId="0" sldId="344"/>
        </pc:sldMkLst>
        <pc:spChg chg="mod">
          <ac:chgData name="María Elena Fernández Gascueña" userId="8298997d-b71a-4e0a-adff-66140120cb1e" providerId="ADAL" clId="{3B8D352D-D5EF-4E70-8E12-720370C4149C}" dt="2023-09-17T15:32:28.807" v="17" actId="207"/>
          <ac:spMkLst>
            <pc:docMk/>
            <pc:sldMk cId="0" sldId="344"/>
            <ac:spMk id="12" creationId="{00000000-0000-0000-0000-000000000000}"/>
          </ac:spMkLst>
        </pc:spChg>
        <pc:spChg chg="mod">
          <ac:chgData name="María Elena Fernández Gascueña" userId="8298997d-b71a-4e0a-adff-66140120cb1e" providerId="ADAL" clId="{3B8D352D-D5EF-4E70-8E12-720370C4149C}" dt="2023-09-17T15:35:27.698" v="148" actId="403"/>
          <ac:spMkLst>
            <pc:docMk/>
            <pc:sldMk cId="0" sldId="344"/>
            <ac:spMk id="13" creationId="{00000000-0000-0000-0000-000000000000}"/>
          </ac:spMkLst>
        </pc:spChg>
        <pc:spChg chg="mod">
          <ac:chgData name="María Elena Fernández Gascueña" userId="8298997d-b71a-4e0a-adff-66140120cb1e" providerId="ADAL" clId="{3B8D352D-D5EF-4E70-8E12-720370C4149C}" dt="2023-10-01T18:30:18.318" v="1032" actId="113"/>
          <ac:spMkLst>
            <pc:docMk/>
            <pc:sldMk cId="0" sldId="344"/>
            <ac:spMk id="14" creationId="{00000000-0000-0000-0000-000000000000}"/>
          </ac:spMkLst>
        </pc:spChg>
        <pc:spChg chg="del">
          <ac:chgData name="María Elena Fernández Gascueña" userId="8298997d-b71a-4e0a-adff-66140120cb1e" providerId="ADAL" clId="{3B8D352D-D5EF-4E70-8E12-720370C4149C}" dt="2023-09-17T15:31:52.831" v="8" actId="478"/>
          <ac:spMkLst>
            <pc:docMk/>
            <pc:sldMk cId="0" sldId="344"/>
            <ac:spMk id="15" creationId="{00000000-0000-0000-0000-000000000000}"/>
          </ac:spMkLst>
        </pc:spChg>
      </pc:sldChg>
      <pc:sldChg chg="addSp delSp modSp add mod">
        <pc:chgData name="María Elena Fernández Gascueña" userId="8298997d-b71a-4e0a-adff-66140120cb1e" providerId="ADAL" clId="{3B8D352D-D5EF-4E70-8E12-720370C4149C}" dt="2023-09-17T15:39:51.040" v="196" actId="478"/>
        <pc:sldMkLst>
          <pc:docMk/>
          <pc:sldMk cId="0" sldId="345"/>
        </pc:sldMkLst>
        <pc:spChg chg="mod">
          <ac:chgData name="María Elena Fernández Gascueña" userId="8298997d-b71a-4e0a-adff-66140120cb1e" providerId="ADAL" clId="{3B8D352D-D5EF-4E70-8E12-720370C4149C}" dt="2023-09-17T15:39:45.434" v="195" actId="14100"/>
          <ac:spMkLst>
            <pc:docMk/>
            <pc:sldMk cId="0" sldId="345"/>
            <ac:spMk id="6" creationId="{00000000-0000-0000-0000-000000000000}"/>
          </ac:spMkLst>
        </pc:spChg>
        <pc:spChg chg="del">
          <ac:chgData name="María Elena Fernández Gascueña" userId="8298997d-b71a-4e0a-adff-66140120cb1e" providerId="ADAL" clId="{3B8D352D-D5EF-4E70-8E12-720370C4149C}" dt="2023-09-17T15:38:09.205" v="155" actId="478"/>
          <ac:spMkLst>
            <pc:docMk/>
            <pc:sldMk cId="0" sldId="345"/>
            <ac:spMk id="8" creationId="{00000000-0000-0000-0000-000000000000}"/>
          </ac:spMkLst>
        </pc:spChg>
        <pc:spChg chg="add mod">
          <ac:chgData name="María Elena Fernández Gascueña" userId="8298997d-b71a-4e0a-adff-66140120cb1e" providerId="ADAL" clId="{3B8D352D-D5EF-4E70-8E12-720370C4149C}" dt="2023-09-17T15:38:27.569" v="159" actId="207"/>
          <ac:spMkLst>
            <pc:docMk/>
            <pc:sldMk cId="0" sldId="345"/>
            <ac:spMk id="9" creationId="{CEC1C4FB-43C2-FC12-B3B2-F2D99E5C5F16}"/>
          </ac:spMkLst>
        </pc:spChg>
        <pc:spChg chg="add del mod">
          <ac:chgData name="María Elena Fernández Gascueña" userId="8298997d-b71a-4e0a-adff-66140120cb1e" providerId="ADAL" clId="{3B8D352D-D5EF-4E70-8E12-720370C4149C}" dt="2023-09-17T15:39:51.040" v="196" actId="478"/>
          <ac:spMkLst>
            <pc:docMk/>
            <pc:sldMk cId="0" sldId="345"/>
            <ac:spMk id="10" creationId="{CC9027B7-60BF-1BDC-605E-CEAD0EA34BE5}"/>
          </ac:spMkLst>
        </pc:spChg>
        <pc:graphicFrameChg chg="mod modGraphic">
          <ac:chgData name="María Elena Fernández Gascueña" userId="8298997d-b71a-4e0a-adff-66140120cb1e" providerId="ADAL" clId="{3B8D352D-D5EF-4E70-8E12-720370C4149C}" dt="2023-09-17T15:38:46.023" v="160" actId="1076"/>
          <ac:graphicFrameMkLst>
            <pc:docMk/>
            <pc:sldMk cId="0" sldId="345"/>
            <ac:graphicFrameMk id="4" creationId="{00000000-0000-0000-0000-000000000000}"/>
          </ac:graphicFrameMkLst>
        </pc:graphicFrameChg>
      </pc:sldChg>
      <pc:sldChg chg="addSp delSp modSp add mod">
        <pc:chgData name="María Elena Fernández Gascueña" userId="8298997d-b71a-4e0a-adff-66140120cb1e" providerId="ADAL" clId="{3B8D352D-D5EF-4E70-8E12-720370C4149C}" dt="2023-09-17T15:55:28.668" v="370" actId="20577"/>
        <pc:sldMkLst>
          <pc:docMk/>
          <pc:sldMk cId="0" sldId="346"/>
        </pc:sldMkLst>
        <pc:spChg chg="del mod">
          <ac:chgData name="María Elena Fernández Gascueña" userId="8298997d-b71a-4e0a-adff-66140120cb1e" providerId="ADAL" clId="{3B8D352D-D5EF-4E70-8E12-720370C4149C}" dt="2023-09-17T15:41:57.459" v="233" actId="478"/>
          <ac:spMkLst>
            <pc:docMk/>
            <pc:sldMk cId="0" sldId="346"/>
            <ac:spMk id="2" creationId="{00000000-0000-0000-0000-000000000000}"/>
          </ac:spMkLst>
        </pc:spChg>
        <pc:spChg chg="mod">
          <ac:chgData name="María Elena Fernández Gascueña" userId="8298997d-b71a-4e0a-adff-66140120cb1e" providerId="ADAL" clId="{3B8D352D-D5EF-4E70-8E12-720370C4149C}" dt="2023-09-17T15:55:28.668" v="370" actId="20577"/>
          <ac:spMkLst>
            <pc:docMk/>
            <pc:sldMk cId="0" sldId="346"/>
            <ac:spMk id="4" creationId="{00000000-0000-0000-0000-000000000000}"/>
          </ac:spMkLst>
        </pc:spChg>
        <pc:spChg chg="mod">
          <ac:chgData name="María Elena Fernández Gascueña" userId="8298997d-b71a-4e0a-adff-66140120cb1e" providerId="ADAL" clId="{3B8D352D-D5EF-4E70-8E12-720370C4149C}" dt="2023-09-17T15:42:41.116" v="245" actId="207"/>
          <ac:spMkLst>
            <pc:docMk/>
            <pc:sldMk cId="0" sldId="346"/>
            <ac:spMk id="5" creationId="{00000000-0000-0000-0000-000000000000}"/>
          </ac:spMkLst>
        </pc:spChg>
        <pc:spChg chg="mod">
          <ac:chgData name="María Elena Fernández Gascueña" userId="8298997d-b71a-4e0a-adff-66140120cb1e" providerId="ADAL" clId="{3B8D352D-D5EF-4E70-8E12-720370C4149C}" dt="2023-09-17T15:42:50.503" v="247" actId="20577"/>
          <ac:spMkLst>
            <pc:docMk/>
            <pc:sldMk cId="0" sldId="346"/>
            <ac:spMk id="6" creationId="{00000000-0000-0000-0000-000000000000}"/>
          </ac:spMkLst>
        </pc:spChg>
        <pc:spChg chg="mod">
          <ac:chgData name="María Elena Fernández Gascueña" userId="8298997d-b71a-4e0a-adff-66140120cb1e" providerId="ADAL" clId="{3B8D352D-D5EF-4E70-8E12-720370C4149C}" dt="2023-09-17T15:45:48.415" v="267" actId="1076"/>
          <ac:spMkLst>
            <pc:docMk/>
            <pc:sldMk cId="0" sldId="346"/>
            <ac:spMk id="10" creationId="{00000000-0000-0000-0000-000000000000}"/>
          </ac:spMkLst>
        </pc:spChg>
        <pc:spChg chg="add mod">
          <ac:chgData name="María Elena Fernández Gascueña" userId="8298997d-b71a-4e0a-adff-66140120cb1e" providerId="ADAL" clId="{3B8D352D-D5EF-4E70-8E12-720370C4149C}" dt="2023-09-17T15:46:17.740" v="274" actId="207"/>
          <ac:spMkLst>
            <pc:docMk/>
            <pc:sldMk cId="0" sldId="346"/>
            <ac:spMk id="12" creationId="{0E9E053F-5283-07D6-E906-0CBCAA606D2C}"/>
          </ac:spMkLst>
        </pc:spChg>
        <pc:grpChg chg="del mod">
          <ac:chgData name="María Elena Fernández Gascueña" userId="8298997d-b71a-4e0a-adff-66140120cb1e" providerId="ADAL" clId="{3B8D352D-D5EF-4E70-8E12-720370C4149C}" dt="2023-09-17T15:42:57.595" v="250" actId="478"/>
          <ac:grpSpMkLst>
            <pc:docMk/>
            <pc:sldMk cId="0" sldId="346"/>
            <ac:grpSpMk id="7" creationId="{00000000-0000-0000-0000-000000000000}"/>
          </ac:grpSpMkLst>
        </pc:grpChg>
      </pc:sldChg>
      <pc:sldChg chg="addSp delSp modSp add del mod">
        <pc:chgData name="María Elena Fernández Gascueña" userId="8298997d-b71a-4e0a-adff-66140120cb1e" providerId="ADAL" clId="{3B8D352D-D5EF-4E70-8E12-720370C4149C}" dt="2023-09-17T16:24:33.502" v="725" actId="47"/>
        <pc:sldMkLst>
          <pc:docMk/>
          <pc:sldMk cId="0" sldId="347"/>
        </pc:sldMkLst>
        <pc:spChg chg="mod">
          <ac:chgData name="María Elena Fernández Gascueña" userId="8298997d-b71a-4e0a-adff-66140120cb1e" providerId="ADAL" clId="{3B8D352D-D5EF-4E70-8E12-720370C4149C}" dt="2023-09-17T16:22:24.082" v="721" actId="1076"/>
          <ac:spMkLst>
            <pc:docMk/>
            <pc:sldMk cId="0" sldId="347"/>
            <ac:spMk id="4" creationId="{00000000-0000-0000-0000-000000000000}"/>
          </ac:spMkLst>
        </pc:spChg>
        <pc:spChg chg="add del mod">
          <ac:chgData name="María Elena Fernández Gascueña" userId="8298997d-b71a-4e0a-adff-66140120cb1e" providerId="ADAL" clId="{3B8D352D-D5EF-4E70-8E12-720370C4149C}" dt="2023-09-17T16:22:26.770" v="722" actId="1076"/>
          <ac:spMkLst>
            <pc:docMk/>
            <pc:sldMk cId="0" sldId="347"/>
            <ac:spMk id="5" creationId="{00000000-0000-0000-0000-000000000000}"/>
          </ac:spMkLst>
        </pc:spChg>
        <pc:spChg chg="mod">
          <ac:chgData name="María Elena Fernández Gascueña" userId="8298997d-b71a-4e0a-adff-66140120cb1e" providerId="ADAL" clId="{3B8D352D-D5EF-4E70-8E12-720370C4149C}" dt="2023-09-17T16:22:15.678" v="720" actId="1076"/>
          <ac:spMkLst>
            <pc:docMk/>
            <pc:sldMk cId="0" sldId="347"/>
            <ac:spMk id="9" creationId="{00000000-0000-0000-0000-000000000000}"/>
          </ac:spMkLst>
        </pc:spChg>
        <pc:grpChg chg="del mod">
          <ac:chgData name="María Elena Fernández Gascueña" userId="8298997d-b71a-4e0a-adff-66140120cb1e" providerId="ADAL" clId="{3B8D352D-D5EF-4E70-8E12-720370C4149C}" dt="2023-09-17T16:22:12.908" v="719" actId="478"/>
          <ac:grpSpMkLst>
            <pc:docMk/>
            <pc:sldMk cId="0" sldId="347"/>
            <ac:grpSpMk id="6" creationId="{00000000-0000-0000-0000-000000000000}"/>
          </ac:grpSpMkLst>
        </pc:grpChg>
      </pc:sldChg>
      <pc:sldChg chg="addSp delSp modSp add del mod ord">
        <pc:chgData name="María Elena Fernández Gascueña" userId="8298997d-b71a-4e0a-adff-66140120cb1e" providerId="ADAL" clId="{3B8D352D-D5EF-4E70-8E12-720370C4149C}" dt="2023-09-17T16:41:14.460" v="851" actId="47"/>
        <pc:sldMkLst>
          <pc:docMk/>
          <pc:sldMk cId="0" sldId="348"/>
        </pc:sldMkLst>
        <pc:spChg chg="mod">
          <ac:chgData name="María Elena Fernández Gascueña" userId="8298997d-b71a-4e0a-adff-66140120cb1e" providerId="ADAL" clId="{3B8D352D-D5EF-4E70-8E12-720370C4149C}" dt="2023-09-17T16:08:43.391" v="557"/>
          <ac:spMkLst>
            <pc:docMk/>
            <pc:sldMk cId="0" sldId="348"/>
            <ac:spMk id="7" creationId="{00000000-0000-0000-0000-000000000000}"/>
          </ac:spMkLst>
        </pc:spChg>
        <pc:spChg chg="mod">
          <ac:chgData name="María Elena Fernández Gascueña" userId="8298997d-b71a-4e0a-adff-66140120cb1e" providerId="ADAL" clId="{3B8D352D-D5EF-4E70-8E12-720370C4149C}" dt="2023-09-17T16:39:25.974" v="783" actId="1076"/>
          <ac:spMkLst>
            <pc:docMk/>
            <pc:sldMk cId="0" sldId="348"/>
            <ac:spMk id="9" creationId="{00000000-0000-0000-0000-000000000000}"/>
          </ac:spMkLst>
        </pc:spChg>
        <pc:spChg chg="add mod">
          <ac:chgData name="María Elena Fernández Gascueña" userId="8298997d-b71a-4e0a-adff-66140120cb1e" providerId="ADAL" clId="{3B8D352D-D5EF-4E70-8E12-720370C4149C}" dt="2023-09-17T16:37:50.453" v="762" actId="403"/>
          <ac:spMkLst>
            <pc:docMk/>
            <pc:sldMk cId="0" sldId="348"/>
            <ac:spMk id="11" creationId="{9972C71F-7B9A-16C6-114A-F75889572A37}"/>
          </ac:spMkLst>
        </pc:spChg>
        <pc:grpChg chg="del">
          <ac:chgData name="María Elena Fernández Gascueña" userId="8298997d-b71a-4e0a-adff-66140120cb1e" providerId="ADAL" clId="{3B8D352D-D5EF-4E70-8E12-720370C4149C}" dt="2023-09-17T16:37:45.455" v="759" actId="478"/>
          <ac:grpSpMkLst>
            <pc:docMk/>
            <pc:sldMk cId="0" sldId="348"/>
            <ac:grpSpMk id="6" creationId="{00000000-0000-0000-0000-000000000000}"/>
          </ac:grpSpMkLst>
        </pc:grpChg>
      </pc:sldChg>
      <pc:sldChg chg="modSp add del mod">
        <pc:chgData name="María Elena Fernández Gascueña" userId="8298997d-b71a-4e0a-adff-66140120cb1e" providerId="ADAL" clId="{3B8D352D-D5EF-4E70-8E12-720370C4149C}" dt="2023-09-17T16:48:45.901" v="949" actId="47"/>
        <pc:sldMkLst>
          <pc:docMk/>
          <pc:sldMk cId="0" sldId="349"/>
        </pc:sldMkLst>
        <pc:spChg chg="mod">
          <ac:chgData name="María Elena Fernández Gascueña" userId="8298997d-b71a-4e0a-adff-66140120cb1e" providerId="ADAL" clId="{3B8D352D-D5EF-4E70-8E12-720370C4149C}" dt="2023-09-17T16:46:03.323" v="922" actId="1076"/>
          <ac:spMkLst>
            <pc:docMk/>
            <pc:sldMk cId="0" sldId="349"/>
            <ac:spMk id="3" creationId="{00000000-0000-0000-0000-000000000000}"/>
          </ac:spMkLst>
        </pc:spChg>
      </pc:sldChg>
      <pc:sldChg chg="modSp add del ord">
        <pc:chgData name="María Elena Fernández Gascueña" userId="8298997d-b71a-4e0a-adff-66140120cb1e" providerId="ADAL" clId="{3B8D352D-D5EF-4E70-8E12-720370C4149C}" dt="2023-10-10T11:57:33.054" v="1868"/>
        <pc:sldMkLst>
          <pc:docMk/>
          <pc:sldMk cId="0" sldId="350"/>
        </pc:sldMkLst>
        <pc:spChg chg="mod">
          <ac:chgData name="María Elena Fernández Gascueña" userId="8298997d-b71a-4e0a-adff-66140120cb1e" providerId="ADAL" clId="{3B8D352D-D5EF-4E70-8E12-720370C4149C}" dt="2023-09-17T16:09:04.678" v="560"/>
          <ac:spMkLst>
            <pc:docMk/>
            <pc:sldMk cId="0" sldId="350"/>
            <ac:spMk id="6" creationId="{00000000-0000-0000-0000-000000000000}"/>
          </ac:spMkLst>
        </pc:spChg>
        <pc:spChg chg="mod">
          <ac:chgData name="María Elena Fernández Gascueña" userId="8298997d-b71a-4e0a-adff-66140120cb1e" providerId="ADAL" clId="{3B8D352D-D5EF-4E70-8E12-720370C4149C}" dt="2023-09-17T16:20:01.658" v="714"/>
          <ac:spMkLst>
            <pc:docMk/>
            <pc:sldMk cId="0" sldId="350"/>
            <ac:spMk id="8" creationId="{00000000-0000-0000-0000-000000000000}"/>
          </ac:spMkLst>
        </pc:spChg>
      </pc:sldChg>
      <pc:sldChg chg="modSp add mod ord">
        <pc:chgData name="María Elena Fernández Gascueña" userId="8298997d-b71a-4e0a-adff-66140120cb1e" providerId="ADAL" clId="{3B8D352D-D5EF-4E70-8E12-720370C4149C}" dt="2023-09-17T16:45:12.415" v="909"/>
        <pc:sldMkLst>
          <pc:docMk/>
          <pc:sldMk cId="2566772426" sldId="351"/>
        </pc:sldMkLst>
        <pc:spChg chg="mod">
          <ac:chgData name="María Elena Fernández Gascueña" userId="8298997d-b71a-4e0a-adff-66140120cb1e" providerId="ADAL" clId="{3B8D352D-D5EF-4E70-8E12-720370C4149C}" dt="2023-09-17T16:45:12.415" v="909"/>
          <ac:spMkLst>
            <pc:docMk/>
            <pc:sldMk cId="2566772426" sldId="351"/>
            <ac:spMk id="7" creationId="{3EAA48B2-D921-48E4-A599-68388CB31278}"/>
          </ac:spMkLst>
        </pc:spChg>
      </pc:sldChg>
      <pc:sldChg chg="modSp add">
        <pc:chgData name="María Elena Fernández Gascueña" userId="8298997d-b71a-4e0a-adff-66140120cb1e" providerId="ADAL" clId="{3B8D352D-D5EF-4E70-8E12-720370C4149C}" dt="2023-09-17T16:50:03.818" v="963"/>
        <pc:sldMkLst>
          <pc:docMk/>
          <pc:sldMk cId="0" sldId="352"/>
        </pc:sldMkLst>
        <pc:spChg chg="mod">
          <ac:chgData name="María Elena Fernández Gascueña" userId="8298997d-b71a-4e0a-adff-66140120cb1e" providerId="ADAL" clId="{3B8D352D-D5EF-4E70-8E12-720370C4149C}" dt="2023-09-17T16:50:03.818" v="963"/>
          <ac:spMkLst>
            <pc:docMk/>
            <pc:sldMk cId="0" sldId="352"/>
            <ac:spMk id="5" creationId="{00000000-0000-0000-0000-000000000000}"/>
          </ac:spMkLst>
        </pc:spChg>
      </pc:sldChg>
      <pc:sldChg chg="add del">
        <pc:chgData name="María Elena Fernández Gascueña" userId="8298997d-b71a-4e0a-adff-66140120cb1e" providerId="ADAL" clId="{3B8D352D-D5EF-4E70-8E12-720370C4149C}" dt="2023-10-10T11:57:16.016" v="1864" actId="2696"/>
        <pc:sldMkLst>
          <pc:docMk/>
          <pc:sldMk cId="1871837626" sldId="354"/>
        </pc:sldMkLst>
      </pc:sldChg>
      <pc:sldChg chg="delSp modSp add mod">
        <pc:chgData name="María Elena Fernández Gascueña" userId="8298997d-b71a-4e0a-adff-66140120cb1e" providerId="ADAL" clId="{3B8D352D-D5EF-4E70-8E12-720370C4149C}" dt="2023-10-10T11:46:43.995" v="1594" actId="1076"/>
        <pc:sldMkLst>
          <pc:docMk/>
          <pc:sldMk cId="1104573813" sldId="355"/>
        </pc:sldMkLst>
        <pc:spChg chg="mod">
          <ac:chgData name="María Elena Fernández Gascueña" userId="8298997d-b71a-4e0a-adff-66140120cb1e" providerId="ADAL" clId="{3B8D352D-D5EF-4E70-8E12-720370C4149C}" dt="2023-10-10T11:46:43.995" v="1594" actId="1076"/>
          <ac:spMkLst>
            <pc:docMk/>
            <pc:sldMk cId="1104573813" sldId="355"/>
            <ac:spMk id="2" creationId="{9B1C9B93-7D29-B6BF-1B12-76CCF2BADA8E}"/>
          </ac:spMkLst>
        </pc:spChg>
        <pc:spChg chg="del">
          <ac:chgData name="María Elena Fernández Gascueña" userId="8298997d-b71a-4e0a-adff-66140120cb1e" providerId="ADAL" clId="{3B8D352D-D5EF-4E70-8E12-720370C4149C}" dt="2023-10-10T11:46:37.074" v="1593" actId="478"/>
          <ac:spMkLst>
            <pc:docMk/>
            <pc:sldMk cId="1104573813" sldId="355"/>
            <ac:spMk id="5" creationId="{58A7C50C-30AB-F01A-7574-02916E8684A9}"/>
          </ac:spMkLst>
        </pc:spChg>
        <pc:picChg chg="mod">
          <ac:chgData name="María Elena Fernández Gascueña" userId="8298997d-b71a-4e0a-adff-66140120cb1e" providerId="ADAL" clId="{3B8D352D-D5EF-4E70-8E12-720370C4149C}" dt="2023-10-10T11:46:22.043" v="1558" actId="1076"/>
          <ac:picMkLst>
            <pc:docMk/>
            <pc:sldMk cId="1104573813" sldId="355"/>
            <ac:picMk id="4" creationId="{9F2AA0DE-09AC-A0D3-3269-0C42DEC50DB8}"/>
          </ac:picMkLst>
        </pc:picChg>
      </pc:sldChg>
      <pc:sldChg chg="addSp delSp modSp add mod">
        <pc:chgData name="María Elena Fernández Gascueña" userId="8298997d-b71a-4e0a-adff-66140120cb1e" providerId="ADAL" clId="{3B8D352D-D5EF-4E70-8E12-720370C4149C}" dt="2023-10-10T11:56:09.856" v="1856" actId="14100"/>
        <pc:sldMkLst>
          <pc:docMk/>
          <pc:sldMk cId="2796261877" sldId="356"/>
        </pc:sldMkLst>
        <pc:spChg chg="mod">
          <ac:chgData name="María Elena Fernández Gascueña" userId="8298997d-b71a-4e0a-adff-66140120cb1e" providerId="ADAL" clId="{3B8D352D-D5EF-4E70-8E12-720370C4149C}" dt="2023-10-10T11:50:52.506" v="1783" actId="1076"/>
          <ac:spMkLst>
            <pc:docMk/>
            <pc:sldMk cId="2796261877" sldId="356"/>
            <ac:spMk id="2" creationId="{9B1C9B93-7D29-B6BF-1B12-76CCF2BADA8E}"/>
          </ac:spMkLst>
        </pc:spChg>
        <pc:spChg chg="add mod">
          <ac:chgData name="María Elena Fernández Gascueña" userId="8298997d-b71a-4e0a-adff-66140120cb1e" providerId="ADAL" clId="{3B8D352D-D5EF-4E70-8E12-720370C4149C}" dt="2023-10-10T11:50:06.265" v="1779" actId="1076"/>
          <ac:spMkLst>
            <pc:docMk/>
            <pc:sldMk cId="2796261877" sldId="356"/>
            <ac:spMk id="6" creationId="{415EF23B-18E3-3175-D263-FC125EED337F}"/>
          </ac:spMkLst>
        </pc:spChg>
        <pc:spChg chg="add del">
          <ac:chgData name="María Elena Fernández Gascueña" userId="8298997d-b71a-4e0a-adff-66140120cb1e" providerId="ADAL" clId="{3B8D352D-D5EF-4E70-8E12-720370C4149C}" dt="2023-10-10T11:53:16.460" v="1790" actId="478"/>
          <ac:spMkLst>
            <pc:docMk/>
            <pc:sldMk cId="2796261877" sldId="356"/>
            <ac:spMk id="12" creationId="{D0D03C62-A5BD-54D1-DABD-E3179762B4C1}"/>
          </ac:spMkLst>
        </pc:spChg>
        <pc:spChg chg="add mod">
          <ac:chgData name="María Elena Fernández Gascueña" userId="8298997d-b71a-4e0a-adff-66140120cb1e" providerId="ADAL" clId="{3B8D352D-D5EF-4E70-8E12-720370C4149C}" dt="2023-10-10T11:55:36.623" v="1847" actId="1076"/>
          <ac:spMkLst>
            <pc:docMk/>
            <pc:sldMk cId="2796261877" sldId="356"/>
            <ac:spMk id="13" creationId="{D2A4BCB1-B375-925D-CC82-26F44C170C0B}"/>
          </ac:spMkLst>
        </pc:spChg>
        <pc:picChg chg="mod">
          <ac:chgData name="María Elena Fernández Gascueña" userId="8298997d-b71a-4e0a-adff-66140120cb1e" providerId="ADAL" clId="{3B8D352D-D5EF-4E70-8E12-720370C4149C}" dt="2023-10-10T11:49:36.181" v="1745" actId="1076"/>
          <ac:picMkLst>
            <pc:docMk/>
            <pc:sldMk cId="2796261877" sldId="356"/>
            <ac:picMk id="4" creationId="{9F2AA0DE-09AC-A0D3-3269-0C42DEC50DB8}"/>
          </ac:picMkLst>
        </pc:picChg>
        <pc:picChg chg="add mod">
          <ac:chgData name="María Elena Fernández Gascueña" userId="8298997d-b71a-4e0a-adff-66140120cb1e" providerId="ADAL" clId="{3B8D352D-D5EF-4E70-8E12-720370C4149C}" dt="2023-10-10T11:49:28.940" v="1743" actId="1076"/>
          <ac:picMkLst>
            <pc:docMk/>
            <pc:sldMk cId="2796261877" sldId="356"/>
            <ac:picMk id="5" creationId="{85CAB53D-6769-C9E6-D293-D3FE8A1EB865}"/>
          </ac:picMkLst>
        </pc:picChg>
        <pc:inkChg chg="add">
          <ac:chgData name="María Elena Fernández Gascueña" userId="8298997d-b71a-4e0a-adff-66140120cb1e" providerId="ADAL" clId="{3B8D352D-D5EF-4E70-8E12-720370C4149C}" dt="2023-10-10T11:51:54.951" v="1784" actId="9405"/>
          <ac:inkMkLst>
            <pc:docMk/>
            <pc:sldMk cId="2796261877" sldId="356"/>
            <ac:inkMk id="7" creationId="{8CC93BB6-8365-D33B-AC58-2F71DB07DCD5}"/>
          </ac:inkMkLst>
        </pc:inkChg>
        <pc:inkChg chg="add">
          <ac:chgData name="María Elena Fernández Gascueña" userId="8298997d-b71a-4e0a-adff-66140120cb1e" providerId="ADAL" clId="{3B8D352D-D5EF-4E70-8E12-720370C4149C}" dt="2023-10-10T11:52:00.708" v="1785" actId="9405"/>
          <ac:inkMkLst>
            <pc:docMk/>
            <pc:sldMk cId="2796261877" sldId="356"/>
            <ac:inkMk id="8" creationId="{DB5AF2D9-A54E-71BD-A36D-A64E37913282}"/>
          </ac:inkMkLst>
        </pc:inkChg>
        <pc:inkChg chg="add del">
          <ac:chgData name="María Elena Fernández Gascueña" userId="8298997d-b71a-4e0a-adff-66140120cb1e" providerId="ADAL" clId="{3B8D352D-D5EF-4E70-8E12-720370C4149C}" dt="2023-10-10T11:52:05.150" v="1787" actId="9405"/>
          <ac:inkMkLst>
            <pc:docMk/>
            <pc:sldMk cId="2796261877" sldId="356"/>
            <ac:inkMk id="9" creationId="{B24136BE-5F7E-1FF7-9301-D5DDB481CE0A}"/>
          </ac:inkMkLst>
        </pc:inkChg>
        <pc:inkChg chg="add">
          <ac:chgData name="María Elena Fernández Gascueña" userId="8298997d-b71a-4e0a-adff-66140120cb1e" providerId="ADAL" clId="{3B8D352D-D5EF-4E70-8E12-720370C4149C}" dt="2023-10-10T11:52:08.964" v="1788" actId="9405"/>
          <ac:inkMkLst>
            <pc:docMk/>
            <pc:sldMk cId="2796261877" sldId="356"/>
            <ac:inkMk id="10" creationId="{A0F930BA-4BB7-8532-E547-4B03E4729FF1}"/>
          </ac:inkMkLst>
        </pc:inkChg>
        <pc:cxnChg chg="add mod">
          <ac:chgData name="María Elena Fernández Gascueña" userId="8298997d-b71a-4e0a-adff-66140120cb1e" providerId="ADAL" clId="{3B8D352D-D5EF-4E70-8E12-720370C4149C}" dt="2023-10-10T11:56:09.856" v="1856" actId="14100"/>
          <ac:cxnSpMkLst>
            <pc:docMk/>
            <pc:sldMk cId="2796261877" sldId="356"/>
            <ac:cxnSpMk id="15" creationId="{FB3B8051-E239-1A74-90E6-448994F279C7}"/>
          </ac:cxnSpMkLst>
        </pc:cxnChg>
        <pc:cxnChg chg="add mod">
          <ac:chgData name="María Elena Fernández Gascueña" userId="8298997d-b71a-4e0a-adff-66140120cb1e" providerId="ADAL" clId="{3B8D352D-D5EF-4E70-8E12-720370C4149C}" dt="2023-10-10T11:56:02.923" v="1855" actId="13822"/>
          <ac:cxnSpMkLst>
            <pc:docMk/>
            <pc:sldMk cId="2796261877" sldId="356"/>
            <ac:cxnSpMk id="17" creationId="{8364625D-56F3-04F6-0EDE-858CCAC6E887}"/>
          </ac:cxnSpMkLst>
        </pc:cxnChg>
      </pc:sldChg>
      <pc:sldChg chg="addSp delSp modSp add mod">
        <pc:chgData name="María Elena Fernández Gascueña" userId="8298997d-b71a-4e0a-adff-66140120cb1e" providerId="ADAL" clId="{3B8D352D-D5EF-4E70-8E12-720370C4149C}" dt="2023-10-10T11:57:06.861" v="1863" actId="9405"/>
        <pc:sldMkLst>
          <pc:docMk/>
          <pc:sldMk cId="3066223100" sldId="357"/>
        </pc:sldMkLst>
        <pc:spChg chg="mod">
          <ac:chgData name="María Elena Fernández Gascueña" userId="8298997d-b71a-4e0a-adff-66140120cb1e" providerId="ADAL" clId="{3B8D352D-D5EF-4E70-8E12-720370C4149C}" dt="2023-10-10T11:56:36.375" v="1858" actId="6549"/>
          <ac:spMkLst>
            <pc:docMk/>
            <pc:sldMk cId="3066223100" sldId="357"/>
            <ac:spMk id="2" creationId="{9B1C9B93-7D29-B6BF-1B12-76CCF2BADA8E}"/>
          </ac:spMkLst>
        </pc:spChg>
        <pc:spChg chg="del">
          <ac:chgData name="María Elena Fernández Gascueña" userId="8298997d-b71a-4e0a-adff-66140120cb1e" providerId="ADAL" clId="{3B8D352D-D5EF-4E70-8E12-720370C4149C}" dt="2023-10-10T11:56:42.641" v="1860" actId="478"/>
          <ac:spMkLst>
            <pc:docMk/>
            <pc:sldMk cId="3066223100" sldId="357"/>
            <ac:spMk id="6" creationId="{415EF23B-18E3-3175-D263-FC125EED337F}"/>
          </ac:spMkLst>
        </pc:spChg>
        <pc:picChg chg="mod">
          <ac:chgData name="María Elena Fernández Gascueña" userId="8298997d-b71a-4e0a-adff-66140120cb1e" providerId="ADAL" clId="{3B8D352D-D5EF-4E70-8E12-720370C4149C}" dt="2023-10-10T11:56:54.349" v="1862" actId="14100"/>
          <ac:picMkLst>
            <pc:docMk/>
            <pc:sldMk cId="3066223100" sldId="357"/>
            <ac:picMk id="4" creationId="{9F2AA0DE-09AC-A0D3-3269-0C42DEC50DB8}"/>
          </ac:picMkLst>
        </pc:picChg>
        <pc:picChg chg="del">
          <ac:chgData name="María Elena Fernández Gascueña" userId="8298997d-b71a-4e0a-adff-66140120cb1e" providerId="ADAL" clId="{3B8D352D-D5EF-4E70-8E12-720370C4149C}" dt="2023-10-10T11:56:40.852" v="1859" actId="478"/>
          <ac:picMkLst>
            <pc:docMk/>
            <pc:sldMk cId="3066223100" sldId="357"/>
            <ac:picMk id="5" creationId="{85CAB53D-6769-C9E6-D293-D3FE8A1EB865}"/>
          </ac:picMkLst>
        </pc:picChg>
        <pc:inkChg chg="add">
          <ac:chgData name="María Elena Fernández Gascueña" userId="8298997d-b71a-4e0a-adff-66140120cb1e" providerId="ADAL" clId="{3B8D352D-D5EF-4E70-8E12-720370C4149C}" dt="2023-10-10T11:57:06.861" v="1863" actId="9405"/>
          <ac:inkMkLst>
            <pc:docMk/>
            <pc:sldMk cId="3066223100" sldId="357"/>
            <ac:inkMk id="3" creationId="{FA2EA288-2567-9490-E62F-F57299BC4ABF}"/>
          </ac:inkMkLst>
        </pc:inkChg>
      </pc:sldChg>
    </pc:docChg>
  </pc:docChgLst>
  <pc:docChgLst>
    <pc:chgData name="María Elena Fernández Gascueña" userId="8298997d-b71a-4e0a-adff-66140120cb1e" providerId="ADAL" clId="{9DABCF58-3BAD-4363-A8CA-1D4989E2F4F8}"/>
    <pc:docChg chg="modSld">
      <pc:chgData name="María Elena Fernández Gascueña" userId="8298997d-b71a-4e0a-adff-66140120cb1e" providerId="ADAL" clId="{9DABCF58-3BAD-4363-A8CA-1D4989E2F4F8}" dt="2023-10-19T12:52:03.645" v="0" actId="1076"/>
      <pc:docMkLst>
        <pc:docMk/>
      </pc:docMkLst>
      <pc:sldChg chg="modSp mod">
        <pc:chgData name="María Elena Fernández Gascueña" userId="8298997d-b71a-4e0a-adff-66140120cb1e" providerId="ADAL" clId="{9DABCF58-3BAD-4363-A8CA-1D4989E2F4F8}" dt="2023-10-19T12:52:03.645" v="0" actId="1076"/>
        <pc:sldMkLst>
          <pc:docMk/>
          <pc:sldMk cId="800162809" sldId="323"/>
        </pc:sldMkLst>
        <pc:spChg chg="mod">
          <ac:chgData name="María Elena Fernández Gascueña" userId="8298997d-b71a-4e0a-adff-66140120cb1e" providerId="ADAL" clId="{9DABCF58-3BAD-4363-A8CA-1D4989E2F4F8}" dt="2023-10-19T12:52:03.645" v="0" actId="1076"/>
          <ac:spMkLst>
            <pc:docMk/>
            <pc:sldMk cId="800162809" sldId="323"/>
            <ac:spMk id="45059" creationId="{00000000-0000-0000-0000-000000000000}"/>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36AB01-7EC5-4415-9F4B-A03CE5150539}" type="doc">
      <dgm:prSet loTypeId="urn:microsoft.com/office/officeart/2018/5/layout/IconCircleLabelList" loCatId="icon" qsTypeId="urn:microsoft.com/office/officeart/2005/8/quickstyle/simple1" qsCatId="simple" csTypeId="urn:microsoft.com/office/officeart/2005/8/colors/colorful3" csCatId="colorful" phldr="1"/>
      <dgm:spPr/>
      <dgm:t>
        <a:bodyPr/>
        <a:lstStyle/>
        <a:p>
          <a:endParaRPr lang="es-ES"/>
        </a:p>
      </dgm:t>
    </dgm:pt>
    <dgm:pt modelId="{2F912249-7FA2-4A14-8C0A-B4D410495DC1}">
      <dgm:prSet phldrT="[Texto]" custT="1"/>
      <dgm:spPr>
        <a:solidFill>
          <a:schemeClr val="accent6">
            <a:lumMod val="75000"/>
          </a:schemeClr>
        </a:solidFill>
      </dgm:spPr>
      <dgm:t>
        <a:bodyPr/>
        <a:lstStyle/>
        <a:p>
          <a:pPr>
            <a:lnSpc>
              <a:spcPct val="100000"/>
            </a:lnSpc>
            <a:defRPr cap="all"/>
          </a:pPr>
          <a:r>
            <a:rPr lang="es-ES" sz="1400" b="1" dirty="0">
              <a:solidFill>
                <a:schemeClr val="tx1"/>
              </a:solidFill>
            </a:rPr>
            <a:t>PLANIFICACIÓN</a:t>
          </a:r>
        </a:p>
        <a:p>
          <a:pPr>
            <a:lnSpc>
              <a:spcPct val="100000"/>
            </a:lnSpc>
            <a:defRPr cap="all"/>
          </a:pPr>
          <a:r>
            <a:rPr lang="es-ES" sz="1400" dirty="0">
              <a:solidFill>
                <a:schemeClr val="tx1"/>
              </a:solidFill>
            </a:rPr>
            <a:t>Definir objetivos</a:t>
          </a:r>
        </a:p>
        <a:p>
          <a:pPr>
            <a:lnSpc>
              <a:spcPct val="100000"/>
            </a:lnSpc>
            <a:defRPr cap="all"/>
          </a:pPr>
          <a:r>
            <a:rPr lang="es-ES" sz="1400" dirty="0">
              <a:solidFill>
                <a:schemeClr val="tx1"/>
              </a:solidFill>
            </a:rPr>
            <a:t>Establecer estrategia</a:t>
          </a:r>
        </a:p>
        <a:p>
          <a:pPr>
            <a:lnSpc>
              <a:spcPct val="100000"/>
            </a:lnSpc>
            <a:defRPr cap="all"/>
          </a:pPr>
          <a:r>
            <a:rPr lang="es-ES" sz="1400" dirty="0">
              <a:solidFill>
                <a:schemeClr val="tx1"/>
              </a:solidFill>
            </a:rPr>
            <a:t>Desarrollar planes para integrar </a:t>
          </a:r>
          <a:r>
            <a:rPr lang="es-ES" sz="1400">
              <a:solidFill>
                <a:schemeClr val="tx1"/>
              </a:solidFill>
            </a:rPr>
            <a:t>y coordinar </a:t>
          </a:r>
          <a:endParaRPr lang="es-ES" sz="1400" dirty="0">
            <a:solidFill>
              <a:schemeClr val="tx1"/>
            </a:solidFill>
          </a:endParaRPr>
        </a:p>
      </dgm:t>
    </dgm:pt>
    <dgm:pt modelId="{86646FDC-8F83-4C2D-A565-6F600D99320D}" type="parTrans" cxnId="{D8BC54A5-4047-483F-9778-4305E12EBDB1}">
      <dgm:prSet/>
      <dgm:spPr/>
      <dgm:t>
        <a:bodyPr/>
        <a:lstStyle/>
        <a:p>
          <a:endParaRPr lang="es-ES">
            <a:solidFill>
              <a:schemeClr val="tx1"/>
            </a:solidFill>
          </a:endParaRPr>
        </a:p>
      </dgm:t>
    </dgm:pt>
    <dgm:pt modelId="{1F008109-724B-4C71-A474-528F7A23D0AB}" type="sibTrans" cxnId="{D8BC54A5-4047-483F-9778-4305E12EBDB1}">
      <dgm:prSet/>
      <dgm:spPr>
        <a:solidFill>
          <a:schemeClr val="accent6">
            <a:lumMod val="75000"/>
          </a:schemeClr>
        </a:solidFill>
      </dgm:spPr>
      <dgm:t>
        <a:bodyPr/>
        <a:lstStyle/>
        <a:p>
          <a:endParaRPr lang="es-ES">
            <a:solidFill>
              <a:schemeClr val="tx1"/>
            </a:solidFill>
          </a:endParaRPr>
        </a:p>
      </dgm:t>
    </dgm:pt>
    <dgm:pt modelId="{982C6E90-C39B-463D-8AD3-432BB64F0C46}">
      <dgm:prSet phldrT="[Texto]" custT="1"/>
      <dgm:spPr>
        <a:solidFill>
          <a:srgbClr val="FFC000"/>
        </a:solidFill>
      </dgm:spPr>
      <dgm:t>
        <a:bodyPr/>
        <a:lstStyle/>
        <a:p>
          <a:pPr>
            <a:lnSpc>
              <a:spcPct val="100000"/>
            </a:lnSpc>
            <a:defRPr cap="all"/>
          </a:pPr>
          <a:r>
            <a:rPr lang="es-ES" sz="1400" b="1" dirty="0">
              <a:solidFill>
                <a:schemeClr val="tx1"/>
              </a:solidFill>
            </a:rPr>
            <a:t>ORGANIZACIÓN </a:t>
          </a:r>
        </a:p>
        <a:p>
          <a:pPr>
            <a:lnSpc>
              <a:spcPct val="100000"/>
            </a:lnSpc>
            <a:defRPr cap="all"/>
          </a:pPr>
          <a:r>
            <a:rPr lang="es-ES" sz="1400" dirty="0">
              <a:solidFill>
                <a:schemeClr val="tx1"/>
              </a:solidFill>
            </a:rPr>
            <a:t>Diseñar la estructura organizativa dividir el trabajo en tareas, agrupar y definir los mecanismos de coordinación</a:t>
          </a:r>
        </a:p>
      </dgm:t>
    </dgm:pt>
    <dgm:pt modelId="{6EA7A21F-E720-47B5-B404-3CDBCAFEAD6D}" type="parTrans" cxnId="{BA5CAB58-2CEE-4849-BBEB-C19815EFCF48}">
      <dgm:prSet/>
      <dgm:spPr/>
      <dgm:t>
        <a:bodyPr/>
        <a:lstStyle/>
        <a:p>
          <a:endParaRPr lang="es-ES">
            <a:solidFill>
              <a:schemeClr val="tx1"/>
            </a:solidFill>
          </a:endParaRPr>
        </a:p>
      </dgm:t>
    </dgm:pt>
    <dgm:pt modelId="{DF91BB81-EB15-4415-B4B8-BB85D11367F6}" type="sibTrans" cxnId="{BA5CAB58-2CEE-4849-BBEB-C19815EFCF48}">
      <dgm:prSet/>
      <dgm:spPr>
        <a:solidFill>
          <a:srgbClr val="FFC000"/>
        </a:solidFill>
      </dgm:spPr>
      <dgm:t>
        <a:bodyPr/>
        <a:lstStyle/>
        <a:p>
          <a:endParaRPr lang="es-ES">
            <a:solidFill>
              <a:schemeClr val="tx1"/>
            </a:solidFill>
          </a:endParaRPr>
        </a:p>
      </dgm:t>
    </dgm:pt>
    <dgm:pt modelId="{48276B2D-0A6C-4316-A409-00A14032327C}">
      <dgm:prSet phldrT="[Texto]" custT="1"/>
      <dgm:spPr>
        <a:solidFill>
          <a:srgbClr val="00B050"/>
        </a:solidFill>
      </dgm:spPr>
      <dgm:t>
        <a:bodyPr/>
        <a:lstStyle/>
        <a:p>
          <a:pPr>
            <a:lnSpc>
              <a:spcPct val="100000"/>
            </a:lnSpc>
            <a:defRPr cap="all"/>
          </a:pPr>
          <a:r>
            <a:rPr lang="es-ES" sz="1400" b="1" dirty="0">
              <a:solidFill>
                <a:schemeClr val="tx1"/>
              </a:solidFill>
            </a:rPr>
            <a:t>DIRECCIÓN</a:t>
          </a:r>
        </a:p>
        <a:p>
          <a:pPr>
            <a:lnSpc>
              <a:spcPct val="100000"/>
            </a:lnSpc>
            <a:defRPr cap="all"/>
          </a:pPr>
          <a:r>
            <a:rPr lang="es-ES" sz="1400" dirty="0">
              <a:solidFill>
                <a:schemeClr val="tx1"/>
              </a:solidFill>
            </a:rPr>
            <a:t>Motivar, coordinar y apoyan a individuos y grupos para que colaboren en la consecución de las metas de la organización</a:t>
          </a:r>
        </a:p>
        <a:p>
          <a:pPr>
            <a:lnSpc>
              <a:spcPct val="100000"/>
            </a:lnSpc>
            <a:defRPr cap="all"/>
          </a:pPr>
          <a:r>
            <a:rPr lang="es-ES" sz="1400" dirty="0">
              <a:solidFill>
                <a:schemeClr val="tx1"/>
              </a:solidFill>
            </a:rPr>
            <a:t>comunicación</a:t>
          </a:r>
        </a:p>
        <a:p>
          <a:endParaRPr lang="es-ES" sz="1400" dirty="0">
            <a:solidFill>
              <a:schemeClr val="tx1"/>
            </a:solidFill>
          </a:endParaRPr>
        </a:p>
      </dgm:t>
    </dgm:pt>
    <dgm:pt modelId="{EA1AD35F-1D0C-4AB1-8C98-846E2B8094CD}" type="parTrans" cxnId="{4E437F75-DFD5-4053-9B2C-4B7C93BFB3C1}">
      <dgm:prSet/>
      <dgm:spPr/>
      <dgm:t>
        <a:bodyPr/>
        <a:lstStyle/>
        <a:p>
          <a:endParaRPr lang="es-ES">
            <a:solidFill>
              <a:schemeClr val="tx1"/>
            </a:solidFill>
          </a:endParaRPr>
        </a:p>
      </dgm:t>
    </dgm:pt>
    <dgm:pt modelId="{475D90CD-08DF-478A-8A9B-81EF007729BA}" type="sibTrans" cxnId="{4E437F75-DFD5-4053-9B2C-4B7C93BFB3C1}">
      <dgm:prSet/>
      <dgm:spPr>
        <a:solidFill>
          <a:srgbClr val="00B050"/>
        </a:solidFill>
      </dgm:spPr>
      <dgm:t>
        <a:bodyPr/>
        <a:lstStyle/>
        <a:p>
          <a:endParaRPr lang="es-ES">
            <a:solidFill>
              <a:schemeClr val="tx1"/>
            </a:solidFill>
          </a:endParaRPr>
        </a:p>
      </dgm:t>
    </dgm:pt>
    <dgm:pt modelId="{3F4784EA-848C-4948-A2F6-631C4C53DDEB}">
      <dgm:prSet phldrT="[Texto]" custT="1"/>
      <dgm:spPr>
        <a:solidFill>
          <a:srgbClr val="F66E1A"/>
        </a:solidFill>
      </dgm:spPr>
      <dgm:t>
        <a:bodyPr/>
        <a:lstStyle/>
        <a:p>
          <a:pPr>
            <a:lnSpc>
              <a:spcPct val="100000"/>
            </a:lnSpc>
            <a:defRPr cap="all"/>
          </a:pPr>
          <a:r>
            <a:rPr lang="es-ES" sz="1400" b="1">
              <a:solidFill>
                <a:schemeClr val="tx1"/>
              </a:solidFill>
            </a:rPr>
            <a:t>CONTROL</a:t>
          </a:r>
        </a:p>
        <a:p>
          <a:pPr>
            <a:lnSpc>
              <a:spcPct val="100000"/>
            </a:lnSpc>
            <a:defRPr cap="all"/>
          </a:pPr>
          <a:r>
            <a:rPr lang="es-ES" sz="1400">
              <a:solidFill>
                <a:schemeClr val="tx1"/>
              </a:solidFill>
            </a:rPr>
            <a:t>Establecer sistemas adecuados de medición y supervisión para evaluar el grado en que la organización alcanza sus metas</a:t>
          </a:r>
        </a:p>
      </dgm:t>
    </dgm:pt>
    <dgm:pt modelId="{5716052C-9122-4E7E-A7F0-BA31F1602781}" type="parTrans" cxnId="{A1874F9A-B4AE-40BC-8BA8-0ECCF075C9BA}">
      <dgm:prSet/>
      <dgm:spPr/>
      <dgm:t>
        <a:bodyPr/>
        <a:lstStyle/>
        <a:p>
          <a:endParaRPr lang="es-ES">
            <a:solidFill>
              <a:schemeClr val="tx1"/>
            </a:solidFill>
          </a:endParaRPr>
        </a:p>
      </dgm:t>
    </dgm:pt>
    <dgm:pt modelId="{C97EF2EE-1C78-4C82-9428-D8E0E3BE9AD2}" type="sibTrans" cxnId="{A1874F9A-B4AE-40BC-8BA8-0ECCF075C9BA}">
      <dgm:prSet/>
      <dgm:spPr>
        <a:solidFill>
          <a:srgbClr val="F66E1A"/>
        </a:solidFill>
      </dgm:spPr>
      <dgm:t>
        <a:bodyPr/>
        <a:lstStyle/>
        <a:p>
          <a:endParaRPr lang="es-ES">
            <a:solidFill>
              <a:schemeClr val="tx1"/>
            </a:solidFill>
          </a:endParaRPr>
        </a:p>
      </dgm:t>
    </dgm:pt>
    <dgm:pt modelId="{D863959F-FB67-478B-8487-013056DB16C3}" type="pres">
      <dgm:prSet presAssocID="{5F36AB01-7EC5-4415-9F4B-A03CE5150539}" presName="root" presStyleCnt="0">
        <dgm:presLayoutVars>
          <dgm:dir/>
          <dgm:resizeHandles val="exact"/>
        </dgm:presLayoutVars>
      </dgm:prSet>
      <dgm:spPr/>
    </dgm:pt>
    <dgm:pt modelId="{FD45A8B1-C1CD-436E-A963-4D4A3169C5E8}" type="pres">
      <dgm:prSet presAssocID="{2F912249-7FA2-4A14-8C0A-B4D410495DC1}" presName="compNode" presStyleCnt="0"/>
      <dgm:spPr/>
    </dgm:pt>
    <dgm:pt modelId="{8568084A-97E3-4B57-ABE0-50A9FC50A7A0}" type="pres">
      <dgm:prSet presAssocID="{2F912249-7FA2-4A14-8C0A-B4D410495DC1}" presName="iconBgRect" presStyleLbl="bgShp" presStyleIdx="0" presStyleCnt="4"/>
      <dgm:spPr/>
    </dgm:pt>
    <dgm:pt modelId="{6FAD9613-1C54-4D34-8777-5156B4E7785B}" type="pres">
      <dgm:prSet presAssocID="{2F912249-7FA2-4A14-8C0A-B4D410495DC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sta de comprobación"/>
        </a:ext>
      </dgm:extLst>
    </dgm:pt>
    <dgm:pt modelId="{AC88DD4B-4C39-417D-B06D-B9B4BC40C699}" type="pres">
      <dgm:prSet presAssocID="{2F912249-7FA2-4A14-8C0A-B4D410495DC1}" presName="spaceRect" presStyleCnt="0"/>
      <dgm:spPr/>
    </dgm:pt>
    <dgm:pt modelId="{67380C1C-EE5A-41CC-B8B8-0293E7159C3F}" type="pres">
      <dgm:prSet presAssocID="{2F912249-7FA2-4A14-8C0A-B4D410495DC1}" presName="textRect" presStyleLbl="revTx" presStyleIdx="0" presStyleCnt="4">
        <dgm:presLayoutVars>
          <dgm:chMax val="1"/>
          <dgm:chPref val="1"/>
        </dgm:presLayoutVars>
      </dgm:prSet>
      <dgm:spPr/>
    </dgm:pt>
    <dgm:pt modelId="{E31F5073-127A-4EA5-A307-F8D8E8441C1C}" type="pres">
      <dgm:prSet presAssocID="{1F008109-724B-4C71-A474-528F7A23D0AB}" presName="sibTrans" presStyleCnt="0"/>
      <dgm:spPr/>
    </dgm:pt>
    <dgm:pt modelId="{50C26956-41A8-4668-A180-241B0E35002D}" type="pres">
      <dgm:prSet presAssocID="{982C6E90-C39B-463D-8AD3-432BB64F0C46}" presName="compNode" presStyleCnt="0"/>
      <dgm:spPr/>
    </dgm:pt>
    <dgm:pt modelId="{50CA0FF6-C7D5-474E-961D-CCB6CBC87D68}" type="pres">
      <dgm:prSet presAssocID="{982C6E90-C39B-463D-8AD3-432BB64F0C46}" presName="iconBgRect" presStyleLbl="bgShp" presStyleIdx="1" presStyleCnt="4"/>
      <dgm:spPr/>
    </dgm:pt>
    <dgm:pt modelId="{2D971CD2-4B42-4AC1-BA59-900C7D1BD032}" type="pres">
      <dgm:prSet presAssocID="{982C6E90-C39B-463D-8AD3-432BB64F0C4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ana"/>
        </a:ext>
      </dgm:extLst>
    </dgm:pt>
    <dgm:pt modelId="{5812AA1B-79DA-40E0-89B0-1C3D69E892F1}" type="pres">
      <dgm:prSet presAssocID="{982C6E90-C39B-463D-8AD3-432BB64F0C46}" presName="spaceRect" presStyleCnt="0"/>
      <dgm:spPr/>
    </dgm:pt>
    <dgm:pt modelId="{C492B41F-2091-4881-8913-4D8B1B3CA851}" type="pres">
      <dgm:prSet presAssocID="{982C6E90-C39B-463D-8AD3-432BB64F0C46}" presName="textRect" presStyleLbl="revTx" presStyleIdx="1" presStyleCnt="4">
        <dgm:presLayoutVars>
          <dgm:chMax val="1"/>
          <dgm:chPref val="1"/>
        </dgm:presLayoutVars>
      </dgm:prSet>
      <dgm:spPr/>
    </dgm:pt>
    <dgm:pt modelId="{BA1A4A4A-2624-47EE-9AD5-C69253CF97E4}" type="pres">
      <dgm:prSet presAssocID="{DF91BB81-EB15-4415-B4B8-BB85D11367F6}" presName="sibTrans" presStyleCnt="0"/>
      <dgm:spPr/>
    </dgm:pt>
    <dgm:pt modelId="{84B471BB-2CB0-4FA2-8782-52A16D241E6B}" type="pres">
      <dgm:prSet presAssocID="{48276B2D-0A6C-4316-A409-00A14032327C}" presName="compNode" presStyleCnt="0"/>
      <dgm:spPr/>
    </dgm:pt>
    <dgm:pt modelId="{D57FEB77-7608-4800-9579-FD0BF74C891A}" type="pres">
      <dgm:prSet presAssocID="{48276B2D-0A6C-4316-A409-00A14032327C}" presName="iconBgRect" presStyleLbl="bgShp" presStyleIdx="2" presStyleCnt="4"/>
      <dgm:spPr/>
    </dgm:pt>
    <dgm:pt modelId="{98D2E8CC-84CA-41C6-9B5B-2595A6179407}" type="pres">
      <dgm:prSet presAssocID="{48276B2D-0A6C-4316-A409-00A14032327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Jerarquía"/>
        </a:ext>
      </dgm:extLst>
    </dgm:pt>
    <dgm:pt modelId="{8B4FDE3E-0DB4-43CC-88A4-732C2AE4333F}" type="pres">
      <dgm:prSet presAssocID="{48276B2D-0A6C-4316-A409-00A14032327C}" presName="spaceRect" presStyleCnt="0"/>
      <dgm:spPr/>
    </dgm:pt>
    <dgm:pt modelId="{416B737E-A80D-4815-8857-60951E1D761E}" type="pres">
      <dgm:prSet presAssocID="{48276B2D-0A6C-4316-A409-00A14032327C}" presName="textRect" presStyleLbl="revTx" presStyleIdx="2" presStyleCnt="4">
        <dgm:presLayoutVars>
          <dgm:chMax val="1"/>
          <dgm:chPref val="1"/>
        </dgm:presLayoutVars>
      </dgm:prSet>
      <dgm:spPr/>
    </dgm:pt>
    <dgm:pt modelId="{8F7093B1-BFC3-40BA-B5F1-2081F5A96A69}" type="pres">
      <dgm:prSet presAssocID="{475D90CD-08DF-478A-8A9B-81EF007729BA}" presName="sibTrans" presStyleCnt="0"/>
      <dgm:spPr/>
    </dgm:pt>
    <dgm:pt modelId="{C775124B-3452-4894-BBB2-F6D43F34D971}" type="pres">
      <dgm:prSet presAssocID="{3F4784EA-848C-4948-A2F6-631C4C53DDEB}" presName="compNode" presStyleCnt="0"/>
      <dgm:spPr/>
    </dgm:pt>
    <dgm:pt modelId="{CB81CA57-B08F-4786-AC5C-DD29F8FCF61D}" type="pres">
      <dgm:prSet presAssocID="{3F4784EA-848C-4948-A2F6-631C4C53DDEB}" presName="iconBgRect" presStyleLbl="bgShp" presStyleIdx="3" presStyleCnt="4"/>
      <dgm:spPr/>
    </dgm:pt>
    <dgm:pt modelId="{2ED1877A-3503-41C9-BA6E-A16CFBC836E0}" type="pres">
      <dgm:prSet presAssocID="{3F4784EA-848C-4948-A2F6-631C4C53DDE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Office Worker"/>
        </a:ext>
      </dgm:extLst>
    </dgm:pt>
    <dgm:pt modelId="{FE7B0693-2FB2-486C-9A0F-A055EAEFDD07}" type="pres">
      <dgm:prSet presAssocID="{3F4784EA-848C-4948-A2F6-631C4C53DDEB}" presName="spaceRect" presStyleCnt="0"/>
      <dgm:spPr/>
    </dgm:pt>
    <dgm:pt modelId="{8F805B76-A2B5-41DE-BA43-84364F572EAA}" type="pres">
      <dgm:prSet presAssocID="{3F4784EA-848C-4948-A2F6-631C4C53DDEB}" presName="textRect" presStyleLbl="revTx" presStyleIdx="3" presStyleCnt="4">
        <dgm:presLayoutVars>
          <dgm:chMax val="1"/>
          <dgm:chPref val="1"/>
        </dgm:presLayoutVars>
      </dgm:prSet>
      <dgm:spPr/>
    </dgm:pt>
  </dgm:ptLst>
  <dgm:cxnLst>
    <dgm:cxn modelId="{6D8F040D-2711-4C28-B986-45E0E096F4BA}" type="presOf" srcId="{2F912249-7FA2-4A14-8C0A-B4D410495DC1}" destId="{67380C1C-EE5A-41CC-B8B8-0293E7159C3F}" srcOrd="0" destOrd="0" presId="urn:microsoft.com/office/officeart/2018/5/layout/IconCircleLabelList"/>
    <dgm:cxn modelId="{F14A4D3B-B7D9-4295-9FD5-8C80DDF58C6C}" type="presOf" srcId="{982C6E90-C39B-463D-8AD3-432BB64F0C46}" destId="{C492B41F-2091-4881-8913-4D8B1B3CA851}" srcOrd="0" destOrd="0" presId="urn:microsoft.com/office/officeart/2018/5/layout/IconCircleLabelList"/>
    <dgm:cxn modelId="{86819448-3EBA-4BAA-A70E-5854CA669528}" type="presOf" srcId="{48276B2D-0A6C-4316-A409-00A14032327C}" destId="{416B737E-A80D-4815-8857-60951E1D761E}" srcOrd="0" destOrd="0" presId="urn:microsoft.com/office/officeart/2018/5/layout/IconCircleLabelList"/>
    <dgm:cxn modelId="{4E437F75-DFD5-4053-9B2C-4B7C93BFB3C1}" srcId="{5F36AB01-7EC5-4415-9F4B-A03CE5150539}" destId="{48276B2D-0A6C-4316-A409-00A14032327C}" srcOrd="2" destOrd="0" parTransId="{EA1AD35F-1D0C-4AB1-8C98-846E2B8094CD}" sibTransId="{475D90CD-08DF-478A-8A9B-81EF007729BA}"/>
    <dgm:cxn modelId="{BA5CAB58-2CEE-4849-BBEB-C19815EFCF48}" srcId="{5F36AB01-7EC5-4415-9F4B-A03CE5150539}" destId="{982C6E90-C39B-463D-8AD3-432BB64F0C46}" srcOrd="1" destOrd="0" parTransId="{6EA7A21F-E720-47B5-B404-3CDBCAFEAD6D}" sibTransId="{DF91BB81-EB15-4415-B4B8-BB85D11367F6}"/>
    <dgm:cxn modelId="{3B115090-94AE-45B7-87A9-BAE2E904CCEC}" type="presOf" srcId="{5F36AB01-7EC5-4415-9F4B-A03CE5150539}" destId="{D863959F-FB67-478B-8487-013056DB16C3}" srcOrd="0" destOrd="0" presId="urn:microsoft.com/office/officeart/2018/5/layout/IconCircleLabelList"/>
    <dgm:cxn modelId="{A1874F9A-B4AE-40BC-8BA8-0ECCF075C9BA}" srcId="{5F36AB01-7EC5-4415-9F4B-A03CE5150539}" destId="{3F4784EA-848C-4948-A2F6-631C4C53DDEB}" srcOrd="3" destOrd="0" parTransId="{5716052C-9122-4E7E-A7F0-BA31F1602781}" sibTransId="{C97EF2EE-1C78-4C82-9428-D8E0E3BE9AD2}"/>
    <dgm:cxn modelId="{D8BC54A5-4047-483F-9778-4305E12EBDB1}" srcId="{5F36AB01-7EC5-4415-9F4B-A03CE5150539}" destId="{2F912249-7FA2-4A14-8C0A-B4D410495DC1}" srcOrd="0" destOrd="0" parTransId="{86646FDC-8F83-4C2D-A565-6F600D99320D}" sibTransId="{1F008109-724B-4C71-A474-528F7A23D0AB}"/>
    <dgm:cxn modelId="{36B486E8-09B6-4854-9F57-B117BF85400E}" type="presOf" srcId="{3F4784EA-848C-4948-A2F6-631C4C53DDEB}" destId="{8F805B76-A2B5-41DE-BA43-84364F572EAA}" srcOrd="0" destOrd="0" presId="urn:microsoft.com/office/officeart/2018/5/layout/IconCircleLabelList"/>
    <dgm:cxn modelId="{DFB3FAEA-B7FE-4943-8ACC-7926C3E94FB6}" type="presParOf" srcId="{D863959F-FB67-478B-8487-013056DB16C3}" destId="{FD45A8B1-C1CD-436E-A963-4D4A3169C5E8}" srcOrd="0" destOrd="0" presId="urn:microsoft.com/office/officeart/2018/5/layout/IconCircleLabelList"/>
    <dgm:cxn modelId="{D4C2BCCD-DD7E-42D8-9396-00FBE1B96384}" type="presParOf" srcId="{FD45A8B1-C1CD-436E-A963-4D4A3169C5E8}" destId="{8568084A-97E3-4B57-ABE0-50A9FC50A7A0}" srcOrd="0" destOrd="0" presId="urn:microsoft.com/office/officeart/2018/5/layout/IconCircleLabelList"/>
    <dgm:cxn modelId="{62F8ABEA-8E8B-495C-A000-C5396CC21D42}" type="presParOf" srcId="{FD45A8B1-C1CD-436E-A963-4D4A3169C5E8}" destId="{6FAD9613-1C54-4D34-8777-5156B4E7785B}" srcOrd="1" destOrd="0" presId="urn:microsoft.com/office/officeart/2018/5/layout/IconCircleLabelList"/>
    <dgm:cxn modelId="{59466E78-02AE-4628-8B82-8CC3DD4A4D12}" type="presParOf" srcId="{FD45A8B1-C1CD-436E-A963-4D4A3169C5E8}" destId="{AC88DD4B-4C39-417D-B06D-B9B4BC40C699}" srcOrd="2" destOrd="0" presId="urn:microsoft.com/office/officeart/2018/5/layout/IconCircleLabelList"/>
    <dgm:cxn modelId="{53C646B9-C6EE-4BD8-8992-31A2F26202B1}" type="presParOf" srcId="{FD45A8B1-C1CD-436E-A963-4D4A3169C5E8}" destId="{67380C1C-EE5A-41CC-B8B8-0293E7159C3F}" srcOrd="3" destOrd="0" presId="urn:microsoft.com/office/officeart/2018/5/layout/IconCircleLabelList"/>
    <dgm:cxn modelId="{67D07E66-2276-47C6-B836-5D4997AFE083}" type="presParOf" srcId="{D863959F-FB67-478B-8487-013056DB16C3}" destId="{E31F5073-127A-4EA5-A307-F8D8E8441C1C}" srcOrd="1" destOrd="0" presId="urn:microsoft.com/office/officeart/2018/5/layout/IconCircleLabelList"/>
    <dgm:cxn modelId="{A1E5B0B0-E460-47D9-B2C2-76E5F6583A8D}" type="presParOf" srcId="{D863959F-FB67-478B-8487-013056DB16C3}" destId="{50C26956-41A8-4668-A180-241B0E35002D}" srcOrd="2" destOrd="0" presId="urn:microsoft.com/office/officeart/2018/5/layout/IconCircleLabelList"/>
    <dgm:cxn modelId="{46C07FFA-6FA3-4011-9444-A57725ACA492}" type="presParOf" srcId="{50C26956-41A8-4668-A180-241B0E35002D}" destId="{50CA0FF6-C7D5-474E-961D-CCB6CBC87D68}" srcOrd="0" destOrd="0" presId="urn:microsoft.com/office/officeart/2018/5/layout/IconCircleLabelList"/>
    <dgm:cxn modelId="{F6C75FF9-8EF1-437C-AC6A-1966A82A60B9}" type="presParOf" srcId="{50C26956-41A8-4668-A180-241B0E35002D}" destId="{2D971CD2-4B42-4AC1-BA59-900C7D1BD032}" srcOrd="1" destOrd="0" presId="urn:microsoft.com/office/officeart/2018/5/layout/IconCircleLabelList"/>
    <dgm:cxn modelId="{A0E90B8A-8038-497A-84A1-4C0FC1C4C662}" type="presParOf" srcId="{50C26956-41A8-4668-A180-241B0E35002D}" destId="{5812AA1B-79DA-40E0-89B0-1C3D69E892F1}" srcOrd="2" destOrd="0" presId="urn:microsoft.com/office/officeart/2018/5/layout/IconCircleLabelList"/>
    <dgm:cxn modelId="{2CDBD78D-9F2F-4686-8E02-A99F2DEB7C7D}" type="presParOf" srcId="{50C26956-41A8-4668-A180-241B0E35002D}" destId="{C492B41F-2091-4881-8913-4D8B1B3CA851}" srcOrd="3" destOrd="0" presId="urn:microsoft.com/office/officeart/2018/5/layout/IconCircleLabelList"/>
    <dgm:cxn modelId="{45AAFF69-F9C6-4166-BFAD-D2504D3367DC}" type="presParOf" srcId="{D863959F-FB67-478B-8487-013056DB16C3}" destId="{BA1A4A4A-2624-47EE-9AD5-C69253CF97E4}" srcOrd="3" destOrd="0" presId="urn:microsoft.com/office/officeart/2018/5/layout/IconCircleLabelList"/>
    <dgm:cxn modelId="{A7F0D580-B57A-465A-ABCD-A682A036A2DA}" type="presParOf" srcId="{D863959F-FB67-478B-8487-013056DB16C3}" destId="{84B471BB-2CB0-4FA2-8782-52A16D241E6B}" srcOrd="4" destOrd="0" presId="urn:microsoft.com/office/officeart/2018/5/layout/IconCircleLabelList"/>
    <dgm:cxn modelId="{5905BC37-ACD0-41E4-A379-FAFDF45895AD}" type="presParOf" srcId="{84B471BB-2CB0-4FA2-8782-52A16D241E6B}" destId="{D57FEB77-7608-4800-9579-FD0BF74C891A}" srcOrd="0" destOrd="0" presId="urn:microsoft.com/office/officeart/2018/5/layout/IconCircleLabelList"/>
    <dgm:cxn modelId="{31F22AC7-3C06-4F47-9B9F-3B260EDAA5BF}" type="presParOf" srcId="{84B471BB-2CB0-4FA2-8782-52A16D241E6B}" destId="{98D2E8CC-84CA-41C6-9B5B-2595A6179407}" srcOrd="1" destOrd="0" presId="urn:microsoft.com/office/officeart/2018/5/layout/IconCircleLabelList"/>
    <dgm:cxn modelId="{CE1B134C-4AB5-4645-A9B9-FF26EA5ACCB4}" type="presParOf" srcId="{84B471BB-2CB0-4FA2-8782-52A16D241E6B}" destId="{8B4FDE3E-0DB4-43CC-88A4-732C2AE4333F}" srcOrd="2" destOrd="0" presId="urn:microsoft.com/office/officeart/2018/5/layout/IconCircleLabelList"/>
    <dgm:cxn modelId="{6BCD9E6B-B1F9-4FAD-B1FE-A7B837D79265}" type="presParOf" srcId="{84B471BB-2CB0-4FA2-8782-52A16D241E6B}" destId="{416B737E-A80D-4815-8857-60951E1D761E}" srcOrd="3" destOrd="0" presId="urn:microsoft.com/office/officeart/2018/5/layout/IconCircleLabelList"/>
    <dgm:cxn modelId="{71B2F805-14CD-4607-9313-296C37B5481E}" type="presParOf" srcId="{D863959F-FB67-478B-8487-013056DB16C3}" destId="{8F7093B1-BFC3-40BA-B5F1-2081F5A96A69}" srcOrd="5" destOrd="0" presId="urn:microsoft.com/office/officeart/2018/5/layout/IconCircleLabelList"/>
    <dgm:cxn modelId="{A7EFD944-3C96-4400-9C54-E7E3433EFAC7}" type="presParOf" srcId="{D863959F-FB67-478B-8487-013056DB16C3}" destId="{C775124B-3452-4894-BBB2-F6D43F34D971}" srcOrd="6" destOrd="0" presId="urn:microsoft.com/office/officeart/2018/5/layout/IconCircleLabelList"/>
    <dgm:cxn modelId="{9C50DB05-5FFC-4CD1-A247-A6CBCB54DD93}" type="presParOf" srcId="{C775124B-3452-4894-BBB2-F6D43F34D971}" destId="{CB81CA57-B08F-4786-AC5C-DD29F8FCF61D}" srcOrd="0" destOrd="0" presId="urn:microsoft.com/office/officeart/2018/5/layout/IconCircleLabelList"/>
    <dgm:cxn modelId="{2C42E44A-CF3C-4C95-9C38-769503A6840B}" type="presParOf" srcId="{C775124B-3452-4894-BBB2-F6D43F34D971}" destId="{2ED1877A-3503-41C9-BA6E-A16CFBC836E0}" srcOrd="1" destOrd="0" presId="urn:microsoft.com/office/officeart/2018/5/layout/IconCircleLabelList"/>
    <dgm:cxn modelId="{C03AE157-146F-42C5-8766-2770505A115B}" type="presParOf" srcId="{C775124B-3452-4894-BBB2-F6D43F34D971}" destId="{FE7B0693-2FB2-486C-9A0F-A055EAEFDD07}" srcOrd="2" destOrd="0" presId="urn:microsoft.com/office/officeart/2018/5/layout/IconCircleLabelList"/>
    <dgm:cxn modelId="{A479E147-392F-4CA6-AD76-E992D96FFB2E}" type="presParOf" srcId="{C775124B-3452-4894-BBB2-F6D43F34D971}" destId="{8F805B76-A2B5-41DE-BA43-84364F572EAA}" srcOrd="3" destOrd="0" presId="urn:microsoft.com/office/officeart/2018/5/layout/IconCircleLabel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0E7A74-CF78-43CE-9B62-EB1BA4004EDA}" type="doc">
      <dgm:prSet loTypeId="urn:microsoft.com/office/officeart/2005/8/layout/cycle5" loCatId="cycle" qsTypeId="urn:microsoft.com/office/officeart/2005/8/quickstyle/simple1" qsCatId="simple" csTypeId="urn:microsoft.com/office/officeart/2005/8/colors/colorful2" csCatId="colorful" phldr="1"/>
      <dgm:spPr/>
      <dgm:t>
        <a:bodyPr/>
        <a:lstStyle/>
        <a:p>
          <a:endParaRPr lang="es-ES"/>
        </a:p>
      </dgm:t>
    </dgm:pt>
    <dgm:pt modelId="{3B63AE4C-DFD0-4405-8E16-1DC05FC4EC38}">
      <dgm:prSet phldrT="[Texto]"/>
      <dgm:spPr/>
      <dgm:t>
        <a:bodyPr/>
        <a:lstStyle/>
        <a:p>
          <a:r>
            <a:rPr lang="es-ES" b="1" dirty="0"/>
            <a:t>Información</a:t>
          </a:r>
        </a:p>
      </dgm:t>
    </dgm:pt>
    <dgm:pt modelId="{B2E22180-986B-44DA-9811-1CE49000BA26}" type="parTrans" cxnId="{0BA121C2-A2D3-4FD1-9C66-0C6324352B34}">
      <dgm:prSet/>
      <dgm:spPr/>
      <dgm:t>
        <a:bodyPr/>
        <a:lstStyle/>
        <a:p>
          <a:endParaRPr lang="es-ES"/>
        </a:p>
      </dgm:t>
    </dgm:pt>
    <dgm:pt modelId="{1CB42B75-577F-4A65-9DD2-4C8E7A6D138A}" type="sibTrans" cxnId="{0BA121C2-A2D3-4FD1-9C66-0C6324352B34}">
      <dgm:prSet/>
      <dgm:spPr/>
      <dgm:t>
        <a:bodyPr/>
        <a:lstStyle/>
        <a:p>
          <a:endParaRPr lang="es-ES"/>
        </a:p>
      </dgm:t>
    </dgm:pt>
    <dgm:pt modelId="{65C60469-6FED-46AF-80BF-4D8BF1DB9846}">
      <dgm:prSet phldrT="[Texto]"/>
      <dgm:spPr/>
      <dgm:t>
        <a:bodyPr/>
        <a:lstStyle/>
        <a:p>
          <a:r>
            <a:rPr lang="es-ES" b="1" dirty="0"/>
            <a:t>Decisión</a:t>
          </a:r>
        </a:p>
      </dgm:t>
    </dgm:pt>
    <dgm:pt modelId="{B95B1345-F086-44BD-8F02-ECF45D8DF4F8}" type="parTrans" cxnId="{859F1C19-30D8-40A3-A9B0-D9D7864565E0}">
      <dgm:prSet/>
      <dgm:spPr/>
      <dgm:t>
        <a:bodyPr/>
        <a:lstStyle/>
        <a:p>
          <a:endParaRPr lang="es-ES"/>
        </a:p>
      </dgm:t>
    </dgm:pt>
    <dgm:pt modelId="{9049C39B-9C24-437D-8228-5BE4FB64A069}" type="sibTrans" cxnId="{859F1C19-30D8-40A3-A9B0-D9D7864565E0}">
      <dgm:prSet/>
      <dgm:spPr/>
      <dgm:t>
        <a:bodyPr/>
        <a:lstStyle/>
        <a:p>
          <a:endParaRPr lang="es-ES"/>
        </a:p>
      </dgm:t>
    </dgm:pt>
    <dgm:pt modelId="{D86927DC-833F-4567-8CED-85F2E9DB7FA2}">
      <dgm:prSet phldrT="[Texto]"/>
      <dgm:spPr/>
      <dgm:t>
        <a:bodyPr/>
        <a:lstStyle/>
        <a:p>
          <a:r>
            <a:rPr lang="es-ES" b="1" dirty="0"/>
            <a:t>Acción</a:t>
          </a:r>
        </a:p>
      </dgm:t>
    </dgm:pt>
    <dgm:pt modelId="{FF29EB57-4DB5-41D5-9D76-1D66D8B5F0E6}" type="parTrans" cxnId="{E9DFC3BF-3B8A-40F2-8423-F1F598CDDB7E}">
      <dgm:prSet/>
      <dgm:spPr/>
      <dgm:t>
        <a:bodyPr/>
        <a:lstStyle/>
        <a:p>
          <a:endParaRPr lang="es-ES"/>
        </a:p>
      </dgm:t>
    </dgm:pt>
    <dgm:pt modelId="{5EC3D360-1237-41C5-AB2E-29699771619F}" type="sibTrans" cxnId="{E9DFC3BF-3B8A-40F2-8423-F1F598CDDB7E}">
      <dgm:prSet/>
      <dgm:spPr/>
      <dgm:t>
        <a:bodyPr/>
        <a:lstStyle/>
        <a:p>
          <a:endParaRPr lang="es-ES"/>
        </a:p>
      </dgm:t>
    </dgm:pt>
    <dgm:pt modelId="{F18108AC-2E70-44D2-A283-2BED462A1AEA}" type="pres">
      <dgm:prSet presAssocID="{F80E7A74-CF78-43CE-9B62-EB1BA4004EDA}" presName="cycle" presStyleCnt="0">
        <dgm:presLayoutVars>
          <dgm:dir/>
          <dgm:resizeHandles val="exact"/>
        </dgm:presLayoutVars>
      </dgm:prSet>
      <dgm:spPr/>
    </dgm:pt>
    <dgm:pt modelId="{06A69109-CA0E-4F89-BE3C-FE03531F5DAE}" type="pres">
      <dgm:prSet presAssocID="{3B63AE4C-DFD0-4405-8E16-1DC05FC4EC38}" presName="node" presStyleLbl="node1" presStyleIdx="0" presStyleCnt="3">
        <dgm:presLayoutVars>
          <dgm:bulletEnabled val="1"/>
        </dgm:presLayoutVars>
      </dgm:prSet>
      <dgm:spPr/>
    </dgm:pt>
    <dgm:pt modelId="{B4EBD69E-5899-4E09-B66F-130B94E1D2A7}" type="pres">
      <dgm:prSet presAssocID="{3B63AE4C-DFD0-4405-8E16-1DC05FC4EC38}" presName="spNode" presStyleCnt="0"/>
      <dgm:spPr/>
    </dgm:pt>
    <dgm:pt modelId="{482A3C74-D4EF-43BF-A42D-298415DBC698}" type="pres">
      <dgm:prSet presAssocID="{1CB42B75-577F-4A65-9DD2-4C8E7A6D138A}" presName="sibTrans" presStyleLbl="sibTrans1D1" presStyleIdx="0" presStyleCnt="3"/>
      <dgm:spPr/>
    </dgm:pt>
    <dgm:pt modelId="{846AD6E5-27E9-4818-B6C7-E861856663DD}" type="pres">
      <dgm:prSet presAssocID="{65C60469-6FED-46AF-80BF-4D8BF1DB9846}" presName="node" presStyleLbl="node1" presStyleIdx="1" presStyleCnt="3">
        <dgm:presLayoutVars>
          <dgm:bulletEnabled val="1"/>
        </dgm:presLayoutVars>
      </dgm:prSet>
      <dgm:spPr/>
    </dgm:pt>
    <dgm:pt modelId="{EA7F0AC7-D447-4F1F-9206-05213DA25A5D}" type="pres">
      <dgm:prSet presAssocID="{65C60469-6FED-46AF-80BF-4D8BF1DB9846}" presName="spNode" presStyleCnt="0"/>
      <dgm:spPr/>
    </dgm:pt>
    <dgm:pt modelId="{9C5903E0-0740-42D3-9202-E0B89B111B7C}" type="pres">
      <dgm:prSet presAssocID="{9049C39B-9C24-437D-8228-5BE4FB64A069}" presName="sibTrans" presStyleLbl="sibTrans1D1" presStyleIdx="1" presStyleCnt="3"/>
      <dgm:spPr/>
    </dgm:pt>
    <dgm:pt modelId="{E4DD1164-FABB-45B8-8A6F-C440892DFD29}" type="pres">
      <dgm:prSet presAssocID="{D86927DC-833F-4567-8CED-85F2E9DB7FA2}" presName="node" presStyleLbl="node1" presStyleIdx="2" presStyleCnt="3">
        <dgm:presLayoutVars>
          <dgm:bulletEnabled val="1"/>
        </dgm:presLayoutVars>
      </dgm:prSet>
      <dgm:spPr/>
    </dgm:pt>
    <dgm:pt modelId="{978C7E30-DD40-468E-B65B-4D0FF07CD26A}" type="pres">
      <dgm:prSet presAssocID="{D86927DC-833F-4567-8CED-85F2E9DB7FA2}" presName="spNode" presStyleCnt="0"/>
      <dgm:spPr/>
    </dgm:pt>
    <dgm:pt modelId="{1FCD785D-2A39-44F5-A81A-67A7CB314C2D}" type="pres">
      <dgm:prSet presAssocID="{5EC3D360-1237-41C5-AB2E-29699771619F}" presName="sibTrans" presStyleLbl="sibTrans1D1" presStyleIdx="2" presStyleCnt="3"/>
      <dgm:spPr/>
    </dgm:pt>
  </dgm:ptLst>
  <dgm:cxnLst>
    <dgm:cxn modelId="{3AACD50E-68E1-4B62-9204-D10CB3270F33}" type="presOf" srcId="{D86927DC-833F-4567-8CED-85F2E9DB7FA2}" destId="{E4DD1164-FABB-45B8-8A6F-C440892DFD29}" srcOrd="0" destOrd="0" presId="urn:microsoft.com/office/officeart/2005/8/layout/cycle5"/>
    <dgm:cxn modelId="{859F1C19-30D8-40A3-A9B0-D9D7864565E0}" srcId="{F80E7A74-CF78-43CE-9B62-EB1BA4004EDA}" destId="{65C60469-6FED-46AF-80BF-4D8BF1DB9846}" srcOrd="1" destOrd="0" parTransId="{B95B1345-F086-44BD-8F02-ECF45D8DF4F8}" sibTransId="{9049C39B-9C24-437D-8228-5BE4FB64A069}"/>
    <dgm:cxn modelId="{C3633646-AA06-4B41-9230-B530255FFED3}" type="presOf" srcId="{65C60469-6FED-46AF-80BF-4D8BF1DB9846}" destId="{846AD6E5-27E9-4818-B6C7-E861856663DD}" srcOrd="0" destOrd="0" presId="urn:microsoft.com/office/officeart/2005/8/layout/cycle5"/>
    <dgm:cxn modelId="{01FF7B66-85C3-4999-97C5-C812023D6D35}" type="presOf" srcId="{5EC3D360-1237-41C5-AB2E-29699771619F}" destId="{1FCD785D-2A39-44F5-A81A-67A7CB314C2D}" srcOrd="0" destOrd="0" presId="urn:microsoft.com/office/officeart/2005/8/layout/cycle5"/>
    <dgm:cxn modelId="{2572F349-E17E-4678-854C-29618331E082}" type="presOf" srcId="{3B63AE4C-DFD0-4405-8E16-1DC05FC4EC38}" destId="{06A69109-CA0E-4F89-BE3C-FE03531F5DAE}" srcOrd="0" destOrd="0" presId="urn:microsoft.com/office/officeart/2005/8/layout/cycle5"/>
    <dgm:cxn modelId="{2B14765A-1C76-47B3-99DA-07BCA35BC210}" type="presOf" srcId="{F80E7A74-CF78-43CE-9B62-EB1BA4004EDA}" destId="{F18108AC-2E70-44D2-A283-2BED462A1AEA}" srcOrd="0" destOrd="0" presId="urn:microsoft.com/office/officeart/2005/8/layout/cycle5"/>
    <dgm:cxn modelId="{4F927CB7-B56D-4CD1-8CEC-F53393C6E06B}" type="presOf" srcId="{1CB42B75-577F-4A65-9DD2-4C8E7A6D138A}" destId="{482A3C74-D4EF-43BF-A42D-298415DBC698}" srcOrd="0" destOrd="0" presId="urn:microsoft.com/office/officeart/2005/8/layout/cycle5"/>
    <dgm:cxn modelId="{E9DFC3BF-3B8A-40F2-8423-F1F598CDDB7E}" srcId="{F80E7A74-CF78-43CE-9B62-EB1BA4004EDA}" destId="{D86927DC-833F-4567-8CED-85F2E9DB7FA2}" srcOrd="2" destOrd="0" parTransId="{FF29EB57-4DB5-41D5-9D76-1D66D8B5F0E6}" sibTransId="{5EC3D360-1237-41C5-AB2E-29699771619F}"/>
    <dgm:cxn modelId="{0BA121C2-A2D3-4FD1-9C66-0C6324352B34}" srcId="{F80E7A74-CF78-43CE-9B62-EB1BA4004EDA}" destId="{3B63AE4C-DFD0-4405-8E16-1DC05FC4EC38}" srcOrd="0" destOrd="0" parTransId="{B2E22180-986B-44DA-9811-1CE49000BA26}" sibTransId="{1CB42B75-577F-4A65-9DD2-4C8E7A6D138A}"/>
    <dgm:cxn modelId="{A9D3D3D8-D501-4403-9337-2DF752591DED}" type="presOf" srcId="{9049C39B-9C24-437D-8228-5BE4FB64A069}" destId="{9C5903E0-0740-42D3-9202-E0B89B111B7C}" srcOrd="0" destOrd="0" presId="urn:microsoft.com/office/officeart/2005/8/layout/cycle5"/>
    <dgm:cxn modelId="{9A2684ED-FE3D-41DA-B9D5-5C7D8312783C}" type="presParOf" srcId="{F18108AC-2E70-44D2-A283-2BED462A1AEA}" destId="{06A69109-CA0E-4F89-BE3C-FE03531F5DAE}" srcOrd="0" destOrd="0" presId="urn:microsoft.com/office/officeart/2005/8/layout/cycle5"/>
    <dgm:cxn modelId="{4DBDDC82-16E9-4157-82C9-C87711415810}" type="presParOf" srcId="{F18108AC-2E70-44D2-A283-2BED462A1AEA}" destId="{B4EBD69E-5899-4E09-B66F-130B94E1D2A7}" srcOrd="1" destOrd="0" presId="urn:microsoft.com/office/officeart/2005/8/layout/cycle5"/>
    <dgm:cxn modelId="{53E2B5E0-2897-4906-9758-8C9B83486249}" type="presParOf" srcId="{F18108AC-2E70-44D2-A283-2BED462A1AEA}" destId="{482A3C74-D4EF-43BF-A42D-298415DBC698}" srcOrd="2" destOrd="0" presId="urn:microsoft.com/office/officeart/2005/8/layout/cycle5"/>
    <dgm:cxn modelId="{DFB177BF-FAF1-44FA-BC1E-EC096C6DD8FA}" type="presParOf" srcId="{F18108AC-2E70-44D2-A283-2BED462A1AEA}" destId="{846AD6E5-27E9-4818-B6C7-E861856663DD}" srcOrd="3" destOrd="0" presId="urn:microsoft.com/office/officeart/2005/8/layout/cycle5"/>
    <dgm:cxn modelId="{F19342AA-A3CD-4D15-BF54-2F2AA021F1E6}" type="presParOf" srcId="{F18108AC-2E70-44D2-A283-2BED462A1AEA}" destId="{EA7F0AC7-D447-4F1F-9206-05213DA25A5D}" srcOrd="4" destOrd="0" presId="urn:microsoft.com/office/officeart/2005/8/layout/cycle5"/>
    <dgm:cxn modelId="{45A2F757-DA21-4BEB-BC16-2B3F1CE6A9E4}" type="presParOf" srcId="{F18108AC-2E70-44D2-A283-2BED462A1AEA}" destId="{9C5903E0-0740-42D3-9202-E0B89B111B7C}" srcOrd="5" destOrd="0" presId="urn:microsoft.com/office/officeart/2005/8/layout/cycle5"/>
    <dgm:cxn modelId="{7AA2758D-2CA8-458E-BE24-D75A026BFC86}" type="presParOf" srcId="{F18108AC-2E70-44D2-A283-2BED462A1AEA}" destId="{E4DD1164-FABB-45B8-8A6F-C440892DFD29}" srcOrd="6" destOrd="0" presId="urn:microsoft.com/office/officeart/2005/8/layout/cycle5"/>
    <dgm:cxn modelId="{195F232B-504D-4640-9A3E-53F4D5C00E74}" type="presParOf" srcId="{F18108AC-2E70-44D2-A283-2BED462A1AEA}" destId="{978C7E30-DD40-468E-B65B-4D0FF07CD26A}" srcOrd="7" destOrd="0" presId="urn:microsoft.com/office/officeart/2005/8/layout/cycle5"/>
    <dgm:cxn modelId="{ACC092F9-9831-444C-A051-9EACABD88A35}" type="presParOf" srcId="{F18108AC-2E70-44D2-A283-2BED462A1AEA}" destId="{1FCD785D-2A39-44F5-A81A-67A7CB314C2D}"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8F7904-56AF-43A8-9259-9FAD45FEAD8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30A88CE5-333F-469B-9121-40F3E3B2024E}">
      <dgm:prSet custT="1"/>
      <dgm:spPr/>
      <dgm:t>
        <a:bodyPr/>
        <a:lstStyle/>
        <a:p>
          <a:r>
            <a:rPr lang="es-ES" sz="1800" b="1" dirty="0"/>
            <a:t>Racionalidad</a:t>
          </a:r>
          <a:r>
            <a:rPr lang="es-ES" sz="1800" dirty="0"/>
            <a:t> </a:t>
          </a:r>
          <a:r>
            <a:rPr lang="es-ES" sz="1800" b="1" dirty="0"/>
            <a:t>limitada</a:t>
          </a:r>
          <a:endParaRPr lang="en-US" sz="1800" dirty="0"/>
        </a:p>
      </dgm:t>
    </dgm:pt>
    <dgm:pt modelId="{E2DB4A25-A20B-4F03-B61F-395BE4C92DA0}" type="parTrans" cxnId="{D71822D4-1DC7-4FE3-961D-2A1C11A336DE}">
      <dgm:prSet/>
      <dgm:spPr/>
      <dgm:t>
        <a:bodyPr/>
        <a:lstStyle/>
        <a:p>
          <a:endParaRPr lang="en-US" sz="1800"/>
        </a:p>
      </dgm:t>
    </dgm:pt>
    <dgm:pt modelId="{9BF42FD6-8DF2-4A36-8FDF-022283DA1F24}" type="sibTrans" cxnId="{D71822D4-1DC7-4FE3-961D-2A1C11A336DE}">
      <dgm:prSet/>
      <dgm:spPr/>
      <dgm:t>
        <a:bodyPr/>
        <a:lstStyle/>
        <a:p>
          <a:endParaRPr lang="en-US" sz="1800"/>
        </a:p>
      </dgm:t>
    </dgm:pt>
    <dgm:pt modelId="{10055370-68BE-4F00-BF69-21056475C187}">
      <dgm:prSet custT="1"/>
      <dgm:spPr/>
      <dgm:t>
        <a:bodyPr/>
        <a:lstStyle/>
        <a:p>
          <a:r>
            <a:rPr lang="es-ES" sz="1800" dirty="0"/>
            <a:t>Podemos aceptarlas debido a limitaciones de tiempo que hacen imposible obtener todas las alternativas posibles.</a:t>
          </a:r>
          <a:endParaRPr lang="en-US" sz="1800" dirty="0"/>
        </a:p>
      </dgm:t>
    </dgm:pt>
    <dgm:pt modelId="{5A7BCD93-AA5D-473D-BB12-D3DD7CF021F9}" type="parTrans" cxnId="{50D71353-3723-4ED7-9DA0-D07D3C8B2C67}">
      <dgm:prSet/>
      <dgm:spPr/>
      <dgm:t>
        <a:bodyPr/>
        <a:lstStyle/>
        <a:p>
          <a:endParaRPr lang="en-US" sz="1800"/>
        </a:p>
      </dgm:t>
    </dgm:pt>
    <dgm:pt modelId="{2BC0EA1C-8892-4227-8C03-74845B28DD40}" type="sibTrans" cxnId="{50D71353-3723-4ED7-9DA0-D07D3C8B2C67}">
      <dgm:prSet/>
      <dgm:spPr/>
      <dgm:t>
        <a:bodyPr/>
        <a:lstStyle/>
        <a:p>
          <a:endParaRPr lang="en-US" sz="1800"/>
        </a:p>
      </dgm:t>
    </dgm:pt>
    <dgm:pt modelId="{1FC3892B-8158-49C9-AFEE-96106AAAB8BB}">
      <dgm:prSet custT="1"/>
      <dgm:spPr/>
      <dgm:t>
        <a:bodyPr/>
        <a:lstStyle/>
        <a:p>
          <a:r>
            <a:rPr lang="es-ES" sz="1800" b="1" dirty="0"/>
            <a:t>Intuición</a:t>
          </a:r>
          <a:r>
            <a:rPr lang="es-ES" sz="1800" dirty="0"/>
            <a:t>. Los gerentes también usan regularmente la intuición.</a:t>
          </a:r>
          <a:endParaRPr lang="en-US" sz="1800" dirty="0"/>
        </a:p>
      </dgm:t>
    </dgm:pt>
    <dgm:pt modelId="{7162EB96-19A7-4341-B16D-6F8265248D6F}" type="parTrans" cxnId="{93BB6A3D-7303-4333-A0DE-CB7532A9F619}">
      <dgm:prSet/>
      <dgm:spPr/>
      <dgm:t>
        <a:bodyPr/>
        <a:lstStyle/>
        <a:p>
          <a:endParaRPr lang="en-US" sz="1800"/>
        </a:p>
      </dgm:t>
    </dgm:pt>
    <dgm:pt modelId="{AC0FC344-FAA6-46BE-A73A-2CB288E9D996}" type="sibTrans" cxnId="{93BB6A3D-7303-4333-A0DE-CB7532A9F619}">
      <dgm:prSet/>
      <dgm:spPr/>
      <dgm:t>
        <a:bodyPr/>
        <a:lstStyle/>
        <a:p>
          <a:endParaRPr lang="en-US" sz="1800"/>
        </a:p>
      </dgm:t>
    </dgm:pt>
    <dgm:pt modelId="{D990AF0F-511B-4406-AEEC-83CAF41D66BD}">
      <dgm:prSet custT="1"/>
      <dgm:spPr/>
      <dgm:t>
        <a:bodyPr/>
        <a:lstStyle/>
        <a:p>
          <a:r>
            <a:rPr lang="es-ES" sz="1800"/>
            <a:t>Puede ocurrir junto con el análisis racional; los dos se complementan. </a:t>
          </a:r>
          <a:endParaRPr lang="en-US" sz="1800"/>
        </a:p>
      </dgm:t>
    </dgm:pt>
    <dgm:pt modelId="{1AAFA1DC-8621-4802-9611-ED626AD494D1}" type="parTrans" cxnId="{16E3A574-6F5D-49F2-B324-114A43987AA0}">
      <dgm:prSet/>
      <dgm:spPr/>
      <dgm:t>
        <a:bodyPr/>
        <a:lstStyle/>
        <a:p>
          <a:endParaRPr lang="en-US" sz="1800"/>
        </a:p>
      </dgm:t>
    </dgm:pt>
    <dgm:pt modelId="{6AA34772-BC2D-4BEF-A215-50469E8ED64E}" type="sibTrans" cxnId="{16E3A574-6F5D-49F2-B324-114A43987AA0}">
      <dgm:prSet/>
      <dgm:spPr/>
      <dgm:t>
        <a:bodyPr/>
        <a:lstStyle/>
        <a:p>
          <a:endParaRPr lang="en-US" sz="1800"/>
        </a:p>
      </dgm:t>
    </dgm:pt>
    <dgm:pt modelId="{3F334A37-1C9C-44F5-946F-84A2A70A0B32}">
      <dgm:prSet custT="1"/>
      <dgm:spPr/>
      <dgm:t>
        <a:bodyPr/>
        <a:lstStyle/>
        <a:p>
          <a:r>
            <a:rPr lang="es-ES" sz="1800" dirty="0"/>
            <a:t>La toma de decisiones intuitiva no reemplazar al proceso racional, sí desempeña un papel importante en la toma de decisiones gerenciales.</a:t>
          </a:r>
          <a:endParaRPr lang="en-US" sz="1800" dirty="0"/>
        </a:p>
      </dgm:t>
    </dgm:pt>
    <dgm:pt modelId="{A41F3CE6-5445-4E26-841A-66AAC2E1E3A9}" type="parTrans" cxnId="{7763BF4C-8436-4793-B065-E8E6270D1723}">
      <dgm:prSet/>
      <dgm:spPr/>
      <dgm:t>
        <a:bodyPr/>
        <a:lstStyle/>
        <a:p>
          <a:endParaRPr lang="en-US" sz="1800"/>
        </a:p>
      </dgm:t>
    </dgm:pt>
    <dgm:pt modelId="{2AD35014-FDC9-44CE-923B-62E03BE6E7D8}" type="sibTrans" cxnId="{7763BF4C-8436-4793-B065-E8E6270D1723}">
      <dgm:prSet/>
      <dgm:spPr/>
      <dgm:t>
        <a:bodyPr/>
        <a:lstStyle/>
        <a:p>
          <a:endParaRPr lang="en-US" sz="1800"/>
        </a:p>
      </dgm:t>
    </dgm:pt>
    <dgm:pt modelId="{D2D97C28-0D06-4079-A381-1249A7AD3316}">
      <dgm:prSet custT="1"/>
      <dgm:spPr/>
      <dgm:t>
        <a:bodyPr/>
        <a:lstStyle/>
        <a:p>
          <a:r>
            <a:rPr lang="es-ES" sz="1800" b="1" dirty="0"/>
            <a:t>Racionalidad</a:t>
          </a:r>
          <a:r>
            <a:rPr lang="es-ES" sz="1800" dirty="0"/>
            <a:t>. Supone que tomar decisiones  es racional, </a:t>
          </a:r>
          <a:r>
            <a:rPr lang="es-ES" sz="1800" dirty="0" err="1"/>
            <a:t>i.e</a:t>
          </a:r>
          <a:r>
            <a:rPr lang="es-ES" sz="1800" dirty="0"/>
            <a:t> que sean consistentes y que maximicen el valor dentro de restricciones específicas. Si un gerente pudiera ser perfectamente racional, sería  completamente  lógico y objetivo.</a:t>
          </a:r>
          <a:endParaRPr lang="en-US" sz="1800" dirty="0"/>
        </a:p>
      </dgm:t>
    </dgm:pt>
    <dgm:pt modelId="{F6BC93B4-595D-4BF2-B5FD-89471EE311FC}" type="parTrans" cxnId="{917E2C65-D370-449B-B9CE-378BF384054B}">
      <dgm:prSet/>
      <dgm:spPr/>
      <dgm:t>
        <a:bodyPr/>
        <a:lstStyle/>
        <a:p>
          <a:endParaRPr lang="es-ES" sz="1800"/>
        </a:p>
      </dgm:t>
    </dgm:pt>
    <dgm:pt modelId="{5E32E5D9-63D1-4A04-AD7F-4A4982713E7D}" type="sibTrans" cxnId="{917E2C65-D370-449B-B9CE-378BF384054B}">
      <dgm:prSet/>
      <dgm:spPr/>
      <dgm:t>
        <a:bodyPr/>
        <a:lstStyle/>
        <a:p>
          <a:endParaRPr lang="es-ES" sz="1800"/>
        </a:p>
      </dgm:t>
    </dgm:pt>
    <dgm:pt modelId="{1CFD768D-795E-4857-BF1F-1E9B455AA27D}">
      <dgm:prSet custT="1"/>
      <dgm:spPr/>
      <dgm:t>
        <a:bodyPr/>
        <a:lstStyle/>
        <a:p>
          <a:r>
            <a:rPr lang="es-ES" sz="1800" dirty="0"/>
            <a:t>Los gerentes toman decisiones aceptando que sean "lo suficientemente buenas".</a:t>
          </a:r>
          <a:endParaRPr lang="en-US" sz="1800" dirty="0"/>
        </a:p>
      </dgm:t>
    </dgm:pt>
    <dgm:pt modelId="{E6217653-3102-4EE9-B189-83706D1F0611}" type="parTrans" cxnId="{A8EC9961-DC11-478A-93D2-4AC946F891D6}">
      <dgm:prSet/>
      <dgm:spPr/>
      <dgm:t>
        <a:bodyPr/>
        <a:lstStyle/>
        <a:p>
          <a:endParaRPr lang="es-ES" sz="1800"/>
        </a:p>
      </dgm:t>
    </dgm:pt>
    <dgm:pt modelId="{D885BAD7-49D9-49B6-A11A-8A76774E6B03}" type="sibTrans" cxnId="{A8EC9961-DC11-478A-93D2-4AC946F891D6}">
      <dgm:prSet/>
      <dgm:spPr/>
      <dgm:t>
        <a:bodyPr/>
        <a:lstStyle/>
        <a:p>
          <a:endParaRPr lang="es-ES" sz="1800"/>
        </a:p>
      </dgm:t>
    </dgm:pt>
    <dgm:pt modelId="{C6B9FE1C-E38A-4F3B-B082-5EC2D7678244}" type="pres">
      <dgm:prSet presAssocID="{2E8F7904-56AF-43A8-9259-9FAD45FEAD8C}" presName="linear" presStyleCnt="0">
        <dgm:presLayoutVars>
          <dgm:animLvl val="lvl"/>
          <dgm:resizeHandles val="exact"/>
        </dgm:presLayoutVars>
      </dgm:prSet>
      <dgm:spPr/>
    </dgm:pt>
    <dgm:pt modelId="{809B0C26-8DBE-4592-B541-9A0C8DD51841}" type="pres">
      <dgm:prSet presAssocID="{D2D97C28-0D06-4079-A381-1249A7AD3316}" presName="parentText" presStyleLbl="node1" presStyleIdx="0" presStyleCnt="3">
        <dgm:presLayoutVars>
          <dgm:chMax val="0"/>
          <dgm:bulletEnabled val="1"/>
        </dgm:presLayoutVars>
      </dgm:prSet>
      <dgm:spPr/>
    </dgm:pt>
    <dgm:pt modelId="{CB0009BF-6BBF-407B-91EF-B5AD9ABE478D}" type="pres">
      <dgm:prSet presAssocID="{5E32E5D9-63D1-4A04-AD7F-4A4982713E7D}" presName="spacer" presStyleCnt="0"/>
      <dgm:spPr/>
    </dgm:pt>
    <dgm:pt modelId="{4C8E9174-82B5-4A83-8DC8-6FE42DA024BA}" type="pres">
      <dgm:prSet presAssocID="{30A88CE5-333F-469B-9121-40F3E3B2024E}" presName="parentText" presStyleLbl="node1" presStyleIdx="1" presStyleCnt="3">
        <dgm:presLayoutVars>
          <dgm:chMax val="0"/>
          <dgm:bulletEnabled val="1"/>
        </dgm:presLayoutVars>
      </dgm:prSet>
      <dgm:spPr/>
    </dgm:pt>
    <dgm:pt modelId="{7A51582F-35D9-495F-96CB-6581405A4F2D}" type="pres">
      <dgm:prSet presAssocID="{30A88CE5-333F-469B-9121-40F3E3B2024E}" presName="childText" presStyleLbl="revTx" presStyleIdx="0" presStyleCnt="2">
        <dgm:presLayoutVars>
          <dgm:bulletEnabled val="1"/>
        </dgm:presLayoutVars>
      </dgm:prSet>
      <dgm:spPr/>
    </dgm:pt>
    <dgm:pt modelId="{5D9CD855-C7AE-4BD6-977D-78FEC19F9A71}" type="pres">
      <dgm:prSet presAssocID="{1FC3892B-8158-49C9-AFEE-96106AAAB8BB}" presName="parentText" presStyleLbl="node1" presStyleIdx="2" presStyleCnt="3">
        <dgm:presLayoutVars>
          <dgm:chMax val="0"/>
          <dgm:bulletEnabled val="1"/>
        </dgm:presLayoutVars>
      </dgm:prSet>
      <dgm:spPr/>
    </dgm:pt>
    <dgm:pt modelId="{738360C4-D8A6-4CFD-9251-8C90D9D67BE7}" type="pres">
      <dgm:prSet presAssocID="{1FC3892B-8158-49C9-AFEE-96106AAAB8BB}" presName="childText" presStyleLbl="revTx" presStyleIdx="1" presStyleCnt="2">
        <dgm:presLayoutVars>
          <dgm:bulletEnabled val="1"/>
        </dgm:presLayoutVars>
      </dgm:prSet>
      <dgm:spPr/>
    </dgm:pt>
  </dgm:ptLst>
  <dgm:cxnLst>
    <dgm:cxn modelId="{9548AD12-ED2B-4111-9D67-CFE7BD9263AE}" type="presOf" srcId="{1CFD768D-795E-4857-BF1F-1E9B455AA27D}" destId="{7A51582F-35D9-495F-96CB-6581405A4F2D}" srcOrd="0" destOrd="0" presId="urn:microsoft.com/office/officeart/2005/8/layout/vList2"/>
    <dgm:cxn modelId="{93BB6A3D-7303-4333-A0DE-CB7532A9F619}" srcId="{2E8F7904-56AF-43A8-9259-9FAD45FEAD8C}" destId="{1FC3892B-8158-49C9-AFEE-96106AAAB8BB}" srcOrd="2" destOrd="0" parTransId="{7162EB96-19A7-4341-B16D-6F8265248D6F}" sibTransId="{AC0FC344-FAA6-46BE-A73A-2CB288E9D996}"/>
    <dgm:cxn modelId="{A8EC9961-DC11-478A-93D2-4AC946F891D6}" srcId="{30A88CE5-333F-469B-9121-40F3E3B2024E}" destId="{1CFD768D-795E-4857-BF1F-1E9B455AA27D}" srcOrd="0" destOrd="0" parTransId="{E6217653-3102-4EE9-B189-83706D1F0611}" sibTransId="{D885BAD7-49D9-49B6-A11A-8A76774E6B03}"/>
    <dgm:cxn modelId="{917E2C65-D370-449B-B9CE-378BF384054B}" srcId="{2E8F7904-56AF-43A8-9259-9FAD45FEAD8C}" destId="{D2D97C28-0D06-4079-A381-1249A7AD3316}" srcOrd="0" destOrd="0" parTransId="{F6BC93B4-595D-4BF2-B5FD-89471EE311FC}" sibTransId="{5E32E5D9-63D1-4A04-AD7F-4A4982713E7D}"/>
    <dgm:cxn modelId="{9460CD6A-8544-48EE-A9D7-C11274FF9491}" type="presOf" srcId="{10055370-68BE-4F00-BF69-21056475C187}" destId="{7A51582F-35D9-495F-96CB-6581405A4F2D}" srcOrd="0" destOrd="1" presId="urn:microsoft.com/office/officeart/2005/8/layout/vList2"/>
    <dgm:cxn modelId="{7763BF4C-8436-4793-B065-E8E6270D1723}" srcId="{1FC3892B-8158-49C9-AFEE-96106AAAB8BB}" destId="{3F334A37-1C9C-44F5-946F-84A2A70A0B32}" srcOrd="1" destOrd="0" parTransId="{A41F3CE6-5445-4E26-841A-66AAC2E1E3A9}" sibTransId="{2AD35014-FDC9-44CE-923B-62E03BE6E7D8}"/>
    <dgm:cxn modelId="{50D71353-3723-4ED7-9DA0-D07D3C8B2C67}" srcId="{30A88CE5-333F-469B-9121-40F3E3B2024E}" destId="{10055370-68BE-4F00-BF69-21056475C187}" srcOrd="1" destOrd="0" parTransId="{5A7BCD93-AA5D-473D-BB12-D3DD7CF021F9}" sibTransId="{2BC0EA1C-8892-4227-8C03-74845B28DD40}"/>
    <dgm:cxn modelId="{16E3A574-6F5D-49F2-B324-114A43987AA0}" srcId="{1FC3892B-8158-49C9-AFEE-96106AAAB8BB}" destId="{D990AF0F-511B-4406-AEEC-83CAF41D66BD}" srcOrd="0" destOrd="0" parTransId="{1AAFA1DC-8621-4802-9611-ED626AD494D1}" sibTransId="{6AA34772-BC2D-4BEF-A215-50469E8ED64E}"/>
    <dgm:cxn modelId="{49D74480-5B73-4E5A-9EBF-BD93988F8E0A}" type="presOf" srcId="{D990AF0F-511B-4406-AEEC-83CAF41D66BD}" destId="{738360C4-D8A6-4CFD-9251-8C90D9D67BE7}" srcOrd="0" destOrd="0" presId="urn:microsoft.com/office/officeart/2005/8/layout/vList2"/>
    <dgm:cxn modelId="{9BE43C84-9782-4BA1-8153-3535C339AA6A}" type="presOf" srcId="{1FC3892B-8158-49C9-AFEE-96106AAAB8BB}" destId="{5D9CD855-C7AE-4BD6-977D-78FEC19F9A71}" srcOrd="0" destOrd="0" presId="urn:microsoft.com/office/officeart/2005/8/layout/vList2"/>
    <dgm:cxn modelId="{30F90EA2-8C5B-415B-A093-4E7B25492060}" type="presOf" srcId="{D2D97C28-0D06-4079-A381-1249A7AD3316}" destId="{809B0C26-8DBE-4592-B541-9A0C8DD51841}" srcOrd="0" destOrd="0" presId="urn:microsoft.com/office/officeart/2005/8/layout/vList2"/>
    <dgm:cxn modelId="{D79754AB-0585-405C-B64B-6BC96CC42B96}" type="presOf" srcId="{30A88CE5-333F-469B-9121-40F3E3B2024E}" destId="{4C8E9174-82B5-4A83-8DC8-6FE42DA024BA}" srcOrd="0" destOrd="0" presId="urn:microsoft.com/office/officeart/2005/8/layout/vList2"/>
    <dgm:cxn modelId="{39BA6BCA-D9A2-489A-801E-CE66E1AB996D}" type="presOf" srcId="{2E8F7904-56AF-43A8-9259-9FAD45FEAD8C}" destId="{C6B9FE1C-E38A-4F3B-B082-5EC2D7678244}" srcOrd="0" destOrd="0" presId="urn:microsoft.com/office/officeart/2005/8/layout/vList2"/>
    <dgm:cxn modelId="{D71822D4-1DC7-4FE3-961D-2A1C11A336DE}" srcId="{2E8F7904-56AF-43A8-9259-9FAD45FEAD8C}" destId="{30A88CE5-333F-469B-9121-40F3E3B2024E}" srcOrd="1" destOrd="0" parTransId="{E2DB4A25-A20B-4F03-B61F-395BE4C92DA0}" sibTransId="{9BF42FD6-8DF2-4A36-8FDF-022283DA1F24}"/>
    <dgm:cxn modelId="{020856FA-C965-48F2-AA2E-685F451D3EBB}" type="presOf" srcId="{3F334A37-1C9C-44F5-946F-84A2A70A0B32}" destId="{738360C4-D8A6-4CFD-9251-8C90D9D67BE7}" srcOrd="0" destOrd="1" presId="urn:microsoft.com/office/officeart/2005/8/layout/vList2"/>
    <dgm:cxn modelId="{42F380D7-3F97-47D6-BC01-B87AE324B455}" type="presParOf" srcId="{C6B9FE1C-E38A-4F3B-B082-5EC2D7678244}" destId="{809B0C26-8DBE-4592-B541-9A0C8DD51841}" srcOrd="0" destOrd="0" presId="urn:microsoft.com/office/officeart/2005/8/layout/vList2"/>
    <dgm:cxn modelId="{2EFB81EE-0550-4596-BC88-E4A80B803EFF}" type="presParOf" srcId="{C6B9FE1C-E38A-4F3B-B082-5EC2D7678244}" destId="{CB0009BF-6BBF-407B-91EF-B5AD9ABE478D}" srcOrd="1" destOrd="0" presId="urn:microsoft.com/office/officeart/2005/8/layout/vList2"/>
    <dgm:cxn modelId="{4E250B51-0547-490E-A9B8-A602591A6B2B}" type="presParOf" srcId="{C6B9FE1C-E38A-4F3B-B082-5EC2D7678244}" destId="{4C8E9174-82B5-4A83-8DC8-6FE42DA024BA}" srcOrd="2" destOrd="0" presId="urn:microsoft.com/office/officeart/2005/8/layout/vList2"/>
    <dgm:cxn modelId="{C62DF8BD-9C53-4701-BF7E-FAA0C8149948}" type="presParOf" srcId="{C6B9FE1C-E38A-4F3B-B082-5EC2D7678244}" destId="{7A51582F-35D9-495F-96CB-6581405A4F2D}" srcOrd="3" destOrd="0" presId="urn:microsoft.com/office/officeart/2005/8/layout/vList2"/>
    <dgm:cxn modelId="{81DB6A46-24A1-4363-8B7A-9FA675F3A77A}" type="presParOf" srcId="{C6B9FE1C-E38A-4F3B-B082-5EC2D7678244}" destId="{5D9CD855-C7AE-4BD6-977D-78FEC19F9A71}" srcOrd="4" destOrd="0" presId="urn:microsoft.com/office/officeart/2005/8/layout/vList2"/>
    <dgm:cxn modelId="{D77455E9-D2E3-436E-B341-74E527FA25E8}" type="presParOf" srcId="{C6B9FE1C-E38A-4F3B-B082-5EC2D7678244}" destId="{738360C4-D8A6-4CFD-9251-8C90D9D67BE7}"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1DF7441-7A39-47A1-B5C2-A00E416C0D57}" type="doc">
      <dgm:prSet loTypeId="urn:microsoft.com/office/officeart/2005/8/layout/vList2" loCatId="list" qsTypeId="urn:microsoft.com/office/officeart/2005/8/quickstyle/simple1" qsCatId="simple" csTypeId="urn:microsoft.com/office/officeart/2005/8/colors/accent1_1" csCatId="accent1"/>
      <dgm:spPr/>
      <dgm:t>
        <a:bodyPr/>
        <a:lstStyle/>
        <a:p>
          <a:endParaRPr lang="es-ES"/>
        </a:p>
      </dgm:t>
    </dgm:pt>
    <dgm:pt modelId="{B53E8999-0A8C-4E77-A7FA-BF38928E232D}">
      <dgm:prSet/>
      <dgm:spPr/>
      <dgm:t>
        <a:bodyPr/>
        <a:lstStyle/>
        <a:p>
          <a:r>
            <a:rPr lang="es-ES" b="1"/>
            <a:t>Gestión basada en la evidencia</a:t>
          </a:r>
          <a:r>
            <a:rPr lang="es-ES"/>
            <a:t>. El proceso se puede mejorar con el uso de evidencia relevante. Elementos:</a:t>
          </a:r>
        </a:p>
      </dgm:t>
    </dgm:pt>
    <dgm:pt modelId="{2E086DD7-3AED-4B6E-8D77-EE3A737A740E}" type="parTrans" cxnId="{86525A06-52CE-4BCC-9E49-63C31FBD4E8B}">
      <dgm:prSet/>
      <dgm:spPr/>
      <dgm:t>
        <a:bodyPr/>
        <a:lstStyle/>
        <a:p>
          <a:endParaRPr lang="es-ES"/>
        </a:p>
      </dgm:t>
    </dgm:pt>
    <dgm:pt modelId="{E913A7EA-D7FF-443C-80DF-19D4E0EA0BFD}" type="sibTrans" cxnId="{86525A06-52CE-4BCC-9E49-63C31FBD4E8B}">
      <dgm:prSet/>
      <dgm:spPr/>
      <dgm:t>
        <a:bodyPr/>
        <a:lstStyle/>
        <a:p>
          <a:endParaRPr lang="es-ES"/>
        </a:p>
      </dgm:t>
    </dgm:pt>
    <dgm:pt modelId="{BDA61FB9-2C6B-4379-97ED-4088A2D3CA7C}">
      <dgm:prSet/>
      <dgm:spPr/>
      <dgm:t>
        <a:bodyPr/>
        <a:lstStyle/>
        <a:p>
          <a:r>
            <a:rPr lang="es-ES"/>
            <a:t>Experiencia y juicio del decisor.</a:t>
          </a:r>
        </a:p>
      </dgm:t>
    </dgm:pt>
    <dgm:pt modelId="{A62EBFCD-B55C-42D1-8BBF-78ABE7DBA4E7}" type="parTrans" cxnId="{7997E7E4-1B04-4450-83CA-2F220EB16F02}">
      <dgm:prSet/>
      <dgm:spPr/>
      <dgm:t>
        <a:bodyPr/>
        <a:lstStyle/>
        <a:p>
          <a:endParaRPr lang="es-ES"/>
        </a:p>
      </dgm:t>
    </dgm:pt>
    <dgm:pt modelId="{3367BE5B-8243-4FAF-9055-092771666D2B}" type="sibTrans" cxnId="{7997E7E4-1B04-4450-83CA-2F220EB16F02}">
      <dgm:prSet/>
      <dgm:spPr/>
      <dgm:t>
        <a:bodyPr/>
        <a:lstStyle/>
        <a:p>
          <a:endParaRPr lang="es-ES"/>
        </a:p>
      </dgm:t>
    </dgm:pt>
    <dgm:pt modelId="{085D244A-8267-4A10-9CB6-F3231636055B}">
      <dgm:prSet/>
      <dgm:spPr/>
      <dgm:t>
        <a:bodyPr/>
        <a:lstStyle/>
        <a:p>
          <a:r>
            <a:rPr lang="es-ES"/>
            <a:t>Evidencia externa evaluada por el decisor.</a:t>
          </a:r>
        </a:p>
      </dgm:t>
    </dgm:pt>
    <dgm:pt modelId="{DD0CF6E6-AE21-46ED-B11C-3E621934F49E}" type="parTrans" cxnId="{A50C81FB-CCC9-40C8-BA58-CB4BE0E52F6C}">
      <dgm:prSet/>
      <dgm:spPr/>
      <dgm:t>
        <a:bodyPr/>
        <a:lstStyle/>
        <a:p>
          <a:endParaRPr lang="es-ES"/>
        </a:p>
      </dgm:t>
    </dgm:pt>
    <dgm:pt modelId="{08DE06F5-9E3E-4D35-BA8F-8FF017AC2948}" type="sibTrans" cxnId="{A50C81FB-CCC9-40C8-BA58-CB4BE0E52F6C}">
      <dgm:prSet/>
      <dgm:spPr/>
      <dgm:t>
        <a:bodyPr/>
        <a:lstStyle/>
        <a:p>
          <a:endParaRPr lang="es-ES"/>
        </a:p>
      </dgm:t>
    </dgm:pt>
    <dgm:pt modelId="{99B1B83C-4089-4301-A1F6-B068930A4714}">
      <dgm:prSet/>
      <dgm:spPr/>
      <dgm:t>
        <a:bodyPr/>
        <a:lstStyle/>
        <a:p>
          <a:r>
            <a:rPr lang="es-ES"/>
            <a:t>Opiniones y preferencias de los que tienen interés en la decisión.</a:t>
          </a:r>
        </a:p>
      </dgm:t>
    </dgm:pt>
    <dgm:pt modelId="{4BF71118-B3E1-4034-A4DE-1C3D955B6739}" type="parTrans" cxnId="{DBB8B83A-05AF-42C2-B005-475A34303F1D}">
      <dgm:prSet/>
      <dgm:spPr/>
      <dgm:t>
        <a:bodyPr/>
        <a:lstStyle/>
        <a:p>
          <a:endParaRPr lang="es-ES"/>
        </a:p>
      </dgm:t>
    </dgm:pt>
    <dgm:pt modelId="{62DAE077-F6E8-4D15-BFCE-2D0699DE08DE}" type="sibTrans" cxnId="{DBB8B83A-05AF-42C2-B005-475A34303F1D}">
      <dgm:prSet/>
      <dgm:spPr/>
      <dgm:t>
        <a:bodyPr/>
        <a:lstStyle/>
        <a:p>
          <a:endParaRPr lang="es-ES"/>
        </a:p>
      </dgm:t>
    </dgm:pt>
    <dgm:pt modelId="{F0250DE2-5B65-4F55-AC3C-9819317ADE22}">
      <dgm:prSet/>
      <dgm:spPr/>
      <dgm:t>
        <a:bodyPr/>
        <a:lstStyle/>
        <a:p>
          <a:r>
            <a:rPr lang="es-ES"/>
            <a:t>Factores organizacionales: contexto, circunstancias  de la organización</a:t>
          </a:r>
        </a:p>
      </dgm:t>
    </dgm:pt>
    <dgm:pt modelId="{12EEFF0F-DBA9-40C3-A958-D465F191AA99}" type="parTrans" cxnId="{2C600FB3-19C7-447F-A71C-976B14CB00AD}">
      <dgm:prSet/>
      <dgm:spPr/>
      <dgm:t>
        <a:bodyPr/>
        <a:lstStyle/>
        <a:p>
          <a:endParaRPr lang="es-ES"/>
        </a:p>
      </dgm:t>
    </dgm:pt>
    <dgm:pt modelId="{D023FADB-47F7-4FCF-A8B7-F8EDAE99F729}" type="sibTrans" cxnId="{2C600FB3-19C7-447F-A71C-976B14CB00AD}">
      <dgm:prSet/>
      <dgm:spPr/>
      <dgm:t>
        <a:bodyPr/>
        <a:lstStyle/>
        <a:p>
          <a:endParaRPr lang="es-ES"/>
        </a:p>
      </dgm:t>
    </dgm:pt>
    <dgm:pt modelId="{4C211EAC-4AD2-4FD5-8718-265AAFA0CF26}" type="pres">
      <dgm:prSet presAssocID="{61DF7441-7A39-47A1-B5C2-A00E416C0D57}" presName="linear" presStyleCnt="0">
        <dgm:presLayoutVars>
          <dgm:animLvl val="lvl"/>
          <dgm:resizeHandles val="exact"/>
        </dgm:presLayoutVars>
      </dgm:prSet>
      <dgm:spPr/>
    </dgm:pt>
    <dgm:pt modelId="{AC51E238-1455-4522-90CB-72DB8C56139E}" type="pres">
      <dgm:prSet presAssocID="{B53E8999-0A8C-4E77-A7FA-BF38928E232D}" presName="parentText" presStyleLbl="node1" presStyleIdx="0" presStyleCnt="1">
        <dgm:presLayoutVars>
          <dgm:chMax val="0"/>
          <dgm:bulletEnabled val="1"/>
        </dgm:presLayoutVars>
      </dgm:prSet>
      <dgm:spPr/>
    </dgm:pt>
    <dgm:pt modelId="{A6B99897-8418-4348-BEE9-1C111B76424A}" type="pres">
      <dgm:prSet presAssocID="{B53E8999-0A8C-4E77-A7FA-BF38928E232D}" presName="childText" presStyleLbl="revTx" presStyleIdx="0" presStyleCnt="1">
        <dgm:presLayoutVars>
          <dgm:bulletEnabled val="1"/>
        </dgm:presLayoutVars>
      </dgm:prSet>
      <dgm:spPr/>
    </dgm:pt>
  </dgm:ptLst>
  <dgm:cxnLst>
    <dgm:cxn modelId="{86525A06-52CE-4BCC-9E49-63C31FBD4E8B}" srcId="{61DF7441-7A39-47A1-B5C2-A00E416C0D57}" destId="{B53E8999-0A8C-4E77-A7FA-BF38928E232D}" srcOrd="0" destOrd="0" parTransId="{2E086DD7-3AED-4B6E-8D77-EE3A737A740E}" sibTransId="{E913A7EA-D7FF-443C-80DF-19D4E0EA0BFD}"/>
    <dgm:cxn modelId="{DBB8B83A-05AF-42C2-B005-475A34303F1D}" srcId="{B53E8999-0A8C-4E77-A7FA-BF38928E232D}" destId="{99B1B83C-4089-4301-A1F6-B068930A4714}" srcOrd="2" destOrd="0" parTransId="{4BF71118-B3E1-4034-A4DE-1C3D955B6739}" sibTransId="{62DAE077-F6E8-4D15-BFCE-2D0699DE08DE}"/>
    <dgm:cxn modelId="{EBDCE045-3186-4248-BC6C-3DF4B679ACB7}" type="presOf" srcId="{B53E8999-0A8C-4E77-A7FA-BF38928E232D}" destId="{AC51E238-1455-4522-90CB-72DB8C56139E}" srcOrd="0" destOrd="0" presId="urn:microsoft.com/office/officeart/2005/8/layout/vList2"/>
    <dgm:cxn modelId="{A4F9DA47-EDBD-474E-B7E9-DF2DB057514C}" type="presOf" srcId="{61DF7441-7A39-47A1-B5C2-A00E416C0D57}" destId="{4C211EAC-4AD2-4FD5-8718-265AAFA0CF26}" srcOrd="0" destOrd="0" presId="urn:microsoft.com/office/officeart/2005/8/layout/vList2"/>
    <dgm:cxn modelId="{2C600FB3-19C7-447F-A71C-976B14CB00AD}" srcId="{B53E8999-0A8C-4E77-A7FA-BF38928E232D}" destId="{F0250DE2-5B65-4F55-AC3C-9819317ADE22}" srcOrd="3" destOrd="0" parTransId="{12EEFF0F-DBA9-40C3-A958-D465F191AA99}" sibTransId="{D023FADB-47F7-4FCF-A8B7-F8EDAE99F729}"/>
    <dgm:cxn modelId="{C8EC7FBB-E544-4AEC-BC5D-1B6C1B327A85}" type="presOf" srcId="{99B1B83C-4089-4301-A1F6-B068930A4714}" destId="{A6B99897-8418-4348-BEE9-1C111B76424A}" srcOrd="0" destOrd="2" presId="urn:microsoft.com/office/officeart/2005/8/layout/vList2"/>
    <dgm:cxn modelId="{7997E7E4-1B04-4450-83CA-2F220EB16F02}" srcId="{B53E8999-0A8C-4E77-A7FA-BF38928E232D}" destId="{BDA61FB9-2C6B-4379-97ED-4088A2D3CA7C}" srcOrd="0" destOrd="0" parTransId="{A62EBFCD-B55C-42D1-8BBF-78ABE7DBA4E7}" sibTransId="{3367BE5B-8243-4FAF-9055-092771666D2B}"/>
    <dgm:cxn modelId="{6FB2D5E8-5974-410F-B5B4-2CEFC2B5DD66}" type="presOf" srcId="{F0250DE2-5B65-4F55-AC3C-9819317ADE22}" destId="{A6B99897-8418-4348-BEE9-1C111B76424A}" srcOrd="0" destOrd="3" presId="urn:microsoft.com/office/officeart/2005/8/layout/vList2"/>
    <dgm:cxn modelId="{FE358AF0-39D2-4168-A8BE-DE4FB1D77F48}" type="presOf" srcId="{085D244A-8267-4A10-9CB6-F3231636055B}" destId="{A6B99897-8418-4348-BEE9-1C111B76424A}" srcOrd="0" destOrd="1" presId="urn:microsoft.com/office/officeart/2005/8/layout/vList2"/>
    <dgm:cxn modelId="{A50C81FB-CCC9-40C8-BA58-CB4BE0E52F6C}" srcId="{B53E8999-0A8C-4E77-A7FA-BF38928E232D}" destId="{085D244A-8267-4A10-9CB6-F3231636055B}" srcOrd="1" destOrd="0" parTransId="{DD0CF6E6-AE21-46ED-B11C-3E621934F49E}" sibTransId="{08DE06F5-9E3E-4D35-BA8F-8FF017AC2948}"/>
    <dgm:cxn modelId="{A4DE54FD-C27A-4C38-9D66-57AAA9F60B20}" type="presOf" srcId="{BDA61FB9-2C6B-4379-97ED-4088A2D3CA7C}" destId="{A6B99897-8418-4348-BEE9-1C111B76424A}" srcOrd="0" destOrd="0" presId="urn:microsoft.com/office/officeart/2005/8/layout/vList2"/>
    <dgm:cxn modelId="{82A23028-1460-46F0-ADCF-C91EE494F390}" type="presParOf" srcId="{4C211EAC-4AD2-4FD5-8718-265AAFA0CF26}" destId="{AC51E238-1455-4522-90CB-72DB8C56139E}" srcOrd="0" destOrd="0" presId="urn:microsoft.com/office/officeart/2005/8/layout/vList2"/>
    <dgm:cxn modelId="{40CE46F6-ED8A-43D9-A767-9F1644C3BB43}" type="presParOf" srcId="{4C211EAC-4AD2-4FD5-8718-265AAFA0CF26}" destId="{A6B99897-8418-4348-BEE9-1C111B76424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0FE474F-B0C6-4326-9444-F1447414011C}"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s-ES_tradnl"/>
        </a:p>
      </dgm:t>
    </dgm:pt>
    <dgm:pt modelId="{0F85DD76-2B76-4E15-8186-4B4D1F2FB63F}">
      <dgm:prSet phldrT="[Texto]"/>
      <dgm:spPr/>
      <dgm:t>
        <a:bodyPr/>
        <a:lstStyle/>
        <a:p>
          <a:r>
            <a:rPr lang="es-ES_tradnl" b="1"/>
            <a:t>b) RIESGO</a:t>
          </a:r>
        </a:p>
      </dgm:t>
    </dgm:pt>
    <dgm:pt modelId="{2570E4DF-4ADA-4082-B214-269938962E8E}" type="parTrans" cxnId="{CCEE48CA-4B80-4759-A5FC-932691C9F134}">
      <dgm:prSet/>
      <dgm:spPr/>
      <dgm:t>
        <a:bodyPr/>
        <a:lstStyle/>
        <a:p>
          <a:pPr algn="just"/>
          <a:endParaRPr lang="es-ES_tradnl"/>
        </a:p>
      </dgm:t>
    </dgm:pt>
    <dgm:pt modelId="{1A918301-23ED-4D94-9449-21F658BEF17F}" type="sibTrans" cxnId="{CCEE48CA-4B80-4759-A5FC-932691C9F134}">
      <dgm:prSet/>
      <dgm:spPr/>
      <dgm:t>
        <a:bodyPr/>
        <a:lstStyle/>
        <a:p>
          <a:endParaRPr lang="es-ES_tradnl"/>
        </a:p>
      </dgm:t>
    </dgm:pt>
    <dgm:pt modelId="{FC44C0C5-3F30-4F2D-89C8-E261A5410DF1}">
      <dgm:prSet phldrT="[Texto]"/>
      <dgm:spPr/>
      <dgm:t>
        <a:bodyPr/>
        <a:lstStyle/>
        <a:p>
          <a:r>
            <a:rPr lang="es-ES_tradnl" b="1"/>
            <a:t>c) INCERTIDUMBRE </a:t>
          </a:r>
        </a:p>
      </dgm:t>
    </dgm:pt>
    <dgm:pt modelId="{32D83ED1-7A31-4CC0-9156-11E9FA3EDF1D}" type="parTrans" cxnId="{2E8C2D99-2AFB-4148-B3D6-6D4AE7B08054}">
      <dgm:prSet/>
      <dgm:spPr/>
      <dgm:t>
        <a:bodyPr/>
        <a:lstStyle/>
        <a:p>
          <a:pPr algn="just"/>
          <a:endParaRPr lang="es-ES_tradnl"/>
        </a:p>
      </dgm:t>
    </dgm:pt>
    <dgm:pt modelId="{7AFC22D7-F729-4A67-88B4-9985138F0A37}" type="sibTrans" cxnId="{2E8C2D99-2AFB-4148-B3D6-6D4AE7B08054}">
      <dgm:prSet/>
      <dgm:spPr/>
      <dgm:t>
        <a:bodyPr/>
        <a:lstStyle/>
        <a:p>
          <a:endParaRPr lang="es-ES_tradnl"/>
        </a:p>
      </dgm:t>
    </dgm:pt>
    <dgm:pt modelId="{8015CADD-E19C-454B-8DDC-324308DA9C32}">
      <dgm:prSet phldrT="[Texto]"/>
      <dgm:spPr/>
      <dgm:t>
        <a:bodyPr/>
        <a:lstStyle/>
        <a:p>
          <a:pPr>
            <a:spcAft>
              <a:spcPts val="600"/>
            </a:spcAft>
          </a:pPr>
          <a:r>
            <a:rPr lang="es-ES_tradnl"/>
            <a:t>Situación ideal en la que el gerente puede tomar decisiones correctas porque conoce los </a:t>
          </a:r>
          <a:r>
            <a:rPr lang="es-ES_tradnl" u="sng"/>
            <a:t>resultados de todas las alternativas.</a:t>
          </a:r>
          <a:endParaRPr lang="es-ES_tradnl"/>
        </a:p>
      </dgm:t>
    </dgm:pt>
    <dgm:pt modelId="{89DE95C8-A5D3-40EA-9B66-7C633509A857}" type="parTrans" cxnId="{02BB7859-EAC9-4D63-91DC-EB8BAD61DDDE}">
      <dgm:prSet/>
      <dgm:spPr/>
      <dgm:t>
        <a:bodyPr/>
        <a:lstStyle/>
        <a:p>
          <a:pPr algn="just"/>
          <a:endParaRPr lang="es-ES_tradnl"/>
        </a:p>
      </dgm:t>
    </dgm:pt>
    <dgm:pt modelId="{7989F11D-1ECF-415A-93D2-6BCD960E67D2}" type="sibTrans" cxnId="{02BB7859-EAC9-4D63-91DC-EB8BAD61DDDE}">
      <dgm:prSet/>
      <dgm:spPr/>
      <dgm:t>
        <a:bodyPr/>
        <a:lstStyle/>
        <a:p>
          <a:endParaRPr lang="es-ES_tradnl"/>
        </a:p>
      </dgm:t>
    </dgm:pt>
    <dgm:pt modelId="{99388C1D-C914-4A52-921E-489CBA113FE3}">
      <dgm:prSet phldrT="[Texto]"/>
      <dgm:spPr/>
      <dgm:t>
        <a:bodyPr/>
        <a:lstStyle/>
        <a:p>
          <a:pPr>
            <a:spcAft>
              <a:spcPts val="600"/>
            </a:spcAft>
          </a:pPr>
          <a:r>
            <a:rPr lang="es-ES_tradnl"/>
            <a:t>Situación en la cual quien toma la decisión </a:t>
          </a:r>
          <a:r>
            <a:rPr lang="es-ES_tradnl" u="sng"/>
            <a:t>estima la probabilidad de ciertos resultados.</a:t>
          </a:r>
          <a:endParaRPr lang="es-ES_tradnl"/>
        </a:p>
      </dgm:t>
    </dgm:pt>
    <dgm:pt modelId="{8780B0C8-38D8-40E5-9DC2-0D4CEA0A5BC0}" type="parTrans" cxnId="{50AA7217-473E-4A97-9B36-EB3EEBC248CC}">
      <dgm:prSet/>
      <dgm:spPr/>
      <dgm:t>
        <a:bodyPr/>
        <a:lstStyle/>
        <a:p>
          <a:pPr algn="just"/>
          <a:endParaRPr lang="es-ES_tradnl"/>
        </a:p>
      </dgm:t>
    </dgm:pt>
    <dgm:pt modelId="{1243EE42-60BA-48DD-B4B5-BC37CBB6A4FA}" type="sibTrans" cxnId="{50AA7217-473E-4A97-9B36-EB3EEBC248CC}">
      <dgm:prSet/>
      <dgm:spPr/>
      <dgm:t>
        <a:bodyPr/>
        <a:lstStyle/>
        <a:p>
          <a:endParaRPr lang="es-ES_tradnl"/>
        </a:p>
      </dgm:t>
    </dgm:pt>
    <dgm:pt modelId="{A0C841D0-B170-45D4-AF2B-238818D97B8D}">
      <dgm:prSet phldrT="[Texto]"/>
      <dgm:spPr/>
      <dgm:t>
        <a:bodyPr/>
        <a:lstStyle/>
        <a:p>
          <a:pPr>
            <a:spcAft>
              <a:spcPts val="600"/>
            </a:spcAft>
          </a:pPr>
          <a:r>
            <a:rPr lang="es-ES_tradnl"/>
            <a:t>Situación en la cual quien decide no tiene la certeza ni cuenta con cálculos de probabilidades.</a:t>
          </a:r>
        </a:p>
      </dgm:t>
    </dgm:pt>
    <dgm:pt modelId="{A86681CF-E2F6-465B-BB98-E73D3CCF357B}" type="parTrans" cxnId="{5725A8F2-41D9-4618-BD4A-5602B2FA0F40}">
      <dgm:prSet/>
      <dgm:spPr/>
      <dgm:t>
        <a:bodyPr/>
        <a:lstStyle/>
        <a:p>
          <a:pPr algn="just"/>
          <a:endParaRPr lang="es-ES_tradnl"/>
        </a:p>
      </dgm:t>
    </dgm:pt>
    <dgm:pt modelId="{0218DD59-861E-4F44-8BCF-B78E4D13DF18}" type="sibTrans" cxnId="{5725A8F2-41D9-4618-BD4A-5602B2FA0F40}">
      <dgm:prSet/>
      <dgm:spPr/>
      <dgm:t>
        <a:bodyPr/>
        <a:lstStyle/>
        <a:p>
          <a:endParaRPr lang="es-ES_tradnl"/>
        </a:p>
      </dgm:t>
    </dgm:pt>
    <dgm:pt modelId="{C54EEB3A-3C7C-42BC-A551-D800BB22C41C}">
      <dgm:prSet phldrT="[Texto]"/>
      <dgm:spPr/>
      <dgm:t>
        <a:bodyPr/>
        <a:lstStyle/>
        <a:p>
          <a:pPr>
            <a:spcAft>
              <a:spcPts val="600"/>
            </a:spcAft>
          </a:pPr>
          <a:r>
            <a:rPr lang="es-ES_tradnl"/>
            <a:t>Existen datos históricos para asignar probabilidades a las alternativas.</a:t>
          </a:r>
        </a:p>
      </dgm:t>
    </dgm:pt>
    <dgm:pt modelId="{A094D376-8ED0-4696-8CCD-812A8D312DC2}" type="parTrans" cxnId="{143FA79C-B94D-4652-9D4E-6BB64577A647}">
      <dgm:prSet/>
      <dgm:spPr/>
      <dgm:t>
        <a:bodyPr/>
        <a:lstStyle/>
        <a:p>
          <a:pPr algn="just"/>
          <a:endParaRPr lang="es-ES_tradnl"/>
        </a:p>
      </dgm:t>
    </dgm:pt>
    <dgm:pt modelId="{6C9E1D2A-89AE-4775-9666-0117B65A9973}" type="sibTrans" cxnId="{143FA79C-B94D-4652-9D4E-6BB64577A647}">
      <dgm:prSet/>
      <dgm:spPr/>
      <dgm:t>
        <a:bodyPr/>
        <a:lstStyle/>
        <a:p>
          <a:endParaRPr lang="es-ES_tradnl"/>
        </a:p>
      </dgm:t>
    </dgm:pt>
    <dgm:pt modelId="{FDBED28C-4D1F-42DA-91E7-C14C55D08F9F}">
      <dgm:prSet phldrT="[Texto]"/>
      <dgm:spPr/>
      <dgm:t>
        <a:bodyPr/>
        <a:lstStyle/>
        <a:p>
          <a:pPr>
            <a:spcAft>
              <a:spcPts val="600"/>
            </a:spcAft>
          </a:pPr>
          <a:r>
            <a:rPr lang="es-ES_tradnl"/>
            <a:t>La elección de una alternativa está influida por el hecho de que quien decide cuenta con poca información, así como por la psicología de esta persona.</a:t>
          </a:r>
        </a:p>
      </dgm:t>
    </dgm:pt>
    <dgm:pt modelId="{16EF1FA9-9DFE-4E2D-AE9B-9A7355157CEA}" type="parTrans" cxnId="{ED326BD2-5A6C-4D49-83BE-E042E8BF96C7}">
      <dgm:prSet/>
      <dgm:spPr/>
      <dgm:t>
        <a:bodyPr/>
        <a:lstStyle/>
        <a:p>
          <a:pPr algn="just"/>
          <a:endParaRPr lang="es-ES_tradnl"/>
        </a:p>
      </dgm:t>
    </dgm:pt>
    <dgm:pt modelId="{6300C67E-7CF2-43A1-8E3A-0E4278207FC5}" type="sibTrans" cxnId="{ED326BD2-5A6C-4D49-83BE-E042E8BF96C7}">
      <dgm:prSet/>
      <dgm:spPr/>
      <dgm:t>
        <a:bodyPr/>
        <a:lstStyle/>
        <a:p>
          <a:endParaRPr lang="es-ES_tradnl"/>
        </a:p>
      </dgm:t>
    </dgm:pt>
    <dgm:pt modelId="{1B977C66-6DE2-490E-B7AB-46B760227F45}">
      <dgm:prSet phldrT="[Texto]"/>
      <dgm:spPr/>
      <dgm:t>
        <a:bodyPr/>
        <a:lstStyle/>
        <a:p>
          <a:r>
            <a:rPr lang="es-ES_tradnl" b="1"/>
            <a:t>a) CERTEZA</a:t>
          </a:r>
        </a:p>
      </dgm:t>
    </dgm:pt>
    <dgm:pt modelId="{15EEEC83-3B06-4B9C-9901-025051D99A4C}" type="sibTrans" cxnId="{06FF56C0-E4A9-4E04-8949-74A8A3C3ED6C}">
      <dgm:prSet/>
      <dgm:spPr/>
      <dgm:t>
        <a:bodyPr/>
        <a:lstStyle/>
        <a:p>
          <a:endParaRPr lang="es-ES_tradnl"/>
        </a:p>
      </dgm:t>
    </dgm:pt>
    <dgm:pt modelId="{53717E0E-DEFE-43EC-A0D8-8E9A4DD0849A}" type="parTrans" cxnId="{06FF56C0-E4A9-4E04-8949-74A8A3C3ED6C}">
      <dgm:prSet/>
      <dgm:spPr/>
      <dgm:t>
        <a:bodyPr/>
        <a:lstStyle/>
        <a:p>
          <a:pPr algn="just"/>
          <a:endParaRPr lang="es-ES_tradnl"/>
        </a:p>
      </dgm:t>
    </dgm:pt>
    <dgm:pt modelId="{A6A2D4B9-B07E-4651-88C3-049CCD378156}" type="pres">
      <dgm:prSet presAssocID="{70FE474F-B0C6-4326-9444-F1447414011C}" presName="linear" presStyleCnt="0">
        <dgm:presLayoutVars>
          <dgm:dir/>
          <dgm:animLvl val="lvl"/>
          <dgm:resizeHandles val="exact"/>
        </dgm:presLayoutVars>
      </dgm:prSet>
      <dgm:spPr/>
    </dgm:pt>
    <dgm:pt modelId="{40A13807-4536-4A47-B741-C46101B82474}" type="pres">
      <dgm:prSet presAssocID="{1B977C66-6DE2-490E-B7AB-46B760227F45}" presName="parentLin" presStyleCnt="0"/>
      <dgm:spPr/>
    </dgm:pt>
    <dgm:pt modelId="{10A9B480-C651-47DF-A28D-12504CD9744E}" type="pres">
      <dgm:prSet presAssocID="{1B977C66-6DE2-490E-B7AB-46B760227F45}" presName="parentLeftMargin" presStyleLbl="node1" presStyleIdx="0" presStyleCnt="3"/>
      <dgm:spPr/>
    </dgm:pt>
    <dgm:pt modelId="{6C6B1EA0-D5CF-42E9-B26D-88ED8FFA04CF}" type="pres">
      <dgm:prSet presAssocID="{1B977C66-6DE2-490E-B7AB-46B760227F45}" presName="parentText" presStyleLbl="node1" presStyleIdx="0" presStyleCnt="3">
        <dgm:presLayoutVars>
          <dgm:chMax val="0"/>
          <dgm:bulletEnabled val="1"/>
        </dgm:presLayoutVars>
      </dgm:prSet>
      <dgm:spPr/>
    </dgm:pt>
    <dgm:pt modelId="{3772FBC0-9D07-4605-BE00-4ECDCEB7B089}" type="pres">
      <dgm:prSet presAssocID="{1B977C66-6DE2-490E-B7AB-46B760227F45}" presName="negativeSpace" presStyleCnt="0"/>
      <dgm:spPr/>
    </dgm:pt>
    <dgm:pt modelId="{80BC2C0A-1B1A-4FEA-8689-675867439EDC}" type="pres">
      <dgm:prSet presAssocID="{1B977C66-6DE2-490E-B7AB-46B760227F45}" presName="childText" presStyleLbl="conFgAcc1" presStyleIdx="0" presStyleCnt="3">
        <dgm:presLayoutVars>
          <dgm:bulletEnabled val="1"/>
        </dgm:presLayoutVars>
      </dgm:prSet>
      <dgm:spPr/>
    </dgm:pt>
    <dgm:pt modelId="{DDF01A67-091E-4A8A-B61D-FF1BE570252C}" type="pres">
      <dgm:prSet presAssocID="{15EEEC83-3B06-4B9C-9901-025051D99A4C}" presName="spaceBetweenRectangles" presStyleCnt="0"/>
      <dgm:spPr/>
    </dgm:pt>
    <dgm:pt modelId="{8F3B1B89-1148-4BEC-8A3A-83E363EB3EF6}" type="pres">
      <dgm:prSet presAssocID="{0F85DD76-2B76-4E15-8186-4B4D1F2FB63F}" presName="parentLin" presStyleCnt="0"/>
      <dgm:spPr/>
    </dgm:pt>
    <dgm:pt modelId="{A61EE5F5-AE7A-4ECC-BFAA-DD223F7121EF}" type="pres">
      <dgm:prSet presAssocID="{0F85DD76-2B76-4E15-8186-4B4D1F2FB63F}" presName="parentLeftMargin" presStyleLbl="node1" presStyleIdx="0" presStyleCnt="3"/>
      <dgm:spPr/>
    </dgm:pt>
    <dgm:pt modelId="{D424E93A-A1C4-4650-B5D6-81160404D756}" type="pres">
      <dgm:prSet presAssocID="{0F85DD76-2B76-4E15-8186-4B4D1F2FB63F}" presName="parentText" presStyleLbl="node1" presStyleIdx="1" presStyleCnt="3">
        <dgm:presLayoutVars>
          <dgm:chMax val="0"/>
          <dgm:bulletEnabled val="1"/>
        </dgm:presLayoutVars>
      </dgm:prSet>
      <dgm:spPr/>
    </dgm:pt>
    <dgm:pt modelId="{0260D550-602B-4F5D-A9D8-1C2E35E12091}" type="pres">
      <dgm:prSet presAssocID="{0F85DD76-2B76-4E15-8186-4B4D1F2FB63F}" presName="negativeSpace" presStyleCnt="0"/>
      <dgm:spPr/>
    </dgm:pt>
    <dgm:pt modelId="{5E2A946E-F68C-40D7-B422-F29DC0B34FFA}" type="pres">
      <dgm:prSet presAssocID="{0F85DD76-2B76-4E15-8186-4B4D1F2FB63F}" presName="childText" presStyleLbl="conFgAcc1" presStyleIdx="1" presStyleCnt="3">
        <dgm:presLayoutVars>
          <dgm:bulletEnabled val="1"/>
        </dgm:presLayoutVars>
      </dgm:prSet>
      <dgm:spPr/>
    </dgm:pt>
    <dgm:pt modelId="{D9AB87DB-52F2-4B32-85DA-FC91DC04FB1C}" type="pres">
      <dgm:prSet presAssocID="{1A918301-23ED-4D94-9449-21F658BEF17F}" presName="spaceBetweenRectangles" presStyleCnt="0"/>
      <dgm:spPr/>
    </dgm:pt>
    <dgm:pt modelId="{B4BEA64D-9F89-4FCB-98D2-4CD6F5E8CE9B}" type="pres">
      <dgm:prSet presAssocID="{FC44C0C5-3F30-4F2D-89C8-E261A5410DF1}" presName="parentLin" presStyleCnt="0"/>
      <dgm:spPr/>
    </dgm:pt>
    <dgm:pt modelId="{C5A7C880-391E-4896-BAE1-0676D54CF9BA}" type="pres">
      <dgm:prSet presAssocID="{FC44C0C5-3F30-4F2D-89C8-E261A5410DF1}" presName="parentLeftMargin" presStyleLbl="node1" presStyleIdx="1" presStyleCnt="3"/>
      <dgm:spPr/>
    </dgm:pt>
    <dgm:pt modelId="{B37AF777-04F2-45BE-B969-317690EAF050}" type="pres">
      <dgm:prSet presAssocID="{FC44C0C5-3F30-4F2D-89C8-E261A5410DF1}" presName="parentText" presStyleLbl="node1" presStyleIdx="2" presStyleCnt="3">
        <dgm:presLayoutVars>
          <dgm:chMax val="0"/>
          <dgm:bulletEnabled val="1"/>
        </dgm:presLayoutVars>
      </dgm:prSet>
      <dgm:spPr/>
    </dgm:pt>
    <dgm:pt modelId="{7BEA8B2F-3799-405B-BF7C-98B0F64BBF66}" type="pres">
      <dgm:prSet presAssocID="{FC44C0C5-3F30-4F2D-89C8-E261A5410DF1}" presName="negativeSpace" presStyleCnt="0"/>
      <dgm:spPr/>
    </dgm:pt>
    <dgm:pt modelId="{22B722ED-58A5-4C5A-881E-C72F8994FFEC}" type="pres">
      <dgm:prSet presAssocID="{FC44C0C5-3F30-4F2D-89C8-E261A5410DF1}" presName="childText" presStyleLbl="conFgAcc1" presStyleIdx="2" presStyleCnt="3">
        <dgm:presLayoutVars>
          <dgm:bulletEnabled val="1"/>
        </dgm:presLayoutVars>
      </dgm:prSet>
      <dgm:spPr/>
    </dgm:pt>
  </dgm:ptLst>
  <dgm:cxnLst>
    <dgm:cxn modelId="{50AA7217-473E-4A97-9B36-EB3EEBC248CC}" srcId="{0F85DD76-2B76-4E15-8186-4B4D1F2FB63F}" destId="{99388C1D-C914-4A52-921E-489CBA113FE3}" srcOrd="0" destOrd="0" parTransId="{8780B0C8-38D8-40E5-9DC2-0D4CEA0A5BC0}" sibTransId="{1243EE42-60BA-48DD-B4B5-BC37CBB6A4FA}"/>
    <dgm:cxn modelId="{640D7019-048A-4D15-A877-D0B847CC0CFC}" type="presOf" srcId="{FC44C0C5-3F30-4F2D-89C8-E261A5410DF1}" destId="{C5A7C880-391E-4896-BAE1-0676D54CF9BA}" srcOrd="0" destOrd="0" presId="urn:microsoft.com/office/officeart/2005/8/layout/list1"/>
    <dgm:cxn modelId="{C426D91B-15C8-430E-9C1A-0FD8F0CEDA66}" type="presOf" srcId="{99388C1D-C914-4A52-921E-489CBA113FE3}" destId="{5E2A946E-F68C-40D7-B422-F29DC0B34FFA}" srcOrd="0" destOrd="0" presId="urn:microsoft.com/office/officeart/2005/8/layout/list1"/>
    <dgm:cxn modelId="{90501A28-BC3E-4149-A7C0-D8243746E81C}" type="presOf" srcId="{FDBED28C-4D1F-42DA-91E7-C14C55D08F9F}" destId="{22B722ED-58A5-4C5A-881E-C72F8994FFEC}" srcOrd="0" destOrd="1" presId="urn:microsoft.com/office/officeart/2005/8/layout/list1"/>
    <dgm:cxn modelId="{54AC952B-0E81-417C-8DAA-CE13E7362B22}" type="presOf" srcId="{0F85DD76-2B76-4E15-8186-4B4D1F2FB63F}" destId="{A61EE5F5-AE7A-4ECC-BFAA-DD223F7121EF}" srcOrd="0" destOrd="0" presId="urn:microsoft.com/office/officeart/2005/8/layout/list1"/>
    <dgm:cxn modelId="{1D7E0667-257B-4FF0-92A4-EEC46DBBB9FB}" type="presOf" srcId="{1B977C66-6DE2-490E-B7AB-46B760227F45}" destId="{6C6B1EA0-D5CF-42E9-B26D-88ED8FFA04CF}" srcOrd="1" destOrd="0" presId="urn:microsoft.com/office/officeart/2005/8/layout/list1"/>
    <dgm:cxn modelId="{5AE38370-B24C-41F2-B8F1-1300BD2B4630}" type="presOf" srcId="{FC44C0C5-3F30-4F2D-89C8-E261A5410DF1}" destId="{B37AF777-04F2-45BE-B969-317690EAF050}" srcOrd="1" destOrd="0" presId="urn:microsoft.com/office/officeart/2005/8/layout/list1"/>
    <dgm:cxn modelId="{E310AF74-4C4E-484D-8544-5B4DE41F78F1}" type="presOf" srcId="{C54EEB3A-3C7C-42BC-A551-D800BB22C41C}" destId="{5E2A946E-F68C-40D7-B422-F29DC0B34FFA}" srcOrd="0" destOrd="1" presId="urn:microsoft.com/office/officeart/2005/8/layout/list1"/>
    <dgm:cxn modelId="{02BB7859-EAC9-4D63-91DC-EB8BAD61DDDE}" srcId="{1B977C66-6DE2-490E-B7AB-46B760227F45}" destId="{8015CADD-E19C-454B-8DDC-324308DA9C32}" srcOrd="0" destOrd="0" parTransId="{89DE95C8-A5D3-40EA-9B66-7C633509A857}" sibTransId="{7989F11D-1ECF-415A-93D2-6BCD960E67D2}"/>
    <dgm:cxn modelId="{38C9067D-786A-4465-8C58-278D1EDA28D1}" type="presOf" srcId="{0F85DD76-2B76-4E15-8186-4B4D1F2FB63F}" destId="{D424E93A-A1C4-4650-B5D6-81160404D756}" srcOrd="1" destOrd="0" presId="urn:microsoft.com/office/officeart/2005/8/layout/list1"/>
    <dgm:cxn modelId="{2E8C2D99-2AFB-4148-B3D6-6D4AE7B08054}" srcId="{70FE474F-B0C6-4326-9444-F1447414011C}" destId="{FC44C0C5-3F30-4F2D-89C8-E261A5410DF1}" srcOrd="2" destOrd="0" parTransId="{32D83ED1-7A31-4CC0-9156-11E9FA3EDF1D}" sibTransId="{7AFC22D7-F729-4A67-88B4-9985138F0A37}"/>
    <dgm:cxn modelId="{143FA79C-B94D-4652-9D4E-6BB64577A647}" srcId="{0F85DD76-2B76-4E15-8186-4B4D1F2FB63F}" destId="{C54EEB3A-3C7C-42BC-A551-D800BB22C41C}" srcOrd="1" destOrd="0" parTransId="{A094D376-8ED0-4696-8CCD-812A8D312DC2}" sibTransId="{6C9E1D2A-89AE-4775-9666-0117B65A9973}"/>
    <dgm:cxn modelId="{06FF56C0-E4A9-4E04-8949-74A8A3C3ED6C}" srcId="{70FE474F-B0C6-4326-9444-F1447414011C}" destId="{1B977C66-6DE2-490E-B7AB-46B760227F45}" srcOrd="0" destOrd="0" parTransId="{53717E0E-DEFE-43EC-A0D8-8E9A4DD0849A}" sibTransId="{15EEEC83-3B06-4B9C-9901-025051D99A4C}"/>
    <dgm:cxn modelId="{CCEE48CA-4B80-4759-A5FC-932691C9F134}" srcId="{70FE474F-B0C6-4326-9444-F1447414011C}" destId="{0F85DD76-2B76-4E15-8186-4B4D1F2FB63F}" srcOrd="1" destOrd="0" parTransId="{2570E4DF-4ADA-4082-B214-269938962E8E}" sibTransId="{1A918301-23ED-4D94-9449-21F658BEF17F}"/>
    <dgm:cxn modelId="{83A924CB-C536-4074-ABE2-6B6841FD0E25}" type="presOf" srcId="{1B977C66-6DE2-490E-B7AB-46B760227F45}" destId="{10A9B480-C651-47DF-A28D-12504CD9744E}" srcOrd="0" destOrd="0" presId="urn:microsoft.com/office/officeart/2005/8/layout/list1"/>
    <dgm:cxn modelId="{ED326BD2-5A6C-4D49-83BE-E042E8BF96C7}" srcId="{FC44C0C5-3F30-4F2D-89C8-E261A5410DF1}" destId="{FDBED28C-4D1F-42DA-91E7-C14C55D08F9F}" srcOrd="1" destOrd="0" parTransId="{16EF1FA9-9DFE-4E2D-AE9B-9A7355157CEA}" sibTransId="{6300C67E-7CF2-43A1-8E3A-0E4278207FC5}"/>
    <dgm:cxn modelId="{0B350AE0-69D2-4D8D-9BCD-A45C0DA2BD1E}" type="presOf" srcId="{8015CADD-E19C-454B-8DDC-324308DA9C32}" destId="{80BC2C0A-1B1A-4FEA-8689-675867439EDC}" srcOrd="0" destOrd="0" presId="urn:microsoft.com/office/officeart/2005/8/layout/list1"/>
    <dgm:cxn modelId="{5725A8F2-41D9-4618-BD4A-5602B2FA0F40}" srcId="{FC44C0C5-3F30-4F2D-89C8-E261A5410DF1}" destId="{A0C841D0-B170-45D4-AF2B-238818D97B8D}" srcOrd="0" destOrd="0" parTransId="{A86681CF-E2F6-465B-BB98-E73D3CCF357B}" sibTransId="{0218DD59-861E-4F44-8BCF-B78E4D13DF18}"/>
    <dgm:cxn modelId="{A19EA3F7-1F08-41A4-9AA8-9ADA4964BA47}" type="presOf" srcId="{70FE474F-B0C6-4326-9444-F1447414011C}" destId="{A6A2D4B9-B07E-4651-88C3-049CCD378156}" srcOrd="0" destOrd="0" presId="urn:microsoft.com/office/officeart/2005/8/layout/list1"/>
    <dgm:cxn modelId="{8F221DFC-36D7-4BCA-92C7-6EA87027DD26}" type="presOf" srcId="{A0C841D0-B170-45D4-AF2B-238818D97B8D}" destId="{22B722ED-58A5-4C5A-881E-C72F8994FFEC}" srcOrd="0" destOrd="0" presId="urn:microsoft.com/office/officeart/2005/8/layout/list1"/>
    <dgm:cxn modelId="{552789A4-6C3B-4C69-973E-6C8B16D37AF9}" type="presParOf" srcId="{A6A2D4B9-B07E-4651-88C3-049CCD378156}" destId="{40A13807-4536-4A47-B741-C46101B82474}" srcOrd="0" destOrd="0" presId="urn:microsoft.com/office/officeart/2005/8/layout/list1"/>
    <dgm:cxn modelId="{DE0B7BF5-60BA-455B-9102-1F9782801E87}" type="presParOf" srcId="{40A13807-4536-4A47-B741-C46101B82474}" destId="{10A9B480-C651-47DF-A28D-12504CD9744E}" srcOrd="0" destOrd="0" presId="urn:microsoft.com/office/officeart/2005/8/layout/list1"/>
    <dgm:cxn modelId="{67261CCD-76FC-4F6C-BCF5-C345EF6A7987}" type="presParOf" srcId="{40A13807-4536-4A47-B741-C46101B82474}" destId="{6C6B1EA0-D5CF-42E9-B26D-88ED8FFA04CF}" srcOrd="1" destOrd="0" presId="urn:microsoft.com/office/officeart/2005/8/layout/list1"/>
    <dgm:cxn modelId="{43D19B03-55E2-4D9C-B3AB-22B6477B4D08}" type="presParOf" srcId="{A6A2D4B9-B07E-4651-88C3-049CCD378156}" destId="{3772FBC0-9D07-4605-BE00-4ECDCEB7B089}" srcOrd="1" destOrd="0" presId="urn:microsoft.com/office/officeart/2005/8/layout/list1"/>
    <dgm:cxn modelId="{D77C8B9E-2AE9-4221-8C00-C1AEF7A24A8D}" type="presParOf" srcId="{A6A2D4B9-B07E-4651-88C3-049CCD378156}" destId="{80BC2C0A-1B1A-4FEA-8689-675867439EDC}" srcOrd="2" destOrd="0" presId="urn:microsoft.com/office/officeart/2005/8/layout/list1"/>
    <dgm:cxn modelId="{FB1D7C84-DD55-44DE-AD27-9B6D2281F7A3}" type="presParOf" srcId="{A6A2D4B9-B07E-4651-88C3-049CCD378156}" destId="{DDF01A67-091E-4A8A-B61D-FF1BE570252C}" srcOrd="3" destOrd="0" presId="urn:microsoft.com/office/officeart/2005/8/layout/list1"/>
    <dgm:cxn modelId="{58C95A19-9E55-444E-AAC4-11F0CDE83089}" type="presParOf" srcId="{A6A2D4B9-B07E-4651-88C3-049CCD378156}" destId="{8F3B1B89-1148-4BEC-8A3A-83E363EB3EF6}" srcOrd="4" destOrd="0" presId="urn:microsoft.com/office/officeart/2005/8/layout/list1"/>
    <dgm:cxn modelId="{27E1E879-D7C4-44A6-9B46-CC4CCC4B233E}" type="presParOf" srcId="{8F3B1B89-1148-4BEC-8A3A-83E363EB3EF6}" destId="{A61EE5F5-AE7A-4ECC-BFAA-DD223F7121EF}" srcOrd="0" destOrd="0" presId="urn:microsoft.com/office/officeart/2005/8/layout/list1"/>
    <dgm:cxn modelId="{CB6B89CD-F2CC-4E81-976B-E2AE55827E46}" type="presParOf" srcId="{8F3B1B89-1148-4BEC-8A3A-83E363EB3EF6}" destId="{D424E93A-A1C4-4650-B5D6-81160404D756}" srcOrd="1" destOrd="0" presId="urn:microsoft.com/office/officeart/2005/8/layout/list1"/>
    <dgm:cxn modelId="{E7203AE5-98AC-4F52-8596-2769F04CFA57}" type="presParOf" srcId="{A6A2D4B9-B07E-4651-88C3-049CCD378156}" destId="{0260D550-602B-4F5D-A9D8-1C2E35E12091}" srcOrd="5" destOrd="0" presId="urn:microsoft.com/office/officeart/2005/8/layout/list1"/>
    <dgm:cxn modelId="{07105056-CE89-4A10-9D2A-FC11C402A9B9}" type="presParOf" srcId="{A6A2D4B9-B07E-4651-88C3-049CCD378156}" destId="{5E2A946E-F68C-40D7-B422-F29DC0B34FFA}" srcOrd="6" destOrd="0" presId="urn:microsoft.com/office/officeart/2005/8/layout/list1"/>
    <dgm:cxn modelId="{30A28E7D-FAC9-4337-B124-72C1F42DE515}" type="presParOf" srcId="{A6A2D4B9-B07E-4651-88C3-049CCD378156}" destId="{D9AB87DB-52F2-4B32-85DA-FC91DC04FB1C}" srcOrd="7" destOrd="0" presId="urn:microsoft.com/office/officeart/2005/8/layout/list1"/>
    <dgm:cxn modelId="{441B8DC9-C151-4F13-BCFD-A71B08042AD6}" type="presParOf" srcId="{A6A2D4B9-B07E-4651-88C3-049CCD378156}" destId="{B4BEA64D-9F89-4FCB-98D2-4CD6F5E8CE9B}" srcOrd="8" destOrd="0" presId="urn:microsoft.com/office/officeart/2005/8/layout/list1"/>
    <dgm:cxn modelId="{E721C546-7467-42D5-AF56-0854AC37D834}" type="presParOf" srcId="{B4BEA64D-9F89-4FCB-98D2-4CD6F5E8CE9B}" destId="{C5A7C880-391E-4896-BAE1-0676D54CF9BA}" srcOrd="0" destOrd="0" presId="urn:microsoft.com/office/officeart/2005/8/layout/list1"/>
    <dgm:cxn modelId="{BD426014-3134-4E37-B03C-64E6148E5DED}" type="presParOf" srcId="{B4BEA64D-9F89-4FCB-98D2-4CD6F5E8CE9B}" destId="{B37AF777-04F2-45BE-B969-317690EAF050}" srcOrd="1" destOrd="0" presId="urn:microsoft.com/office/officeart/2005/8/layout/list1"/>
    <dgm:cxn modelId="{66A567FD-6DF4-4D10-8165-083F72C808BB}" type="presParOf" srcId="{A6A2D4B9-B07E-4651-88C3-049CCD378156}" destId="{7BEA8B2F-3799-405B-BF7C-98B0F64BBF66}" srcOrd="9" destOrd="0" presId="urn:microsoft.com/office/officeart/2005/8/layout/list1"/>
    <dgm:cxn modelId="{F57F241B-8154-4A57-8D80-1692B08ADFC0}" type="presParOf" srcId="{A6A2D4B9-B07E-4651-88C3-049CCD378156}" destId="{22B722ED-58A5-4C5A-881E-C72F8994FFEC}"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2AC90FA-B49E-4B3A-8343-03B47103A8ED}" type="doc">
      <dgm:prSet loTypeId="urn:microsoft.com/office/officeart/2005/8/layout/vList2" loCatId="list" qsTypeId="urn:microsoft.com/office/officeart/2005/8/quickstyle/simple5" qsCatId="simple" csTypeId="urn:microsoft.com/office/officeart/2005/8/colors/colorful1" csCatId="colorful" phldr="1"/>
      <dgm:spPr/>
      <dgm:t>
        <a:bodyPr/>
        <a:lstStyle/>
        <a:p>
          <a:endParaRPr lang="es-ES"/>
        </a:p>
      </dgm:t>
    </dgm:pt>
    <dgm:pt modelId="{6FDC8646-9AF8-4A4E-A5D5-7B55506EE4A8}">
      <dgm:prSet/>
      <dgm:spPr/>
      <dgm:t>
        <a:bodyPr/>
        <a:lstStyle/>
        <a:p>
          <a:r>
            <a:rPr lang="en-US" b="1" dirty="0"/>
            <a:t>SEGÚN MÉTODO PARA LA TOMA DE DECISIÓN:</a:t>
          </a:r>
          <a:endParaRPr lang="es-ES" dirty="0"/>
        </a:p>
      </dgm:t>
    </dgm:pt>
    <dgm:pt modelId="{E092F6E4-6342-4A5B-8B4D-4B88059B61A5}" type="parTrans" cxnId="{E94A759E-6F52-4F53-AB00-E89D1C199BB5}">
      <dgm:prSet/>
      <dgm:spPr/>
      <dgm:t>
        <a:bodyPr/>
        <a:lstStyle/>
        <a:p>
          <a:endParaRPr lang="es-ES"/>
        </a:p>
      </dgm:t>
    </dgm:pt>
    <dgm:pt modelId="{1A754C0D-B0B2-456A-B06E-34F737B41E98}" type="sibTrans" cxnId="{E94A759E-6F52-4F53-AB00-E89D1C199BB5}">
      <dgm:prSet/>
      <dgm:spPr/>
      <dgm:t>
        <a:bodyPr/>
        <a:lstStyle/>
        <a:p>
          <a:endParaRPr lang="es-ES"/>
        </a:p>
      </dgm:t>
    </dgm:pt>
    <dgm:pt modelId="{33648E81-D785-45B3-B2DF-9D26668A7B69}">
      <dgm:prSet/>
      <dgm:spPr/>
      <dgm:t>
        <a:bodyPr/>
        <a:lstStyle/>
        <a:p>
          <a:r>
            <a:rPr lang="en-US" b="1" dirty="0" err="1"/>
            <a:t>Decisiones</a:t>
          </a:r>
          <a:r>
            <a:rPr lang="en-US" b="1" dirty="0"/>
            <a:t> </a:t>
          </a:r>
          <a:r>
            <a:rPr lang="en-US" b="1" dirty="0" err="1"/>
            <a:t>Programadas</a:t>
          </a:r>
          <a:r>
            <a:rPr lang="en-US" dirty="0"/>
            <a:t>: </a:t>
          </a:r>
          <a:r>
            <a:rPr lang="en-US" dirty="0" err="1"/>
            <a:t>decisión</a:t>
          </a:r>
          <a:r>
            <a:rPr lang="en-US" dirty="0"/>
            <a:t> </a:t>
          </a:r>
          <a:r>
            <a:rPr lang="en-US" dirty="0" err="1"/>
            <a:t>repetitiva</a:t>
          </a:r>
          <a:r>
            <a:rPr lang="en-US" dirty="0"/>
            <a:t> que se </a:t>
          </a:r>
          <a:r>
            <a:rPr lang="en-US" dirty="0" err="1"/>
            <a:t>maneja</a:t>
          </a:r>
          <a:r>
            <a:rPr lang="en-US" dirty="0"/>
            <a:t> </a:t>
          </a:r>
          <a:r>
            <a:rPr lang="en-US" dirty="0" err="1"/>
            <a:t>rutinariamente.Son</a:t>
          </a:r>
          <a:r>
            <a:rPr lang="en-US" dirty="0"/>
            <a:t> </a:t>
          </a:r>
          <a:r>
            <a:rPr lang="en-US" dirty="0" err="1"/>
            <a:t>Decisiones</a:t>
          </a:r>
          <a:r>
            <a:rPr lang="en-US" dirty="0"/>
            <a:t> </a:t>
          </a:r>
          <a:r>
            <a:rPr lang="en-US" dirty="0" err="1"/>
            <a:t>Rutinarias</a:t>
          </a:r>
          <a:endParaRPr lang="es-ES" dirty="0"/>
        </a:p>
      </dgm:t>
    </dgm:pt>
    <dgm:pt modelId="{AD6B69FA-E230-449E-A638-0CC97C3EB305}" type="parTrans" cxnId="{AAE458D0-19DD-44DF-BDC4-47F1132D61E3}">
      <dgm:prSet/>
      <dgm:spPr/>
      <dgm:t>
        <a:bodyPr/>
        <a:lstStyle/>
        <a:p>
          <a:endParaRPr lang="es-ES"/>
        </a:p>
      </dgm:t>
    </dgm:pt>
    <dgm:pt modelId="{BAC00E1B-902D-4AE4-BD05-AF74E10F593A}" type="sibTrans" cxnId="{AAE458D0-19DD-44DF-BDC4-47F1132D61E3}">
      <dgm:prSet/>
      <dgm:spPr/>
      <dgm:t>
        <a:bodyPr/>
        <a:lstStyle/>
        <a:p>
          <a:endParaRPr lang="es-ES"/>
        </a:p>
      </dgm:t>
    </dgm:pt>
    <dgm:pt modelId="{7DA7B392-3CC8-4137-B1A2-9C8928EA9F76}">
      <dgm:prSet/>
      <dgm:spPr/>
      <dgm:t>
        <a:bodyPr/>
        <a:lstStyle/>
        <a:p>
          <a:r>
            <a:rPr lang="en-US" dirty="0"/>
            <a:t>Como </a:t>
          </a:r>
          <a:r>
            <a:rPr lang="en-US" dirty="0" err="1"/>
            <a:t>el</a:t>
          </a:r>
          <a:r>
            <a:rPr lang="en-US" dirty="0"/>
            <a:t> </a:t>
          </a:r>
          <a:r>
            <a:rPr lang="en-US" dirty="0" err="1"/>
            <a:t>problema</a:t>
          </a:r>
          <a:r>
            <a:rPr lang="en-US" dirty="0"/>
            <a:t> </a:t>
          </a:r>
          <a:r>
            <a:rPr lang="en-US" dirty="0" err="1"/>
            <a:t>está</a:t>
          </a:r>
          <a:r>
            <a:rPr lang="en-US" dirty="0"/>
            <a:t> </a:t>
          </a:r>
          <a:r>
            <a:rPr lang="en-US" dirty="0" err="1"/>
            <a:t>estructurado</a:t>
          </a:r>
          <a:r>
            <a:rPr lang="en-US" dirty="0"/>
            <a:t>, </a:t>
          </a:r>
          <a:r>
            <a:rPr lang="en-US" dirty="0" err="1"/>
            <a:t>el</a:t>
          </a:r>
          <a:r>
            <a:rPr lang="en-US" dirty="0"/>
            <a:t> </a:t>
          </a:r>
          <a:r>
            <a:rPr lang="en-US" dirty="0" err="1"/>
            <a:t>directivo</a:t>
          </a:r>
          <a:r>
            <a:rPr lang="en-US" dirty="0"/>
            <a:t> no </a:t>
          </a:r>
          <a:r>
            <a:rPr lang="en-US" dirty="0" err="1"/>
            <a:t>tiene</a:t>
          </a:r>
          <a:r>
            <a:rPr lang="en-US" dirty="0"/>
            <a:t> que pasar por </a:t>
          </a:r>
          <a:r>
            <a:rPr lang="en-US" dirty="0" err="1"/>
            <a:t>el</a:t>
          </a:r>
          <a:r>
            <a:rPr lang="en-US" dirty="0"/>
            <a:t> </a:t>
          </a:r>
          <a:r>
            <a:rPr lang="en-US" dirty="0" err="1"/>
            <a:t>proceso</a:t>
          </a:r>
          <a:r>
            <a:rPr lang="en-US" dirty="0"/>
            <a:t> de </a:t>
          </a:r>
          <a:r>
            <a:rPr lang="en-US" dirty="0" err="1"/>
            <a:t>decisión</a:t>
          </a:r>
          <a:r>
            <a:rPr lang="en-US" dirty="0"/>
            <a:t>.</a:t>
          </a:r>
          <a:endParaRPr lang="es-ES" dirty="0"/>
        </a:p>
      </dgm:t>
    </dgm:pt>
    <dgm:pt modelId="{C4FDF4D3-011B-4730-BC2D-4DE1FC515400}" type="parTrans" cxnId="{056D4DC1-F70D-42BC-83E6-3E270CFA37FC}">
      <dgm:prSet/>
      <dgm:spPr/>
      <dgm:t>
        <a:bodyPr/>
        <a:lstStyle/>
        <a:p>
          <a:endParaRPr lang="es-ES"/>
        </a:p>
      </dgm:t>
    </dgm:pt>
    <dgm:pt modelId="{8C37FCCB-70AB-4FD5-8174-11D7C8467773}" type="sibTrans" cxnId="{056D4DC1-F70D-42BC-83E6-3E270CFA37FC}">
      <dgm:prSet/>
      <dgm:spPr/>
      <dgm:t>
        <a:bodyPr/>
        <a:lstStyle/>
        <a:p>
          <a:endParaRPr lang="es-ES"/>
        </a:p>
      </dgm:t>
    </dgm:pt>
    <dgm:pt modelId="{D811AF2E-6145-415F-8BD7-E2E8784CE094}">
      <dgm:prSet/>
      <dgm:spPr/>
      <dgm:t>
        <a:bodyPr/>
        <a:lstStyle/>
        <a:p>
          <a:r>
            <a:rPr lang="en-US" dirty="0" err="1"/>
            <a:t>Su</a:t>
          </a:r>
          <a:r>
            <a:rPr lang="en-US" dirty="0"/>
            <a:t> </a:t>
          </a:r>
          <a:r>
            <a:rPr lang="en-US" dirty="0" err="1"/>
            <a:t>solución</a:t>
          </a:r>
          <a:r>
            <a:rPr lang="en-US" dirty="0"/>
            <a:t> es </a:t>
          </a:r>
          <a:r>
            <a:rPr lang="en-US" dirty="0" err="1"/>
            <a:t>evidente</a:t>
          </a:r>
          <a:r>
            <a:rPr lang="en-US" dirty="0"/>
            <a:t> o se reduce a </a:t>
          </a:r>
          <a:r>
            <a:rPr lang="en-US" dirty="0" err="1"/>
            <a:t>pocas</a:t>
          </a:r>
          <a:r>
            <a:rPr lang="en-US" dirty="0"/>
            <a:t> </a:t>
          </a:r>
          <a:r>
            <a:rPr lang="en-US" dirty="0" err="1"/>
            <a:t>alternativas</a:t>
          </a:r>
          <a:r>
            <a:rPr lang="en-US" dirty="0"/>
            <a:t> </a:t>
          </a:r>
          <a:r>
            <a:rPr lang="en-US" dirty="0" err="1"/>
            <a:t>conocidas</a:t>
          </a:r>
          <a:r>
            <a:rPr lang="en-US" dirty="0"/>
            <a:t> o que se ha </a:t>
          </a:r>
          <a:r>
            <a:rPr lang="en-US" dirty="0" err="1"/>
            <a:t>probado</a:t>
          </a:r>
          <a:r>
            <a:rPr lang="en-US" dirty="0"/>
            <a:t> que </a:t>
          </a:r>
          <a:r>
            <a:rPr lang="en-US" dirty="0" err="1"/>
            <a:t>funcionan</a:t>
          </a:r>
          <a:r>
            <a:rPr lang="en-US" dirty="0"/>
            <a:t>. </a:t>
          </a:r>
          <a:endParaRPr lang="es-ES" dirty="0"/>
        </a:p>
      </dgm:t>
    </dgm:pt>
    <dgm:pt modelId="{7FC0F9D7-4F43-463E-9984-D59C542B4DFC}" type="parTrans" cxnId="{68ED6ACD-1898-432B-9865-3FF62D37C96D}">
      <dgm:prSet/>
      <dgm:spPr/>
      <dgm:t>
        <a:bodyPr/>
        <a:lstStyle/>
        <a:p>
          <a:endParaRPr lang="es-ES"/>
        </a:p>
      </dgm:t>
    </dgm:pt>
    <dgm:pt modelId="{9BDE3488-9691-48FF-9082-80D79B16EBB3}" type="sibTrans" cxnId="{68ED6ACD-1898-432B-9865-3FF62D37C96D}">
      <dgm:prSet/>
      <dgm:spPr/>
      <dgm:t>
        <a:bodyPr/>
        <a:lstStyle/>
        <a:p>
          <a:endParaRPr lang="es-ES"/>
        </a:p>
      </dgm:t>
    </dgm:pt>
    <dgm:pt modelId="{552BA785-A5B2-4A90-8F8E-630B69915022}">
      <dgm:prSet/>
      <dgm:spPr/>
      <dgm:t>
        <a:bodyPr/>
        <a:lstStyle/>
        <a:p>
          <a:r>
            <a:rPr lang="en-US" b="1" dirty="0" err="1"/>
            <a:t>Decisiones</a:t>
          </a:r>
          <a:r>
            <a:rPr lang="en-US" b="1" dirty="0"/>
            <a:t> sin </a:t>
          </a:r>
          <a:r>
            <a:rPr lang="en-US" b="1" dirty="0" err="1"/>
            <a:t>programar</a:t>
          </a:r>
          <a:r>
            <a:rPr lang="en-US" dirty="0"/>
            <a:t>: </a:t>
          </a:r>
          <a:r>
            <a:rPr lang="en-US" dirty="0" err="1"/>
            <a:t>decisiones</a:t>
          </a:r>
          <a:r>
            <a:rPr lang="en-US" dirty="0"/>
            <a:t> que son </a:t>
          </a:r>
          <a:r>
            <a:rPr lang="en-US" dirty="0" err="1"/>
            <a:t>únicas</a:t>
          </a:r>
          <a:r>
            <a:rPr lang="en-US" dirty="0"/>
            <a:t>, no se </a:t>
          </a:r>
          <a:r>
            <a:rPr lang="en-US" dirty="0" err="1"/>
            <a:t>repiten</a:t>
          </a:r>
          <a:r>
            <a:rPr lang="en-US" dirty="0"/>
            <a:t> y </a:t>
          </a:r>
          <a:r>
            <a:rPr lang="en-US" dirty="0" err="1"/>
            <a:t>requieren</a:t>
          </a:r>
          <a:r>
            <a:rPr lang="en-US" dirty="0"/>
            <a:t> </a:t>
          </a:r>
          <a:r>
            <a:rPr lang="en-US" dirty="0" err="1"/>
            <a:t>soluciones</a:t>
          </a:r>
          <a:r>
            <a:rPr lang="en-US" dirty="0"/>
            <a:t> a </a:t>
          </a:r>
          <a:r>
            <a:rPr lang="en-US" dirty="0" err="1"/>
            <a:t>medida</a:t>
          </a:r>
          <a:r>
            <a:rPr lang="en-US" dirty="0"/>
            <a:t>. Son decisions </a:t>
          </a:r>
          <a:r>
            <a:rPr lang="en-US" dirty="0" err="1"/>
            <a:t>adaptativas</a:t>
          </a:r>
          <a:r>
            <a:rPr lang="en-US" dirty="0"/>
            <a:t> e </a:t>
          </a:r>
          <a:r>
            <a:rPr lang="en-US" dirty="0" err="1"/>
            <a:t>innovadoras</a:t>
          </a:r>
          <a:r>
            <a:rPr lang="en-US" dirty="0"/>
            <a:t>.</a:t>
          </a:r>
          <a:endParaRPr lang="es-ES" dirty="0"/>
        </a:p>
      </dgm:t>
    </dgm:pt>
    <dgm:pt modelId="{C05C9B92-31C9-4A50-8D51-829DE1B75A8F}" type="parTrans" cxnId="{E650C787-8B5D-4F42-9D09-4AB2122F2B66}">
      <dgm:prSet/>
      <dgm:spPr/>
      <dgm:t>
        <a:bodyPr/>
        <a:lstStyle/>
        <a:p>
          <a:endParaRPr lang="es-ES"/>
        </a:p>
      </dgm:t>
    </dgm:pt>
    <dgm:pt modelId="{F7C0130E-0563-445C-9911-509614DC8114}" type="sibTrans" cxnId="{E650C787-8B5D-4F42-9D09-4AB2122F2B66}">
      <dgm:prSet/>
      <dgm:spPr/>
      <dgm:t>
        <a:bodyPr/>
        <a:lstStyle/>
        <a:p>
          <a:endParaRPr lang="es-ES"/>
        </a:p>
      </dgm:t>
    </dgm:pt>
    <dgm:pt modelId="{FFD28A90-4DD2-4C60-B793-2A61C0486577}">
      <dgm:prSet/>
      <dgm:spPr/>
      <dgm:t>
        <a:bodyPr/>
        <a:lstStyle/>
        <a:p>
          <a:r>
            <a:rPr lang="en-US" dirty="0"/>
            <a:t>No hay </a:t>
          </a:r>
          <a:r>
            <a:rPr lang="en-US" dirty="0" err="1"/>
            <a:t>solución</a:t>
          </a:r>
          <a:r>
            <a:rPr lang="en-US" dirty="0"/>
            <a:t> </a:t>
          </a:r>
          <a:r>
            <a:rPr lang="en-US" dirty="0" err="1"/>
            <a:t>prefabricada</a:t>
          </a:r>
          <a:r>
            <a:rPr lang="en-US" dirty="0"/>
            <a:t>..</a:t>
          </a:r>
          <a:endParaRPr lang="es-ES" dirty="0"/>
        </a:p>
      </dgm:t>
    </dgm:pt>
    <dgm:pt modelId="{9D3C0AF4-95EE-450C-B7C7-22EF7C3BDB45}" type="parTrans" cxnId="{E384EE49-670E-4854-AABC-7C37CF96A754}">
      <dgm:prSet/>
      <dgm:spPr/>
      <dgm:t>
        <a:bodyPr/>
        <a:lstStyle/>
        <a:p>
          <a:endParaRPr lang="es-ES"/>
        </a:p>
      </dgm:t>
    </dgm:pt>
    <dgm:pt modelId="{34922521-A041-4E02-9DD9-A2D5E4BA54A8}" type="sibTrans" cxnId="{E384EE49-670E-4854-AABC-7C37CF96A754}">
      <dgm:prSet/>
      <dgm:spPr/>
      <dgm:t>
        <a:bodyPr/>
        <a:lstStyle/>
        <a:p>
          <a:endParaRPr lang="es-ES"/>
        </a:p>
      </dgm:t>
    </dgm:pt>
    <dgm:pt modelId="{01F3F641-0CD6-4E1C-AA43-65EB1286F23E}">
      <dgm:prSet/>
      <dgm:spPr/>
      <dgm:t>
        <a:bodyPr/>
        <a:lstStyle/>
        <a:p>
          <a:r>
            <a:rPr lang="en-US" b="1" dirty="0"/>
            <a:t>SEGÚN EL TIPO DE OBJETIVO</a:t>
          </a:r>
          <a:endParaRPr lang="es-ES" dirty="0"/>
        </a:p>
      </dgm:t>
    </dgm:pt>
    <dgm:pt modelId="{2D232565-DA03-4404-8EF4-DC5099606551}" type="parTrans" cxnId="{3588FDB0-04A3-41CA-9B07-6B5401701808}">
      <dgm:prSet/>
      <dgm:spPr/>
      <dgm:t>
        <a:bodyPr/>
        <a:lstStyle/>
        <a:p>
          <a:endParaRPr lang="es-ES"/>
        </a:p>
      </dgm:t>
    </dgm:pt>
    <dgm:pt modelId="{018795A6-3C1C-41C9-8622-2B287FD60719}" type="sibTrans" cxnId="{3588FDB0-04A3-41CA-9B07-6B5401701808}">
      <dgm:prSet/>
      <dgm:spPr/>
      <dgm:t>
        <a:bodyPr/>
        <a:lstStyle/>
        <a:p>
          <a:endParaRPr lang="es-ES"/>
        </a:p>
      </dgm:t>
    </dgm:pt>
    <dgm:pt modelId="{24912E9A-F9C7-43F5-A2F2-071C61709FDA}">
      <dgm:prSet/>
      <dgm:spPr/>
      <dgm:t>
        <a:bodyPr/>
        <a:lstStyle/>
        <a:p>
          <a:r>
            <a:rPr lang="en-US"/>
            <a:t>Operativas</a:t>
          </a:r>
          <a:endParaRPr lang="es-ES"/>
        </a:p>
      </dgm:t>
    </dgm:pt>
    <dgm:pt modelId="{70578634-C369-40E1-AA52-B6C88E7C7C8B}" type="parTrans" cxnId="{FCED5E1B-C95B-44C8-A0EA-7F305B322E1F}">
      <dgm:prSet/>
      <dgm:spPr/>
      <dgm:t>
        <a:bodyPr/>
        <a:lstStyle/>
        <a:p>
          <a:endParaRPr lang="es-ES"/>
        </a:p>
      </dgm:t>
    </dgm:pt>
    <dgm:pt modelId="{9BB720BB-F5AC-431D-8528-727A22941B84}" type="sibTrans" cxnId="{FCED5E1B-C95B-44C8-A0EA-7F305B322E1F}">
      <dgm:prSet/>
      <dgm:spPr/>
      <dgm:t>
        <a:bodyPr/>
        <a:lstStyle/>
        <a:p>
          <a:endParaRPr lang="es-ES"/>
        </a:p>
      </dgm:t>
    </dgm:pt>
    <dgm:pt modelId="{DC6C0A64-F7A5-44AD-95B3-20F6C72F25E9}">
      <dgm:prSet/>
      <dgm:spPr/>
      <dgm:t>
        <a:bodyPr/>
        <a:lstStyle/>
        <a:p>
          <a:r>
            <a:rPr lang="en-US" dirty="0" err="1"/>
            <a:t>Tácticas</a:t>
          </a:r>
          <a:endParaRPr lang="es-ES" dirty="0"/>
        </a:p>
      </dgm:t>
    </dgm:pt>
    <dgm:pt modelId="{E61D5BB0-1E53-4DA7-9860-39ADCDF3E8B1}" type="parTrans" cxnId="{C9A183FE-4896-4C87-8516-9DC0F53BB29D}">
      <dgm:prSet/>
      <dgm:spPr/>
      <dgm:t>
        <a:bodyPr/>
        <a:lstStyle/>
        <a:p>
          <a:endParaRPr lang="es-ES"/>
        </a:p>
      </dgm:t>
    </dgm:pt>
    <dgm:pt modelId="{062BB4A6-CB54-4624-9C61-906D1D098368}" type="sibTrans" cxnId="{C9A183FE-4896-4C87-8516-9DC0F53BB29D}">
      <dgm:prSet/>
      <dgm:spPr/>
      <dgm:t>
        <a:bodyPr/>
        <a:lstStyle/>
        <a:p>
          <a:endParaRPr lang="es-ES"/>
        </a:p>
      </dgm:t>
    </dgm:pt>
    <dgm:pt modelId="{46D68857-8706-4F70-930F-1A0337F0A4EF}">
      <dgm:prSet/>
      <dgm:spPr/>
      <dgm:t>
        <a:bodyPr/>
        <a:lstStyle/>
        <a:p>
          <a:r>
            <a:rPr lang="en-US" dirty="0" err="1"/>
            <a:t>Estratégicas</a:t>
          </a:r>
          <a:endParaRPr lang="es-ES" dirty="0"/>
        </a:p>
      </dgm:t>
    </dgm:pt>
    <dgm:pt modelId="{0CE0F024-F6AA-4B8E-A5B6-F7699B1138FB}" type="parTrans" cxnId="{76A1E6B4-E6AB-447F-A4A8-A1FBF94FFE3C}">
      <dgm:prSet/>
      <dgm:spPr/>
      <dgm:t>
        <a:bodyPr/>
        <a:lstStyle/>
        <a:p>
          <a:endParaRPr lang="es-ES"/>
        </a:p>
      </dgm:t>
    </dgm:pt>
    <dgm:pt modelId="{F424B880-302A-4C44-970F-930D4395FB2E}" type="sibTrans" cxnId="{76A1E6B4-E6AB-447F-A4A8-A1FBF94FFE3C}">
      <dgm:prSet/>
      <dgm:spPr/>
      <dgm:t>
        <a:bodyPr/>
        <a:lstStyle/>
        <a:p>
          <a:endParaRPr lang="es-ES"/>
        </a:p>
      </dgm:t>
    </dgm:pt>
    <dgm:pt modelId="{B22E3B04-861C-419E-988F-08A432BB384D}">
      <dgm:prSet/>
      <dgm:spPr/>
      <dgm:t>
        <a:bodyPr/>
        <a:lstStyle/>
        <a:p>
          <a:r>
            <a:rPr lang="es-ES" dirty="0"/>
            <a:t>Se define un procedimiento o criterio de forma que estas decisiones no  tengan que tratarse de nuevo cada vez que surjan. </a:t>
          </a:r>
        </a:p>
      </dgm:t>
    </dgm:pt>
    <dgm:pt modelId="{2BFB1964-8F11-4AB4-8079-9678424B43CC}" type="parTrans" cxnId="{6449EB94-35B8-449F-B587-A1F0442B6F97}">
      <dgm:prSet/>
      <dgm:spPr/>
      <dgm:t>
        <a:bodyPr/>
        <a:lstStyle/>
        <a:p>
          <a:endParaRPr lang="es-ES"/>
        </a:p>
      </dgm:t>
    </dgm:pt>
    <dgm:pt modelId="{8B665779-B02F-4465-8005-03EC54D36007}" type="sibTrans" cxnId="{6449EB94-35B8-449F-B587-A1F0442B6F97}">
      <dgm:prSet/>
      <dgm:spPr/>
      <dgm:t>
        <a:bodyPr/>
        <a:lstStyle/>
        <a:p>
          <a:endParaRPr lang="es-ES"/>
        </a:p>
      </dgm:t>
    </dgm:pt>
    <dgm:pt modelId="{CEF55E0B-5366-40D5-9E02-73B89E2B0ECE}" type="pres">
      <dgm:prSet presAssocID="{92AC90FA-B49E-4B3A-8343-03B47103A8ED}" presName="linear" presStyleCnt="0">
        <dgm:presLayoutVars>
          <dgm:animLvl val="lvl"/>
          <dgm:resizeHandles val="exact"/>
        </dgm:presLayoutVars>
      </dgm:prSet>
      <dgm:spPr/>
    </dgm:pt>
    <dgm:pt modelId="{7F3D6069-6DBC-48EA-8B54-5262A94F26C5}" type="pres">
      <dgm:prSet presAssocID="{6FDC8646-9AF8-4A4E-A5D5-7B55506EE4A8}" presName="parentText" presStyleLbl="node1" presStyleIdx="0" presStyleCnt="2">
        <dgm:presLayoutVars>
          <dgm:chMax val="0"/>
          <dgm:bulletEnabled val="1"/>
        </dgm:presLayoutVars>
      </dgm:prSet>
      <dgm:spPr/>
    </dgm:pt>
    <dgm:pt modelId="{8AAE2774-CF89-4E73-800F-38B421385DA3}" type="pres">
      <dgm:prSet presAssocID="{6FDC8646-9AF8-4A4E-A5D5-7B55506EE4A8}" presName="childText" presStyleLbl="revTx" presStyleIdx="0" presStyleCnt="2">
        <dgm:presLayoutVars>
          <dgm:bulletEnabled val="1"/>
        </dgm:presLayoutVars>
      </dgm:prSet>
      <dgm:spPr/>
    </dgm:pt>
    <dgm:pt modelId="{FE67C913-7C9F-4184-9FEE-AB5D7D7676A1}" type="pres">
      <dgm:prSet presAssocID="{01F3F641-0CD6-4E1C-AA43-65EB1286F23E}" presName="parentText" presStyleLbl="node1" presStyleIdx="1" presStyleCnt="2">
        <dgm:presLayoutVars>
          <dgm:chMax val="0"/>
          <dgm:bulletEnabled val="1"/>
        </dgm:presLayoutVars>
      </dgm:prSet>
      <dgm:spPr/>
    </dgm:pt>
    <dgm:pt modelId="{F43C1E4A-572F-46A5-A2E8-1123E110CB6B}" type="pres">
      <dgm:prSet presAssocID="{01F3F641-0CD6-4E1C-AA43-65EB1286F23E}" presName="childText" presStyleLbl="revTx" presStyleIdx="1" presStyleCnt="2">
        <dgm:presLayoutVars>
          <dgm:bulletEnabled val="1"/>
        </dgm:presLayoutVars>
      </dgm:prSet>
      <dgm:spPr/>
    </dgm:pt>
  </dgm:ptLst>
  <dgm:cxnLst>
    <dgm:cxn modelId="{9A3F1906-6110-42CC-A944-03DC694003AC}" type="presOf" srcId="{DC6C0A64-F7A5-44AD-95B3-20F6C72F25E9}" destId="{F43C1E4A-572F-46A5-A2E8-1123E110CB6B}" srcOrd="0" destOrd="1" presId="urn:microsoft.com/office/officeart/2005/8/layout/vList2"/>
    <dgm:cxn modelId="{FCED5E1B-C95B-44C8-A0EA-7F305B322E1F}" srcId="{01F3F641-0CD6-4E1C-AA43-65EB1286F23E}" destId="{24912E9A-F9C7-43F5-A2F2-071C61709FDA}" srcOrd="0" destOrd="0" parTransId="{70578634-C369-40E1-AA52-B6C88E7C7C8B}" sibTransId="{9BB720BB-F5AC-431D-8528-727A22941B84}"/>
    <dgm:cxn modelId="{D7E4D337-ED4F-40DF-8795-AE72293B0231}" type="presOf" srcId="{92AC90FA-B49E-4B3A-8343-03B47103A8ED}" destId="{CEF55E0B-5366-40D5-9E02-73B89E2B0ECE}" srcOrd="0" destOrd="0" presId="urn:microsoft.com/office/officeart/2005/8/layout/vList2"/>
    <dgm:cxn modelId="{E384EE49-670E-4854-AABC-7C37CF96A754}" srcId="{552BA785-A5B2-4A90-8F8E-630B69915022}" destId="{FFD28A90-4DD2-4C60-B793-2A61C0486577}" srcOrd="0" destOrd="0" parTransId="{9D3C0AF4-95EE-450C-B7C7-22EF7C3BDB45}" sibTransId="{34922521-A041-4E02-9DD9-A2D5E4BA54A8}"/>
    <dgm:cxn modelId="{D6A6564F-83DE-4204-AC2D-91090E75B862}" type="presOf" srcId="{FFD28A90-4DD2-4C60-B793-2A61C0486577}" destId="{8AAE2774-CF89-4E73-800F-38B421385DA3}" srcOrd="0" destOrd="5" presId="urn:microsoft.com/office/officeart/2005/8/layout/vList2"/>
    <dgm:cxn modelId="{3F988752-F09C-4981-81F2-0C5AB0F652BA}" type="presOf" srcId="{33648E81-D785-45B3-B2DF-9D26668A7B69}" destId="{8AAE2774-CF89-4E73-800F-38B421385DA3}" srcOrd="0" destOrd="0" presId="urn:microsoft.com/office/officeart/2005/8/layout/vList2"/>
    <dgm:cxn modelId="{0AAFF574-E2D7-44D2-A556-C9B7EADAA2F4}" type="presOf" srcId="{46D68857-8706-4F70-930F-1A0337F0A4EF}" destId="{F43C1E4A-572F-46A5-A2E8-1123E110CB6B}" srcOrd="0" destOrd="2" presId="urn:microsoft.com/office/officeart/2005/8/layout/vList2"/>
    <dgm:cxn modelId="{8FFB0957-D3F1-4C34-83B0-68F509FBA7D2}" type="presOf" srcId="{7DA7B392-3CC8-4137-B1A2-9C8928EA9F76}" destId="{8AAE2774-CF89-4E73-800F-38B421385DA3}" srcOrd="0" destOrd="2" presId="urn:microsoft.com/office/officeart/2005/8/layout/vList2"/>
    <dgm:cxn modelId="{524FD984-DC2F-4202-BB87-4495A142502D}" type="presOf" srcId="{01F3F641-0CD6-4E1C-AA43-65EB1286F23E}" destId="{FE67C913-7C9F-4184-9FEE-AB5D7D7676A1}" srcOrd="0" destOrd="0" presId="urn:microsoft.com/office/officeart/2005/8/layout/vList2"/>
    <dgm:cxn modelId="{E650C787-8B5D-4F42-9D09-4AB2122F2B66}" srcId="{6FDC8646-9AF8-4A4E-A5D5-7B55506EE4A8}" destId="{552BA785-A5B2-4A90-8F8E-630B69915022}" srcOrd="1" destOrd="0" parTransId="{C05C9B92-31C9-4A50-8D51-829DE1B75A8F}" sibTransId="{F7C0130E-0563-445C-9911-509614DC8114}"/>
    <dgm:cxn modelId="{6449EB94-35B8-449F-B587-A1F0442B6F97}" srcId="{33648E81-D785-45B3-B2DF-9D26668A7B69}" destId="{B22E3B04-861C-419E-988F-08A432BB384D}" srcOrd="0" destOrd="0" parTransId="{2BFB1964-8F11-4AB4-8079-9678424B43CC}" sibTransId="{8B665779-B02F-4465-8005-03EC54D36007}"/>
    <dgm:cxn modelId="{357D5B9D-7B53-46D1-BA76-91E0F86E524F}" type="presOf" srcId="{552BA785-A5B2-4A90-8F8E-630B69915022}" destId="{8AAE2774-CF89-4E73-800F-38B421385DA3}" srcOrd="0" destOrd="4" presId="urn:microsoft.com/office/officeart/2005/8/layout/vList2"/>
    <dgm:cxn modelId="{E94A759E-6F52-4F53-AB00-E89D1C199BB5}" srcId="{92AC90FA-B49E-4B3A-8343-03B47103A8ED}" destId="{6FDC8646-9AF8-4A4E-A5D5-7B55506EE4A8}" srcOrd="0" destOrd="0" parTransId="{E092F6E4-6342-4A5B-8B4D-4B88059B61A5}" sibTransId="{1A754C0D-B0B2-456A-B06E-34F737B41E98}"/>
    <dgm:cxn modelId="{065C66A1-9D91-4F26-A095-D3E36EC9D588}" type="presOf" srcId="{24912E9A-F9C7-43F5-A2F2-071C61709FDA}" destId="{F43C1E4A-572F-46A5-A2E8-1123E110CB6B}" srcOrd="0" destOrd="0" presId="urn:microsoft.com/office/officeart/2005/8/layout/vList2"/>
    <dgm:cxn modelId="{86FAF4AB-EFB1-478F-8A78-6ECDF5EC1B20}" type="presOf" srcId="{B22E3B04-861C-419E-988F-08A432BB384D}" destId="{8AAE2774-CF89-4E73-800F-38B421385DA3}" srcOrd="0" destOrd="1" presId="urn:microsoft.com/office/officeart/2005/8/layout/vList2"/>
    <dgm:cxn modelId="{3588FDB0-04A3-41CA-9B07-6B5401701808}" srcId="{92AC90FA-B49E-4B3A-8343-03B47103A8ED}" destId="{01F3F641-0CD6-4E1C-AA43-65EB1286F23E}" srcOrd="1" destOrd="0" parTransId="{2D232565-DA03-4404-8EF4-DC5099606551}" sibTransId="{018795A6-3C1C-41C9-8622-2B287FD60719}"/>
    <dgm:cxn modelId="{76A1E6B4-E6AB-447F-A4A8-A1FBF94FFE3C}" srcId="{01F3F641-0CD6-4E1C-AA43-65EB1286F23E}" destId="{46D68857-8706-4F70-930F-1A0337F0A4EF}" srcOrd="2" destOrd="0" parTransId="{0CE0F024-F6AA-4B8E-A5B6-F7699B1138FB}" sibTransId="{F424B880-302A-4C44-970F-930D4395FB2E}"/>
    <dgm:cxn modelId="{61B50BB7-B4A3-43AA-A7D6-9C514BC2ACF7}" type="presOf" srcId="{6FDC8646-9AF8-4A4E-A5D5-7B55506EE4A8}" destId="{7F3D6069-6DBC-48EA-8B54-5262A94F26C5}" srcOrd="0" destOrd="0" presId="urn:microsoft.com/office/officeart/2005/8/layout/vList2"/>
    <dgm:cxn modelId="{056D4DC1-F70D-42BC-83E6-3E270CFA37FC}" srcId="{33648E81-D785-45B3-B2DF-9D26668A7B69}" destId="{7DA7B392-3CC8-4137-B1A2-9C8928EA9F76}" srcOrd="1" destOrd="0" parTransId="{C4FDF4D3-011B-4730-BC2D-4DE1FC515400}" sibTransId="{8C37FCCB-70AB-4FD5-8174-11D7C8467773}"/>
    <dgm:cxn modelId="{68ED6ACD-1898-432B-9865-3FF62D37C96D}" srcId="{33648E81-D785-45B3-B2DF-9D26668A7B69}" destId="{D811AF2E-6145-415F-8BD7-E2E8784CE094}" srcOrd="2" destOrd="0" parTransId="{7FC0F9D7-4F43-463E-9984-D59C542B4DFC}" sibTransId="{9BDE3488-9691-48FF-9082-80D79B16EBB3}"/>
    <dgm:cxn modelId="{AAE458D0-19DD-44DF-BDC4-47F1132D61E3}" srcId="{6FDC8646-9AF8-4A4E-A5D5-7B55506EE4A8}" destId="{33648E81-D785-45B3-B2DF-9D26668A7B69}" srcOrd="0" destOrd="0" parTransId="{AD6B69FA-E230-449E-A638-0CC97C3EB305}" sibTransId="{BAC00E1B-902D-4AE4-BD05-AF74E10F593A}"/>
    <dgm:cxn modelId="{CB70ABFD-0D91-4ECB-80F4-276049AD7BF2}" type="presOf" srcId="{D811AF2E-6145-415F-8BD7-E2E8784CE094}" destId="{8AAE2774-CF89-4E73-800F-38B421385DA3}" srcOrd="0" destOrd="3" presId="urn:microsoft.com/office/officeart/2005/8/layout/vList2"/>
    <dgm:cxn modelId="{C9A183FE-4896-4C87-8516-9DC0F53BB29D}" srcId="{01F3F641-0CD6-4E1C-AA43-65EB1286F23E}" destId="{DC6C0A64-F7A5-44AD-95B3-20F6C72F25E9}" srcOrd="1" destOrd="0" parTransId="{E61D5BB0-1E53-4DA7-9860-39ADCDF3E8B1}" sibTransId="{062BB4A6-CB54-4624-9C61-906D1D098368}"/>
    <dgm:cxn modelId="{5A8C274A-8D30-41A1-9BD7-C76E576EFB03}" type="presParOf" srcId="{CEF55E0B-5366-40D5-9E02-73B89E2B0ECE}" destId="{7F3D6069-6DBC-48EA-8B54-5262A94F26C5}" srcOrd="0" destOrd="0" presId="urn:microsoft.com/office/officeart/2005/8/layout/vList2"/>
    <dgm:cxn modelId="{E2EC1537-76F9-4E1B-8AF4-01D331556975}" type="presParOf" srcId="{CEF55E0B-5366-40D5-9E02-73B89E2B0ECE}" destId="{8AAE2774-CF89-4E73-800F-38B421385DA3}" srcOrd="1" destOrd="0" presId="urn:microsoft.com/office/officeart/2005/8/layout/vList2"/>
    <dgm:cxn modelId="{32F79CA5-7760-450B-890F-58779A39808D}" type="presParOf" srcId="{CEF55E0B-5366-40D5-9E02-73B89E2B0ECE}" destId="{FE67C913-7C9F-4184-9FEE-AB5D7D7676A1}" srcOrd="2" destOrd="0" presId="urn:microsoft.com/office/officeart/2005/8/layout/vList2"/>
    <dgm:cxn modelId="{E18E3B45-EDBB-4264-A506-913A7CE16630}" type="presParOf" srcId="{CEF55E0B-5366-40D5-9E02-73B89E2B0ECE}" destId="{F43C1E4A-572F-46A5-A2E8-1123E110CB6B}"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437734B-7AE3-4396-B7A7-82CA0850D43C}"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es-ES"/>
        </a:p>
      </dgm:t>
    </dgm:pt>
    <dgm:pt modelId="{9A54DC0E-8EEC-47B4-B26A-4C1E9F88D1CD}">
      <dgm:prSet phldrT="[Texto]" custT="1"/>
      <dgm:spPr/>
      <dgm:t>
        <a:bodyPr/>
        <a:lstStyle/>
        <a:p>
          <a:r>
            <a:rPr lang="es-ES" sz="2400" b="1" dirty="0"/>
            <a:t>Programadas</a:t>
          </a:r>
          <a:r>
            <a:rPr lang="es-ES" sz="2200" dirty="0"/>
            <a:t>. Problemas estructurados</a:t>
          </a:r>
        </a:p>
      </dgm:t>
    </dgm:pt>
    <dgm:pt modelId="{87E027F0-5703-48D8-ACAD-BB18065A0505}" type="parTrans" cxnId="{525A56C1-8605-4425-ACB9-A8F758731167}">
      <dgm:prSet/>
      <dgm:spPr/>
      <dgm:t>
        <a:bodyPr/>
        <a:lstStyle/>
        <a:p>
          <a:endParaRPr lang="es-ES"/>
        </a:p>
      </dgm:t>
    </dgm:pt>
    <dgm:pt modelId="{BBC59CA2-5FDB-417F-992A-C00D42233ACB}" type="sibTrans" cxnId="{525A56C1-8605-4425-ACB9-A8F758731167}">
      <dgm:prSet/>
      <dgm:spPr/>
      <dgm:t>
        <a:bodyPr/>
        <a:lstStyle/>
        <a:p>
          <a:endParaRPr lang="es-ES"/>
        </a:p>
      </dgm:t>
    </dgm:pt>
    <dgm:pt modelId="{BF403016-68A1-4D08-B2AA-960AF2986059}">
      <dgm:prSet phldrT="[Texto]"/>
      <dgm:spPr/>
      <dgm:t>
        <a:bodyPr/>
        <a:lstStyle/>
        <a:p>
          <a:r>
            <a:rPr lang="es-ES" sz="1700"/>
            <a:t>Procedimiento: pasos sucesivos problema estructurado.</a:t>
          </a:r>
        </a:p>
      </dgm:t>
    </dgm:pt>
    <dgm:pt modelId="{E38F9C7C-075E-4E58-A5D8-378F97641C06}" type="parTrans" cxnId="{F3E9934F-A906-48C0-8BC2-D9DC2001DE68}">
      <dgm:prSet/>
      <dgm:spPr/>
      <dgm:t>
        <a:bodyPr/>
        <a:lstStyle/>
        <a:p>
          <a:endParaRPr lang="es-ES"/>
        </a:p>
      </dgm:t>
    </dgm:pt>
    <dgm:pt modelId="{5F822D37-A7F0-488E-8981-4B60A1C0F5ED}" type="sibTrans" cxnId="{F3E9934F-A906-48C0-8BC2-D9DC2001DE68}">
      <dgm:prSet/>
      <dgm:spPr/>
      <dgm:t>
        <a:bodyPr/>
        <a:lstStyle/>
        <a:p>
          <a:endParaRPr lang="es-ES"/>
        </a:p>
      </dgm:t>
    </dgm:pt>
    <dgm:pt modelId="{EBFB96A8-D02F-4AD4-85C2-1244253B51CC}">
      <dgm:prSet phldrT="[Texto]"/>
      <dgm:spPr/>
      <dgm:t>
        <a:bodyPr/>
        <a:lstStyle/>
        <a:p>
          <a:r>
            <a:rPr lang="es-ES" dirty="0"/>
            <a:t>No programadas. Problemas nuevos. Son únicas, no se repiten  y requieren soluciones a medida. </a:t>
          </a:r>
        </a:p>
        <a:p>
          <a:r>
            <a:rPr lang="es-ES" dirty="0"/>
            <a:t>Adaptativas.</a:t>
          </a:r>
        </a:p>
      </dgm:t>
    </dgm:pt>
    <dgm:pt modelId="{E9EA2EBF-4A41-43D1-B07D-02E7A119D9B9}" type="parTrans" cxnId="{5A6F17BC-3AEB-44A6-88FD-D7AFC6587065}">
      <dgm:prSet/>
      <dgm:spPr/>
      <dgm:t>
        <a:bodyPr/>
        <a:lstStyle/>
        <a:p>
          <a:endParaRPr lang="es-ES"/>
        </a:p>
      </dgm:t>
    </dgm:pt>
    <dgm:pt modelId="{AB7798CE-33EA-41A7-8CE8-9C456D7749C0}" type="sibTrans" cxnId="{5A6F17BC-3AEB-44A6-88FD-D7AFC6587065}">
      <dgm:prSet/>
      <dgm:spPr/>
      <dgm:t>
        <a:bodyPr/>
        <a:lstStyle/>
        <a:p>
          <a:endParaRPr lang="es-ES"/>
        </a:p>
      </dgm:t>
    </dgm:pt>
    <dgm:pt modelId="{BA827767-ADA6-418C-80AB-430DAC1C6C2E}">
      <dgm:prSet phldrT="[Texto]"/>
      <dgm:spPr/>
      <dgm:t>
        <a:bodyPr/>
        <a:lstStyle/>
        <a:p>
          <a:r>
            <a:rPr lang="es-ES" sz="1700"/>
            <a:t>Regla: declaración explícita de lo que se puede hacer. Frecuente.</a:t>
          </a:r>
        </a:p>
      </dgm:t>
    </dgm:pt>
    <dgm:pt modelId="{95BDDBD1-75D0-4824-83F0-9267D4491F37}" type="parTrans" cxnId="{5F5469E6-71F8-468C-8F63-2EBD56B005A1}">
      <dgm:prSet/>
      <dgm:spPr/>
      <dgm:t>
        <a:bodyPr/>
        <a:lstStyle/>
        <a:p>
          <a:endParaRPr lang="es-ES"/>
        </a:p>
      </dgm:t>
    </dgm:pt>
    <dgm:pt modelId="{F918DB5B-BAD1-4CAC-9700-12547561C0EA}" type="sibTrans" cxnId="{5F5469E6-71F8-468C-8F63-2EBD56B005A1}">
      <dgm:prSet/>
      <dgm:spPr/>
      <dgm:t>
        <a:bodyPr/>
        <a:lstStyle/>
        <a:p>
          <a:endParaRPr lang="es-ES"/>
        </a:p>
      </dgm:t>
    </dgm:pt>
    <dgm:pt modelId="{70BEC4AE-900B-41B5-9E2B-E679C0ABCEB9}">
      <dgm:prSet phldrT="[Texto]"/>
      <dgm:spPr/>
      <dgm:t>
        <a:bodyPr/>
        <a:lstStyle/>
        <a:p>
          <a:r>
            <a:rPr lang="es-ES" sz="1700"/>
            <a:t>Política: pautas para tomar decisiones.</a:t>
          </a:r>
        </a:p>
      </dgm:t>
    </dgm:pt>
    <dgm:pt modelId="{3AB3AF43-E952-40A0-B6B8-F8F7CFBE19CD}" type="parTrans" cxnId="{85A0993B-D88F-4CD7-9763-4CA841C39D4F}">
      <dgm:prSet/>
      <dgm:spPr/>
      <dgm:t>
        <a:bodyPr/>
        <a:lstStyle/>
        <a:p>
          <a:endParaRPr lang="es-ES"/>
        </a:p>
      </dgm:t>
    </dgm:pt>
    <dgm:pt modelId="{7031F904-0AAA-4DAC-B192-79B186ECA743}" type="sibTrans" cxnId="{85A0993B-D88F-4CD7-9763-4CA841C39D4F}">
      <dgm:prSet/>
      <dgm:spPr/>
      <dgm:t>
        <a:bodyPr/>
        <a:lstStyle/>
        <a:p>
          <a:endParaRPr lang="es-ES"/>
        </a:p>
      </dgm:t>
    </dgm:pt>
    <dgm:pt modelId="{3400DCD8-0CD7-4666-BCB4-FEE7CA459DE4}" type="pres">
      <dgm:prSet presAssocID="{4437734B-7AE3-4396-B7A7-82CA0850D43C}" presName="diagram" presStyleCnt="0">
        <dgm:presLayoutVars>
          <dgm:dir/>
          <dgm:resizeHandles val="exact"/>
        </dgm:presLayoutVars>
      </dgm:prSet>
      <dgm:spPr/>
    </dgm:pt>
    <dgm:pt modelId="{894EE035-9D78-4906-A7AD-5494365F0962}" type="pres">
      <dgm:prSet presAssocID="{9A54DC0E-8EEC-47B4-B26A-4C1E9F88D1CD}" presName="node" presStyleLbl="node1" presStyleIdx="0" presStyleCnt="2">
        <dgm:presLayoutVars>
          <dgm:bulletEnabled val="1"/>
        </dgm:presLayoutVars>
      </dgm:prSet>
      <dgm:spPr/>
    </dgm:pt>
    <dgm:pt modelId="{268D0E75-6F32-4C42-AE23-45236D0ED836}" type="pres">
      <dgm:prSet presAssocID="{BBC59CA2-5FDB-417F-992A-C00D42233ACB}" presName="sibTrans" presStyleCnt="0"/>
      <dgm:spPr/>
    </dgm:pt>
    <dgm:pt modelId="{5C61637C-378B-4502-B61B-4EC21509FE19}" type="pres">
      <dgm:prSet presAssocID="{EBFB96A8-D02F-4AD4-85C2-1244253B51CC}" presName="node" presStyleLbl="node1" presStyleIdx="1" presStyleCnt="2">
        <dgm:presLayoutVars>
          <dgm:bulletEnabled val="1"/>
        </dgm:presLayoutVars>
      </dgm:prSet>
      <dgm:spPr/>
    </dgm:pt>
  </dgm:ptLst>
  <dgm:cxnLst>
    <dgm:cxn modelId="{A6D12E0A-88A4-46F9-96C9-6307C5FB9B55}" type="presOf" srcId="{BF403016-68A1-4D08-B2AA-960AF2986059}" destId="{894EE035-9D78-4906-A7AD-5494365F0962}" srcOrd="0" destOrd="1" presId="urn:microsoft.com/office/officeart/2005/8/layout/default"/>
    <dgm:cxn modelId="{E3724014-E64E-45F3-8554-48DAF256F188}" type="presOf" srcId="{9A54DC0E-8EEC-47B4-B26A-4C1E9F88D1CD}" destId="{894EE035-9D78-4906-A7AD-5494365F0962}" srcOrd="0" destOrd="0" presId="urn:microsoft.com/office/officeart/2005/8/layout/default"/>
    <dgm:cxn modelId="{686B5C39-65C2-4BC2-9322-BD033B5D073F}" type="presOf" srcId="{BA827767-ADA6-418C-80AB-430DAC1C6C2E}" destId="{894EE035-9D78-4906-A7AD-5494365F0962}" srcOrd="0" destOrd="2" presId="urn:microsoft.com/office/officeart/2005/8/layout/default"/>
    <dgm:cxn modelId="{85A0993B-D88F-4CD7-9763-4CA841C39D4F}" srcId="{9A54DC0E-8EEC-47B4-B26A-4C1E9F88D1CD}" destId="{70BEC4AE-900B-41B5-9E2B-E679C0ABCEB9}" srcOrd="2" destOrd="0" parTransId="{3AB3AF43-E952-40A0-B6B8-F8F7CFBE19CD}" sibTransId="{7031F904-0AAA-4DAC-B192-79B186ECA743}"/>
    <dgm:cxn modelId="{1265304B-F81C-455A-ACED-CA1AF2A13C36}" type="presOf" srcId="{4437734B-7AE3-4396-B7A7-82CA0850D43C}" destId="{3400DCD8-0CD7-4666-BCB4-FEE7CA459DE4}" srcOrd="0" destOrd="0" presId="urn:microsoft.com/office/officeart/2005/8/layout/default"/>
    <dgm:cxn modelId="{F3E9934F-A906-48C0-8BC2-D9DC2001DE68}" srcId="{9A54DC0E-8EEC-47B4-B26A-4C1E9F88D1CD}" destId="{BF403016-68A1-4D08-B2AA-960AF2986059}" srcOrd="0" destOrd="0" parTransId="{E38F9C7C-075E-4E58-A5D8-378F97641C06}" sibTransId="{5F822D37-A7F0-488E-8981-4B60A1C0F5ED}"/>
    <dgm:cxn modelId="{1BA26B59-E5CA-4923-B92F-AE70046879A6}" type="presOf" srcId="{70BEC4AE-900B-41B5-9E2B-E679C0ABCEB9}" destId="{894EE035-9D78-4906-A7AD-5494365F0962}" srcOrd="0" destOrd="3" presId="urn:microsoft.com/office/officeart/2005/8/layout/default"/>
    <dgm:cxn modelId="{5A6F17BC-3AEB-44A6-88FD-D7AFC6587065}" srcId="{4437734B-7AE3-4396-B7A7-82CA0850D43C}" destId="{EBFB96A8-D02F-4AD4-85C2-1244253B51CC}" srcOrd="1" destOrd="0" parTransId="{E9EA2EBF-4A41-43D1-B07D-02E7A119D9B9}" sibTransId="{AB7798CE-33EA-41A7-8CE8-9C456D7749C0}"/>
    <dgm:cxn modelId="{525A56C1-8605-4425-ACB9-A8F758731167}" srcId="{4437734B-7AE3-4396-B7A7-82CA0850D43C}" destId="{9A54DC0E-8EEC-47B4-B26A-4C1E9F88D1CD}" srcOrd="0" destOrd="0" parTransId="{87E027F0-5703-48D8-ACAD-BB18065A0505}" sibTransId="{BBC59CA2-5FDB-417F-992A-C00D42233ACB}"/>
    <dgm:cxn modelId="{A93488D3-2812-419C-B658-9CA7D97B2CB7}" type="presOf" srcId="{EBFB96A8-D02F-4AD4-85C2-1244253B51CC}" destId="{5C61637C-378B-4502-B61B-4EC21509FE19}" srcOrd="0" destOrd="0" presId="urn:microsoft.com/office/officeart/2005/8/layout/default"/>
    <dgm:cxn modelId="{5F5469E6-71F8-468C-8F63-2EBD56B005A1}" srcId="{9A54DC0E-8EEC-47B4-B26A-4C1E9F88D1CD}" destId="{BA827767-ADA6-418C-80AB-430DAC1C6C2E}" srcOrd="1" destOrd="0" parTransId="{95BDDBD1-75D0-4824-83F0-9267D4491F37}" sibTransId="{F918DB5B-BAD1-4CAC-9700-12547561C0EA}"/>
    <dgm:cxn modelId="{9C425EB1-1B3B-4EDF-915A-1DDA903EDAA0}" type="presParOf" srcId="{3400DCD8-0CD7-4666-BCB4-FEE7CA459DE4}" destId="{894EE035-9D78-4906-A7AD-5494365F0962}" srcOrd="0" destOrd="0" presId="urn:microsoft.com/office/officeart/2005/8/layout/default"/>
    <dgm:cxn modelId="{5114A85C-D5A3-4928-9ABB-796579E4FCC1}" type="presParOf" srcId="{3400DCD8-0CD7-4666-BCB4-FEE7CA459DE4}" destId="{268D0E75-6F32-4C42-AE23-45236D0ED836}" srcOrd="1" destOrd="0" presId="urn:microsoft.com/office/officeart/2005/8/layout/default"/>
    <dgm:cxn modelId="{103C840A-5641-4676-B9EB-E42574CC1BB1}" type="presParOf" srcId="{3400DCD8-0CD7-4666-BCB4-FEE7CA459DE4}" destId="{5C61637C-378B-4502-B61B-4EC21509FE19}"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82BB9D7-A6A2-4A9B-9B3F-00D8947525C3}"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s-ES"/>
        </a:p>
      </dgm:t>
    </dgm:pt>
    <dgm:pt modelId="{FCA8744C-3968-4437-8A4E-DECA15BBD94E}">
      <dgm:prSet/>
      <dgm:spPr/>
      <dgm:t>
        <a:bodyPr/>
        <a:lstStyle/>
        <a:p>
          <a:r>
            <a:rPr lang="es-ES" b="1"/>
            <a:t>Políticas:</a:t>
          </a:r>
          <a:endParaRPr lang="es-ES"/>
        </a:p>
      </dgm:t>
    </dgm:pt>
    <dgm:pt modelId="{EE3AAC55-7E72-4705-8B1B-AC16EDA1EB23}" type="parTrans" cxnId="{0260BF77-0C5E-41B7-9D2B-BC7095689F66}">
      <dgm:prSet/>
      <dgm:spPr/>
      <dgm:t>
        <a:bodyPr/>
        <a:lstStyle/>
        <a:p>
          <a:endParaRPr lang="es-ES"/>
        </a:p>
      </dgm:t>
    </dgm:pt>
    <dgm:pt modelId="{DBBB24C5-F752-4AAF-A8A6-8719AAF46B54}" type="sibTrans" cxnId="{0260BF77-0C5E-41B7-9D2B-BC7095689F66}">
      <dgm:prSet/>
      <dgm:spPr/>
      <dgm:t>
        <a:bodyPr/>
        <a:lstStyle/>
        <a:p>
          <a:endParaRPr lang="es-ES"/>
        </a:p>
      </dgm:t>
    </dgm:pt>
    <dgm:pt modelId="{B3AFD618-52BA-47E0-90DB-4CB0AB5B068A}">
      <dgm:prSet/>
      <dgm:spPr/>
      <dgm:t>
        <a:bodyPr/>
        <a:lstStyle/>
        <a:p>
          <a:r>
            <a:rPr lang="es-ES" dirty="0"/>
            <a:t>Orientan el pensamiento y la acción</a:t>
          </a:r>
        </a:p>
      </dgm:t>
    </dgm:pt>
    <dgm:pt modelId="{E64B7F3F-C3E8-48FD-87C7-85414B96CA3F}" type="parTrans" cxnId="{522B1326-6465-4F82-8F8E-34C2BD4E2E29}">
      <dgm:prSet/>
      <dgm:spPr/>
      <dgm:t>
        <a:bodyPr/>
        <a:lstStyle/>
        <a:p>
          <a:endParaRPr lang="es-ES"/>
        </a:p>
      </dgm:t>
    </dgm:pt>
    <dgm:pt modelId="{EB4D9AA5-0914-4859-98CA-377CA2D051BA}" type="sibTrans" cxnId="{522B1326-6465-4F82-8F8E-34C2BD4E2E29}">
      <dgm:prSet/>
      <dgm:spPr/>
      <dgm:t>
        <a:bodyPr/>
        <a:lstStyle/>
        <a:p>
          <a:endParaRPr lang="es-ES"/>
        </a:p>
      </dgm:t>
    </dgm:pt>
    <dgm:pt modelId="{93DFE68A-76E2-445A-BC0D-2DFDBA885E96}">
      <dgm:prSet/>
      <dgm:spPr/>
      <dgm:t>
        <a:bodyPr/>
        <a:lstStyle/>
        <a:p>
          <a:r>
            <a:rPr lang="es-ES" dirty="0"/>
            <a:t>Crean límites para que exista cierta consistencia en las decisiones que se toman en los diversos ámbitos de actuación de la empresa</a:t>
          </a:r>
        </a:p>
      </dgm:t>
    </dgm:pt>
    <dgm:pt modelId="{5587A1FB-F41D-423A-B4C2-D4A14C6BAAF3}" type="parTrans" cxnId="{B162C7B9-9F72-41FB-A604-BD22485FB1CE}">
      <dgm:prSet/>
      <dgm:spPr/>
      <dgm:t>
        <a:bodyPr/>
        <a:lstStyle/>
        <a:p>
          <a:endParaRPr lang="es-ES"/>
        </a:p>
      </dgm:t>
    </dgm:pt>
    <dgm:pt modelId="{6933F7FC-72CD-4C38-BA45-4975C9803C86}" type="sibTrans" cxnId="{B162C7B9-9F72-41FB-A604-BD22485FB1CE}">
      <dgm:prSet/>
      <dgm:spPr/>
      <dgm:t>
        <a:bodyPr/>
        <a:lstStyle/>
        <a:p>
          <a:endParaRPr lang="es-ES"/>
        </a:p>
      </dgm:t>
    </dgm:pt>
    <dgm:pt modelId="{E04DA841-5BD5-48C6-8431-7C26CE80A324}">
      <dgm:prSet/>
      <dgm:spPr/>
      <dgm:t>
        <a:bodyPr/>
        <a:lstStyle/>
        <a:p>
          <a:r>
            <a:rPr lang="es-ES" b="1" dirty="0"/>
            <a:t>Procedimientos:</a:t>
          </a:r>
          <a:endParaRPr lang="es-ES" dirty="0"/>
        </a:p>
      </dgm:t>
    </dgm:pt>
    <dgm:pt modelId="{D11FFDE0-D89B-4D0B-9A5A-1841A9A00C4F}" type="parTrans" cxnId="{3ECEF96D-D566-4876-A307-04F6295D4C18}">
      <dgm:prSet/>
      <dgm:spPr/>
      <dgm:t>
        <a:bodyPr/>
        <a:lstStyle/>
        <a:p>
          <a:endParaRPr lang="es-ES"/>
        </a:p>
      </dgm:t>
    </dgm:pt>
    <dgm:pt modelId="{F7C58CAC-7757-4A17-B3D2-5ED81F95A7C2}" type="sibTrans" cxnId="{3ECEF96D-D566-4876-A307-04F6295D4C18}">
      <dgm:prSet/>
      <dgm:spPr/>
      <dgm:t>
        <a:bodyPr/>
        <a:lstStyle/>
        <a:p>
          <a:endParaRPr lang="es-ES"/>
        </a:p>
      </dgm:t>
    </dgm:pt>
    <dgm:pt modelId="{BDB79E8C-BED9-4732-A330-ED1FE674F034}">
      <dgm:prSet/>
      <dgm:spPr/>
      <dgm:t>
        <a:bodyPr/>
        <a:lstStyle/>
        <a:p>
          <a:r>
            <a:rPr lang="es-ES" dirty="0"/>
            <a:t>Guías específicas de actuación</a:t>
          </a:r>
        </a:p>
      </dgm:t>
    </dgm:pt>
    <dgm:pt modelId="{62B7AAAB-1F3B-4C2A-AA43-40672E9A5D08}" type="parTrans" cxnId="{8B847E0D-A499-47D6-A401-74669A13DB5B}">
      <dgm:prSet/>
      <dgm:spPr/>
      <dgm:t>
        <a:bodyPr/>
        <a:lstStyle/>
        <a:p>
          <a:endParaRPr lang="es-ES"/>
        </a:p>
      </dgm:t>
    </dgm:pt>
    <dgm:pt modelId="{03902F09-5B77-48C0-9122-3D7C7C9DF1DF}" type="sibTrans" cxnId="{8B847E0D-A499-47D6-A401-74669A13DB5B}">
      <dgm:prSet/>
      <dgm:spPr/>
      <dgm:t>
        <a:bodyPr/>
        <a:lstStyle/>
        <a:p>
          <a:endParaRPr lang="es-ES"/>
        </a:p>
      </dgm:t>
    </dgm:pt>
    <dgm:pt modelId="{0B63E35E-1646-4FC1-87D6-BBAB4093F492}">
      <dgm:prSet/>
      <dgm:spPr/>
      <dgm:t>
        <a:bodyPr/>
        <a:lstStyle/>
        <a:p>
          <a:r>
            <a:rPr lang="es-ES" dirty="0"/>
            <a:t>Señalan los pasos que han de darse</a:t>
          </a:r>
        </a:p>
      </dgm:t>
    </dgm:pt>
    <dgm:pt modelId="{F3736B17-10D7-4D97-B43E-C90C11077265}" type="parTrans" cxnId="{D4106449-DE16-4EF8-90BF-B1175AD28020}">
      <dgm:prSet/>
      <dgm:spPr/>
      <dgm:t>
        <a:bodyPr/>
        <a:lstStyle/>
        <a:p>
          <a:endParaRPr lang="es-ES"/>
        </a:p>
      </dgm:t>
    </dgm:pt>
    <dgm:pt modelId="{2F1A65E8-FD8A-49D9-8D23-94E549960B25}" type="sibTrans" cxnId="{D4106449-DE16-4EF8-90BF-B1175AD28020}">
      <dgm:prSet/>
      <dgm:spPr/>
      <dgm:t>
        <a:bodyPr/>
        <a:lstStyle/>
        <a:p>
          <a:endParaRPr lang="es-ES"/>
        </a:p>
      </dgm:t>
    </dgm:pt>
    <dgm:pt modelId="{B4A50B11-5F0D-40D1-AD0D-85F5F11E6F03}">
      <dgm:prSet/>
      <dgm:spPr/>
      <dgm:t>
        <a:bodyPr/>
        <a:lstStyle/>
        <a:p>
          <a:r>
            <a:rPr lang="es-ES" b="1"/>
            <a:t>Reglas:</a:t>
          </a:r>
          <a:endParaRPr lang="es-ES"/>
        </a:p>
      </dgm:t>
    </dgm:pt>
    <dgm:pt modelId="{F3DF4D69-D197-4751-8C31-23B79E438584}" type="parTrans" cxnId="{5735F903-881D-4947-8FC9-A044FC4AF4B8}">
      <dgm:prSet/>
      <dgm:spPr/>
      <dgm:t>
        <a:bodyPr/>
        <a:lstStyle/>
        <a:p>
          <a:endParaRPr lang="es-ES"/>
        </a:p>
      </dgm:t>
    </dgm:pt>
    <dgm:pt modelId="{0340CEBC-81A8-49AA-905C-0AA49DBC81ED}" type="sibTrans" cxnId="{5735F903-881D-4947-8FC9-A044FC4AF4B8}">
      <dgm:prSet/>
      <dgm:spPr/>
      <dgm:t>
        <a:bodyPr/>
        <a:lstStyle/>
        <a:p>
          <a:endParaRPr lang="es-ES"/>
        </a:p>
      </dgm:t>
    </dgm:pt>
    <dgm:pt modelId="{024D036A-B1F2-4D6E-B7CB-52FED56C9D9A}">
      <dgm:prSet/>
      <dgm:spPr/>
      <dgm:t>
        <a:bodyPr/>
        <a:lstStyle/>
        <a:p>
          <a:r>
            <a:rPr lang="es-ES" dirty="0"/>
            <a:t>Señalan lo que se puede y lo que no se puede hacer en situaciones o  momentos muy definidos.</a:t>
          </a:r>
        </a:p>
      </dgm:t>
    </dgm:pt>
    <dgm:pt modelId="{1230B295-7647-447C-B702-8927250D69BD}" type="parTrans" cxnId="{605EDE3C-AF3E-42AB-B833-BA4328CF38A9}">
      <dgm:prSet/>
      <dgm:spPr/>
      <dgm:t>
        <a:bodyPr/>
        <a:lstStyle/>
        <a:p>
          <a:endParaRPr lang="es-ES"/>
        </a:p>
      </dgm:t>
    </dgm:pt>
    <dgm:pt modelId="{7743B330-CDF4-438F-B328-FB59C609C0C9}" type="sibTrans" cxnId="{605EDE3C-AF3E-42AB-B833-BA4328CF38A9}">
      <dgm:prSet/>
      <dgm:spPr/>
      <dgm:t>
        <a:bodyPr/>
        <a:lstStyle/>
        <a:p>
          <a:endParaRPr lang="es-ES"/>
        </a:p>
      </dgm:t>
    </dgm:pt>
    <dgm:pt modelId="{EDEE2E8B-31CD-48C7-AD8A-C5167C6F3804}" type="pres">
      <dgm:prSet presAssocID="{182BB9D7-A6A2-4A9B-9B3F-00D8947525C3}" presName="linear" presStyleCnt="0">
        <dgm:presLayoutVars>
          <dgm:animLvl val="lvl"/>
          <dgm:resizeHandles val="exact"/>
        </dgm:presLayoutVars>
      </dgm:prSet>
      <dgm:spPr/>
    </dgm:pt>
    <dgm:pt modelId="{E0704365-8E2D-4D89-B240-A3A2AAA76F12}" type="pres">
      <dgm:prSet presAssocID="{FCA8744C-3968-4437-8A4E-DECA15BBD94E}" presName="parentText" presStyleLbl="node1" presStyleIdx="0" presStyleCnt="3">
        <dgm:presLayoutVars>
          <dgm:chMax val="0"/>
          <dgm:bulletEnabled val="1"/>
        </dgm:presLayoutVars>
      </dgm:prSet>
      <dgm:spPr/>
    </dgm:pt>
    <dgm:pt modelId="{770D9B05-B2FD-45C8-AFC0-D38171B6C4E7}" type="pres">
      <dgm:prSet presAssocID="{FCA8744C-3968-4437-8A4E-DECA15BBD94E}" presName="childText" presStyleLbl="revTx" presStyleIdx="0" presStyleCnt="3">
        <dgm:presLayoutVars>
          <dgm:bulletEnabled val="1"/>
        </dgm:presLayoutVars>
      </dgm:prSet>
      <dgm:spPr/>
    </dgm:pt>
    <dgm:pt modelId="{49925807-5EB0-40D1-A50D-66EB3009EDD9}" type="pres">
      <dgm:prSet presAssocID="{E04DA841-5BD5-48C6-8431-7C26CE80A324}" presName="parentText" presStyleLbl="node1" presStyleIdx="1" presStyleCnt="3">
        <dgm:presLayoutVars>
          <dgm:chMax val="0"/>
          <dgm:bulletEnabled val="1"/>
        </dgm:presLayoutVars>
      </dgm:prSet>
      <dgm:spPr/>
    </dgm:pt>
    <dgm:pt modelId="{A6BBACB7-C253-4656-B282-934A7F9E2D31}" type="pres">
      <dgm:prSet presAssocID="{E04DA841-5BD5-48C6-8431-7C26CE80A324}" presName="childText" presStyleLbl="revTx" presStyleIdx="1" presStyleCnt="3">
        <dgm:presLayoutVars>
          <dgm:bulletEnabled val="1"/>
        </dgm:presLayoutVars>
      </dgm:prSet>
      <dgm:spPr/>
    </dgm:pt>
    <dgm:pt modelId="{5DB5D55A-B471-452F-8C73-187F022AE274}" type="pres">
      <dgm:prSet presAssocID="{B4A50B11-5F0D-40D1-AD0D-85F5F11E6F03}" presName="parentText" presStyleLbl="node1" presStyleIdx="2" presStyleCnt="3">
        <dgm:presLayoutVars>
          <dgm:chMax val="0"/>
          <dgm:bulletEnabled val="1"/>
        </dgm:presLayoutVars>
      </dgm:prSet>
      <dgm:spPr/>
    </dgm:pt>
    <dgm:pt modelId="{7AA42477-9423-451C-B981-19380EE287C5}" type="pres">
      <dgm:prSet presAssocID="{B4A50B11-5F0D-40D1-AD0D-85F5F11E6F03}" presName="childText" presStyleLbl="revTx" presStyleIdx="2" presStyleCnt="3">
        <dgm:presLayoutVars>
          <dgm:bulletEnabled val="1"/>
        </dgm:presLayoutVars>
      </dgm:prSet>
      <dgm:spPr/>
    </dgm:pt>
  </dgm:ptLst>
  <dgm:cxnLst>
    <dgm:cxn modelId="{5735F903-881D-4947-8FC9-A044FC4AF4B8}" srcId="{182BB9D7-A6A2-4A9B-9B3F-00D8947525C3}" destId="{B4A50B11-5F0D-40D1-AD0D-85F5F11E6F03}" srcOrd="2" destOrd="0" parTransId="{F3DF4D69-D197-4751-8C31-23B79E438584}" sibTransId="{0340CEBC-81A8-49AA-905C-0AA49DBC81ED}"/>
    <dgm:cxn modelId="{8B847E0D-A499-47D6-A401-74669A13DB5B}" srcId="{E04DA841-5BD5-48C6-8431-7C26CE80A324}" destId="{BDB79E8C-BED9-4732-A330-ED1FE674F034}" srcOrd="0" destOrd="0" parTransId="{62B7AAAB-1F3B-4C2A-AA43-40672E9A5D08}" sibTransId="{03902F09-5B77-48C0-9122-3D7C7C9DF1DF}"/>
    <dgm:cxn modelId="{D60DB825-694D-4617-A092-F11257D90BE1}" type="presOf" srcId="{B4A50B11-5F0D-40D1-AD0D-85F5F11E6F03}" destId="{5DB5D55A-B471-452F-8C73-187F022AE274}" srcOrd="0" destOrd="0" presId="urn:microsoft.com/office/officeart/2005/8/layout/vList2"/>
    <dgm:cxn modelId="{522B1326-6465-4F82-8F8E-34C2BD4E2E29}" srcId="{FCA8744C-3968-4437-8A4E-DECA15BBD94E}" destId="{B3AFD618-52BA-47E0-90DB-4CB0AB5B068A}" srcOrd="0" destOrd="0" parTransId="{E64B7F3F-C3E8-48FD-87C7-85414B96CA3F}" sibTransId="{EB4D9AA5-0914-4859-98CA-377CA2D051BA}"/>
    <dgm:cxn modelId="{8E76BA30-C0D5-4C24-8126-35506ECC2E1E}" type="presOf" srcId="{024D036A-B1F2-4D6E-B7CB-52FED56C9D9A}" destId="{7AA42477-9423-451C-B981-19380EE287C5}" srcOrd="0" destOrd="0" presId="urn:microsoft.com/office/officeart/2005/8/layout/vList2"/>
    <dgm:cxn modelId="{0CED5431-A7F6-4BE2-BACD-4EFB2B21480F}" type="presOf" srcId="{FCA8744C-3968-4437-8A4E-DECA15BBD94E}" destId="{E0704365-8E2D-4D89-B240-A3A2AAA76F12}" srcOrd="0" destOrd="0" presId="urn:microsoft.com/office/officeart/2005/8/layout/vList2"/>
    <dgm:cxn modelId="{605EDE3C-AF3E-42AB-B833-BA4328CF38A9}" srcId="{B4A50B11-5F0D-40D1-AD0D-85F5F11E6F03}" destId="{024D036A-B1F2-4D6E-B7CB-52FED56C9D9A}" srcOrd="0" destOrd="0" parTransId="{1230B295-7647-447C-B702-8927250D69BD}" sibTransId="{7743B330-CDF4-438F-B328-FB59C609C0C9}"/>
    <dgm:cxn modelId="{D4106449-DE16-4EF8-90BF-B1175AD28020}" srcId="{E04DA841-5BD5-48C6-8431-7C26CE80A324}" destId="{0B63E35E-1646-4FC1-87D6-BBAB4093F492}" srcOrd="1" destOrd="0" parTransId="{F3736B17-10D7-4D97-B43E-C90C11077265}" sibTransId="{2F1A65E8-FD8A-49D9-8D23-94E549960B25}"/>
    <dgm:cxn modelId="{3ECEF96D-D566-4876-A307-04F6295D4C18}" srcId="{182BB9D7-A6A2-4A9B-9B3F-00D8947525C3}" destId="{E04DA841-5BD5-48C6-8431-7C26CE80A324}" srcOrd="1" destOrd="0" parTransId="{D11FFDE0-D89B-4D0B-9A5A-1841A9A00C4F}" sibTransId="{F7C58CAC-7757-4A17-B3D2-5ED81F95A7C2}"/>
    <dgm:cxn modelId="{0260BF77-0C5E-41B7-9D2B-BC7095689F66}" srcId="{182BB9D7-A6A2-4A9B-9B3F-00D8947525C3}" destId="{FCA8744C-3968-4437-8A4E-DECA15BBD94E}" srcOrd="0" destOrd="0" parTransId="{EE3AAC55-7E72-4705-8B1B-AC16EDA1EB23}" sibTransId="{DBBB24C5-F752-4AAF-A8A6-8719AAF46B54}"/>
    <dgm:cxn modelId="{FA7A0C7E-F9D3-4555-8B8C-8DA57B0D9C79}" type="presOf" srcId="{182BB9D7-A6A2-4A9B-9B3F-00D8947525C3}" destId="{EDEE2E8B-31CD-48C7-AD8A-C5167C6F3804}" srcOrd="0" destOrd="0" presId="urn:microsoft.com/office/officeart/2005/8/layout/vList2"/>
    <dgm:cxn modelId="{8CB0A79B-229A-4945-B6AB-870DF090563E}" type="presOf" srcId="{B3AFD618-52BA-47E0-90DB-4CB0AB5B068A}" destId="{770D9B05-B2FD-45C8-AFC0-D38171B6C4E7}" srcOrd="0" destOrd="0" presId="urn:microsoft.com/office/officeart/2005/8/layout/vList2"/>
    <dgm:cxn modelId="{72DCE0B3-D79B-47FA-817D-60FAB24DF96F}" type="presOf" srcId="{E04DA841-5BD5-48C6-8431-7C26CE80A324}" destId="{49925807-5EB0-40D1-A50D-66EB3009EDD9}" srcOrd="0" destOrd="0" presId="urn:microsoft.com/office/officeart/2005/8/layout/vList2"/>
    <dgm:cxn modelId="{B162C7B9-9F72-41FB-A604-BD22485FB1CE}" srcId="{FCA8744C-3968-4437-8A4E-DECA15BBD94E}" destId="{93DFE68A-76E2-445A-BC0D-2DFDBA885E96}" srcOrd="1" destOrd="0" parTransId="{5587A1FB-F41D-423A-B4C2-D4A14C6BAAF3}" sibTransId="{6933F7FC-72CD-4C38-BA45-4975C9803C86}"/>
    <dgm:cxn modelId="{C3B19CBD-0615-416B-89D4-F7EE673BDB28}" type="presOf" srcId="{BDB79E8C-BED9-4732-A330-ED1FE674F034}" destId="{A6BBACB7-C253-4656-B282-934A7F9E2D31}" srcOrd="0" destOrd="0" presId="urn:microsoft.com/office/officeart/2005/8/layout/vList2"/>
    <dgm:cxn modelId="{F05B57D6-01C4-4430-94B0-9D4F98FE11B5}" type="presOf" srcId="{0B63E35E-1646-4FC1-87D6-BBAB4093F492}" destId="{A6BBACB7-C253-4656-B282-934A7F9E2D31}" srcOrd="0" destOrd="1" presId="urn:microsoft.com/office/officeart/2005/8/layout/vList2"/>
    <dgm:cxn modelId="{117847E0-311F-4948-A223-1C98C94AFE9B}" type="presOf" srcId="{93DFE68A-76E2-445A-BC0D-2DFDBA885E96}" destId="{770D9B05-B2FD-45C8-AFC0-D38171B6C4E7}" srcOrd="0" destOrd="1" presId="urn:microsoft.com/office/officeart/2005/8/layout/vList2"/>
    <dgm:cxn modelId="{A81969F7-D9C7-49EC-BA2F-D136B8F22C59}" type="presParOf" srcId="{EDEE2E8B-31CD-48C7-AD8A-C5167C6F3804}" destId="{E0704365-8E2D-4D89-B240-A3A2AAA76F12}" srcOrd="0" destOrd="0" presId="urn:microsoft.com/office/officeart/2005/8/layout/vList2"/>
    <dgm:cxn modelId="{B30486AA-EECF-4CE9-9BB3-B5C1A455067C}" type="presParOf" srcId="{EDEE2E8B-31CD-48C7-AD8A-C5167C6F3804}" destId="{770D9B05-B2FD-45C8-AFC0-D38171B6C4E7}" srcOrd="1" destOrd="0" presId="urn:microsoft.com/office/officeart/2005/8/layout/vList2"/>
    <dgm:cxn modelId="{97B93917-EDD5-48C7-B94D-BDCA7A617A47}" type="presParOf" srcId="{EDEE2E8B-31CD-48C7-AD8A-C5167C6F3804}" destId="{49925807-5EB0-40D1-A50D-66EB3009EDD9}" srcOrd="2" destOrd="0" presId="urn:microsoft.com/office/officeart/2005/8/layout/vList2"/>
    <dgm:cxn modelId="{28BC0BF2-9654-4322-8EAA-8400D47D07FB}" type="presParOf" srcId="{EDEE2E8B-31CD-48C7-AD8A-C5167C6F3804}" destId="{A6BBACB7-C253-4656-B282-934A7F9E2D31}" srcOrd="3" destOrd="0" presId="urn:microsoft.com/office/officeart/2005/8/layout/vList2"/>
    <dgm:cxn modelId="{D93D4BC2-5373-4EB5-96E1-87FAF80FD29D}" type="presParOf" srcId="{EDEE2E8B-31CD-48C7-AD8A-C5167C6F3804}" destId="{5DB5D55A-B471-452F-8C73-187F022AE274}" srcOrd="4" destOrd="0" presId="urn:microsoft.com/office/officeart/2005/8/layout/vList2"/>
    <dgm:cxn modelId="{B416FE15-ADA2-4637-B5A2-355316B3BCFF}" type="presParOf" srcId="{EDEE2E8B-31CD-48C7-AD8A-C5167C6F3804}" destId="{7AA42477-9423-451C-B981-19380EE287C5}"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EED4BEC-A974-41E4-A28C-E130C82226CF}" type="doc">
      <dgm:prSet loTypeId="urn:microsoft.com/office/officeart/2005/8/layout/process4" loCatId="list" qsTypeId="urn:microsoft.com/office/officeart/2005/8/quickstyle/simple1" qsCatId="simple" csTypeId="urn:microsoft.com/office/officeart/2005/8/colors/colorful3" csCatId="colorful" phldr="1"/>
      <dgm:spPr/>
      <dgm:t>
        <a:bodyPr/>
        <a:lstStyle/>
        <a:p>
          <a:endParaRPr lang="es-ES"/>
        </a:p>
      </dgm:t>
    </dgm:pt>
    <dgm:pt modelId="{33EF3D2E-9B4C-4AE7-9972-C5C4DDAE63EC}">
      <dgm:prSet phldrT="[Texto]"/>
      <dgm:spPr/>
      <dgm:t>
        <a:bodyPr/>
        <a:lstStyle/>
        <a:p>
          <a:r>
            <a:rPr lang="es-ES" dirty="0"/>
            <a:t>Problemas estructurados: </a:t>
          </a:r>
          <a:r>
            <a:rPr lang="en-US" dirty="0" err="1"/>
            <a:t>Sencillos</a:t>
          </a:r>
          <a:r>
            <a:rPr lang="en-US" dirty="0"/>
            <a:t>, </a:t>
          </a:r>
          <a:r>
            <a:rPr lang="en-US" dirty="0" err="1"/>
            <a:t>conocidos</a:t>
          </a:r>
          <a:r>
            <a:rPr lang="en-US" dirty="0"/>
            <a:t> y </a:t>
          </a:r>
          <a:r>
            <a:rPr lang="en-US" dirty="0" err="1"/>
            <a:t>fáciles</a:t>
          </a:r>
          <a:r>
            <a:rPr lang="en-US" dirty="0"/>
            <a:t> de </a:t>
          </a:r>
          <a:r>
            <a:rPr lang="en-US" dirty="0" err="1"/>
            <a:t>definir</a:t>
          </a:r>
          <a:r>
            <a:rPr lang="en-US" dirty="0"/>
            <a:t>.</a:t>
          </a:r>
        </a:p>
      </dgm:t>
    </dgm:pt>
    <dgm:pt modelId="{A10A2545-4819-413F-9A99-678D4E8A6C8C}" type="parTrans" cxnId="{CDE91A9A-68FB-4435-80B1-077C627F37D6}">
      <dgm:prSet/>
      <dgm:spPr/>
      <dgm:t>
        <a:bodyPr/>
        <a:lstStyle/>
        <a:p>
          <a:endParaRPr lang="es-ES"/>
        </a:p>
      </dgm:t>
    </dgm:pt>
    <dgm:pt modelId="{16854AEA-3B64-4BE5-841A-EDE1881B937E}" type="sibTrans" cxnId="{CDE91A9A-68FB-4435-80B1-077C627F37D6}">
      <dgm:prSet/>
      <dgm:spPr/>
      <dgm:t>
        <a:bodyPr/>
        <a:lstStyle/>
        <a:p>
          <a:endParaRPr lang="es-ES"/>
        </a:p>
      </dgm:t>
    </dgm:pt>
    <dgm:pt modelId="{30D79D36-9E0E-4CF3-BABC-AAEB2EA5AB99}" type="pres">
      <dgm:prSet presAssocID="{6EED4BEC-A974-41E4-A28C-E130C82226CF}" presName="Name0" presStyleCnt="0">
        <dgm:presLayoutVars>
          <dgm:dir/>
          <dgm:animLvl val="lvl"/>
          <dgm:resizeHandles val="exact"/>
        </dgm:presLayoutVars>
      </dgm:prSet>
      <dgm:spPr/>
    </dgm:pt>
    <dgm:pt modelId="{6DB5E3B7-1BE9-4C2C-96DC-B4F6E513CB01}" type="pres">
      <dgm:prSet presAssocID="{33EF3D2E-9B4C-4AE7-9972-C5C4DDAE63EC}" presName="boxAndChildren" presStyleCnt="0"/>
      <dgm:spPr/>
    </dgm:pt>
    <dgm:pt modelId="{0FDA339D-A4B0-4F47-8B27-77721602C097}" type="pres">
      <dgm:prSet presAssocID="{33EF3D2E-9B4C-4AE7-9972-C5C4DDAE63EC}" presName="parentTextBox" presStyleLbl="node1" presStyleIdx="0" presStyleCnt="1"/>
      <dgm:spPr/>
    </dgm:pt>
  </dgm:ptLst>
  <dgm:cxnLst>
    <dgm:cxn modelId="{DE324C0D-863C-468A-9A9D-E760FEE508C0}" type="presOf" srcId="{6EED4BEC-A974-41E4-A28C-E130C82226CF}" destId="{30D79D36-9E0E-4CF3-BABC-AAEB2EA5AB99}" srcOrd="0" destOrd="0" presId="urn:microsoft.com/office/officeart/2005/8/layout/process4"/>
    <dgm:cxn modelId="{CDE91A9A-68FB-4435-80B1-077C627F37D6}" srcId="{6EED4BEC-A974-41E4-A28C-E130C82226CF}" destId="{33EF3D2E-9B4C-4AE7-9972-C5C4DDAE63EC}" srcOrd="0" destOrd="0" parTransId="{A10A2545-4819-413F-9A99-678D4E8A6C8C}" sibTransId="{16854AEA-3B64-4BE5-841A-EDE1881B937E}"/>
    <dgm:cxn modelId="{C0DF73B8-64B3-4897-B240-627E0092FFE0}" type="presOf" srcId="{33EF3D2E-9B4C-4AE7-9972-C5C4DDAE63EC}" destId="{0FDA339D-A4B0-4F47-8B27-77721602C097}" srcOrd="0" destOrd="0" presId="urn:microsoft.com/office/officeart/2005/8/layout/process4"/>
    <dgm:cxn modelId="{494F76AE-4E3F-43CD-8968-F4047C8FBF53}" type="presParOf" srcId="{30D79D36-9E0E-4CF3-BABC-AAEB2EA5AB99}" destId="{6DB5E3B7-1BE9-4C2C-96DC-B4F6E513CB01}" srcOrd="0" destOrd="0" presId="urn:microsoft.com/office/officeart/2005/8/layout/process4"/>
    <dgm:cxn modelId="{889CBF7A-6AD7-43A4-BA5A-1A8D4AF4DCBD}" type="presParOf" srcId="{6DB5E3B7-1BE9-4C2C-96DC-B4F6E513CB01}" destId="{0FDA339D-A4B0-4F47-8B27-77721602C09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1842202-C451-4901-A46D-A49663FE06FC}" type="doc">
      <dgm:prSet loTypeId="urn:microsoft.com/office/officeart/2005/8/layout/process4" loCatId="process" qsTypeId="urn:microsoft.com/office/officeart/2005/8/quickstyle/simple1" qsCatId="simple" csTypeId="urn:microsoft.com/office/officeart/2005/8/colors/colorful5" csCatId="colorful" phldr="1"/>
      <dgm:spPr/>
    </dgm:pt>
    <dgm:pt modelId="{E7743F67-2088-47F0-AF4B-23A2CF04117C}">
      <dgm:prSet phldrT="[Texto]"/>
      <dgm:spPr/>
      <dgm:t>
        <a:bodyPr/>
        <a:lstStyle/>
        <a:p>
          <a:r>
            <a:rPr lang="es-ES"/>
            <a:t>Problemas sin estructurar. </a:t>
          </a:r>
          <a:r>
            <a:rPr lang="en-US"/>
            <a:t>Nuevos o inusuales </a:t>
          </a:r>
          <a:endParaRPr lang="es-ES" dirty="0"/>
        </a:p>
      </dgm:t>
    </dgm:pt>
    <dgm:pt modelId="{732234A0-35EF-4520-B67A-BEC1488792F0}" type="parTrans" cxnId="{A0CD0428-C2D9-4617-93E2-0EA373C53B15}">
      <dgm:prSet/>
      <dgm:spPr/>
      <dgm:t>
        <a:bodyPr/>
        <a:lstStyle/>
        <a:p>
          <a:endParaRPr lang="es-ES"/>
        </a:p>
      </dgm:t>
    </dgm:pt>
    <dgm:pt modelId="{69E56559-3CFF-4A3D-8B8A-1BFA9E5DF47D}" type="sibTrans" cxnId="{A0CD0428-C2D9-4617-93E2-0EA373C53B15}">
      <dgm:prSet/>
      <dgm:spPr/>
      <dgm:t>
        <a:bodyPr/>
        <a:lstStyle/>
        <a:p>
          <a:endParaRPr lang="es-ES"/>
        </a:p>
      </dgm:t>
    </dgm:pt>
    <dgm:pt modelId="{2F3D1097-2910-49EB-B069-979C701000A2}" type="pres">
      <dgm:prSet presAssocID="{71842202-C451-4901-A46D-A49663FE06FC}" presName="Name0" presStyleCnt="0">
        <dgm:presLayoutVars>
          <dgm:dir/>
          <dgm:animLvl val="lvl"/>
          <dgm:resizeHandles val="exact"/>
        </dgm:presLayoutVars>
      </dgm:prSet>
      <dgm:spPr/>
    </dgm:pt>
    <dgm:pt modelId="{419B855B-C0E3-482B-8B0E-B09E8E990E35}" type="pres">
      <dgm:prSet presAssocID="{E7743F67-2088-47F0-AF4B-23A2CF04117C}" presName="boxAndChildren" presStyleCnt="0"/>
      <dgm:spPr/>
    </dgm:pt>
    <dgm:pt modelId="{6C358C84-E625-4928-B7A1-4B96BB4D00AF}" type="pres">
      <dgm:prSet presAssocID="{E7743F67-2088-47F0-AF4B-23A2CF04117C}" presName="parentTextBox" presStyleLbl="node1" presStyleIdx="0" presStyleCnt="1"/>
      <dgm:spPr/>
    </dgm:pt>
  </dgm:ptLst>
  <dgm:cxnLst>
    <dgm:cxn modelId="{A0CD0428-C2D9-4617-93E2-0EA373C53B15}" srcId="{71842202-C451-4901-A46D-A49663FE06FC}" destId="{E7743F67-2088-47F0-AF4B-23A2CF04117C}" srcOrd="0" destOrd="0" parTransId="{732234A0-35EF-4520-B67A-BEC1488792F0}" sibTransId="{69E56559-3CFF-4A3D-8B8A-1BFA9E5DF47D}"/>
    <dgm:cxn modelId="{E128DB38-CE64-4A4D-B417-3CBDAEEAC29F}" type="presOf" srcId="{71842202-C451-4901-A46D-A49663FE06FC}" destId="{2F3D1097-2910-49EB-B069-979C701000A2}" srcOrd="0" destOrd="0" presId="urn:microsoft.com/office/officeart/2005/8/layout/process4"/>
    <dgm:cxn modelId="{F8595477-D285-4F73-819B-C382C759D966}" type="presOf" srcId="{E7743F67-2088-47F0-AF4B-23A2CF04117C}" destId="{6C358C84-E625-4928-B7A1-4B96BB4D00AF}" srcOrd="0" destOrd="0" presId="urn:microsoft.com/office/officeart/2005/8/layout/process4"/>
    <dgm:cxn modelId="{47A3DF67-4C00-4AD3-B106-BE653CD1A40D}" type="presParOf" srcId="{2F3D1097-2910-49EB-B069-979C701000A2}" destId="{419B855B-C0E3-482B-8B0E-B09E8E990E35}" srcOrd="0" destOrd="0" presId="urn:microsoft.com/office/officeart/2005/8/layout/process4"/>
    <dgm:cxn modelId="{02B75152-2F05-461D-AC55-493E3161B89B}" type="presParOf" srcId="{419B855B-C0E3-482B-8B0E-B09E8E990E35}" destId="{6C358C84-E625-4928-B7A1-4B96BB4D00AF}" srcOrd="0" destOrd="0" presId="urn:microsoft.com/office/officeart/2005/8/layout/process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EED4BEC-A974-41E4-A28C-E130C82226CF}" type="doc">
      <dgm:prSet loTypeId="urn:microsoft.com/office/officeart/2005/8/layout/process4" loCatId="list" qsTypeId="urn:microsoft.com/office/officeart/2005/8/quickstyle/simple1" qsCatId="simple" csTypeId="urn:microsoft.com/office/officeart/2005/8/colors/colorful3" csCatId="colorful" phldr="1"/>
      <dgm:spPr/>
      <dgm:t>
        <a:bodyPr/>
        <a:lstStyle/>
        <a:p>
          <a:endParaRPr lang="es-ES"/>
        </a:p>
      </dgm:t>
    </dgm:pt>
    <dgm:pt modelId="{33EF3D2E-9B4C-4AE7-9972-C5C4DDAE63EC}">
      <dgm:prSet phldrT="[Texto]"/>
      <dgm:spPr/>
      <dgm:t>
        <a:bodyPr/>
        <a:lstStyle/>
        <a:p>
          <a:r>
            <a:rPr lang="es-ES"/>
            <a:t>Problemas estructurados: </a:t>
          </a:r>
          <a:r>
            <a:rPr lang="en-US"/>
            <a:t>Sencillos, conocidos y fáciles de definir.</a:t>
          </a:r>
          <a:endParaRPr lang="en-US" dirty="0"/>
        </a:p>
      </dgm:t>
    </dgm:pt>
    <dgm:pt modelId="{A10A2545-4819-413F-9A99-678D4E8A6C8C}" type="parTrans" cxnId="{CDE91A9A-68FB-4435-80B1-077C627F37D6}">
      <dgm:prSet/>
      <dgm:spPr/>
      <dgm:t>
        <a:bodyPr/>
        <a:lstStyle/>
        <a:p>
          <a:endParaRPr lang="es-ES"/>
        </a:p>
      </dgm:t>
    </dgm:pt>
    <dgm:pt modelId="{16854AEA-3B64-4BE5-841A-EDE1881B937E}" type="sibTrans" cxnId="{CDE91A9A-68FB-4435-80B1-077C627F37D6}">
      <dgm:prSet/>
      <dgm:spPr/>
      <dgm:t>
        <a:bodyPr/>
        <a:lstStyle/>
        <a:p>
          <a:endParaRPr lang="es-ES"/>
        </a:p>
      </dgm:t>
    </dgm:pt>
    <dgm:pt modelId="{C462B79F-6C4C-4A4E-92D7-A1ED67E261D2}">
      <dgm:prSet phldrT="[Texto]"/>
      <dgm:spPr/>
      <dgm:t>
        <a:bodyPr/>
        <a:lstStyle/>
        <a:p>
          <a:r>
            <a:rPr lang="es-ES"/>
            <a:t>Decisiones programadas. </a:t>
          </a:r>
          <a:r>
            <a:rPr lang="en-US"/>
            <a:t>Rutinarias</a:t>
          </a:r>
          <a:endParaRPr lang="es-ES" dirty="0"/>
        </a:p>
      </dgm:t>
    </dgm:pt>
    <dgm:pt modelId="{0174754E-4E8E-4290-8B3D-F0697A0E2391}" type="parTrans" cxnId="{594AB4A2-18B5-468B-8D7C-8C017988FB63}">
      <dgm:prSet/>
      <dgm:spPr/>
      <dgm:t>
        <a:bodyPr/>
        <a:lstStyle/>
        <a:p>
          <a:endParaRPr lang="es-ES"/>
        </a:p>
      </dgm:t>
    </dgm:pt>
    <dgm:pt modelId="{BC7FF4A9-1CCD-4DD6-9810-0BD8CF391A23}" type="sibTrans" cxnId="{594AB4A2-18B5-468B-8D7C-8C017988FB63}">
      <dgm:prSet/>
      <dgm:spPr/>
      <dgm:t>
        <a:bodyPr/>
        <a:lstStyle/>
        <a:p>
          <a:endParaRPr lang="es-ES"/>
        </a:p>
      </dgm:t>
    </dgm:pt>
    <dgm:pt modelId="{30D79D36-9E0E-4CF3-BABC-AAEB2EA5AB99}" type="pres">
      <dgm:prSet presAssocID="{6EED4BEC-A974-41E4-A28C-E130C82226CF}" presName="Name0" presStyleCnt="0">
        <dgm:presLayoutVars>
          <dgm:dir/>
          <dgm:animLvl val="lvl"/>
          <dgm:resizeHandles val="exact"/>
        </dgm:presLayoutVars>
      </dgm:prSet>
      <dgm:spPr/>
    </dgm:pt>
    <dgm:pt modelId="{3FC00B2B-C8D0-4E3F-8B33-3F3781AA5932}" type="pres">
      <dgm:prSet presAssocID="{C462B79F-6C4C-4A4E-92D7-A1ED67E261D2}" presName="boxAndChildren" presStyleCnt="0"/>
      <dgm:spPr/>
    </dgm:pt>
    <dgm:pt modelId="{BF201414-7B8D-488B-A86B-475566187CF4}" type="pres">
      <dgm:prSet presAssocID="{C462B79F-6C4C-4A4E-92D7-A1ED67E261D2}" presName="parentTextBox" presStyleLbl="node1" presStyleIdx="0" presStyleCnt="2"/>
      <dgm:spPr/>
    </dgm:pt>
    <dgm:pt modelId="{31BE38AD-ABAC-4BBA-9A71-0668F2EDD1CA}" type="pres">
      <dgm:prSet presAssocID="{16854AEA-3B64-4BE5-841A-EDE1881B937E}" presName="sp" presStyleCnt="0"/>
      <dgm:spPr/>
    </dgm:pt>
    <dgm:pt modelId="{CCE3779D-C5F7-4414-9C94-44269566790D}" type="pres">
      <dgm:prSet presAssocID="{33EF3D2E-9B4C-4AE7-9972-C5C4DDAE63EC}" presName="arrowAndChildren" presStyleCnt="0"/>
      <dgm:spPr/>
    </dgm:pt>
    <dgm:pt modelId="{08B9B89B-68C4-4291-9C6E-F2DCE7C9805A}" type="pres">
      <dgm:prSet presAssocID="{33EF3D2E-9B4C-4AE7-9972-C5C4DDAE63EC}" presName="parentTextArrow" presStyleLbl="node1" presStyleIdx="1" presStyleCnt="2"/>
      <dgm:spPr/>
    </dgm:pt>
  </dgm:ptLst>
  <dgm:cxnLst>
    <dgm:cxn modelId="{DE324C0D-863C-468A-9A9D-E760FEE508C0}" type="presOf" srcId="{6EED4BEC-A974-41E4-A28C-E130C82226CF}" destId="{30D79D36-9E0E-4CF3-BABC-AAEB2EA5AB99}" srcOrd="0" destOrd="0" presId="urn:microsoft.com/office/officeart/2005/8/layout/process4"/>
    <dgm:cxn modelId="{CDE91A9A-68FB-4435-80B1-077C627F37D6}" srcId="{6EED4BEC-A974-41E4-A28C-E130C82226CF}" destId="{33EF3D2E-9B4C-4AE7-9972-C5C4DDAE63EC}" srcOrd="0" destOrd="0" parTransId="{A10A2545-4819-413F-9A99-678D4E8A6C8C}" sibTransId="{16854AEA-3B64-4BE5-841A-EDE1881B937E}"/>
    <dgm:cxn modelId="{594AB4A2-18B5-468B-8D7C-8C017988FB63}" srcId="{6EED4BEC-A974-41E4-A28C-E130C82226CF}" destId="{C462B79F-6C4C-4A4E-92D7-A1ED67E261D2}" srcOrd="1" destOrd="0" parTransId="{0174754E-4E8E-4290-8B3D-F0697A0E2391}" sibTransId="{BC7FF4A9-1CCD-4DD6-9810-0BD8CF391A23}"/>
    <dgm:cxn modelId="{8C5AF4F0-3DFB-4078-9328-D9962AAF5B49}" type="presOf" srcId="{C462B79F-6C4C-4A4E-92D7-A1ED67E261D2}" destId="{BF201414-7B8D-488B-A86B-475566187CF4}" srcOrd="0" destOrd="0" presId="urn:microsoft.com/office/officeart/2005/8/layout/process4"/>
    <dgm:cxn modelId="{40A2ECF6-3E2E-4642-8FB9-097F5EE37B69}" type="presOf" srcId="{33EF3D2E-9B4C-4AE7-9972-C5C4DDAE63EC}" destId="{08B9B89B-68C4-4291-9C6E-F2DCE7C9805A}" srcOrd="0" destOrd="0" presId="urn:microsoft.com/office/officeart/2005/8/layout/process4"/>
    <dgm:cxn modelId="{0F58E687-6347-412E-926C-1DBB3A8349DA}" type="presParOf" srcId="{30D79D36-9E0E-4CF3-BABC-AAEB2EA5AB99}" destId="{3FC00B2B-C8D0-4E3F-8B33-3F3781AA5932}" srcOrd="0" destOrd="0" presId="urn:microsoft.com/office/officeart/2005/8/layout/process4"/>
    <dgm:cxn modelId="{22225966-6AFF-44CF-B1F0-31D584F3B777}" type="presParOf" srcId="{3FC00B2B-C8D0-4E3F-8B33-3F3781AA5932}" destId="{BF201414-7B8D-488B-A86B-475566187CF4}" srcOrd="0" destOrd="0" presId="urn:microsoft.com/office/officeart/2005/8/layout/process4"/>
    <dgm:cxn modelId="{92180716-1B64-46B4-9B9E-BC6B963D5C35}" type="presParOf" srcId="{30D79D36-9E0E-4CF3-BABC-AAEB2EA5AB99}" destId="{31BE38AD-ABAC-4BBA-9A71-0668F2EDD1CA}" srcOrd="1" destOrd="0" presId="urn:microsoft.com/office/officeart/2005/8/layout/process4"/>
    <dgm:cxn modelId="{FAADEED0-89B2-47E4-AAF0-529C5F4A1D10}" type="presParOf" srcId="{30D79D36-9E0E-4CF3-BABC-AAEB2EA5AB99}" destId="{CCE3779D-C5F7-4414-9C94-44269566790D}" srcOrd="2" destOrd="0" presId="urn:microsoft.com/office/officeart/2005/8/layout/process4"/>
    <dgm:cxn modelId="{17DFDA72-E3A0-4505-AE28-29F752DE2B90}" type="presParOf" srcId="{CCE3779D-C5F7-4414-9C94-44269566790D}" destId="{08B9B89B-68C4-4291-9C6E-F2DCE7C9805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1842202-C451-4901-A46D-A49663FE06FC}" type="doc">
      <dgm:prSet loTypeId="urn:microsoft.com/office/officeart/2005/8/layout/process4" loCatId="process" qsTypeId="urn:microsoft.com/office/officeart/2005/8/quickstyle/simple1" qsCatId="simple" csTypeId="urn:microsoft.com/office/officeart/2005/8/colors/colorful5" csCatId="colorful" phldr="1"/>
      <dgm:spPr/>
    </dgm:pt>
    <dgm:pt modelId="{E7743F67-2088-47F0-AF4B-23A2CF04117C}">
      <dgm:prSet phldrT="[Texto]"/>
      <dgm:spPr/>
      <dgm:t>
        <a:bodyPr/>
        <a:lstStyle/>
        <a:p>
          <a:r>
            <a:rPr lang="es-ES"/>
            <a:t>Problemas sin estructurar. </a:t>
          </a:r>
          <a:r>
            <a:rPr lang="en-US"/>
            <a:t>Nuevos o inusuales </a:t>
          </a:r>
          <a:endParaRPr lang="es-ES" dirty="0"/>
        </a:p>
      </dgm:t>
    </dgm:pt>
    <dgm:pt modelId="{732234A0-35EF-4520-B67A-BEC1488792F0}" type="parTrans" cxnId="{A0CD0428-C2D9-4617-93E2-0EA373C53B15}">
      <dgm:prSet/>
      <dgm:spPr/>
      <dgm:t>
        <a:bodyPr/>
        <a:lstStyle/>
        <a:p>
          <a:endParaRPr lang="es-ES"/>
        </a:p>
      </dgm:t>
    </dgm:pt>
    <dgm:pt modelId="{69E56559-3CFF-4A3D-8B8A-1BFA9E5DF47D}" type="sibTrans" cxnId="{A0CD0428-C2D9-4617-93E2-0EA373C53B15}">
      <dgm:prSet/>
      <dgm:spPr/>
      <dgm:t>
        <a:bodyPr/>
        <a:lstStyle/>
        <a:p>
          <a:endParaRPr lang="es-ES"/>
        </a:p>
      </dgm:t>
    </dgm:pt>
    <dgm:pt modelId="{5FB6A3DE-DE2D-4A9A-93DB-58E6BB972909}">
      <dgm:prSet phldrT="[Texto]"/>
      <dgm:spPr/>
      <dgm:t>
        <a:bodyPr/>
        <a:lstStyle/>
        <a:p>
          <a:r>
            <a:rPr lang="es-ES"/>
            <a:t>Decisiones sin programar. </a:t>
          </a:r>
          <a:r>
            <a:rPr lang="en-US"/>
            <a:t>Adaptativas e innovadoras</a:t>
          </a:r>
          <a:endParaRPr lang="es-ES" dirty="0"/>
        </a:p>
      </dgm:t>
    </dgm:pt>
    <dgm:pt modelId="{EDB0D78E-E2C8-4D44-A822-DD1E1086BF03}" type="parTrans" cxnId="{B40C9F47-F39A-4FE7-A196-9EF3BBC23EB7}">
      <dgm:prSet/>
      <dgm:spPr/>
      <dgm:t>
        <a:bodyPr/>
        <a:lstStyle/>
        <a:p>
          <a:endParaRPr lang="es-ES"/>
        </a:p>
      </dgm:t>
    </dgm:pt>
    <dgm:pt modelId="{024A6716-A29B-49F1-9C9E-D0A0E135FD5D}" type="sibTrans" cxnId="{B40C9F47-F39A-4FE7-A196-9EF3BBC23EB7}">
      <dgm:prSet/>
      <dgm:spPr/>
      <dgm:t>
        <a:bodyPr/>
        <a:lstStyle/>
        <a:p>
          <a:endParaRPr lang="es-ES"/>
        </a:p>
      </dgm:t>
    </dgm:pt>
    <dgm:pt modelId="{2F3D1097-2910-49EB-B069-979C701000A2}" type="pres">
      <dgm:prSet presAssocID="{71842202-C451-4901-A46D-A49663FE06FC}" presName="Name0" presStyleCnt="0">
        <dgm:presLayoutVars>
          <dgm:dir/>
          <dgm:animLvl val="lvl"/>
          <dgm:resizeHandles val="exact"/>
        </dgm:presLayoutVars>
      </dgm:prSet>
      <dgm:spPr/>
    </dgm:pt>
    <dgm:pt modelId="{24DBED9C-242C-49E5-B3F6-62536DA4D025}" type="pres">
      <dgm:prSet presAssocID="{5FB6A3DE-DE2D-4A9A-93DB-58E6BB972909}" presName="boxAndChildren" presStyleCnt="0"/>
      <dgm:spPr/>
    </dgm:pt>
    <dgm:pt modelId="{C57CDE52-96A2-4A89-95BC-E42B67D74D9D}" type="pres">
      <dgm:prSet presAssocID="{5FB6A3DE-DE2D-4A9A-93DB-58E6BB972909}" presName="parentTextBox" presStyleLbl="node1" presStyleIdx="0" presStyleCnt="2"/>
      <dgm:spPr/>
    </dgm:pt>
    <dgm:pt modelId="{09C9F68B-2B5D-40D7-9A5B-4BA775675A27}" type="pres">
      <dgm:prSet presAssocID="{69E56559-3CFF-4A3D-8B8A-1BFA9E5DF47D}" presName="sp" presStyleCnt="0"/>
      <dgm:spPr/>
    </dgm:pt>
    <dgm:pt modelId="{2F96FD54-5671-438B-AF4F-DD0F4C19A241}" type="pres">
      <dgm:prSet presAssocID="{E7743F67-2088-47F0-AF4B-23A2CF04117C}" presName="arrowAndChildren" presStyleCnt="0"/>
      <dgm:spPr/>
    </dgm:pt>
    <dgm:pt modelId="{3A98D2E7-EBB1-4B8B-8E5A-802CF7D36B2F}" type="pres">
      <dgm:prSet presAssocID="{E7743F67-2088-47F0-AF4B-23A2CF04117C}" presName="parentTextArrow" presStyleLbl="node1" presStyleIdx="1" presStyleCnt="2"/>
      <dgm:spPr/>
    </dgm:pt>
  </dgm:ptLst>
  <dgm:cxnLst>
    <dgm:cxn modelId="{A0CD0428-C2D9-4617-93E2-0EA373C53B15}" srcId="{71842202-C451-4901-A46D-A49663FE06FC}" destId="{E7743F67-2088-47F0-AF4B-23A2CF04117C}" srcOrd="0" destOrd="0" parTransId="{732234A0-35EF-4520-B67A-BEC1488792F0}" sibTransId="{69E56559-3CFF-4A3D-8B8A-1BFA9E5DF47D}"/>
    <dgm:cxn modelId="{E128DB38-CE64-4A4D-B417-3CBDAEEAC29F}" type="presOf" srcId="{71842202-C451-4901-A46D-A49663FE06FC}" destId="{2F3D1097-2910-49EB-B069-979C701000A2}" srcOrd="0" destOrd="0" presId="urn:microsoft.com/office/officeart/2005/8/layout/process4"/>
    <dgm:cxn modelId="{B40C9F47-F39A-4FE7-A196-9EF3BBC23EB7}" srcId="{71842202-C451-4901-A46D-A49663FE06FC}" destId="{5FB6A3DE-DE2D-4A9A-93DB-58E6BB972909}" srcOrd="1" destOrd="0" parTransId="{EDB0D78E-E2C8-4D44-A822-DD1E1086BF03}" sibTransId="{024A6716-A29B-49F1-9C9E-D0A0E135FD5D}"/>
    <dgm:cxn modelId="{2FDE69A1-3B3D-4EE7-9BF3-538D02F1A347}" type="presOf" srcId="{E7743F67-2088-47F0-AF4B-23A2CF04117C}" destId="{3A98D2E7-EBB1-4B8B-8E5A-802CF7D36B2F}" srcOrd="0" destOrd="0" presId="urn:microsoft.com/office/officeart/2005/8/layout/process4"/>
    <dgm:cxn modelId="{780BE3C6-6841-4F54-BD19-F21AE1699748}" type="presOf" srcId="{5FB6A3DE-DE2D-4A9A-93DB-58E6BB972909}" destId="{C57CDE52-96A2-4A89-95BC-E42B67D74D9D}" srcOrd="0" destOrd="0" presId="urn:microsoft.com/office/officeart/2005/8/layout/process4"/>
    <dgm:cxn modelId="{02A88DE3-CA9A-46A9-803A-FB0361460926}" type="presParOf" srcId="{2F3D1097-2910-49EB-B069-979C701000A2}" destId="{24DBED9C-242C-49E5-B3F6-62536DA4D025}" srcOrd="0" destOrd="0" presId="urn:microsoft.com/office/officeart/2005/8/layout/process4"/>
    <dgm:cxn modelId="{2DFB33B2-2DD2-41DA-9096-CE4B4FED5690}" type="presParOf" srcId="{24DBED9C-242C-49E5-B3F6-62536DA4D025}" destId="{C57CDE52-96A2-4A89-95BC-E42B67D74D9D}" srcOrd="0" destOrd="0" presId="urn:microsoft.com/office/officeart/2005/8/layout/process4"/>
    <dgm:cxn modelId="{5BA5CB8D-10B4-42CA-9326-DBE0A4980C95}" type="presParOf" srcId="{2F3D1097-2910-49EB-B069-979C701000A2}" destId="{09C9F68B-2B5D-40D7-9A5B-4BA775675A27}" srcOrd="1" destOrd="0" presId="urn:microsoft.com/office/officeart/2005/8/layout/process4"/>
    <dgm:cxn modelId="{D45F9781-8147-45E9-A3D0-910F6AFB6915}" type="presParOf" srcId="{2F3D1097-2910-49EB-B069-979C701000A2}" destId="{2F96FD54-5671-438B-AF4F-DD0F4C19A241}" srcOrd="2" destOrd="0" presId="urn:microsoft.com/office/officeart/2005/8/layout/process4"/>
    <dgm:cxn modelId="{C88FE139-ECEA-4750-9A2E-5A52648BBF2C}" type="presParOf" srcId="{2F96FD54-5671-438B-AF4F-DD0F4C19A241}" destId="{3A98D2E7-EBB1-4B8B-8E5A-802CF7D36B2F}" srcOrd="0" destOrd="0" presId="urn:microsoft.com/office/officeart/2005/8/layout/process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9105A67-B479-4451-B7CD-EDA611AA7E27}" type="doc">
      <dgm:prSet loTypeId="urn:microsoft.com/office/officeart/2005/8/layout/vList2" loCatId="list" qsTypeId="urn:microsoft.com/office/officeart/2005/8/quickstyle/simple1" qsCatId="simple" csTypeId="urn:microsoft.com/office/officeart/2005/8/colors/accent1_1" csCatId="accent1"/>
      <dgm:spPr/>
      <dgm:t>
        <a:bodyPr/>
        <a:lstStyle/>
        <a:p>
          <a:endParaRPr lang="es-ES"/>
        </a:p>
      </dgm:t>
    </dgm:pt>
    <dgm:pt modelId="{741F2F19-D13E-4280-AE0C-CE15EA827900}">
      <dgm:prSet/>
      <dgm:spPr/>
      <dgm:t>
        <a:bodyPr/>
        <a:lstStyle/>
        <a:p>
          <a:r>
            <a:rPr lang="en-US"/>
            <a:t>Como </a:t>
          </a:r>
          <a:r>
            <a:rPr lang="en-US" b="1"/>
            <a:t>los directivos de nivel inferior </a:t>
          </a:r>
          <a:r>
            <a:rPr lang="en-US"/>
            <a:t>tienen problemas conocidos y repetidos, en general recurren a decisiones programadas como procedimientos , reglas y políticas.</a:t>
          </a:r>
          <a:endParaRPr lang="es-ES"/>
        </a:p>
      </dgm:t>
    </dgm:pt>
    <dgm:pt modelId="{1268C19A-0926-4E3A-9659-A35D2AEAA813}" type="parTrans" cxnId="{8192E1CF-8EC5-4F06-BF65-3BB3D912D0B4}">
      <dgm:prSet/>
      <dgm:spPr/>
      <dgm:t>
        <a:bodyPr/>
        <a:lstStyle/>
        <a:p>
          <a:endParaRPr lang="es-ES"/>
        </a:p>
      </dgm:t>
    </dgm:pt>
    <dgm:pt modelId="{FC0428D7-E14B-4B52-ACE3-8B1700B2254E}" type="sibTrans" cxnId="{8192E1CF-8EC5-4F06-BF65-3BB3D912D0B4}">
      <dgm:prSet/>
      <dgm:spPr/>
      <dgm:t>
        <a:bodyPr/>
        <a:lstStyle/>
        <a:p>
          <a:endParaRPr lang="es-ES"/>
        </a:p>
      </dgm:t>
    </dgm:pt>
    <dgm:pt modelId="{A942D812-77B9-44CA-A7B6-555E1B2FDB29}">
      <dgm:prSet/>
      <dgm:spPr/>
      <dgm:t>
        <a:bodyPr/>
        <a:lstStyle/>
        <a:p>
          <a:r>
            <a:rPr lang="en-US" dirty="0"/>
            <a:t>Los </a:t>
          </a:r>
          <a:r>
            <a:rPr lang="en-US" dirty="0" err="1"/>
            <a:t>problemas</a:t>
          </a:r>
          <a:r>
            <a:rPr lang="en-US" dirty="0"/>
            <a:t> que </a:t>
          </a:r>
          <a:r>
            <a:rPr lang="en-US" dirty="0" err="1"/>
            <a:t>enfrentan</a:t>
          </a:r>
          <a:r>
            <a:rPr lang="en-US" dirty="0"/>
            <a:t> </a:t>
          </a:r>
          <a:r>
            <a:rPr lang="en-US" dirty="0" err="1"/>
            <a:t>los</a:t>
          </a:r>
          <a:r>
            <a:rPr lang="en-US" dirty="0"/>
            <a:t> </a:t>
          </a:r>
          <a:r>
            <a:rPr lang="en-US" dirty="0" err="1"/>
            <a:t>directivos</a:t>
          </a:r>
          <a:r>
            <a:rPr lang="en-US" dirty="0"/>
            <a:t> se </a:t>
          </a:r>
          <a:r>
            <a:rPr lang="en-US" dirty="0" err="1"/>
            <a:t>hacen</a:t>
          </a:r>
          <a:r>
            <a:rPr lang="en-US" dirty="0"/>
            <a:t> </a:t>
          </a:r>
          <a:r>
            <a:rPr lang="en-US" b="1" dirty="0" err="1"/>
            <a:t>menos</a:t>
          </a:r>
          <a:r>
            <a:rPr lang="en-US" b="1" dirty="0"/>
            <a:t> </a:t>
          </a:r>
          <a:r>
            <a:rPr lang="en-US" b="1" dirty="0" err="1"/>
            <a:t>estructurados</a:t>
          </a:r>
          <a:r>
            <a:rPr lang="en-US" b="1" dirty="0"/>
            <a:t> a </a:t>
          </a:r>
          <a:r>
            <a:rPr lang="en-US" b="1" dirty="0" err="1"/>
            <a:t>medida</a:t>
          </a:r>
          <a:r>
            <a:rPr lang="en-US" b="1" dirty="0"/>
            <a:t> que </a:t>
          </a:r>
          <a:r>
            <a:rPr lang="en-US" b="1" dirty="0" err="1"/>
            <a:t>ascienden</a:t>
          </a:r>
          <a:r>
            <a:rPr lang="en-US" b="1" dirty="0"/>
            <a:t> </a:t>
          </a:r>
          <a:r>
            <a:rPr lang="en-US" b="1" dirty="0" err="1"/>
            <a:t>por</a:t>
          </a:r>
          <a:r>
            <a:rPr lang="en-US" b="1" dirty="0"/>
            <a:t> la </a:t>
          </a:r>
          <a:r>
            <a:rPr lang="en-US" b="1" dirty="0" err="1"/>
            <a:t>jerarquía</a:t>
          </a:r>
          <a:r>
            <a:rPr lang="en-US" b="1" dirty="0"/>
            <a:t> </a:t>
          </a:r>
          <a:r>
            <a:rPr lang="en-US" dirty="0"/>
            <a:t>de la </a:t>
          </a:r>
          <a:r>
            <a:rPr lang="en-US" dirty="0" err="1"/>
            <a:t>organización</a:t>
          </a:r>
          <a:r>
            <a:rPr lang="en-US" dirty="0"/>
            <a:t>, </a:t>
          </a:r>
          <a:r>
            <a:rPr lang="en-US" dirty="0" err="1"/>
            <a:t>porque</a:t>
          </a:r>
          <a:r>
            <a:rPr lang="en-US" dirty="0"/>
            <a:t> </a:t>
          </a:r>
          <a:r>
            <a:rPr lang="en-US" dirty="0" err="1"/>
            <a:t>los</a:t>
          </a:r>
          <a:r>
            <a:rPr lang="en-US" dirty="0"/>
            <a:t> </a:t>
          </a:r>
          <a:r>
            <a:rPr lang="en-US" dirty="0" err="1"/>
            <a:t>directivos</a:t>
          </a:r>
          <a:r>
            <a:rPr lang="en-US" dirty="0"/>
            <a:t> de </a:t>
          </a:r>
          <a:r>
            <a:rPr lang="en-US" dirty="0" err="1"/>
            <a:t>niveles</a:t>
          </a:r>
          <a:r>
            <a:rPr lang="en-US" dirty="0"/>
            <a:t> </a:t>
          </a:r>
          <a:r>
            <a:rPr lang="en-US" dirty="0" err="1"/>
            <a:t>inferiores</a:t>
          </a:r>
          <a:r>
            <a:rPr lang="en-US" dirty="0"/>
            <a:t> se </a:t>
          </a:r>
          <a:r>
            <a:rPr lang="en-US" dirty="0" err="1"/>
            <a:t>ocupan</a:t>
          </a:r>
          <a:r>
            <a:rPr lang="en-US" dirty="0"/>
            <a:t> de las </a:t>
          </a:r>
          <a:r>
            <a:rPr lang="en-US" dirty="0" err="1"/>
            <a:t>decisiones</a:t>
          </a:r>
          <a:r>
            <a:rPr lang="en-US" dirty="0"/>
            <a:t> de </a:t>
          </a:r>
          <a:r>
            <a:rPr lang="en-US" dirty="0" err="1"/>
            <a:t>rutina</a:t>
          </a:r>
          <a:r>
            <a:rPr lang="en-US" dirty="0"/>
            <a:t> y </a:t>
          </a:r>
          <a:r>
            <a:rPr lang="en-US" dirty="0" err="1"/>
            <a:t>dejan</a:t>
          </a:r>
          <a:r>
            <a:rPr lang="en-US" dirty="0"/>
            <a:t> que </a:t>
          </a:r>
          <a:r>
            <a:rPr lang="en-US" dirty="0" err="1"/>
            <a:t>los</a:t>
          </a:r>
          <a:r>
            <a:rPr lang="en-US" dirty="0"/>
            <a:t> de </a:t>
          </a:r>
          <a:r>
            <a:rPr lang="en-US" dirty="0" err="1"/>
            <a:t>niveles</a:t>
          </a:r>
          <a:r>
            <a:rPr lang="en-US" dirty="0"/>
            <a:t> </a:t>
          </a:r>
          <a:r>
            <a:rPr lang="en-US" dirty="0" err="1"/>
            <a:t>superiores</a:t>
          </a:r>
          <a:r>
            <a:rPr lang="en-US" dirty="0"/>
            <a:t> se </a:t>
          </a:r>
          <a:r>
            <a:rPr lang="en-US" dirty="0" err="1"/>
            <a:t>encarguen</a:t>
          </a:r>
          <a:r>
            <a:rPr lang="en-US" dirty="0"/>
            <a:t> de las </a:t>
          </a:r>
          <a:r>
            <a:rPr lang="en-US" dirty="0" err="1"/>
            <a:t>decisiones</a:t>
          </a:r>
          <a:r>
            <a:rPr lang="en-US" dirty="0"/>
            <a:t> que les </a:t>
          </a:r>
          <a:r>
            <a:rPr lang="en-US" dirty="0" err="1"/>
            <a:t>parecen</a:t>
          </a:r>
          <a:r>
            <a:rPr lang="en-US" dirty="0"/>
            <a:t> </a:t>
          </a:r>
          <a:r>
            <a:rPr lang="en-US" dirty="0" err="1"/>
            <a:t>inusitadas</a:t>
          </a:r>
          <a:r>
            <a:rPr lang="en-US" dirty="0"/>
            <a:t> o </a:t>
          </a:r>
          <a:r>
            <a:rPr lang="en-US" dirty="0" err="1"/>
            <a:t>difíciles</a:t>
          </a:r>
          <a:r>
            <a:rPr lang="en-US" dirty="0"/>
            <a:t>.</a:t>
          </a:r>
          <a:endParaRPr lang="es-ES" dirty="0"/>
        </a:p>
      </dgm:t>
    </dgm:pt>
    <dgm:pt modelId="{EAB5F4F2-6CF4-4C24-81FF-953C2DA89CBD}" type="parTrans" cxnId="{072A4628-CEA6-4939-9C3A-7D2FE2BB69C7}">
      <dgm:prSet/>
      <dgm:spPr/>
      <dgm:t>
        <a:bodyPr/>
        <a:lstStyle/>
        <a:p>
          <a:endParaRPr lang="es-ES"/>
        </a:p>
      </dgm:t>
    </dgm:pt>
    <dgm:pt modelId="{4D6AE53C-341E-4A3B-914C-F5D53CDCD590}" type="sibTrans" cxnId="{072A4628-CEA6-4939-9C3A-7D2FE2BB69C7}">
      <dgm:prSet/>
      <dgm:spPr/>
      <dgm:t>
        <a:bodyPr/>
        <a:lstStyle/>
        <a:p>
          <a:endParaRPr lang="es-ES"/>
        </a:p>
      </dgm:t>
    </dgm:pt>
    <dgm:pt modelId="{E51B1C16-6BB9-4A25-A1CE-BF1C35FBFBCB}">
      <dgm:prSet/>
      <dgm:spPr/>
      <dgm:t>
        <a:bodyPr/>
        <a:lstStyle/>
        <a:p>
          <a:r>
            <a:rPr lang="en-US"/>
            <a:t>Del mismo modo, los directivos de nivel inferior delegan las decisiones de rutina en sus subordinados para concentrarse en los problemas más difíciles.</a:t>
          </a:r>
          <a:endParaRPr lang="es-ES"/>
        </a:p>
      </dgm:t>
    </dgm:pt>
    <dgm:pt modelId="{45D2CCD0-B4E2-47F2-B541-176E84F5D1C8}" type="parTrans" cxnId="{6BF87855-3FB0-44E5-A77B-7A2866A4B931}">
      <dgm:prSet/>
      <dgm:spPr/>
      <dgm:t>
        <a:bodyPr/>
        <a:lstStyle/>
        <a:p>
          <a:endParaRPr lang="es-ES"/>
        </a:p>
      </dgm:t>
    </dgm:pt>
    <dgm:pt modelId="{E6B54273-8E0B-44CC-8BDB-0146DE59198B}" type="sibTrans" cxnId="{6BF87855-3FB0-44E5-A77B-7A2866A4B931}">
      <dgm:prSet/>
      <dgm:spPr/>
      <dgm:t>
        <a:bodyPr/>
        <a:lstStyle/>
        <a:p>
          <a:endParaRPr lang="es-ES"/>
        </a:p>
      </dgm:t>
    </dgm:pt>
    <dgm:pt modelId="{5FF55789-A637-4903-A5D7-FE089FD15314}">
      <dgm:prSet/>
      <dgm:spPr/>
      <dgm:t>
        <a:bodyPr/>
        <a:lstStyle/>
        <a:p>
          <a:r>
            <a:rPr lang="en-US"/>
            <a:t>La mayor parte de las decisiones se encuentran en el medio. Una decisión es principalmente programada o principalmente sin programar.</a:t>
          </a:r>
          <a:endParaRPr lang="es-ES"/>
        </a:p>
      </dgm:t>
    </dgm:pt>
    <dgm:pt modelId="{288AE681-566A-4F31-9C60-FF98452F145F}" type="parTrans" cxnId="{75D0559C-48DA-4EE9-9A5D-25D93F815D5D}">
      <dgm:prSet/>
      <dgm:spPr/>
      <dgm:t>
        <a:bodyPr/>
        <a:lstStyle/>
        <a:p>
          <a:endParaRPr lang="es-ES"/>
        </a:p>
      </dgm:t>
    </dgm:pt>
    <dgm:pt modelId="{6B759C7D-ABBD-469B-879F-C457D4F46986}" type="sibTrans" cxnId="{75D0559C-48DA-4EE9-9A5D-25D93F815D5D}">
      <dgm:prSet/>
      <dgm:spPr/>
      <dgm:t>
        <a:bodyPr/>
        <a:lstStyle/>
        <a:p>
          <a:endParaRPr lang="es-ES"/>
        </a:p>
      </dgm:t>
    </dgm:pt>
    <dgm:pt modelId="{FB96C88B-2A4A-4D00-AD02-14109D42B7FD}" type="pres">
      <dgm:prSet presAssocID="{19105A67-B479-4451-B7CD-EDA611AA7E27}" presName="linear" presStyleCnt="0">
        <dgm:presLayoutVars>
          <dgm:animLvl val="lvl"/>
          <dgm:resizeHandles val="exact"/>
        </dgm:presLayoutVars>
      </dgm:prSet>
      <dgm:spPr/>
    </dgm:pt>
    <dgm:pt modelId="{70BA6A70-2189-4B92-93F5-B21C71488941}" type="pres">
      <dgm:prSet presAssocID="{741F2F19-D13E-4280-AE0C-CE15EA827900}" presName="parentText" presStyleLbl="node1" presStyleIdx="0" presStyleCnt="4">
        <dgm:presLayoutVars>
          <dgm:chMax val="0"/>
          <dgm:bulletEnabled val="1"/>
        </dgm:presLayoutVars>
      </dgm:prSet>
      <dgm:spPr/>
    </dgm:pt>
    <dgm:pt modelId="{7198DD28-BCE4-4B6A-9AD9-EEC35410A517}" type="pres">
      <dgm:prSet presAssocID="{FC0428D7-E14B-4B52-ACE3-8B1700B2254E}" presName="spacer" presStyleCnt="0"/>
      <dgm:spPr/>
    </dgm:pt>
    <dgm:pt modelId="{FD78243E-7E6D-40AA-8352-8A5C5A58D3C2}" type="pres">
      <dgm:prSet presAssocID="{A942D812-77B9-44CA-A7B6-555E1B2FDB29}" presName="parentText" presStyleLbl="node1" presStyleIdx="1" presStyleCnt="4">
        <dgm:presLayoutVars>
          <dgm:chMax val="0"/>
          <dgm:bulletEnabled val="1"/>
        </dgm:presLayoutVars>
      </dgm:prSet>
      <dgm:spPr/>
    </dgm:pt>
    <dgm:pt modelId="{7352A8E1-A539-4133-A03E-25537836B653}" type="pres">
      <dgm:prSet presAssocID="{4D6AE53C-341E-4A3B-914C-F5D53CDCD590}" presName="spacer" presStyleCnt="0"/>
      <dgm:spPr/>
    </dgm:pt>
    <dgm:pt modelId="{0E97E67C-6071-44C4-B510-99B5CB1BEAD6}" type="pres">
      <dgm:prSet presAssocID="{E51B1C16-6BB9-4A25-A1CE-BF1C35FBFBCB}" presName="parentText" presStyleLbl="node1" presStyleIdx="2" presStyleCnt="4">
        <dgm:presLayoutVars>
          <dgm:chMax val="0"/>
          <dgm:bulletEnabled val="1"/>
        </dgm:presLayoutVars>
      </dgm:prSet>
      <dgm:spPr/>
    </dgm:pt>
    <dgm:pt modelId="{1261F16D-40C2-45F4-83EA-314C2EA6FABC}" type="pres">
      <dgm:prSet presAssocID="{E6B54273-8E0B-44CC-8BDB-0146DE59198B}" presName="spacer" presStyleCnt="0"/>
      <dgm:spPr/>
    </dgm:pt>
    <dgm:pt modelId="{DD179C5C-8348-4803-8023-7E96FCE4327B}" type="pres">
      <dgm:prSet presAssocID="{5FF55789-A637-4903-A5D7-FE089FD15314}" presName="parentText" presStyleLbl="node1" presStyleIdx="3" presStyleCnt="4">
        <dgm:presLayoutVars>
          <dgm:chMax val="0"/>
          <dgm:bulletEnabled val="1"/>
        </dgm:presLayoutVars>
      </dgm:prSet>
      <dgm:spPr/>
    </dgm:pt>
  </dgm:ptLst>
  <dgm:cxnLst>
    <dgm:cxn modelId="{BB35FC06-0748-41A4-9250-FBDF65E9141F}" type="presOf" srcId="{19105A67-B479-4451-B7CD-EDA611AA7E27}" destId="{FB96C88B-2A4A-4D00-AD02-14109D42B7FD}" srcOrd="0" destOrd="0" presId="urn:microsoft.com/office/officeart/2005/8/layout/vList2"/>
    <dgm:cxn modelId="{072A4628-CEA6-4939-9C3A-7D2FE2BB69C7}" srcId="{19105A67-B479-4451-B7CD-EDA611AA7E27}" destId="{A942D812-77B9-44CA-A7B6-555E1B2FDB29}" srcOrd="1" destOrd="0" parTransId="{EAB5F4F2-6CF4-4C24-81FF-953C2DA89CBD}" sibTransId="{4D6AE53C-341E-4A3B-914C-F5D53CDCD590}"/>
    <dgm:cxn modelId="{FDA6F243-4B2F-4398-B2EE-871127092A19}" type="presOf" srcId="{A942D812-77B9-44CA-A7B6-555E1B2FDB29}" destId="{FD78243E-7E6D-40AA-8352-8A5C5A58D3C2}" srcOrd="0" destOrd="0" presId="urn:microsoft.com/office/officeart/2005/8/layout/vList2"/>
    <dgm:cxn modelId="{6BF87855-3FB0-44E5-A77B-7A2866A4B931}" srcId="{19105A67-B479-4451-B7CD-EDA611AA7E27}" destId="{E51B1C16-6BB9-4A25-A1CE-BF1C35FBFBCB}" srcOrd="2" destOrd="0" parTransId="{45D2CCD0-B4E2-47F2-B541-176E84F5D1C8}" sibTransId="{E6B54273-8E0B-44CC-8BDB-0146DE59198B}"/>
    <dgm:cxn modelId="{B4D25C98-BFD2-405F-865E-77EA2CE16869}" type="presOf" srcId="{5FF55789-A637-4903-A5D7-FE089FD15314}" destId="{DD179C5C-8348-4803-8023-7E96FCE4327B}" srcOrd="0" destOrd="0" presId="urn:microsoft.com/office/officeart/2005/8/layout/vList2"/>
    <dgm:cxn modelId="{75D0559C-48DA-4EE9-9A5D-25D93F815D5D}" srcId="{19105A67-B479-4451-B7CD-EDA611AA7E27}" destId="{5FF55789-A637-4903-A5D7-FE089FD15314}" srcOrd="3" destOrd="0" parTransId="{288AE681-566A-4F31-9C60-FF98452F145F}" sibTransId="{6B759C7D-ABBD-469B-879F-C457D4F46986}"/>
    <dgm:cxn modelId="{CB4202A8-BAB0-4531-AD33-5C5D54532A1B}" type="presOf" srcId="{E51B1C16-6BB9-4A25-A1CE-BF1C35FBFBCB}" destId="{0E97E67C-6071-44C4-B510-99B5CB1BEAD6}" srcOrd="0" destOrd="0" presId="urn:microsoft.com/office/officeart/2005/8/layout/vList2"/>
    <dgm:cxn modelId="{F79954AA-A5B3-4879-821A-35F68532D324}" type="presOf" srcId="{741F2F19-D13E-4280-AE0C-CE15EA827900}" destId="{70BA6A70-2189-4B92-93F5-B21C71488941}" srcOrd="0" destOrd="0" presId="urn:microsoft.com/office/officeart/2005/8/layout/vList2"/>
    <dgm:cxn modelId="{8192E1CF-8EC5-4F06-BF65-3BB3D912D0B4}" srcId="{19105A67-B479-4451-B7CD-EDA611AA7E27}" destId="{741F2F19-D13E-4280-AE0C-CE15EA827900}" srcOrd="0" destOrd="0" parTransId="{1268C19A-0926-4E3A-9659-A35D2AEAA813}" sibTransId="{FC0428D7-E14B-4B52-ACE3-8B1700B2254E}"/>
    <dgm:cxn modelId="{1C8A2BE7-C4F4-42DE-B7E0-3C39BCB6ABBA}" type="presParOf" srcId="{FB96C88B-2A4A-4D00-AD02-14109D42B7FD}" destId="{70BA6A70-2189-4B92-93F5-B21C71488941}" srcOrd="0" destOrd="0" presId="urn:microsoft.com/office/officeart/2005/8/layout/vList2"/>
    <dgm:cxn modelId="{779C3894-E4D8-41A7-931D-6AD77F0805B5}" type="presParOf" srcId="{FB96C88B-2A4A-4D00-AD02-14109D42B7FD}" destId="{7198DD28-BCE4-4B6A-9AD9-EEC35410A517}" srcOrd="1" destOrd="0" presId="urn:microsoft.com/office/officeart/2005/8/layout/vList2"/>
    <dgm:cxn modelId="{9028F3A8-0F35-417E-A4CD-DC2ADC18D001}" type="presParOf" srcId="{FB96C88B-2A4A-4D00-AD02-14109D42B7FD}" destId="{FD78243E-7E6D-40AA-8352-8A5C5A58D3C2}" srcOrd="2" destOrd="0" presId="urn:microsoft.com/office/officeart/2005/8/layout/vList2"/>
    <dgm:cxn modelId="{F70C1B86-0196-4C08-8E72-9A336C7A8AA5}" type="presParOf" srcId="{FB96C88B-2A4A-4D00-AD02-14109D42B7FD}" destId="{7352A8E1-A539-4133-A03E-25537836B653}" srcOrd="3" destOrd="0" presId="urn:microsoft.com/office/officeart/2005/8/layout/vList2"/>
    <dgm:cxn modelId="{E375E99E-3760-484D-9DF2-A6E1F57D59CF}" type="presParOf" srcId="{FB96C88B-2A4A-4D00-AD02-14109D42B7FD}" destId="{0E97E67C-6071-44C4-B510-99B5CB1BEAD6}" srcOrd="4" destOrd="0" presId="urn:microsoft.com/office/officeart/2005/8/layout/vList2"/>
    <dgm:cxn modelId="{3679C6FE-D792-489B-97CD-C6CF8698506D}" type="presParOf" srcId="{FB96C88B-2A4A-4D00-AD02-14109D42B7FD}" destId="{1261F16D-40C2-45F4-83EA-314C2EA6FABC}" srcOrd="5" destOrd="0" presId="urn:microsoft.com/office/officeart/2005/8/layout/vList2"/>
    <dgm:cxn modelId="{64204968-5532-46F2-8C25-EA2F652C3615}" type="presParOf" srcId="{FB96C88B-2A4A-4D00-AD02-14109D42B7FD}" destId="{DD179C5C-8348-4803-8023-7E96FCE4327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0DD6967-D7E9-465E-87CB-F9E1F76AF900}" type="doc">
      <dgm:prSet loTypeId="urn:microsoft.com/office/officeart/2005/8/layout/hProcess9" loCatId="process" qsTypeId="urn:microsoft.com/office/officeart/2005/8/quickstyle/simple2" qsCatId="simple" csTypeId="urn:microsoft.com/office/officeart/2005/8/colors/colorful1" csCatId="colorful" phldr="1"/>
      <dgm:spPr/>
    </dgm:pt>
    <dgm:pt modelId="{2824F950-8A7E-4B6C-B681-927006049653}">
      <dgm:prSet phldrT="[Texto]"/>
      <dgm:spPr/>
      <dgm:t>
        <a:bodyPr/>
        <a:lstStyle/>
        <a:p>
          <a:r>
            <a:rPr lang="es-ES_tradnl" dirty="0"/>
            <a:t>Identificación y diagnóstico del problema</a:t>
          </a:r>
        </a:p>
      </dgm:t>
    </dgm:pt>
    <dgm:pt modelId="{65407663-EA3E-4B9F-BC07-B46E9E75B268}" type="parTrans" cxnId="{DE6EBB7F-270C-4D24-B7D6-D76DEF93C893}">
      <dgm:prSet/>
      <dgm:spPr/>
      <dgm:t>
        <a:bodyPr/>
        <a:lstStyle/>
        <a:p>
          <a:endParaRPr lang="es-ES_tradnl"/>
        </a:p>
      </dgm:t>
    </dgm:pt>
    <dgm:pt modelId="{B3FC9B5A-A2A7-4CD6-A2CC-171086C84940}" type="sibTrans" cxnId="{DE6EBB7F-270C-4D24-B7D6-D76DEF93C893}">
      <dgm:prSet/>
      <dgm:spPr/>
      <dgm:t>
        <a:bodyPr/>
        <a:lstStyle/>
        <a:p>
          <a:endParaRPr lang="es-ES_tradnl"/>
        </a:p>
      </dgm:t>
    </dgm:pt>
    <dgm:pt modelId="{7AAB4F8A-12B0-4CCC-A4D2-0496FE8B402B}">
      <dgm:prSet phldrT="[Texto]"/>
      <dgm:spPr/>
      <dgm:t>
        <a:bodyPr/>
        <a:lstStyle/>
        <a:p>
          <a:r>
            <a:rPr lang="es-ES_tradnl" dirty="0"/>
            <a:t>Identificación de los criterios de decisión</a:t>
          </a:r>
        </a:p>
      </dgm:t>
    </dgm:pt>
    <dgm:pt modelId="{4BFAA3B2-14A9-4E92-B52A-E12A38886F40}" type="parTrans" cxnId="{A7D19030-C4D8-4960-837A-19363A05B661}">
      <dgm:prSet/>
      <dgm:spPr/>
      <dgm:t>
        <a:bodyPr/>
        <a:lstStyle/>
        <a:p>
          <a:endParaRPr lang="es-ES_tradnl"/>
        </a:p>
      </dgm:t>
    </dgm:pt>
    <dgm:pt modelId="{BD9261DE-53C6-48E2-AEBE-CA68FCDC0D4B}" type="sibTrans" cxnId="{A7D19030-C4D8-4960-837A-19363A05B661}">
      <dgm:prSet/>
      <dgm:spPr/>
      <dgm:t>
        <a:bodyPr/>
        <a:lstStyle/>
        <a:p>
          <a:endParaRPr lang="es-ES_tradnl"/>
        </a:p>
      </dgm:t>
    </dgm:pt>
    <dgm:pt modelId="{416B5B4C-4639-4F4D-9CB2-45EEB205AF77}">
      <dgm:prSet phldrT="[Texto]"/>
      <dgm:spPr/>
      <dgm:t>
        <a:bodyPr/>
        <a:lstStyle/>
        <a:p>
          <a:r>
            <a:rPr lang="es-ES_tradnl" dirty="0"/>
            <a:t>Ponderación de los criterios</a:t>
          </a:r>
        </a:p>
      </dgm:t>
    </dgm:pt>
    <dgm:pt modelId="{5D7D1A6C-AD96-4C86-91AF-6AE0DDDF6921}" type="parTrans" cxnId="{196F5693-EED9-4DBD-8F2E-FC96E22DAB6D}">
      <dgm:prSet/>
      <dgm:spPr/>
      <dgm:t>
        <a:bodyPr/>
        <a:lstStyle/>
        <a:p>
          <a:endParaRPr lang="es-ES_tradnl"/>
        </a:p>
      </dgm:t>
    </dgm:pt>
    <dgm:pt modelId="{E3A56666-F05A-4658-9EF3-D46D4675A10D}" type="sibTrans" cxnId="{196F5693-EED9-4DBD-8F2E-FC96E22DAB6D}">
      <dgm:prSet/>
      <dgm:spPr/>
      <dgm:t>
        <a:bodyPr/>
        <a:lstStyle/>
        <a:p>
          <a:endParaRPr lang="es-ES_tradnl"/>
        </a:p>
      </dgm:t>
    </dgm:pt>
    <dgm:pt modelId="{E4FA8049-EAEE-4C87-BC07-78762A4D2E21}">
      <dgm:prSet phldrT="[Texto]"/>
      <dgm:spPr/>
      <dgm:t>
        <a:bodyPr/>
        <a:lstStyle/>
        <a:p>
          <a:r>
            <a:rPr lang="es-ES_tradnl" dirty="0"/>
            <a:t>Búsqueda de alternativas</a:t>
          </a:r>
        </a:p>
      </dgm:t>
    </dgm:pt>
    <dgm:pt modelId="{4A67CA9E-54D5-48A7-9C08-B6E2D866B503}" type="parTrans" cxnId="{FBAA9121-CF7C-4940-8090-AB324B38EF24}">
      <dgm:prSet/>
      <dgm:spPr/>
      <dgm:t>
        <a:bodyPr/>
        <a:lstStyle/>
        <a:p>
          <a:endParaRPr lang="es-ES_tradnl"/>
        </a:p>
      </dgm:t>
    </dgm:pt>
    <dgm:pt modelId="{3F2FB06C-8CA1-4822-95C0-C4338ED56CBA}" type="sibTrans" cxnId="{FBAA9121-CF7C-4940-8090-AB324B38EF24}">
      <dgm:prSet/>
      <dgm:spPr/>
      <dgm:t>
        <a:bodyPr/>
        <a:lstStyle/>
        <a:p>
          <a:endParaRPr lang="es-ES_tradnl"/>
        </a:p>
      </dgm:t>
    </dgm:pt>
    <dgm:pt modelId="{CBDA156A-0F81-487B-8FE6-6ABA35D7E06B}">
      <dgm:prSet phldrT="[Texto]"/>
      <dgm:spPr/>
      <dgm:t>
        <a:bodyPr/>
        <a:lstStyle/>
        <a:p>
          <a:r>
            <a:rPr lang="es-ES_tradnl" dirty="0"/>
            <a:t>Análisis de alternativas</a:t>
          </a:r>
        </a:p>
      </dgm:t>
    </dgm:pt>
    <dgm:pt modelId="{E08ECDFD-CD39-4A52-B30B-B883FCFAB1C5}" type="parTrans" cxnId="{4A989D26-5A9D-4513-86EC-718A3F0D0C5D}">
      <dgm:prSet/>
      <dgm:spPr/>
      <dgm:t>
        <a:bodyPr/>
        <a:lstStyle/>
        <a:p>
          <a:endParaRPr lang="es-ES_tradnl"/>
        </a:p>
      </dgm:t>
    </dgm:pt>
    <dgm:pt modelId="{8895E254-49E3-4BB1-8B05-935F26AA06F8}" type="sibTrans" cxnId="{4A989D26-5A9D-4513-86EC-718A3F0D0C5D}">
      <dgm:prSet/>
      <dgm:spPr/>
      <dgm:t>
        <a:bodyPr/>
        <a:lstStyle/>
        <a:p>
          <a:endParaRPr lang="es-ES_tradnl"/>
        </a:p>
      </dgm:t>
    </dgm:pt>
    <dgm:pt modelId="{1B1A4B0C-41D4-452E-8D4F-AA01343A4850}">
      <dgm:prSet phldrT="[Texto]"/>
      <dgm:spPr/>
      <dgm:t>
        <a:bodyPr/>
        <a:lstStyle/>
        <a:p>
          <a:r>
            <a:rPr lang="es-ES_tradnl" dirty="0"/>
            <a:t>Selección de alternativa</a:t>
          </a:r>
        </a:p>
      </dgm:t>
    </dgm:pt>
    <dgm:pt modelId="{DFBA4500-FD81-43B5-BEB9-9EC8FFD8A282}" type="parTrans" cxnId="{7C3EBC94-99EB-42D5-9B2C-0607A77B0C4C}">
      <dgm:prSet/>
      <dgm:spPr/>
      <dgm:t>
        <a:bodyPr/>
        <a:lstStyle/>
        <a:p>
          <a:endParaRPr lang="es-ES_tradnl"/>
        </a:p>
      </dgm:t>
    </dgm:pt>
    <dgm:pt modelId="{13CDCF70-9D00-4D9E-B35C-70ED3BB92ECA}" type="sibTrans" cxnId="{7C3EBC94-99EB-42D5-9B2C-0607A77B0C4C}">
      <dgm:prSet/>
      <dgm:spPr/>
      <dgm:t>
        <a:bodyPr/>
        <a:lstStyle/>
        <a:p>
          <a:endParaRPr lang="es-ES_tradnl"/>
        </a:p>
      </dgm:t>
    </dgm:pt>
    <dgm:pt modelId="{13278081-79DB-4628-B585-0F8272EB5A06}">
      <dgm:prSet phldrT="[Texto]"/>
      <dgm:spPr/>
      <dgm:t>
        <a:bodyPr/>
        <a:lstStyle/>
        <a:p>
          <a:r>
            <a:rPr lang="es-ES_tradnl" dirty="0"/>
            <a:t>Implementar alternativa</a:t>
          </a:r>
        </a:p>
      </dgm:t>
    </dgm:pt>
    <dgm:pt modelId="{1CEA040F-3E28-48A5-AE4C-C8D7CC1B0C67}" type="parTrans" cxnId="{3C91FBD4-A762-4805-943E-595148BB7F3E}">
      <dgm:prSet/>
      <dgm:spPr/>
      <dgm:t>
        <a:bodyPr/>
        <a:lstStyle/>
        <a:p>
          <a:endParaRPr lang="es-ES_tradnl"/>
        </a:p>
      </dgm:t>
    </dgm:pt>
    <dgm:pt modelId="{7BE7ACF6-1EB5-4734-BFC4-8E59B98177BB}" type="sibTrans" cxnId="{3C91FBD4-A762-4805-943E-595148BB7F3E}">
      <dgm:prSet/>
      <dgm:spPr/>
      <dgm:t>
        <a:bodyPr/>
        <a:lstStyle/>
        <a:p>
          <a:endParaRPr lang="es-ES_tradnl"/>
        </a:p>
      </dgm:t>
    </dgm:pt>
    <dgm:pt modelId="{729875A0-4249-4DEE-BDE2-BEF53A1AD8C8}" type="pres">
      <dgm:prSet presAssocID="{70DD6967-D7E9-465E-87CB-F9E1F76AF900}" presName="CompostProcess" presStyleCnt="0">
        <dgm:presLayoutVars>
          <dgm:dir/>
          <dgm:resizeHandles val="exact"/>
        </dgm:presLayoutVars>
      </dgm:prSet>
      <dgm:spPr/>
    </dgm:pt>
    <dgm:pt modelId="{A01F8EA7-E022-4CCC-980D-506BB1D5610E}" type="pres">
      <dgm:prSet presAssocID="{70DD6967-D7E9-465E-87CB-F9E1F76AF900}" presName="arrow" presStyleLbl="bgShp" presStyleIdx="0" presStyleCnt="1"/>
      <dgm:spPr/>
    </dgm:pt>
    <dgm:pt modelId="{472AC6A7-32B3-4E10-873C-C4CED6151E6A}" type="pres">
      <dgm:prSet presAssocID="{70DD6967-D7E9-465E-87CB-F9E1F76AF900}" presName="linearProcess" presStyleCnt="0"/>
      <dgm:spPr/>
    </dgm:pt>
    <dgm:pt modelId="{AC9A13ED-93D0-4630-9328-9F1D91ED7633}" type="pres">
      <dgm:prSet presAssocID="{2824F950-8A7E-4B6C-B681-927006049653}" presName="textNode" presStyleLbl="node1" presStyleIdx="0" presStyleCnt="7">
        <dgm:presLayoutVars>
          <dgm:bulletEnabled val="1"/>
        </dgm:presLayoutVars>
      </dgm:prSet>
      <dgm:spPr/>
    </dgm:pt>
    <dgm:pt modelId="{CFB00BF6-76DC-4C30-A9CA-BCDB9AE3E77A}" type="pres">
      <dgm:prSet presAssocID="{B3FC9B5A-A2A7-4CD6-A2CC-171086C84940}" presName="sibTrans" presStyleCnt="0"/>
      <dgm:spPr/>
    </dgm:pt>
    <dgm:pt modelId="{C242D71C-A272-4483-B76F-ACD91639714C}" type="pres">
      <dgm:prSet presAssocID="{7AAB4F8A-12B0-4CCC-A4D2-0496FE8B402B}" presName="textNode" presStyleLbl="node1" presStyleIdx="1" presStyleCnt="7">
        <dgm:presLayoutVars>
          <dgm:bulletEnabled val="1"/>
        </dgm:presLayoutVars>
      </dgm:prSet>
      <dgm:spPr/>
    </dgm:pt>
    <dgm:pt modelId="{8CED8DF7-D4FE-492E-8AE4-ACDBAAF5A01C}" type="pres">
      <dgm:prSet presAssocID="{BD9261DE-53C6-48E2-AEBE-CA68FCDC0D4B}" presName="sibTrans" presStyleCnt="0"/>
      <dgm:spPr/>
    </dgm:pt>
    <dgm:pt modelId="{9190157B-FC03-486B-8B16-ADEB54B5AEFB}" type="pres">
      <dgm:prSet presAssocID="{416B5B4C-4639-4F4D-9CB2-45EEB205AF77}" presName="textNode" presStyleLbl="node1" presStyleIdx="2" presStyleCnt="7">
        <dgm:presLayoutVars>
          <dgm:bulletEnabled val="1"/>
        </dgm:presLayoutVars>
      </dgm:prSet>
      <dgm:spPr/>
    </dgm:pt>
    <dgm:pt modelId="{AE1E807A-1995-494A-9B33-42D2D6439CFE}" type="pres">
      <dgm:prSet presAssocID="{E3A56666-F05A-4658-9EF3-D46D4675A10D}" presName="sibTrans" presStyleCnt="0"/>
      <dgm:spPr/>
    </dgm:pt>
    <dgm:pt modelId="{D1660D3B-2CEC-4C6C-A91E-6CEDF138CBD2}" type="pres">
      <dgm:prSet presAssocID="{E4FA8049-EAEE-4C87-BC07-78762A4D2E21}" presName="textNode" presStyleLbl="node1" presStyleIdx="3" presStyleCnt="7">
        <dgm:presLayoutVars>
          <dgm:bulletEnabled val="1"/>
        </dgm:presLayoutVars>
      </dgm:prSet>
      <dgm:spPr/>
    </dgm:pt>
    <dgm:pt modelId="{5B2057AA-C139-45D7-923B-390EA48DBF3E}" type="pres">
      <dgm:prSet presAssocID="{3F2FB06C-8CA1-4822-95C0-C4338ED56CBA}" presName="sibTrans" presStyleCnt="0"/>
      <dgm:spPr/>
    </dgm:pt>
    <dgm:pt modelId="{1875D51E-43AD-4D8E-BBDC-8571BA450217}" type="pres">
      <dgm:prSet presAssocID="{CBDA156A-0F81-487B-8FE6-6ABA35D7E06B}" presName="textNode" presStyleLbl="node1" presStyleIdx="4" presStyleCnt="7">
        <dgm:presLayoutVars>
          <dgm:bulletEnabled val="1"/>
        </dgm:presLayoutVars>
      </dgm:prSet>
      <dgm:spPr/>
    </dgm:pt>
    <dgm:pt modelId="{56676A8A-E8FF-414E-9FA4-449658AA501D}" type="pres">
      <dgm:prSet presAssocID="{8895E254-49E3-4BB1-8B05-935F26AA06F8}" presName="sibTrans" presStyleCnt="0"/>
      <dgm:spPr/>
    </dgm:pt>
    <dgm:pt modelId="{78AB6C3F-0703-46BB-B1D8-2A93390421D8}" type="pres">
      <dgm:prSet presAssocID="{1B1A4B0C-41D4-452E-8D4F-AA01343A4850}" presName="textNode" presStyleLbl="node1" presStyleIdx="5" presStyleCnt="7">
        <dgm:presLayoutVars>
          <dgm:bulletEnabled val="1"/>
        </dgm:presLayoutVars>
      </dgm:prSet>
      <dgm:spPr/>
    </dgm:pt>
    <dgm:pt modelId="{D8D84D14-5FA2-482E-BC98-BA95A6AFF04C}" type="pres">
      <dgm:prSet presAssocID="{13CDCF70-9D00-4D9E-B35C-70ED3BB92ECA}" presName="sibTrans" presStyleCnt="0"/>
      <dgm:spPr/>
    </dgm:pt>
    <dgm:pt modelId="{EC01F2A7-2293-40D1-AE64-4ACB83107D0C}" type="pres">
      <dgm:prSet presAssocID="{13278081-79DB-4628-B585-0F8272EB5A06}" presName="textNode" presStyleLbl="node1" presStyleIdx="6" presStyleCnt="7">
        <dgm:presLayoutVars>
          <dgm:bulletEnabled val="1"/>
        </dgm:presLayoutVars>
      </dgm:prSet>
      <dgm:spPr/>
    </dgm:pt>
  </dgm:ptLst>
  <dgm:cxnLst>
    <dgm:cxn modelId="{FBAA9121-CF7C-4940-8090-AB324B38EF24}" srcId="{70DD6967-D7E9-465E-87CB-F9E1F76AF900}" destId="{E4FA8049-EAEE-4C87-BC07-78762A4D2E21}" srcOrd="3" destOrd="0" parTransId="{4A67CA9E-54D5-48A7-9C08-B6E2D866B503}" sibTransId="{3F2FB06C-8CA1-4822-95C0-C4338ED56CBA}"/>
    <dgm:cxn modelId="{4A989D26-5A9D-4513-86EC-718A3F0D0C5D}" srcId="{70DD6967-D7E9-465E-87CB-F9E1F76AF900}" destId="{CBDA156A-0F81-487B-8FE6-6ABA35D7E06B}" srcOrd="4" destOrd="0" parTransId="{E08ECDFD-CD39-4A52-B30B-B883FCFAB1C5}" sibTransId="{8895E254-49E3-4BB1-8B05-935F26AA06F8}"/>
    <dgm:cxn modelId="{A7D19030-C4D8-4960-837A-19363A05B661}" srcId="{70DD6967-D7E9-465E-87CB-F9E1F76AF900}" destId="{7AAB4F8A-12B0-4CCC-A4D2-0496FE8B402B}" srcOrd="1" destOrd="0" parTransId="{4BFAA3B2-14A9-4E92-B52A-E12A38886F40}" sibTransId="{BD9261DE-53C6-48E2-AEBE-CA68FCDC0D4B}"/>
    <dgm:cxn modelId="{C86ED76D-84F1-4274-BAEE-A18EC2026C45}" type="presOf" srcId="{CBDA156A-0F81-487B-8FE6-6ABA35D7E06B}" destId="{1875D51E-43AD-4D8E-BBDC-8571BA450217}" srcOrd="0" destOrd="0" presId="urn:microsoft.com/office/officeart/2005/8/layout/hProcess9"/>
    <dgm:cxn modelId="{B5F2BA7D-6663-4AD7-91D3-9FB2C67DDFBE}" type="presOf" srcId="{1B1A4B0C-41D4-452E-8D4F-AA01343A4850}" destId="{78AB6C3F-0703-46BB-B1D8-2A93390421D8}" srcOrd="0" destOrd="0" presId="urn:microsoft.com/office/officeart/2005/8/layout/hProcess9"/>
    <dgm:cxn modelId="{DE6EBB7F-270C-4D24-B7D6-D76DEF93C893}" srcId="{70DD6967-D7E9-465E-87CB-F9E1F76AF900}" destId="{2824F950-8A7E-4B6C-B681-927006049653}" srcOrd="0" destOrd="0" parTransId="{65407663-EA3E-4B9F-BC07-B46E9E75B268}" sibTransId="{B3FC9B5A-A2A7-4CD6-A2CC-171086C84940}"/>
    <dgm:cxn modelId="{72D85389-F635-4EF4-AE06-8340D15E4B6C}" type="presOf" srcId="{E4FA8049-EAEE-4C87-BC07-78762A4D2E21}" destId="{D1660D3B-2CEC-4C6C-A91E-6CEDF138CBD2}" srcOrd="0" destOrd="0" presId="urn:microsoft.com/office/officeart/2005/8/layout/hProcess9"/>
    <dgm:cxn modelId="{08A24991-4A0C-4C12-A64D-E46B50FD5819}" type="presOf" srcId="{13278081-79DB-4628-B585-0F8272EB5A06}" destId="{EC01F2A7-2293-40D1-AE64-4ACB83107D0C}" srcOrd="0" destOrd="0" presId="urn:microsoft.com/office/officeart/2005/8/layout/hProcess9"/>
    <dgm:cxn modelId="{196F5693-EED9-4DBD-8F2E-FC96E22DAB6D}" srcId="{70DD6967-D7E9-465E-87CB-F9E1F76AF900}" destId="{416B5B4C-4639-4F4D-9CB2-45EEB205AF77}" srcOrd="2" destOrd="0" parTransId="{5D7D1A6C-AD96-4C86-91AF-6AE0DDDF6921}" sibTransId="{E3A56666-F05A-4658-9EF3-D46D4675A10D}"/>
    <dgm:cxn modelId="{7C3EBC94-99EB-42D5-9B2C-0607A77B0C4C}" srcId="{70DD6967-D7E9-465E-87CB-F9E1F76AF900}" destId="{1B1A4B0C-41D4-452E-8D4F-AA01343A4850}" srcOrd="5" destOrd="0" parTransId="{DFBA4500-FD81-43B5-BEB9-9EC8FFD8A282}" sibTransId="{13CDCF70-9D00-4D9E-B35C-70ED3BB92ECA}"/>
    <dgm:cxn modelId="{CE0915A1-0BDB-4797-8BB9-DADFEA1301C2}" type="presOf" srcId="{70DD6967-D7E9-465E-87CB-F9E1F76AF900}" destId="{729875A0-4249-4DEE-BDE2-BEF53A1AD8C8}" srcOrd="0" destOrd="0" presId="urn:microsoft.com/office/officeart/2005/8/layout/hProcess9"/>
    <dgm:cxn modelId="{8F6039A8-E671-489B-978E-63F07A11AFFE}" type="presOf" srcId="{2824F950-8A7E-4B6C-B681-927006049653}" destId="{AC9A13ED-93D0-4630-9328-9F1D91ED7633}" srcOrd="0" destOrd="0" presId="urn:microsoft.com/office/officeart/2005/8/layout/hProcess9"/>
    <dgm:cxn modelId="{95F2E3CA-481C-47FA-B494-AA810C1DBD68}" type="presOf" srcId="{7AAB4F8A-12B0-4CCC-A4D2-0496FE8B402B}" destId="{C242D71C-A272-4483-B76F-ACD91639714C}" srcOrd="0" destOrd="0" presId="urn:microsoft.com/office/officeart/2005/8/layout/hProcess9"/>
    <dgm:cxn modelId="{3C91FBD4-A762-4805-943E-595148BB7F3E}" srcId="{70DD6967-D7E9-465E-87CB-F9E1F76AF900}" destId="{13278081-79DB-4628-B585-0F8272EB5A06}" srcOrd="6" destOrd="0" parTransId="{1CEA040F-3E28-48A5-AE4C-C8D7CC1B0C67}" sibTransId="{7BE7ACF6-1EB5-4734-BFC4-8E59B98177BB}"/>
    <dgm:cxn modelId="{9889ADE5-0E93-4E8C-9AF3-0AA62995CA7E}" type="presOf" srcId="{416B5B4C-4639-4F4D-9CB2-45EEB205AF77}" destId="{9190157B-FC03-486B-8B16-ADEB54B5AEFB}" srcOrd="0" destOrd="0" presId="urn:microsoft.com/office/officeart/2005/8/layout/hProcess9"/>
    <dgm:cxn modelId="{0E450A87-1CF8-4BD2-8FC4-22BB7EDCAFD3}" type="presParOf" srcId="{729875A0-4249-4DEE-BDE2-BEF53A1AD8C8}" destId="{A01F8EA7-E022-4CCC-980D-506BB1D5610E}" srcOrd="0" destOrd="0" presId="urn:microsoft.com/office/officeart/2005/8/layout/hProcess9"/>
    <dgm:cxn modelId="{52A25B08-34BB-422A-8C94-AF363B9C0F03}" type="presParOf" srcId="{729875A0-4249-4DEE-BDE2-BEF53A1AD8C8}" destId="{472AC6A7-32B3-4E10-873C-C4CED6151E6A}" srcOrd="1" destOrd="0" presId="urn:microsoft.com/office/officeart/2005/8/layout/hProcess9"/>
    <dgm:cxn modelId="{FCCE3A78-A207-4120-9129-4518D916E88D}" type="presParOf" srcId="{472AC6A7-32B3-4E10-873C-C4CED6151E6A}" destId="{AC9A13ED-93D0-4630-9328-9F1D91ED7633}" srcOrd="0" destOrd="0" presId="urn:microsoft.com/office/officeart/2005/8/layout/hProcess9"/>
    <dgm:cxn modelId="{603850B2-5E50-4367-AE65-836399B0636B}" type="presParOf" srcId="{472AC6A7-32B3-4E10-873C-C4CED6151E6A}" destId="{CFB00BF6-76DC-4C30-A9CA-BCDB9AE3E77A}" srcOrd="1" destOrd="0" presId="urn:microsoft.com/office/officeart/2005/8/layout/hProcess9"/>
    <dgm:cxn modelId="{A235D569-A181-48EB-8AD5-80F8BBF98C52}" type="presParOf" srcId="{472AC6A7-32B3-4E10-873C-C4CED6151E6A}" destId="{C242D71C-A272-4483-B76F-ACD91639714C}" srcOrd="2" destOrd="0" presId="urn:microsoft.com/office/officeart/2005/8/layout/hProcess9"/>
    <dgm:cxn modelId="{52F46E7B-C4FE-4111-AEDF-8BB36BCEB570}" type="presParOf" srcId="{472AC6A7-32B3-4E10-873C-C4CED6151E6A}" destId="{8CED8DF7-D4FE-492E-8AE4-ACDBAAF5A01C}" srcOrd="3" destOrd="0" presId="urn:microsoft.com/office/officeart/2005/8/layout/hProcess9"/>
    <dgm:cxn modelId="{D1D7DDC7-CF3A-4D78-8207-1E3D5CBC0674}" type="presParOf" srcId="{472AC6A7-32B3-4E10-873C-C4CED6151E6A}" destId="{9190157B-FC03-486B-8B16-ADEB54B5AEFB}" srcOrd="4" destOrd="0" presId="urn:microsoft.com/office/officeart/2005/8/layout/hProcess9"/>
    <dgm:cxn modelId="{6BC582FC-D6BF-4D21-8938-E35D3EA784E4}" type="presParOf" srcId="{472AC6A7-32B3-4E10-873C-C4CED6151E6A}" destId="{AE1E807A-1995-494A-9B33-42D2D6439CFE}" srcOrd="5" destOrd="0" presId="urn:microsoft.com/office/officeart/2005/8/layout/hProcess9"/>
    <dgm:cxn modelId="{A8FABCD2-FBFA-454F-93DA-0F1C8844C905}" type="presParOf" srcId="{472AC6A7-32B3-4E10-873C-C4CED6151E6A}" destId="{D1660D3B-2CEC-4C6C-A91E-6CEDF138CBD2}" srcOrd="6" destOrd="0" presId="urn:microsoft.com/office/officeart/2005/8/layout/hProcess9"/>
    <dgm:cxn modelId="{DF3D37D1-6ACF-4AA9-B192-431D401E4B44}" type="presParOf" srcId="{472AC6A7-32B3-4E10-873C-C4CED6151E6A}" destId="{5B2057AA-C139-45D7-923B-390EA48DBF3E}" srcOrd="7" destOrd="0" presId="urn:microsoft.com/office/officeart/2005/8/layout/hProcess9"/>
    <dgm:cxn modelId="{4760F05E-4FE0-4FA8-BD04-E16B8E53A343}" type="presParOf" srcId="{472AC6A7-32B3-4E10-873C-C4CED6151E6A}" destId="{1875D51E-43AD-4D8E-BBDC-8571BA450217}" srcOrd="8" destOrd="0" presId="urn:microsoft.com/office/officeart/2005/8/layout/hProcess9"/>
    <dgm:cxn modelId="{84840165-662C-46B9-A00C-7AD4C5064695}" type="presParOf" srcId="{472AC6A7-32B3-4E10-873C-C4CED6151E6A}" destId="{56676A8A-E8FF-414E-9FA4-449658AA501D}" srcOrd="9" destOrd="0" presId="urn:microsoft.com/office/officeart/2005/8/layout/hProcess9"/>
    <dgm:cxn modelId="{D0AED636-42D0-4EEE-8935-AC55990701FC}" type="presParOf" srcId="{472AC6A7-32B3-4E10-873C-C4CED6151E6A}" destId="{78AB6C3F-0703-46BB-B1D8-2A93390421D8}" srcOrd="10" destOrd="0" presId="urn:microsoft.com/office/officeart/2005/8/layout/hProcess9"/>
    <dgm:cxn modelId="{7E646B70-D133-4D2F-850B-1DC3451C87C1}" type="presParOf" srcId="{472AC6A7-32B3-4E10-873C-C4CED6151E6A}" destId="{D8D84D14-5FA2-482E-BC98-BA95A6AFF04C}" srcOrd="11" destOrd="0" presId="urn:microsoft.com/office/officeart/2005/8/layout/hProcess9"/>
    <dgm:cxn modelId="{185C42CC-60C9-4D70-83F9-97BEE5133310}" type="presParOf" srcId="{472AC6A7-32B3-4E10-873C-C4CED6151E6A}" destId="{EC01F2A7-2293-40D1-AE64-4ACB83107D0C}" srcOrd="1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3504833-C2FC-41D2-8E74-272D9B99B877}"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2E898E78-19B6-4685-8D2B-41B50224FE7C}">
      <dgm:prSet/>
      <dgm:spPr/>
      <dgm:t>
        <a:bodyPr/>
        <a:lstStyle/>
        <a:p>
          <a:r>
            <a:rPr lang="en-US" b="1" dirty="0"/>
            <a:t>Laplace (</a:t>
          </a:r>
          <a:r>
            <a:rPr lang="en-US" b="1" dirty="0" err="1"/>
            <a:t>igual</a:t>
          </a:r>
          <a:r>
            <a:rPr lang="en-US" b="1" dirty="0"/>
            <a:t> </a:t>
          </a:r>
          <a:r>
            <a:rPr lang="en-US" b="1" dirty="0" err="1"/>
            <a:t>verisimilitud</a:t>
          </a:r>
          <a:r>
            <a:rPr lang="en-US" b="1" dirty="0"/>
            <a:t>): </a:t>
          </a:r>
          <a:r>
            <a:rPr lang="en-US" dirty="0" err="1"/>
            <a:t>Igual</a:t>
          </a:r>
          <a:r>
            <a:rPr lang="en-US" dirty="0"/>
            <a:t> de </a:t>
          </a:r>
          <a:r>
            <a:rPr lang="en-US" dirty="0" err="1"/>
            <a:t>probables</a:t>
          </a:r>
          <a:r>
            <a:rPr lang="en-US" dirty="0"/>
            <a:t> </a:t>
          </a:r>
          <a:r>
            <a:rPr lang="en-US" dirty="0" err="1"/>
            <a:t>los</a:t>
          </a:r>
          <a:r>
            <a:rPr lang="en-US" dirty="0"/>
            <a:t> </a:t>
          </a:r>
          <a:r>
            <a:rPr lang="en-US" dirty="0" err="1"/>
            <a:t>distintos</a:t>
          </a:r>
          <a:r>
            <a:rPr lang="en-US" dirty="0"/>
            <a:t> </a:t>
          </a:r>
          <a:r>
            <a:rPr lang="en-US" dirty="0" err="1"/>
            <a:t>estados</a:t>
          </a:r>
          <a:r>
            <a:rPr lang="en-US" dirty="0"/>
            <a:t> </a:t>
          </a:r>
          <a:r>
            <a:rPr lang="en-US" dirty="0" err="1"/>
            <a:t>naturaleza</a:t>
          </a:r>
          <a:r>
            <a:rPr lang="en-US" dirty="0"/>
            <a:t>. El </a:t>
          </a:r>
          <a:r>
            <a:rPr lang="en-US" dirty="0" err="1"/>
            <a:t>gerente</a:t>
          </a:r>
          <a:r>
            <a:rPr lang="en-US" dirty="0"/>
            <a:t> </a:t>
          </a:r>
          <a:r>
            <a:rPr lang="en-US" dirty="0" err="1"/>
            <a:t>elige</a:t>
          </a:r>
          <a:r>
            <a:rPr lang="en-US" dirty="0"/>
            <a:t> la </a:t>
          </a:r>
          <a:r>
            <a:rPr lang="en-US" dirty="0" err="1"/>
            <a:t>estrategia</a:t>
          </a:r>
          <a:r>
            <a:rPr lang="en-US" dirty="0"/>
            <a:t> que le </a:t>
          </a:r>
          <a:r>
            <a:rPr lang="en-US" dirty="0" err="1"/>
            <a:t>proporcione</a:t>
          </a:r>
          <a:r>
            <a:rPr lang="en-US" dirty="0"/>
            <a:t> la </a:t>
          </a:r>
          <a:r>
            <a:rPr lang="en-US" dirty="0" err="1"/>
            <a:t>máxima</a:t>
          </a:r>
          <a:r>
            <a:rPr lang="en-US" dirty="0"/>
            <a:t> </a:t>
          </a:r>
          <a:r>
            <a:rPr lang="en-US" dirty="0" err="1"/>
            <a:t>ganancia</a:t>
          </a:r>
          <a:r>
            <a:rPr lang="en-US" dirty="0"/>
            <a:t> </a:t>
          </a:r>
          <a:r>
            <a:rPr lang="en-US" dirty="0" err="1"/>
            <a:t>esperada</a:t>
          </a:r>
          <a:endParaRPr lang="en-US" dirty="0"/>
        </a:p>
      </dgm:t>
    </dgm:pt>
    <dgm:pt modelId="{B32DA051-AEA5-40DF-9A43-07330D213432}" type="parTrans" cxnId="{3E9C2BAC-434E-41CA-B469-75A7016DA8B3}">
      <dgm:prSet/>
      <dgm:spPr/>
      <dgm:t>
        <a:bodyPr/>
        <a:lstStyle/>
        <a:p>
          <a:endParaRPr lang="en-US"/>
        </a:p>
      </dgm:t>
    </dgm:pt>
    <dgm:pt modelId="{45C0EB91-82E7-44EA-B3B4-B4D52D912BE8}" type="sibTrans" cxnId="{3E9C2BAC-434E-41CA-B469-75A7016DA8B3}">
      <dgm:prSet/>
      <dgm:spPr/>
      <dgm:t>
        <a:bodyPr/>
        <a:lstStyle/>
        <a:p>
          <a:endParaRPr lang="en-US"/>
        </a:p>
      </dgm:t>
    </dgm:pt>
    <dgm:pt modelId="{E2B4D92B-BBFA-47FF-95B9-A4C3B0973D03}">
      <dgm:prSet/>
      <dgm:spPr/>
      <dgm:t>
        <a:bodyPr/>
        <a:lstStyle/>
        <a:p>
          <a:r>
            <a:rPr lang="en-US" b="1" dirty="0" err="1"/>
            <a:t>Pesimista</a:t>
          </a:r>
          <a:r>
            <a:rPr lang="en-US" b="1" dirty="0"/>
            <a:t> o de Wald: </a:t>
          </a:r>
          <a:r>
            <a:rPr lang="en-US" dirty="0" err="1"/>
            <a:t>Supone</a:t>
          </a:r>
          <a:r>
            <a:rPr lang="en-US" dirty="0"/>
            <a:t> que la </a:t>
          </a:r>
          <a:r>
            <a:rPr lang="en-US" dirty="0" err="1"/>
            <a:t>naturaleza</a:t>
          </a:r>
          <a:r>
            <a:rPr lang="en-US" dirty="0"/>
            <a:t> </a:t>
          </a:r>
          <a:r>
            <a:rPr lang="en-US" dirty="0" err="1"/>
            <a:t>presentará</a:t>
          </a:r>
          <a:r>
            <a:rPr lang="en-US" dirty="0"/>
            <a:t> el </a:t>
          </a:r>
          <a:r>
            <a:rPr lang="en-US" dirty="0" err="1"/>
            <a:t>estado</a:t>
          </a:r>
          <a:r>
            <a:rPr lang="en-US" dirty="0"/>
            <a:t> </a:t>
          </a:r>
          <a:r>
            <a:rPr lang="en-US" dirty="0" err="1"/>
            <a:t>más</a:t>
          </a:r>
          <a:r>
            <a:rPr lang="en-US" dirty="0"/>
            <a:t> </a:t>
          </a:r>
          <a:r>
            <a:rPr lang="en-US" dirty="0" err="1"/>
            <a:t>desfavorable</a:t>
          </a:r>
          <a:r>
            <a:rPr lang="en-US" dirty="0"/>
            <a:t>  </a:t>
          </a:r>
          <a:r>
            <a:rPr lang="en-US" dirty="0" err="1"/>
            <a:t>posible</a:t>
          </a:r>
          <a:r>
            <a:rPr lang="en-US" dirty="0"/>
            <a:t>. En </a:t>
          </a:r>
          <a:r>
            <a:rPr lang="en-US" dirty="0" err="1"/>
            <a:t>consecuencia</a:t>
          </a:r>
          <a:r>
            <a:rPr lang="en-US" dirty="0"/>
            <a:t> </a:t>
          </a:r>
          <a:r>
            <a:rPr lang="en-US" dirty="0" err="1"/>
            <a:t>elige</a:t>
          </a:r>
          <a:r>
            <a:rPr lang="en-US" dirty="0"/>
            <a:t> el </a:t>
          </a:r>
          <a:r>
            <a:rPr lang="en-US" dirty="0" err="1"/>
            <a:t>máximo</a:t>
          </a:r>
          <a:r>
            <a:rPr lang="en-US" dirty="0"/>
            <a:t> de </a:t>
          </a:r>
          <a:r>
            <a:rPr lang="en-US" dirty="0" err="1"/>
            <a:t>los</a:t>
          </a:r>
          <a:r>
            <a:rPr lang="en-US" dirty="0"/>
            <a:t> </a:t>
          </a:r>
          <a:r>
            <a:rPr lang="en-US" dirty="0" err="1"/>
            <a:t>mínimos</a:t>
          </a:r>
          <a:r>
            <a:rPr lang="en-US" dirty="0"/>
            <a:t> </a:t>
          </a:r>
          <a:r>
            <a:rPr lang="en-US" dirty="0" err="1"/>
            <a:t>valores</a:t>
          </a:r>
          <a:r>
            <a:rPr lang="en-US" dirty="0"/>
            <a:t> que se </a:t>
          </a:r>
          <a:r>
            <a:rPr lang="en-US" dirty="0" err="1"/>
            <a:t>obtendrían</a:t>
          </a:r>
          <a:r>
            <a:rPr lang="en-US" dirty="0"/>
            <a:t> </a:t>
          </a:r>
          <a:r>
            <a:rPr lang="en-US" dirty="0" err="1"/>
            <a:t>en</a:t>
          </a:r>
          <a:r>
            <a:rPr lang="en-US" dirty="0"/>
            <a:t> </a:t>
          </a:r>
          <a:r>
            <a:rPr lang="en-US" dirty="0" err="1"/>
            <a:t>cada</a:t>
          </a:r>
          <a:r>
            <a:rPr lang="en-US" dirty="0"/>
            <a:t>  </a:t>
          </a:r>
          <a:r>
            <a:rPr lang="en-US" dirty="0" err="1"/>
            <a:t>alternativa</a:t>
          </a:r>
          <a:r>
            <a:rPr lang="en-US" dirty="0"/>
            <a:t> (la mayor de las </a:t>
          </a:r>
          <a:r>
            <a:rPr lang="en-US" dirty="0" err="1"/>
            <a:t>menores</a:t>
          </a:r>
          <a:r>
            <a:rPr lang="en-US" dirty="0"/>
            <a:t> </a:t>
          </a:r>
          <a:r>
            <a:rPr lang="en-US" dirty="0" err="1"/>
            <a:t>ganancias</a:t>
          </a:r>
          <a:r>
            <a:rPr lang="en-US" dirty="0"/>
            <a:t> o la </a:t>
          </a:r>
          <a:r>
            <a:rPr lang="en-US" dirty="0" err="1"/>
            <a:t>menor</a:t>
          </a:r>
          <a:r>
            <a:rPr lang="en-US" dirty="0"/>
            <a:t> de las </a:t>
          </a:r>
          <a:r>
            <a:rPr lang="en-US" dirty="0" err="1"/>
            <a:t>mayores</a:t>
          </a:r>
          <a:r>
            <a:rPr lang="en-US" dirty="0"/>
            <a:t> </a:t>
          </a:r>
          <a:r>
            <a:rPr lang="en-US" dirty="0" err="1"/>
            <a:t>pérdidas</a:t>
          </a:r>
          <a:r>
            <a:rPr lang="en-US" dirty="0"/>
            <a:t>  </a:t>
          </a:r>
          <a:r>
            <a:rPr lang="en-US" dirty="0" err="1"/>
            <a:t>posibles</a:t>
          </a:r>
          <a:r>
            <a:rPr lang="en-US" dirty="0"/>
            <a:t>)</a:t>
          </a:r>
          <a:r>
            <a:rPr lang="en-US" dirty="0" err="1"/>
            <a:t>èMaximin</a:t>
          </a:r>
          <a:r>
            <a:rPr lang="en-US" dirty="0"/>
            <a:t> o Minimax</a:t>
          </a:r>
        </a:p>
      </dgm:t>
    </dgm:pt>
    <dgm:pt modelId="{0A5406E7-E2BD-45C8-8FFA-7B2A4F6626AA}" type="parTrans" cxnId="{AE9B8190-B840-4434-B29A-6010916B2926}">
      <dgm:prSet/>
      <dgm:spPr/>
      <dgm:t>
        <a:bodyPr/>
        <a:lstStyle/>
        <a:p>
          <a:endParaRPr lang="en-US"/>
        </a:p>
      </dgm:t>
    </dgm:pt>
    <dgm:pt modelId="{E197289B-5BED-4DB4-9981-27D63465A20C}" type="sibTrans" cxnId="{AE9B8190-B840-4434-B29A-6010916B2926}">
      <dgm:prSet/>
      <dgm:spPr/>
      <dgm:t>
        <a:bodyPr/>
        <a:lstStyle/>
        <a:p>
          <a:endParaRPr lang="en-US"/>
        </a:p>
      </dgm:t>
    </dgm:pt>
    <dgm:pt modelId="{19C08636-69A8-4A52-9F2D-EC856C465ED8}">
      <dgm:prSet/>
      <dgm:spPr/>
      <dgm:t>
        <a:bodyPr/>
        <a:lstStyle/>
        <a:p>
          <a:r>
            <a:rPr lang="en-US" b="1"/>
            <a:t>Optimista: </a:t>
          </a:r>
          <a:r>
            <a:rPr lang="en-US"/>
            <a:t>Supone que la naturaleza presentará el estado más favorable posible. Elige el  máximo de los máximosèMaximax o Minimin</a:t>
          </a:r>
        </a:p>
      </dgm:t>
    </dgm:pt>
    <dgm:pt modelId="{717145BE-BDDB-43AA-8939-DC6617FBF24E}" type="parTrans" cxnId="{7E99B775-E5B5-4569-A4A9-F408729FBB49}">
      <dgm:prSet/>
      <dgm:spPr/>
      <dgm:t>
        <a:bodyPr/>
        <a:lstStyle/>
        <a:p>
          <a:endParaRPr lang="en-US"/>
        </a:p>
      </dgm:t>
    </dgm:pt>
    <dgm:pt modelId="{1904DD95-053D-475B-9CAD-BD775CD3FB9E}" type="sibTrans" cxnId="{7E99B775-E5B5-4569-A4A9-F408729FBB49}">
      <dgm:prSet/>
      <dgm:spPr/>
      <dgm:t>
        <a:bodyPr/>
        <a:lstStyle/>
        <a:p>
          <a:endParaRPr lang="en-US"/>
        </a:p>
      </dgm:t>
    </dgm:pt>
    <dgm:pt modelId="{F71E3EE3-5304-4F3D-B1F3-BEBD8D45BA00}">
      <dgm:prSet/>
      <dgm:spPr/>
      <dgm:t>
        <a:bodyPr/>
        <a:lstStyle/>
        <a:p>
          <a:r>
            <a:rPr lang="en-US" b="1"/>
            <a:t>Hurwicz: </a:t>
          </a:r>
          <a:r>
            <a:rPr lang="en-US"/>
            <a:t>Criterio intermedio entre el criterio pesimista y el criterio optimista. Se determina  el coef. de optimismo y su complementario a la unidad (coef. de pesimismo). El mejor  resultado de cada alternativa se multiplica por coef de optimismo y el peor por el coef. de  pesimismoèMejor valor de H</a:t>
          </a:r>
        </a:p>
      </dgm:t>
    </dgm:pt>
    <dgm:pt modelId="{93D2E628-403C-4FCF-A14B-3EEA6B2FC79E}" type="parTrans" cxnId="{6E7A0AF4-FC32-4EFB-94DA-DC776A55E1A0}">
      <dgm:prSet/>
      <dgm:spPr/>
      <dgm:t>
        <a:bodyPr/>
        <a:lstStyle/>
        <a:p>
          <a:endParaRPr lang="en-US"/>
        </a:p>
      </dgm:t>
    </dgm:pt>
    <dgm:pt modelId="{630BA371-A3B1-4110-A5B3-3AE3124F4B0F}" type="sibTrans" cxnId="{6E7A0AF4-FC32-4EFB-94DA-DC776A55E1A0}">
      <dgm:prSet/>
      <dgm:spPr/>
      <dgm:t>
        <a:bodyPr/>
        <a:lstStyle/>
        <a:p>
          <a:endParaRPr lang="en-US"/>
        </a:p>
      </dgm:t>
    </dgm:pt>
    <dgm:pt modelId="{FF06E8C5-C8D0-4916-91B7-318A35680191}">
      <dgm:prSet/>
      <dgm:spPr/>
      <dgm:t>
        <a:bodyPr/>
        <a:lstStyle/>
        <a:p>
          <a:r>
            <a:rPr lang="en-US" b="1"/>
            <a:t>Savage: </a:t>
          </a:r>
          <a:r>
            <a:rPr lang="en-US"/>
            <a:t>Construir una matriz de &lt;&lt;arrepentimiento&gt;&gt; o de perjuicios, que expresa lo que le  costaría rectificar la estrategia elegida una vez presentado el estado de la naturaleza, si este  es diferente al esperado. De la matriz de &lt;&lt;arrepentimiento&gt;&gt; criterio de elección è Minimax</a:t>
          </a:r>
        </a:p>
      </dgm:t>
    </dgm:pt>
    <dgm:pt modelId="{EC0571CB-DAF6-4041-B6AB-E65CFB9BBFBD}" type="parTrans" cxnId="{B6C253E3-A917-4FFA-A0DF-1E6725824EDB}">
      <dgm:prSet/>
      <dgm:spPr/>
      <dgm:t>
        <a:bodyPr/>
        <a:lstStyle/>
        <a:p>
          <a:endParaRPr lang="en-US"/>
        </a:p>
      </dgm:t>
    </dgm:pt>
    <dgm:pt modelId="{97761777-637F-4636-903A-10D4F19CEADB}" type="sibTrans" cxnId="{B6C253E3-A917-4FFA-A0DF-1E6725824EDB}">
      <dgm:prSet/>
      <dgm:spPr/>
      <dgm:t>
        <a:bodyPr/>
        <a:lstStyle/>
        <a:p>
          <a:endParaRPr lang="en-US"/>
        </a:p>
      </dgm:t>
    </dgm:pt>
    <dgm:pt modelId="{F6B6F3E7-703A-4FB9-B532-3CE8059D7E60}" type="pres">
      <dgm:prSet presAssocID="{53504833-C2FC-41D2-8E74-272D9B99B877}" presName="linear" presStyleCnt="0">
        <dgm:presLayoutVars>
          <dgm:animLvl val="lvl"/>
          <dgm:resizeHandles val="exact"/>
        </dgm:presLayoutVars>
      </dgm:prSet>
      <dgm:spPr/>
    </dgm:pt>
    <dgm:pt modelId="{1AB14534-5749-4B5E-AC9D-221A403F6D06}" type="pres">
      <dgm:prSet presAssocID="{2E898E78-19B6-4685-8D2B-41B50224FE7C}" presName="parentText" presStyleLbl="node1" presStyleIdx="0" presStyleCnt="5">
        <dgm:presLayoutVars>
          <dgm:chMax val="0"/>
          <dgm:bulletEnabled val="1"/>
        </dgm:presLayoutVars>
      </dgm:prSet>
      <dgm:spPr/>
    </dgm:pt>
    <dgm:pt modelId="{FA1FD5FB-2521-454A-BE2E-5B68A0797D56}" type="pres">
      <dgm:prSet presAssocID="{45C0EB91-82E7-44EA-B3B4-B4D52D912BE8}" presName="spacer" presStyleCnt="0"/>
      <dgm:spPr/>
    </dgm:pt>
    <dgm:pt modelId="{E780F318-A37C-479D-BCB1-FEBC0309A281}" type="pres">
      <dgm:prSet presAssocID="{E2B4D92B-BBFA-47FF-95B9-A4C3B0973D03}" presName="parentText" presStyleLbl="node1" presStyleIdx="1" presStyleCnt="5">
        <dgm:presLayoutVars>
          <dgm:chMax val="0"/>
          <dgm:bulletEnabled val="1"/>
        </dgm:presLayoutVars>
      </dgm:prSet>
      <dgm:spPr/>
    </dgm:pt>
    <dgm:pt modelId="{AD39F0CF-67E7-4A35-A40B-0BA7DC36CFF6}" type="pres">
      <dgm:prSet presAssocID="{E197289B-5BED-4DB4-9981-27D63465A20C}" presName="spacer" presStyleCnt="0"/>
      <dgm:spPr/>
    </dgm:pt>
    <dgm:pt modelId="{D52F49D7-2698-41BF-AC1D-B9128BA8520F}" type="pres">
      <dgm:prSet presAssocID="{19C08636-69A8-4A52-9F2D-EC856C465ED8}" presName="parentText" presStyleLbl="node1" presStyleIdx="2" presStyleCnt="5">
        <dgm:presLayoutVars>
          <dgm:chMax val="0"/>
          <dgm:bulletEnabled val="1"/>
        </dgm:presLayoutVars>
      </dgm:prSet>
      <dgm:spPr/>
    </dgm:pt>
    <dgm:pt modelId="{1F1D4EA7-343F-4DAE-B82A-9D451032DA58}" type="pres">
      <dgm:prSet presAssocID="{1904DD95-053D-475B-9CAD-BD775CD3FB9E}" presName="spacer" presStyleCnt="0"/>
      <dgm:spPr/>
    </dgm:pt>
    <dgm:pt modelId="{FFAE985E-A96B-4B1E-859E-A3B799B6E973}" type="pres">
      <dgm:prSet presAssocID="{F71E3EE3-5304-4F3D-B1F3-BEBD8D45BA00}" presName="parentText" presStyleLbl="node1" presStyleIdx="3" presStyleCnt="5">
        <dgm:presLayoutVars>
          <dgm:chMax val="0"/>
          <dgm:bulletEnabled val="1"/>
        </dgm:presLayoutVars>
      </dgm:prSet>
      <dgm:spPr/>
    </dgm:pt>
    <dgm:pt modelId="{F61A878E-528F-459A-B99D-6C608C0B2656}" type="pres">
      <dgm:prSet presAssocID="{630BA371-A3B1-4110-A5B3-3AE3124F4B0F}" presName="spacer" presStyleCnt="0"/>
      <dgm:spPr/>
    </dgm:pt>
    <dgm:pt modelId="{23B34FF9-968E-454D-AD4D-AB1FD53A09EE}" type="pres">
      <dgm:prSet presAssocID="{FF06E8C5-C8D0-4916-91B7-318A35680191}" presName="parentText" presStyleLbl="node1" presStyleIdx="4" presStyleCnt="5">
        <dgm:presLayoutVars>
          <dgm:chMax val="0"/>
          <dgm:bulletEnabled val="1"/>
        </dgm:presLayoutVars>
      </dgm:prSet>
      <dgm:spPr/>
    </dgm:pt>
  </dgm:ptLst>
  <dgm:cxnLst>
    <dgm:cxn modelId="{C6A94807-A3AD-4602-B366-C5149F7DF2BF}" type="presOf" srcId="{53504833-C2FC-41D2-8E74-272D9B99B877}" destId="{F6B6F3E7-703A-4FB9-B532-3CE8059D7E60}" srcOrd="0" destOrd="0" presId="urn:microsoft.com/office/officeart/2005/8/layout/vList2"/>
    <dgm:cxn modelId="{F8D96A2D-1BE0-4FB6-83DB-2B2CBD39250A}" type="presOf" srcId="{FF06E8C5-C8D0-4916-91B7-318A35680191}" destId="{23B34FF9-968E-454D-AD4D-AB1FD53A09EE}" srcOrd="0" destOrd="0" presId="urn:microsoft.com/office/officeart/2005/8/layout/vList2"/>
    <dgm:cxn modelId="{C85DE76E-93AF-485C-8798-5541214EB0D1}" type="presOf" srcId="{E2B4D92B-BBFA-47FF-95B9-A4C3B0973D03}" destId="{E780F318-A37C-479D-BCB1-FEBC0309A281}" srcOrd="0" destOrd="0" presId="urn:microsoft.com/office/officeart/2005/8/layout/vList2"/>
    <dgm:cxn modelId="{7E99B775-E5B5-4569-A4A9-F408729FBB49}" srcId="{53504833-C2FC-41D2-8E74-272D9B99B877}" destId="{19C08636-69A8-4A52-9F2D-EC856C465ED8}" srcOrd="2" destOrd="0" parTransId="{717145BE-BDDB-43AA-8939-DC6617FBF24E}" sibTransId="{1904DD95-053D-475B-9CAD-BD775CD3FB9E}"/>
    <dgm:cxn modelId="{AE9B8190-B840-4434-B29A-6010916B2926}" srcId="{53504833-C2FC-41D2-8E74-272D9B99B877}" destId="{E2B4D92B-BBFA-47FF-95B9-A4C3B0973D03}" srcOrd="1" destOrd="0" parTransId="{0A5406E7-E2BD-45C8-8FFA-7B2A4F6626AA}" sibTransId="{E197289B-5BED-4DB4-9981-27D63465A20C}"/>
    <dgm:cxn modelId="{80D8AE9B-320F-4408-B75B-11C4B6D9574A}" type="presOf" srcId="{19C08636-69A8-4A52-9F2D-EC856C465ED8}" destId="{D52F49D7-2698-41BF-AC1D-B9128BA8520F}" srcOrd="0" destOrd="0" presId="urn:microsoft.com/office/officeart/2005/8/layout/vList2"/>
    <dgm:cxn modelId="{3E9C2BAC-434E-41CA-B469-75A7016DA8B3}" srcId="{53504833-C2FC-41D2-8E74-272D9B99B877}" destId="{2E898E78-19B6-4685-8D2B-41B50224FE7C}" srcOrd="0" destOrd="0" parTransId="{B32DA051-AEA5-40DF-9A43-07330D213432}" sibTransId="{45C0EB91-82E7-44EA-B3B4-B4D52D912BE8}"/>
    <dgm:cxn modelId="{8E1698B9-1B6A-4408-806E-5EA6C4B52B2C}" type="presOf" srcId="{F71E3EE3-5304-4F3D-B1F3-BEBD8D45BA00}" destId="{FFAE985E-A96B-4B1E-859E-A3B799B6E973}" srcOrd="0" destOrd="0" presId="urn:microsoft.com/office/officeart/2005/8/layout/vList2"/>
    <dgm:cxn modelId="{9FFA34BB-5B42-4122-826A-872E149432A6}" type="presOf" srcId="{2E898E78-19B6-4685-8D2B-41B50224FE7C}" destId="{1AB14534-5749-4B5E-AC9D-221A403F6D06}" srcOrd="0" destOrd="0" presId="urn:microsoft.com/office/officeart/2005/8/layout/vList2"/>
    <dgm:cxn modelId="{B6C253E3-A917-4FFA-A0DF-1E6725824EDB}" srcId="{53504833-C2FC-41D2-8E74-272D9B99B877}" destId="{FF06E8C5-C8D0-4916-91B7-318A35680191}" srcOrd="4" destOrd="0" parTransId="{EC0571CB-DAF6-4041-B6AB-E65CFB9BBFBD}" sibTransId="{97761777-637F-4636-903A-10D4F19CEADB}"/>
    <dgm:cxn modelId="{6E7A0AF4-FC32-4EFB-94DA-DC776A55E1A0}" srcId="{53504833-C2FC-41D2-8E74-272D9B99B877}" destId="{F71E3EE3-5304-4F3D-B1F3-BEBD8D45BA00}" srcOrd="3" destOrd="0" parTransId="{93D2E628-403C-4FCF-A14B-3EEA6B2FC79E}" sibTransId="{630BA371-A3B1-4110-A5B3-3AE3124F4B0F}"/>
    <dgm:cxn modelId="{BC7088C9-894A-4C26-84F0-E7B203F01553}" type="presParOf" srcId="{F6B6F3E7-703A-4FB9-B532-3CE8059D7E60}" destId="{1AB14534-5749-4B5E-AC9D-221A403F6D06}" srcOrd="0" destOrd="0" presId="urn:microsoft.com/office/officeart/2005/8/layout/vList2"/>
    <dgm:cxn modelId="{8733813D-A086-42D2-BCD0-02BE783ECEB0}" type="presParOf" srcId="{F6B6F3E7-703A-4FB9-B532-3CE8059D7E60}" destId="{FA1FD5FB-2521-454A-BE2E-5B68A0797D56}" srcOrd="1" destOrd="0" presId="urn:microsoft.com/office/officeart/2005/8/layout/vList2"/>
    <dgm:cxn modelId="{4F748E8D-7039-475E-8545-AA0CB782356E}" type="presParOf" srcId="{F6B6F3E7-703A-4FB9-B532-3CE8059D7E60}" destId="{E780F318-A37C-479D-BCB1-FEBC0309A281}" srcOrd="2" destOrd="0" presId="urn:microsoft.com/office/officeart/2005/8/layout/vList2"/>
    <dgm:cxn modelId="{55B1D195-60F0-4126-B847-E794E51055E7}" type="presParOf" srcId="{F6B6F3E7-703A-4FB9-B532-3CE8059D7E60}" destId="{AD39F0CF-67E7-4A35-A40B-0BA7DC36CFF6}" srcOrd="3" destOrd="0" presId="urn:microsoft.com/office/officeart/2005/8/layout/vList2"/>
    <dgm:cxn modelId="{A469E3D7-D36C-40C7-9E01-B042A953B4FD}" type="presParOf" srcId="{F6B6F3E7-703A-4FB9-B532-3CE8059D7E60}" destId="{D52F49D7-2698-41BF-AC1D-B9128BA8520F}" srcOrd="4" destOrd="0" presId="urn:microsoft.com/office/officeart/2005/8/layout/vList2"/>
    <dgm:cxn modelId="{302845CA-2C22-4B56-AB19-6F9B4568638B}" type="presParOf" srcId="{F6B6F3E7-703A-4FB9-B532-3CE8059D7E60}" destId="{1F1D4EA7-343F-4DAE-B82A-9D451032DA58}" srcOrd="5" destOrd="0" presId="urn:microsoft.com/office/officeart/2005/8/layout/vList2"/>
    <dgm:cxn modelId="{05013A20-5640-42B4-A2F5-4E59A9B15D31}" type="presParOf" srcId="{F6B6F3E7-703A-4FB9-B532-3CE8059D7E60}" destId="{FFAE985E-A96B-4B1E-859E-A3B799B6E973}" srcOrd="6" destOrd="0" presId="urn:microsoft.com/office/officeart/2005/8/layout/vList2"/>
    <dgm:cxn modelId="{8079092B-6976-4F1C-9728-CFD7CC226E94}" type="presParOf" srcId="{F6B6F3E7-703A-4FB9-B532-3CE8059D7E60}" destId="{F61A878E-528F-459A-B99D-6C608C0B2656}" srcOrd="7" destOrd="0" presId="urn:microsoft.com/office/officeart/2005/8/layout/vList2"/>
    <dgm:cxn modelId="{604851D2-98CD-4F6F-9567-30F4126899A7}" type="presParOf" srcId="{F6B6F3E7-703A-4FB9-B532-3CE8059D7E60}" destId="{23B34FF9-968E-454D-AD4D-AB1FD53A09EE}"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68084A-97E3-4B57-ABE0-50A9FC50A7A0}">
      <dsp:nvSpPr>
        <dsp:cNvPr id="0" name=""/>
        <dsp:cNvSpPr/>
      </dsp:nvSpPr>
      <dsp:spPr>
        <a:xfrm>
          <a:off x="340637" y="529704"/>
          <a:ext cx="1054037" cy="1054037"/>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AD9613-1C54-4D34-8777-5156B4E7785B}">
      <dsp:nvSpPr>
        <dsp:cNvPr id="0" name=""/>
        <dsp:cNvSpPr/>
      </dsp:nvSpPr>
      <dsp:spPr>
        <a:xfrm>
          <a:off x="565268" y="754335"/>
          <a:ext cx="604775" cy="6047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380C1C-EE5A-41CC-B8B8-0293E7159C3F}">
      <dsp:nvSpPr>
        <dsp:cNvPr id="0" name=""/>
        <dsp:cNvSpPr/>
      </dsp:nvSpPr>
      <dsp:spPr>
        <a:xfrm>
          <a:off x="3691" y="1912048"/>
          <a:ext cx="1727929" cy="2564235"/>
        </a:xfrm>
        <a:prstGeom prst="rect">
          <a:avLst/>
        </a:prstGeom>
        <a:solidFill>
          <a:schemeClr val="accent6">
            <a:lumMod val="75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s-ES" sz="1400" b="1" kern="1200" dirty="0">
              <a:solidFill>
                <a:schemeClr val="tx1"/>
              </a:solidFill>
            </a:rPr>
            <a:t>PLANIFICACIÓN</a:t>
          </a:r>
        </a:p>
        <a:p>
          <a:pPr marL="0" lvl="0" indent="0" algn="ctr" defTabSz="622300">
            <a:lnSpc>
              <a:spcPct val="100000"/>
            </a:lnSpc>
            <a:spcBef>
              <a:spcPct val="0"/>
            </a:spcBef>
            <a:spcAft>
              <a:spcPct val="35000"/>
            </a:spcAft>
            <a:buNone/>
            <a:defRPr cap="all"/>
          </a:pPr>
          <a:r>
            <a:rPr lang="es-ES" sz="1400" kern="1200" dirty="0">
              <a:solidFill>
                <a:schemeClr val="tx1"/>
              </a:solidFill>
            </a:rPr>
            <a:t>Definir objetivos</a:t>
          </a:r>
        </a:p>
        <a:p>
          <a:pPr marL="0" lvl="0" indent="0" algn="ctr" defTabSz="622300">
            <a:lnSpc>
              <a:spcPct val="100000"/>
            </a:lnSpc>
            <a:spcBef>
              <a:spcPct val="0"/>
            </a:spcBef>
            <a:spcAft>
              <a:spcPct val="35000"/>
            </a:spcAft>
            <a:buNone/>
            <a:defRPr cap="all"/>
          </a:pPr>
          <a:r>
            <a:rPr lang="es-ES" sz="1400" kern="1200" dirty="0">
              <a:solidFill>
                <a:schemeClr val="tx1"/>
              </a:solidFill>
            </a:rPr>
            <a:t>Establecer estrategia</a:t>
          </a:r>
        </a:p>
        <a:p>
          <a:pPr marL="0" lvl="0" indent="0" algn="ctr" defTabSz="622300">
            <a:lnSpc>
              <a:spcPct val="100000"/>
            </a:lnSpc>
            <a:spcBef>
              <a:spcPct val="0"/>
            </a:spcBef>
            <a:spcAft>
              <a:spcPct val="35000"/>
            </a:spcAft>
            <a:buNone/>
            <a:defRPr cap="all"/>
          </a:pPr>
          <a:r>
            <a:rPr lang="es-ES" sz="1400" kern="1200" dirty="0">
              <a:solidFill>
                <a:schemeClr val="tx1"/>
              </a:solidFill>
            </a:rPr>
            <a:t>Desarrollar planes para integrar </a:t>
          </a:r>
          <a:r>
            <a:rPr lang="es-ES" sz="1400" kern="1200">
              <a:solidFill>
                <a:schemeClr val="tx1"/>
              </a:solidFill>
            </a:rPr>
            <a:t>y coordinar </a:t>
          </a:r>
          <a:endParaRPr lang="es-ES" sz="1400" kern="1200" dirty="0">
            <a:solidFill>
              <a:schemeClr val="tx1"/>
            </a:solidFill>
          </a:endParaRPr>
        </a:p>
      </dsp:txBody>
      <dsp:txXfrm>
        <a:off x="3691" y="1912048"/>
        <a:ext cx="1727929" cy="2564235"/>
      </dsp:txXfrm>
    </dsp:sp>
    <dsp:sp modelId="{50CA0FF6-C7D5-474E-961D-CCB6CBC87D68}">
      <dsp:nvSpPr>
        <dsp:cNvPr id="0" name=""/>
        <dsp:cNvSpPr/>
      </dsp:nvSpPr>
      <dsp:spPr>
        <a:xfrm>
          <a:off x="2370955" y="529704"/>
          <a:ext cx="1054037" cy="1054037"/>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971CD2-4B42-4AC1-BA59-900C7D1BD032}">
      <dsp:nvSpPr>
        <dsp:cNvPr id="0" name=""/>
        <dsp:cNvSpPr/>
      </dsp:nvSpPr>
      <dsp:spPr>
        <a:xfrm>
          <a:off x="2595586" y="754335"/>
          <a:ext cx="604775" cy="6047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92B41F-2091-4881-8913-4D8B1B3CA851}">
      <dsp:nvSpPr>
        <dsp:cNvPr id="0" name=""/>
        <dsp:cNvSpPr/>
      </dsp:nvSpPr>
      <dsp:spPr>
        <a:xfrm>
          <a:off x="2034008" y="1912048"/>
          <a:ext cx="1727929" cy="2564235"/>
        </a:xfrm>
        <a:prstGeom prst="rect">
          <a:avLst/>
        </a:prstGeom>
        <a:solidFill>
          <a:srgbClr val="FFC000"/>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s-ES" sz="1400" b="1" kern="1200" dirty="0">
              <a:solidFill>
                <a:schemeClr val="tx1"/>
              </a:solidFill>
            </a:rPr>
            <a:t>ORGANIZACIÓN </a:t>
          </a:r>
        </a:p>
        <a:p>
          <a:pPr marL="0" lvl="0" indent="0" algn="ctr" defTabSz="622300">
            <a:lnSpc>
              <a:spcPct val="100000"/>
            </a:lnSpc>
            <a:spcBef>
              <a:spcPct val="0"/>
            </a:spcBef>
            <a:spcAft>
              <a:spcPct val="35000"/>
            </a:spcAft>
            <a:buNone/>
            <a:defRPr cap="all"/>
          </a:pPr>
          <a:r>
            <a:rPr lang="es-ES" sz="1400" kern="1200" dirty="0">
              <a:solidFill>
                <a:schemeClr val="tx1"/>
              </a:solidFill>
            </a:rPr>
            <a:t>Diseñar la estructura organizativa dividir el trabajo en tareas, agrupar y definir los mecanismos de coordinación</a:t>
          </a:r>
        </a:p>
      </dsp:txBody>
      <dsp:txXfrm>
        <a:off x="2034008" y="1912048"/>
        <a:ext cx="1727929" cy="2564235"/>
      </dsp:txXfrm>
    </dsp:sp>
    <dsp:sp modelId="{D57FEB77-7608-4800-9579-FD0BF74C891A}">
      <dsp:nvSpPr>
        <dsp:cNvPr id="0" name=""/>
        <dsp:cNvSpPr/>
      </dsp:nvSpPr>
      <dsp:spPr>
        <a:xfrm>
          <a:off x="4401272" y="529704"/>
          <a:ext cx="1054037" cy="1054037"/>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D2E8CC-84CA-41C6-9B5B-2595A6179407}">
      <dsp:nvSpPr>
        <dsp:cNvPr id="0" name=""/>
        <dsp:cNvSpPr/>
      </dsp:nvSpPr>
      <dsp:spPr>
        <a:xfrm>
          <a:off x="4625903" y="754335"/>
          <a:ext cx="604775" cy="6047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6B737E-A80D-4815-8857-60951E1D761E}">
      <dsp:nvSpPr>
        <dsp:cNvPr id="0" name=""/>
        <dsp:cNvSpPr/>
      </dsp:nvSpPr>
      <dsp:spPr>
        <a:xfrm>
          <a:off x="4064326" y="1912048"/>
          <a:ext cx="1727929" cy="2564235"/>
        </a:xfrm>
        <a:prstGeom prst="rect">
          <a:avLst/>
        </a:prstGeom>
        <a:solidFill>
          <a:srgbClr val="00B050"/>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s-ES" sz="1400" b="1" kern="1200" dirty="0">
              <a:solidFill>
                <a:schemeClr val="tx1"/>
              </a:solidFill>
            </a:rPr>
            <a:t>DIRECCIÓN</a:t>
          </a:r>
        </a:p>
        <a:p>
          <a:pPr marL="0" lvl="0" indent="0" algn="ctr" defTabSz="622300">
            <a:lnSpc>
              <a:spcPct val="100000"/>
            </a:lnSpc>
            <a:spcBef>
              <a:spcPct val="0"/>
            </a:spcBef>
            <a:spcAft>
              <a:spcPct val="35000"/>
            </a:spcAft>
            <a:buNone/>
            <a:defRPr cap="all"/>
          </a:pPr>
          <a:r>
            <a:rPr lang="es-ES" sz="1400" kern="1200" dirty="0">
              <a:solidFill>
                <a:schemeClr val="tx1"/>
              </a:solidFill>
            </a:rPr>
            <a:t>Motivar, coordinar y apoyan a individuos y grupos para que colaboren en la consecución de las metas de la organización</a:t>
          </a:r>
        </a:p>
        <a:p>
          <a:pPr marL="0" lvl="0" indent="0" algn="ctr" defTabSz="622300">
            <a:lnSpc>
              <a:spcPct val="100000"/>
            </a:lnSpc>
            <a:spcBef>
              <a:spcPct val="0"/>
            </a:spcBef>
            <a:spcAft>
              <a:spcPct val="35000"/>
            </a:spcAft>
            <a:buNone/>
            <a:defRPr cap="all"/>
          </a:pPr>
          <a:r>
            <a:rPr lang="es-ES" sz="1400" kern="1200" dirty="0">
              <a:solidFill>
                <a:schemeClr val="tx1"/>
              </a:solidFill>
            </a:rPr>
            <a:t>comunicación</a:t>
          </a:r>
        </a:p>
        <a:p>
          <a:pPr marL="0" lvl="0" indent="0" algn="ctr" defTabSz="622300">
            <a:spcBef>
              <a:spcPct val="0"/>
            </a:spcBef>
            <a:spcAft>
              <a:spcPct val="35000"/>
            </a:spcAft>
            <a:buNone/>
          </a:pPr>
          <a:endParaRPr lang="es-ES" sz="1400" kern="1200" dirty="0">
            <a:solidFill>
              <a:schemeClr val="tx1"/>
            </a:solidFill>
          </a:endParaRPr>
        </a:p>
      </dsp:txBody>
      <dsp:txXfrm>
        <a:off x="4064326" y="1912048"/>
        <a:ext cx="1727929" cy="2564235"/>
      </dsp:txXfrm>
    </dsp:sp>
    <dsp:sp modelId="{CB81CA57-B08F-4786-AC5C-DD29F8FCF61D}">
      <dsp:nvSpPr>
        <dsp:cNvPr id="0" name=""/>
        <dsp:cNvSpPr/>
      </dsp:nvSpPr>
      <dsp:spPr>
        <a:xfrm>
          <a:off x="6431590" y="529704"/>
          <a:ext cx="1054037" cy="1054037"/>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D1877A-3503-41C9-BA6E-A16CFBC836E0}">
      <dsp:nvSpPr>
        <dsp:cNvPr id="0" name=""/>
        <dsp:cNvSpPr/>
      </dsp:nvSpPr>
      <dsp:spPr>
        <a:xfrm>
          <a:off x="6656220" y="754335"/>
          <a:ext cx="604775" cy="6047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805B76-A2B5-41DE-BA43-84364F572EAA}">
      <dsp:nvSpPr>
        <dsp:cNvPr id="0" name=""/>
        <dsp:cNvSpPr/>
      </dsp:nvSpPr>
      <dsp:spPr>
        <a:xfrm>
          <a:off x="6094643" y="1912048"/>
          <a:ext cx="1727929" cy="2564235"/>
        </a:xfrm>
        <a:prstGeom prst="rect">
          <a:avLst/>
        </a:prstGeom>
        <a:solidFill>
          <a:srgbClr val="F66E1A"/>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s-ES" sz="1400" b="1" kern="1200">
              <a:solidFill>
                <a:schemeClr val="tx1"/>
              </a:solidFill>
            </a:rPr>
            <a:t>CONTROL</a:t>
          </a:r>
        </a:p>
        <a:p>
          <a:pPr marL="0" lvl="0" indent="0" algn="ctr" defTabSz="622300">
            <a:lnSpc>
              <a:spcPct val="100000"/>
            </a:lnSpc>
            <a:spcBef>
              <a:spcPct val="0"/>
            </a:spcBef>
            <a:spcAft>
              <a:spcPct val="35000"/>
            </a:spcAft>
            <a:buNone/>
            <a:defRPr cap="all"/>
          </a:pPr>
          <a:r>
            <a:rPr lang="es-ES" sz="1400" kern="1200">
              <a:solidFill>
                <a:schemeClr val="tx1"/>
              </a:solidFill>
            </a:rPr>
            <a:t>Establecer sistemas adecuados de medición y supervisión para evaluar el grado en que la organización alcanza sus metas</a:t>
          </a:r>
        </a:p>
      </dsp:txBody>
      <dsp:txXfrm>
        <a:off x="6094643" y="1912048"/>
        <a:ext cx="1727929" cy="25642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A69109-CA0E-4F89-BE3C-FE03531F5DAE}">
      <dsp:nvSpPr>
        <dsp:cNvPr id="0" name=""/>
        <dsp:cNvSpPr/>
      </dsp:nvSpPr>
      <dsp:spPr>
        <a:xfrm>
          <a:off x="782289" y="1426479"/>
          <a:ext cx="1040508" cy="67633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Información</a:t>
          </a:r>
        </a:p>
      </dsp:txBody>
      <dsp:txXfrm>
        <a:off x="815305" y="1459495"/>
        <a:ext cx="974476" cy="610298"/>
      </dsp:txXfrm>
    </dsp:sp>
    <dsp:sp modelId="{482A3C74-D4EF-43BF-A42D-298415DBC698}">
      <dsp:nvSpPr>
        <dsp:cNvPr id="0" name=""/>
        <dsp:cNvSpPr/>
      </dsp:nvSpPr>
      <dsp:spPr>
        <a:xfrm>
          <a:off x="399899" y="1764645"/>
          <a:ext cx="1805289" cy="1805289"/>
        </a:xfrm>
        <a:custGeom>
          <a:avLst/>
          <a:gdLst/>
          <a:ahLst/>
          <a:cxnLst/>
          <a:rect l="0" t="0" r="0" b="0"/>
          <a:pathLst>
            <a:path>
              <a:moveTo>
                <a:pt x="1562800" y="287045"/>
              </a:moveTo>
              <a:arcTo wR="902644" hR="902644" stAng="19020017" swAng="2303789"/>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846AD6E5-27E9-4818-B6C7-E861856663DD}">
      <dsp:nvSpPr>
        <dsp:cNvPr id="0" name=""/>
        <dsp:cNvSpPr/>
      </dsp:nvSpPr>
      <dsp:spPr>
        <a:xfrm>
          <a:off x="1564002" y="2780446"/>
          <a:ext cx="1040508" cy="676330"/>
        </a:xfrm>
        <a:prstGeom prst="roundRect">
          <a:avLst/>
        </a:prstGeom>
        <a:solidFill>
          <a:schemeClr val="accent2">
            <a:hueOff val="977227"/>
            <a:satOff val="-15767"/>
            <a:lumOff val="-2745"/>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Decisión</a:t>
          </a:r>
        </a:p>
      </dsp:txBody>
      <dsp:txXfrm>
        <a:off x="1597018" y="2813462"/>
        <a:ext cx="974476" cy="610298"/>
      </dsp:txXfrm>
    </dsp:sp>
    <dsp:sp modelId="{9C5903E0-0740-42D3-9202-E0B89B111B7C}">
      <dsp:nvSpPr>
        <dsp:cNvPr id="0" name=""/>
        <dsp:cNvSpPr/>
      </dsp:nvSpPr>
      <dsp:spPr>
        <a:xfrm>
          <a:off x="399899" y="1764645"/>
          <a:ext cx="1805289" cy="1805289"/>
        </a:xfrm>
        <a:custGeom>
          <a:avLst/>
          <a:gdLst/>
          <a:ahLst/>
          <a:cxnLst/>
          <a:rect l="0" t="0" r="0" b="0"/>
          <a:pathLst>
            <a:path>
              <a:moveTo>
                <a:pt x="1179891" y="1761656"/>
              </a:moveTo>
              <a:arcTo wR="902644" hR="902644" stAng="4326747" swAng="2146505"/>
            </a:path>
          </a:pathLst>
        </a:custGeom>
        <a:noFill/>
        <a:ln w="9525" cap="flat" cmpd="sng" algn="ctr">
          <a:solidFill>
            <a:schemeClr val="accent2">
              <a:hueOff val="977227"/>
              <a:satOff val="-15767"/>
              <a:lumOff val="-2745"/>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E4DD1164-FABB-45B8-8A6F-C440892DFD29}">
      <dsp:nvSpPr>
        <dsp:cNvPr id="0" name=""/>
        <dsp:cNvSpPr/>
      </dsp:nvSpPr>
      <dsp:spPr>
        <a:xfrm>
          <a:off x="576" y="2780446"/>
          <a:ext cx="1040508" cy="676330"/>
        </a:xfrm>
        <a:prstGeom prst="roundRect">
          <a:avLst/>
        </a:prstGeom>
        <a:solidFill>
          <a:schemeClr val="accent2">
            <a:hueOff val="1954454"/>
            <a:satOff val="-31534"/>
            <a:lumOff val="-549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Acción</a:t>
          </a:r>
        </a:p>
      </dsp:txBody>
      <dsp:txXfrm>
        <a:off x="33592" y="2813462"/>
        <a:ext cx="974476" cy="610298"/>
      </dsp:txXfrm>
    </dsp:sp>
    <dsp:sp modelId="{1FCD785D-2A39-44F5-A81A-67A7CB314C2D}">
      <dsp:nvSpPr>
        <dsp:cNvPr id="0" name=""/>
        <dsp:cNvSpPr/>
      </dsp:nvSpPr>
      <dsp:spPr>
        <a:xfrm>
          <a:off x="399899" y="1764645"/>
          <a:ext cx="1805289" cy="1805289"/>
        </a:xfrm>
        <a:custGeom>
          <a:avLst/>
          <a:gdLst/>
          <a:ahLst/>
          <a:cxnLst/>
          <a:rect l="0" t="0" r="0" b="0"/>
          <a:pathLst>
            <a:path>
              <a:moveTo>
                <a:pt x="2911" y="830202"/>
              </a:moveTo>
              <a:arcTo wR="902644" hR="902644" stAng="11076194" swAng="2303789"/>
            </a:path>
          </a:pathLst>
        </a:custGeom>
        <a:noFill/>
        <a:ln w="9525" cap="flat" cmpd="sng" algn="ctr">
          <a:solidFill>
            <a:schemeClr val="accent2">
              <a:hueOff val="1954454"/>
              <a:satOff val="-31534"/>
              <a:lumOff val="-549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9B0C26-8DBE-4592-B541-9A0C8DD51841}">
      <dsp:nvSpPr>
        <dsp:cNvPr id="0" name=""/>
        <dsp:cNvSpPr/>
      </dsp:nvSpPr>
      <dsp:spPr>
        <a:xfrm>
          <a:off x="0" y="3234"/>
          <a:ext cx="6830583" cy="1073887"/>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ES" sz="1800" b="1" kern="1200" dirty="0"/>
            <a:t>Racionalidad</a:t>
          </a:r>
          <a:r>
            <a:rPr lang="es-ES" sz="1800" kern="1200" dirty="0"/>
            <a:t>. Supone que tomar decisiones  es racional, </a:t>
          </a:r>
          <a:r>
            <a:rPr lang="es-ES" sz="1800" kern="1200" dirty="0" err="1"/>
            <a:t>i.e</a:t>
          </a:r>
          <a:r>
            <a:rPr lang="es-ES" sz="1800" kern="1200" dirty="0"/>
            <a:t> que sean consistentes y que maximicen el valor dentro de restricciones específicas. Si un gerente pudiera ser perfectamente racional, sería  completamente  lógico y objetivo.</a:t>
          </a:r>
          <a:endParaRPr lang="en-US" sz="1800" kern="1200" dirty="0"/>
        </a:p>
      </dsp:txBody>
      <dsp:txXfrm>
        <a:off x="52423" y="55657"/>
        <a:ext cx="6725737" cy="969041"/>
      </dsp:txXfrm>
    </dsp:sp>
    <dsp:sp modelId="{4C8E9174-82B5-4A83-8DC8-6FE42DA024BA}">
      <dsp:nvSpPr>
        <dsp:cNvPr id="0" name=""/>
        <dsp:cNvSpPr/>
      </dsp:nvSpPr>
      <dsp:spPr>
        <a:xfrm>
          <a:off x="0" y="1090890"/>
          <a:ext cx="6830583" cy="1073887"/>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ES" sz="1800" b="1" kern="1200" dirty="0"/>
            <a:t>Racionalidad</a:t>
          </a:r>
          <a:r>
            <a:rPr lang="es-ES" sz="1800" kern="1200" dirty="0"/>
            <a:t> </a:t>
          </a:r>
          <a:r>
            <a:rPr lang="es-ES" sz="1800" b="1" kern="1200" dirty="0"/>
            <a:t>limitada</a:t>
          </a:r>
          <a:endParaRPr lang="en-US" sz="1800" kern="1200" dirty="0"/>
        </a:p>
      </dsp:txBody>
      <dsp:txXfrm>
        <a:off x="52423" y="1143313"/>
        <a:ext cx="6725737" cy="969041"/>
      </dsp:txXfrm>
    </dsp:sp>
    <dsp:sp modelId="{7A51582F-35D9-495F-96CB-6581405A4F2D}">
      <dsp:nvSpPr>
        <dsp:cNvPr id="0" name=""/>
        <dsp:cNvSpPr/>
      </dsp:nvSpPr>
      <dsp:spPr>
        <a:xfrm>
          <a:off x="0" y="2164778"/>
          <a:ext cx="6830583" cy="1068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687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s-ES" sz="1800" kern="1200" dirty="0"/>
            <a:t>Los gerentes toman decisiones aceptando que sean "lo suficientemente buenas".</a:t>
          </a:r>
          <a:endParaRPr lang="en-US" sz="1800" kern="1200" dirty="0"/>
        </a:p>
        <a:p>
          <a:pPr marL="171450" lvl="1" indent="-171450" algn="l" defTabSz="800100">
            <a:lnSpc>
              <a:spcPct val="90000"/>
            </a:lnSpc>
            <a:spcBef>
              <a:spcPct val="0"/>
            </a:spcBef>
            <a:spcAft>
              <a:spcPct val="20000"/>
            </a:spcAft>
            <a:buChar char="•"/>
          </a:pPr>
          <a:r>
            <a:rPr lang="es-ES" sz="1800" kern="1200" dirty="0"/>
            <a:t>Podemos aceptarlas debido a limitaciones de tiempo que hacen imposible obtener todas las alternativas posibles.</a:t>
          </a:r>
          <a:endParaRPr lang="en-US" sz="1800" kern="1200" dirty="0"/>
        </a:p>
      </dsp:txBody>
      <dsp:txXfrm>
        <a:off x="0" y="2164778"/>
        <a:ext cx="6830583" cy="1068724"/>
      </dsp:txXfrm>
    </dsp:sp>
    <dsp:sp modelId="{5D9CD855-C7AE-4BD6-977D-78FEC19F9A71}">
      <dsp:nvSpPr>
        <dsp:cNvPr id="0" name=""/>
        <dsp:cNvSpPr/>
      </dsp:nvSpPr>
      <dsp:spPr>
        <a:xfrm>
          <a:off x="0" y="3233503"/>
          <a:ext cx="6830583" cy="1073887"/>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ES" sz="1800" b="1" kern="1200" dirty="0"/>
            <a:t>Intuición</a:t>
          </a:r>
          <a:r>
            <a:rPr lang="es-ES" sz="1800" kern="1200" dirty="0"/>
            <a:t>. Los gerentes también usan regularmente la intuición.</a:t>
          </a:r>
          <a:endParaRPr lang="en-US" sz="1800" kern="1200" dirty="0"/>
        </a:p>
      </dsp:txBody>
      <dsp:txXfrm>
        <a:off x="52423" y="3285926"/>
        <a:ext cx="6725737" cy="969041"/>
      </dsp:txXfrm>
    </dsp:sp>
    <dsp:sp modelId="{738360C4-D8A6-4CFD-9251-8C90D9D67BE7}">
      <dsp:nvSpPr>
        <dsp:cNvPr id="0" name=""/>
        <dsp:cNvSpPr/>
      </dsp:nvSpPr>
      <dsp:spPr>
        <a:xfrm>
          <a:off x="0" y="4307390"/>
          <a:ext cx="6830583" cy="13062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687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s-ES" sz="1800" kern="1200"/>
            <a:t>Puede ocurrir junto con el análisis racional; los dos se complementan. </a:t>
          </a:r>
          <a:endParaRPr lang="en-US" sz="1800" kern="1200"/>
        </a:p>
        <a:p>
          <a:pPr marL="171450" lvl="1" indent="-171450" algn="l" defTabSz="800100">
            <a:lnSpc>
              <a:spcPct val="90000"/>
            </a:lnSpc>
            <a:spcBef>
              <a:spcPct val="0"/>
            </a:spcBef>
            <a:spcAft>
              <a:spcPct val="20000"/>
            </a:spcAft>
            <a:buChar char="•"/>
          </a:pPr>
          <a:r>
            <a:rPr lang="es-ES" sz="1800" kern="1200" dirty="0"/>
            <a:t>La toma de decisiones intuitiva no reemplazar al proceso racional, sí desempeña un papel importante en la toma de decisiones gerenciales.</a:t>
          </a:r>
          <a:endParaRPr lang="en-US" sz="1800" kern="1200" dirty="0"/>
        </a:p>
      </dsp:txBody>
      <dsp:txXfrm>
        <a:off x="0" y="4307390"/>
        <a:ext cx="6830583" cy="13062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51E238-1455-4522-90CB-72DB8C56139E}">
      <dsp:nvSpPr>
        <dsp:cNvPr id="0" name=""/>
        <dsp:cNvSpPr/>
      </dsp:nvSpPr>
      <dsp:spPr>
        <a:xfrm>
          <a:off x="0" y="216719"/>
          <a:ext cx="5486400" cy="2141100"/>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kern="1200"/>
            <a:t>Gestión basada en la evidencia</a:t>
          </a:r>
          <a:r>
            <a:rPr lang="es-ES" sz="3000" kern="1200"/>
            <a:t>. El proceso se puede mejorar con el uso de evidencia relevante. Elementos:</a:t>
          </a:r>
        </a:p>
      </dsp:txBody>
      <dsp:txXfrm>
        <a:off x="104520" y="321239"/>
        <a:ext cx="5277360" cy="1932060"/>
      </dsp:txXfrm>
    </dsp:sp>
    <dsp:sp modelId="{A6B99897-8418-4348-BEE9-1C111B76424A}">
      <dsp:nvSpPr>
        <dsp:cNvPr id="0" name=""/>
        <dsp:cNvSpPr/>
      </dsp:nvSpPr>
      <dsp:spPr>
        <a:xfrm>
          <a:off x="0" y="2357819"/>
          <a:ext cx="5486400" cy="2546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s-ES" sz="2300" kern="1200"/>
            <a:t>Experiencia y juicio del decisor.</a:t>
          </a:r>
        </a:p>
        <a:p>
          <a:pPr marL="228600" lvl="1" indent="-228600" algn="l" defTabSz="1022350">
            <a:lnSpc>
              <a:spcPct val="90000"/>
            </a:lnSpc>
            <a:spcBef>
              <a:spcPct val="0"/>
            </a:spcBef>
            <a:spcAft>
              <a:spcPct val="20000"/>
            </a:spcAft>
            <a:buChar char="•"/>
          </a:pPr>
          <a:r>
            <a:rPr lang="es-ES" sz="2300" kern="1200"/>
            <a:t>Evidencia externa evaluada por el decisor.</a:t>
          </a:r>
        </a:p>
        <a:p>
          <a:pPr marL="228600" lvl="1" indent="-228600" algn="l" defTabSz="1022350">
            <a:lnSpc>
              <a:spcPct val="90000"/>
            </a:lnSpc>
            <a:spcBef>
              <a:spcPct val="0"/>
            </a:spcBef>
            <a:spcAft>
              <a:spcPct val="20000"/>
            </a:spcAft>
            <a:buChar char="•"/>
          </a:pPr>
          <a:r>
            <a:rPr lang="es-ES" sz="2300" kern="1200"/>
            <a:t>Opiniones y preferencias de los que tienen interés en la decisión.</a:t>
          </a:r>
        </a:p>
        <a:p>
          <a:pPr marL="228600" lvl="1" indent="-228600" algn="l" defTabSz="1022350">
            <a:lnSpc>
              <a:spcPct val="90000"/>
            </a:lnSpc>
            <a:spcBef>
              <a:spcPct val="0"/>
            </a:spcBef>
            <a:spcAft>
              <a:spcPct val="20000"/>
            </a:spcAft>
            <a:buChar char="•"/>
          </a:pPr>
          <a:r>
            <a:rPr lang="es-ES" sz="2300" kern="1200"/>
            <a:t>Factores organizacionales: contexto, circunstancias  de la organización</a:t>
          </a:r>
        </a:p>
      </dsp:txBody>
      <dsp:txXfrm>
        <a:off x="0" y="2357819"/>
        <a:ext cx="5486400" cy="25461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BC2C0A-1B1A-4FEA-8689-675867439EDC}">
      <dsp:nvSpPr>
        <dsp:cNvPr id="0" name=""/>
        <dsp:cNvSpPr/>
      </dsp:nvSpPr>
      <dsp:spPr>
        <a:xfrm>
          <a:off x="0" y="384119"/>
          <a:ext cx="5486400" cy="1063125"/>
        </a:xfrm>
        <a:prstGeom prst="rect">
          <a:avLst/>
        </a:prstGeom>
        <a:solidFill>
          <a:schemeClr val="lt1">
            <a:alpha val="90000"/>
            <a:hueOff val="0"/>
            <a:satOff val="0"/>
            <a:lumOff val="0"/>
            <a:alphaOff val="0"/>
          </a:schemeClr>
        </a:solidFill>
        <a:ln w="1079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5806" tIns="312420" rIns="425806" bIns="106680" numCol="1" spcCol="1270" anchor="t" anchorCtr="0">
          <a:noAutofit/>
        </a:bodyPr>
        <a:lstStyle/>
        <a:p>
          <a:pPr marL="114300" lvl="1" indent="-114300" algn="l" defTabSz="666750">
            <a:lnSpc>
              <a:spcPct val="90000"/>
            </a:lnSpc>
            <a:spcBef>
              <a:spcPct val="0"/>
            </a:spcBef>
            <a:spcAft>
              <a:spcPts val="600"/>
            </a:spcAft>
            <a:buChar char="•"/>
          </a:pPr>
          <a:r>
            <a:rPr lang="es-ES_tradnl" sz="1500" kern="1200"/>
            <a:t>Situación ideal en la que el gerente puede tomar decisiones correctas porque conoce los </a:t>
          </a:r>
          <a:r>
            <a:rPr lang="es-ES_tradnl" sz="1500" u="sng" kern="1200"/>
            <a:t>resultados de todas las alternativas.</a:t>
          </a:r>
          <a:endParaRPr lang="es-ES_tradnl" sz="1500" kern="1200"/>
        </a:p>
      </dsp:txBody>
      <dsp:txXfrm>
        <a:off x="0" y="384119"/>
        <a:ext cx="5486400" cy="1063125"/>
      </dsp:txXfrm>
    </dsp:sp>
    <dsp:sp modelId="{6C6B1EA0-D5CF-42E9-B26D-88ED8FFA04CF}">
      <dsp:nvSpPr>
        <dsp:cNvPr id="0" name=""/>
        <dsp:cNvSpPr/>
      </dsp:nvSpPr>
      <dsp:spPr>
        <a:xfrm>
          <a:off x="274320" y="162719"/>
          <a:ext cx="3840480" cy="442800"/>
        </a:xfrm>
        <a:prstGeom prst="roundRect">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161" tIns="0" rIns="145161" bIns="0" numCol="1" spcCol="1270" anchor="ctr" anchorCtr="0">
          <a:noAutofit/>
        </a:bodyPr>
        <a:lstStyle/>
        <a:p>
          <a:pPr marL="0" lvl="0" indent="0" algn="l" defTabSz="666750">
            <a:lnSpc>
              <a:spcPct val="90000"/>
            </a:lnSpc>
            <a:spcBef>
              <a:spcPct val="0"/>
            </a:spcBef>
            <a:spcAft>
              <a:spcPct val="35000"/>
            </a:spcAft>
            <a:buNone/>
          </a:pPr>
          <a:r>
            <a:rPr lang="es-ES_tradnl" sz="1500" b="1" kern="1200"/>
            <a:t>a) CERTEZA</a:t>
          </a:r>
        </a:p>
      </dsp:txBody>
      <dsp:txXfrm>
        <a:off x="295936" y="184335"/>
        <a:ext cx="3797248" cy="399568"/>
      </dsp:txXfrm>
    </dsp:sp>
    <dsp:sp modelId="{5E2A946E-F68C-40D7-B422-F29DC0B34FFA}">
      <dsp:nvSpPr>
        <dsp:cNvPr id="0" name=""/>
        <dsp:cNvSpPr/>
      </dsp:nvSpPr>
      <dsp:spPr>
        <a:xfrm>
          <a:off x="0" y="1749645"/>
          <a:ext cx="5486400" cy="1346625"/>
        </a:xfrm>
        <a:prstGeom prst="rect">
          <a:avLst/>
        </a:prstGeom>
        <a:solidFill>
          <a:schemeClr val="lt1">
            <a:alpha val="90000"/>
            <a:hueOff val="0"/>
            <a:satOff val="0"/>
            <a:lumOff val="0"/>
            <a:alphaOff val="0"/>
          </a:schemeClr>
        </a:solidFill>
        <a:ln w="10795" cap="flat" cmpd="sng" algn="ctr">
          <a:solidFill>
            <a:schemeClr val="accent5">
              <a:hueOff val="5589159"/>
              <a:satOff val="-4817"/>
              <a:lumOff val="63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5806" tIns="312420" rIns="425806" bIns="106680" numCol="1" spcCol="1270" anchor="t" anchorCtr="0">
          <a:noAutofit/>
        </a:bodyPr>
        <a:lstStyle/>
        <a:p>
          <a:pPr marL="114300" lvl="1" indent="-114300" algn="l" defTabSz="666750">
            <a:lnSpc>
              <a:spcPct val="90000"/>
            </a:lnSpc>
            <a:spcBef>
              <a:spcPct val="0"/>
            </a:spcBef>
            <a:spcAft>
              <a:spcPts val="600"/>
            </a:spcAft>
            <a:buChar char="•"/>
          </a:pPr>
          <a:r>
            <a:rPr lang="es-ES_tradnl" sz="1500" kern="1200"/>
            <a:t>Situación en la cual quien toma la decisión </a:t>
          </a:r>
          <a:r>
            <a:rPr lang="es-ES_tradnl" sz="1500" u="sng" kern="1200"/>
            <a:t>estima la probabilidad de ciertos resultados.</a:t>
          </a:r>
          <a:endParaRPr lang="es-ES_tradnl" sz="1500" kern="1200"/>
        </a:p>
        <a:p>
          <a:pPr marL="114300" lvl="1" indent="-114300" algn="l" defTabSz="666750">
            <a:lnSpc>
              <a:spcPct val="90000"/>
            </a:lnSpc>
            <a:spcBef>
              <a:spcPct val="0"/>
            </a:spcBef>
            <a:spcAft>
              <a:spcPts val="600"/>
            </a:spcAft>
            <a:buChar char="•"/>
          </a:pPr>
          <a:r>
            <a:rPr lang="es-ES_tradnl" sz="1500" kern="1200"/>
            <a:t>Existen datos históricos para asignar probabilidades a las alternativas.</a:t>
          </a:r>
        </a:p>
      </dsp:txBody>
      <dsp:txXfrm>
        <a:off x="0" y="1749645"/>
        <a:ext cx="5486400" cy="1346625"/>
      </dsp:txXfrm>
    </dsp:sp>
    <dsp:sp modelId="{D424E93A-A1C4-4650-B5D6-81160404D756}">
      <dsp:nvSpPr>
        <dsp:cNvPr id="0" name=""/>
        <dsp:cNvSpPr/>
      </dsp:nvSpPr>
      <dsp:spPr>
        <a:xfrm>
          <a:off x="274320" y="1528245"/>
          <a:ext cx="3840480" cy="442800"/>
        </a:xfrm>
        <a:prstGeom prst="roundRect">
          <a:avLst/>
        </a:prstGeom>
        <a:solidFill>
          <a:schemeClr val="accent5">
            <a:hueOff val="5589159"/>
            <a:satOff val="-4817"/>
            <a:lumOff val="6373"/>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161" tIns="0" rIns="145161" bIns="0" numCol="1" spcCol="1270" anchor="ctr" anchorCtr="0">
          <a:noAutofit/>
        </a:bodyPr>
        <a:lstStyle/>
        <a:p>
          <a:pPr marL="0" lvl="0" indent="0" algn="l" defTabSz="666750">
            <a:lnSpc>
              <a:spcPct val="90000"/>
            </a:lnSpc>
            <a:spcBef>
              <a:spcPct val="0"/>
            </a:spcBef>
            <a:spcAft>
              <a:spcPct val="35000"/>
            </a:spcAft>
            <a:buNone/>
          </a:pPr>
          <a:r>
            <a:rPr lang="es-ES_tradnl" sz="1500" b="1" kern="1200"/>
            <a:t>b) RIESGO</a:t>
          </a:r>
        </a:p>
      </dsp:txBody>
      <dsp:txXfrm>
        <a:off x="295936" y="1549861"/>
        <a:ext cx="3797248" cy="399568"/>
      </dsp:txXfrm>
    </dsp:sp>
    <dsp:sp modelId="{22B722ED-58A5-4C5A-881E-C72F8994FFEC}">
      <dsp:nvSpPr>
        <dsp:cNvPr id="0" name=""/>
        <dsp:cNvSpPr/>
      </dsp:nvSpPr>
      <dsp:spPr>
        <a:xfrm>
          <a:off x="0" y="3398670"/>
          <a:ext cx="5486400" cy="1559250"/>
        </a:xfrm>
        <a:prstGeom prst="rect">
          <a:avLst/>
        </a:prstGeom>
        <a:solidFill>
          <a:schemeClr val="lt1">
            <a:alpha val="90000"/>
            <a:hueOff val="0"/>
            <a:satOff val="0"/>
            <a:lumOff val="0"/>
            <a:alphaOff val="0"/>
          </a:schemeClr>
        </a:solidFill>
        <a:ln w="10795" cap="flat" cmpd="sng" algn="ctr">
          <a:solidFill>
            <a:schemeClr val="accent5">
              <a:hueOff val="11178319"/>
              <a:satOff val="-9634"/>
              <a:lumOff val="1274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5806" tIns="312420" rIns="425806" bIns="106680" numCol="1" spcCol="1270" anchor="t" anchorCtr="0">
          <a:noAutofit/>
        </a:bodyPr>
        <a:lstStyle/>
        <a:p>
          <a:pPr marL="114300" lvl="1" indent="-114300" algn="l" defTabSz="666750">
            <a:lnSpc>
              <a:spcPct val="90000"/>
            </a:lnSpc>
            <a:spcBef>
              <a:spcPct val="0"/>
            </a:spcBef>
            <a:spcAft>
              <a:spcPts val="600"/>
            </a:spcAft>
            <a:buChar char="•"/>
          </a:pPr>
          <a:r>
            <a:rPr lang="es-ES_tradnl" sz="1500" kern="1200"/>
            <a:t>Situación en la cual quien decide no tiene la certeza ni cuenta con cálculos de probabilidades.</a:t>
          </a:r>
        </a:p>
        <a:p>
          <a:pPr marL="114300" lvl="1" indent="-114300" algn="l" defTabSz="666750">
            <a:lnSpc>
              <a:spcPct val="90000"/>
            </a:lnSpc>
            <a:spcBef>
              <a:spcPct val="0"/>
            </a:spcBef>
            <a:spcAft>
              <a:spcPts val="600"/>
            </a:spcAft>
            <a:buChar char="•"/>
          </a:pPr>
          <a:r>
            <a:rPr lang="es-ES_tradnl" sz="1500" kern="1200"/>
            <a:t>La elección de una alternativa está influida por el hecho de que quien decide cuenta con poca información, así como por la psicología de esta persona.</a:t>
          </a:r>
        </a:p>
      </dsp:txBody>
      <dsp:txXfrm>
        <a:off x="0" y="3398670"/>
        <a:ext cx="5486400" cy="1559250"/>
      </dsp:txXfrm>
    </dsp:sp>
    <dsp:sp modelId="{B37AF777-04F2-45BE-B969-317690EAF050}">
      <dsp:nvSpPr>
        <dsp:cNvPr id="0" name=""/>
        <dsp:cNvSpPr/>
      </dsp:nvSpPr>
      <dsp:spPr>
        <a:xfrm>
          <a:off x="274320" y="3177270"/>
          <a:ext cx="3840480" cy="442800"/>
        </a:xfrm>
        <a:prstGeom prst="roundRect">
          <a:avLst/>
        </a:prstGeom>
        <a:solidFill>
          <a:schemeClr val="accent5">
            <a:hueOff val="11178319"/>
            <a:satOff val="-9634"/>
            <a:lumOff val="12746"/>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161" tIns="0" rIns="145161" bIns="0" numCol="1" spcCol="1270" anchor="ctr" anchorCtr="0">
          <a:noAutofit/>
        </a:bodyPr>
        <a:lstStyle/>
        <a:p>
          <a:pPr marL="0" lvl="0" indent="0" algn="l" defTabSz="666750">
            <a:lnSpc>
              <a:spcPct val="90000"/>
            </a:lnSpc>
            <a:spcBef>
              <a:spcPct val="0"/>
            </a:spcBef>
            <a:spcAft>
              <a:spcPct val="35000"/>
            </a:spcAft>
            <a:buNone/>
          </a:pPr>
          <a:r>
            <a:rPr lang="es-ES_tradnl" sz="1500" b="1" kern="1200"/>
            <a:t>c) INCERTIDUMBRE </a:t>
          </a:r>
        </a:p>
      </dsp:txBody>
      <dsp:txXfrm>
        <a:off x="295936" y="3198886"/>
        <a:ext cx="3797248" cy="3995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3D6069-6DBC-48EA-8B54-5262A94F26C5}">
      <dsp:nvSpPr>
        <dsp:cNvPr id="0" name=""/>
        <dsp:cNvSpPr/>
      </dsp:nvSpPr>
      <dsp:spPr>
        <a:xfrm>
          <a:off x="0" y="177435"/>
          <a:ext cx="5486400" cy="455715"/>
        </a:xfrm>
        <a:prstGeom prst="roundRect">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SEGÚN MÉTODO PARA LA TOMA DE DECISIÓN:</a:t>
          </a:r>
          <a:endParaRPr lang="es-ES" sz="1900" kern="1200" dirty="0"/>
        </a:p>
      </dsp:txBody>
      <dsp:txXfrm>
        <a:off x="22246" y="199681"/>
        <a:ext cx="5441908" cy="411223"/>
      </dsp:txXfrm>
    </dsp:sp>
    <dsp:sp modelId="{8AAE2774-CF89-4E73-800F-38B421385DA3}">
      <dsp:nvSpPr>
        <dsp:cNvPr id="0" name=""/>
        <dsp:cNvSpPr/>
      </dsp:nvSpPr>
      <dsp:spPr>
        <a:xfrm>
          <a:off x="0" y="633150"/>
          <a:ext cx="5486400" cy="3067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1" kern="1200" dirty="0" err="1"/>
            <a:t>Decisiones</a:t>
          </a:r>
          <a:r>
            <a:rPr lang="en-US" sz="1500" b="1" kern="1200" dirty="0"/>
            <a:t> </a:t>
          </a:r>
          <a:r>
            <a:rPr lang="en-US" sz="1500" b="1" kern="1200" dirty="0" err="1"/>
            <a:t>Programadas</a:t>
          </a:r>
          <a:r>
            <a:rPr lang="en-US" sz="1500" kern="1200" dirty="0"/>
            <a:t>: </a:t>
          </a:r>
          <a:r>
            <a:rPr lang="en-US" sz="1500" kern="1200" dirty="0" err="1"/>
            <a:t>decisión</a:t>
          </a:r>
          <a:r>
            <a:rPr lang="en-US" sz="1500" kern="1200" dirty="0"/>
            <a:t> </a:t>
          </a:r>
          <a:r>
            <a:rPr lang="en-US" sz="1500" kern="1200" dirty="0" err="1"/>
            <a:t>repetitiva</a:t>
          </a:r>
          <a:r>
            <a:rPr lang="en-US" sz="1500" kern="1200" dirty="0"/>
            <a:t> que se </a:t>
          </a:r>
          <a:r>
            <a:rPr lang="en-US" sz="1500" kern="1200" dirty="0" err="1"/>
            <a:t>maneja</a:t>
          </a:r>
          <a:r>
            <a:rPr lang="en-US" sz="1500" kern="1200" dirty="0"/>
            <a:t> </a:t>
          </a:r>
          <a:r>
            <a:rPr lang="en-US" sz="1500" kern="1200" dirty="0" err="1"/>
            <a:t>rutinariamente.Son</a:t>
          </a:r>
          <a:r>
            <a:rPr lang="en-US" sz="1500" kern="1200" dirty="0"/>
            <a:t> </a:t>
          </a:r>
          <a:r>
            <a:rPr lang="en-US" sz="1500" kern="1200" dirty="0" err="1"/>
            <a:t>Decisiones</a:t>
          </a:r>
          <a:r>
            <a:rPr lang="en-US" sz="1500" kern="1200" dirty="0"/>
            <a:t> </a:t>
          </a:r>
          <a:r>
            <a:rPr lang="en-US" sz="1500" kern="1200" dirty="0" err="1"/>
            <a:t>Rutinarias</a:t>
          </a:r>
          <a:endParaRPr lang="es-ES" sz="1500" kern="1200" dirty="0"/>
        </a:p>
        <a:p>
          <a:pPr marL="228600" lvl="2" indent="-114300" algn="l" defTabSz="666750">
            <a:lnSpc>
              <a:spcPct val="90000"/>
            </a:lnSpc>
            <a:spcBef>
              <a:spcPct val="0"/>
            </a:spcBef>
            <a:spcAft>
              <a:spcPct val="20000"/>
            </a:spcAft>
            <a:buChar char="•"/>
          </a:pPr>
          <a:r>
            <a:rPr lang="es-ES" sz="1500" kern="1200" dirty="0"/>
            <a:t>Se define un procedimiento o criterio de forma que estas decisiones no  tengan que tratarse de nuevo cada vez que surjan. </a:t>
          </a:r>
        </a:p>
        <a:p>
          <a:pPr marL="228600" lvl="2" indent="-114300" algn="l" defTabSz="666750">
            <a:lnSpc>
              <a:spcPct val="90000"/>
            </a:lnSpc>
            <a:spcBef>
              <a:spcPct val="0"/>
            </a:spcBef>
            <a:spcAft>
              <a:spcPct val="20000"/>
            </a:spcAft>
            <a:buChar char="•"/>
          </a:pPr>
          <a:r>
            <a:rPr lang="en-US" sz="1500" kern="1200" dirty="0"/>
            <a:t>Como </a:t>
          </a:r>
          <a:r>
            <a:rPr lang="en-US" sz="1500" kern="1200" dirty="0" err="1"/>
            <a:t>el</a:t>
          </a:r>
          <a:r>
            <a:rPr lang="en-US" sz="1500" kern="1200" dirty="0"/>
            <a:t> </a:t>
          </a:r>
          <a:r>
            <a:rPr lang="en-US" sz="1500" kern="1200" dirty="0" err="1"/>
            <a:t>problema</a:t>
          </a:r>
          <a:r>
            <a:rPr lang="en-US" sz="1500" kern="1200" dirty="0"/>
            <a:t> </a:t>
          </a:r>
          <a:r>
            <a:rPr lang="en-US" sz="1500" kern="1200" dirty="0" err="1"/>
            <a:t>está</a:t>
          </a:r>
          <a:r>
            <a:rPr lang="en-US" sz="1500" kern="1200" dirty="0"/>
            <a:t> </a:t>
          </a:r>
          <a:r>
            <a:rPr lang="en-US" sz="1500" kern="1200" dirty="0" err="1"/>
            <a:t>estructurado</a:t>
          </a:r>
          <a:r>
            <a:rPr lang="en-US" sz="1500" kern="1200" dirty="0"/>
            <a:t>, </a:t>
          </a:r>
          <a:r>
            <a:rPr lang="en-US" sz="1500" kern="1200" dirty="0" err="1"/>
            <a:t>el</a:t>
          </a:r>
          <a:r>
            <a:rPr lang="en-US" sz="1500" kern="1200" dirty="0"/>
            <a:t> </a:t>
          </a:r>
          <a:r>
            <a:rPr lang="en-US" sz="1500" kern="1200" dirty="0" err="1"/>
            <a:t>directivo</a:t>
          </a:r>
          <a:r>
            <a:rPr lang="en-US" sz="1500" kern="1200" dirty="0"/>
            <a:t> no </a:t>
          </a:r>
          <a:r>
            <a:rPr lang="en-US" sz="1500" kern="1200" dirty="0" err="1"/>
            <a:t>tiene</a:t>
          </a:r>
          <a:r>
            <a:rPr lang="en-US" sz="1500" kern="1200" dirty="0"/>
            <a:t> que pasar por </a:t>
          </a:r>
          <a:r>
            <a:rPr lang="en-US" sz="1500" kern="1200" dirty="0" err="1"/>
            <a:t>el</a:t>
          </a:r>
          <a:r>
            <a:rPr lang="en-US" sz="1500" kern="1200" dirty="0"/>
            <a:t> </a:t>
          </a:r>
          <a:r>
            <a:rPr lang="en-US" sz="1500" kern="1200" dirty="0" err="1"/>
            <a:t>proceso</a:t>
          </a:r>
          <a:r>
            <a:rPr lang="en-US" sz="1500" kern="1200" dirty="0"/>
            <a:t> de </a:t>
          </a:r>
          <a:r>
            <a:rPr lang="en-US" sz="1500" kern="1200" dirty="0" err="1"/>
            <a:t>decisión</a:t>
          </a:r>
          <a:r>
            <a:rPr lang="en-US" sz="1500" kern="1200" dirty="0"/>
            <a:t>.</a:t>
          </a:r>
          <a:endParaRPr lang="es-ES" sz="1500" kern="1200" dirty="0"/>
        </a:p>
        <a:p>
          <a:pPr marL="228600" lvl="2" indent="-114300" algn="l" defTabSz="666750">
            <a:lnSpc>
              <a:spcPct val="90000"/>
            </a:lnSpc>
            <a:spcBef>
              <a:spcPct val="0"/>
            </a:spcBef>
            <a:spcAft>
              <a:spcPct val="20000"/>
            </a:spcAft>
            <a:buChar char="•"/>
          </a:pPr>
          <a:r>
            <a:rPr lang="en-US" sz="1500" kern="1200" dirty="0" err="1"/>
            <a:t>Su</a:t>
          </a:r>
          <a:r>
            <a:rPr lang="en-US" sz="1500" kern="1200" dirty="0"/>
            <a:t> </a:t>
          </a:r>
          <a:r>
            <a:rPr lang="en-US" sz="1500" kern="1200" dirty="0" err="1"/>
            <a:t>solución</a:t>
          </a:r>
          <a:r>
            <a:rPr lang="en-US" sz="1500" kern="1200" dirty="0"/>
            <a:t> es </a:t>
          </a:r>
          <a:r>
            <a:rPr lang="en-US" sz="1500" kern="1200" dirty="0" err="1"/>
            <a:t>evidente</a:t>
          </a:r>
          <a:r>
            <a:rPr lang="en-US" sz="1500" kern="1200" dirty="0"/>
            <a:t> o se reduce a </a:t>
          </a:r>
          <a:r>
            <a:rPr lang="en-US" sz="1500" kern="1200" dirty="0" err="1"/>
            <a:t>pocas</a:t>
          </a:r>
          <a:r>
            <a:rPr lang="en-US" sz="1500" kern="1200" dirty="0"/>
            <a:t> </a:t>
          </a:r>
          <a:r>
            <a:rPr lang="en-US" sz="1500" kern="1200" dirty="0" err="1"/>
            <a:t>alternativas</a:t>
          </a:r>
          <a:r>
            <a:rPr lang="en-US" sz="1500" kern="1200" dirty="0"/>
            <a:t> </a:t>
          </a:r>
          <a:r>
            <a:rPr lang="en-US" sz="1500" kern="1200" dirty="0" err="1"/>
            <a:t>conocidas</a:t>
          </a:r>
          <a:r>
            <a:rPr lang="en-US" sz="1500" kern="1200" dirty="0"/>
            <a:t> o que se ha </a:t>
          </a:r>
          <a:r>
            <a:rPr lang="en-US" sz="1500" kern="1200" dirty="0" err="1"/>
            <a:t>probado</a:t>
          </a:r>
          <a:r>
            <a:rPr lang="en-US" sz="1500" kern="1200" dirty="0"/>
            <a:t> que </a:t>
          </a:r>
          <a:r>
            <a:rPr lang="en-US" sz="1500" kern="1200" dirty="0" err="1"/>
            <a:t>funcionan</a:t>
          </a:r>
          <a:r>
            <a:rPr lang="en-US" sz="1500" kern="1200" dirty="0"/>
            <a:t>. </a:t>
          </a:r>
          <a:endParaRPr lang="es-ES" sz="1500" kern="1200" dirty="0"/>
        </a:p>
        <a:p>
          <a:pPr marL="114300" lvl="1" indent="-114300" algn="l" defTabSz="666750">
            <a:lnSpc>
              <a:spcPct val="90000"/>
            </a:lnSpc>
            <a:spcBef>
              <a:spcPct val="0"/>
            </a:spcBef>
            <a:spcAft>
              <a:spcPct val="20000"/>
            </a:spcAft>
            <a:buChar char="•"/>
          </a:pPr>
          <a:r>
            <a:rPr lang="en-US" sz="1500" b="1" kern="1200" dirty="0" err="1"/>
            <a:t>Decisiones</a:t>
          </a:r>
          <a:r>
            <a:rPr lang="en-US" sz="1500" b="1" kern="1200" dirty="0"/>
            <a:t> sin </a:t>
          </a:r>
          <a:r>
            <a:rPr lang="en-US" sz="1500" b="1" kern="1200" dirty="0" err="1"/>
            <a:t>programar</a:t>
          </a:r>
          <a:r>
            <a:rPr lang="en-US" sz="1500" kern="1200" dirty="0"/>
            <a:t>: </a:t>
          </a:r>
          <a:r>
            <a:rPr lang="en-US" sz="1500" kern="1200" dirty="0" err="1"/>
            <a:t>decisiones</a:t>
          </a:r>
          <a:r>
            <a:rPr lang="en-US" sz="1500" kern="1200" dirty="0"/>
            <a:t> que son </a:t>
          </a:r>
          <a:r>
            <a:rPr lang="en-US" sz="1500" kern="1200" dirty="0" err="1"/>
            <a:t>únicas</a:t>
          </a:r>
          <a:r>
            <a:rPr lang="en-US" sz="1500" kern="1200" dirty="0"/>
            <a:t>, no se </a:t>
          </a:r>
          <a:r>
            <a:rPr lang="en-US" sz="1500" kern="1200" dirty="0" err="1"/>
            <a:t>repiten</a:t>
          </a:r>
          <a:r>
            <a:rPr lang="en-US" sz="1500" kern="1200" dirty="0"/>
            <a:t> y </a:t>
          </a:r>
          <a:r>
            <a:rPr lang="en-US" sz="1500" kern="1200" dirty="0" err="1"/>
            <a:t>requieren</a:t>
          </a:r>
          <a:r>
            <a:rPr lang="en-US" sz="1500" kern="1200" dirty="0"/>
            <a:t> </a:t>
          </a:r>
          <a:r>
            <a:rPr lang="en-US" sz="1500" kern="1200" dirty="0" err="1"/>
            <a:t>soluciones</a:t>
          </a:r>
          <a:r>
            <a:rPr lang="en-US" sz="1500" kern="1200" dirty="0"/>
            <a:t> a </a:t>
          </a:r>
          <a:r>
            <a:rPr lang="en-US" sz="1500" kern="1200" dirty="0" err="1"/>
            <a:t>medida</a:t>
          </a:r>
          <a:r>
            <a:rPr lang="en-US" sz="1500" kern="1200" dirty="0"/>
            <a:t>. Son decisions </a:t>
          </a:r>
          <a:r>
            <a:rPr lang="en-US" sz="1500" kern="1200" dirty="0" err="1"/>
            <a:t>adaptativas</a:t>
          </a:r>
          <a:r>
            <a:rPr lang="en-US" sz="1500" kern="1200" dirty="0"/>
            <a:t> e </a:t>
          </a:r>
          <a:r>
            <a:rPr lang="en-US" sz="1500" kern="1200" dirty="0" err="1"/>
            <a:t>innovadoras</a:t>
          </a:r>
          <a:r>
            <a:rPr lang="en-US" sz="1500" kern="1200" dirty="0"/>
            <a:t>.</a:t>
          </a:r>
          <a:endParaRPr lang="es-ES" sz="1500" kern="1200" dirty="0"/>
        </a:p>
        <a:p>
          <a:pPr marL="228600" lvl="2" indent="-114300" algn="l" defTabSz="666750">
            <a:lnSpc>
              <a:spcPct val="90000"/>
            </a:lnSpc>
            <a:spcBef>
              <a:spcPct val="0"/>
            </a:spcBef>
            <a:spcAft>
              <a:spcPct val="20000"/>
            </a:spcAft>
            <a:buChar char="•"/>
          </a:pPr>
          <a:r>
            <a:rPr lang="en-US" sz="1500" kern="1200" dirty="0"/>
            <a:t>No hay </a:t>
          </a:r>
          <a:r>
            <a:rPr lang="en-US" sz="1500" kern="1200" dirty="0" err="1"/>
            <a:t>solución</a:t>
          </a:r>
          <a:r>
            <a:rPr lang="en-US" sz="1500" kern="1200" dirty="0"/>
            <a:t> </a:t>
          </a:r>
          <a:r>
            <a:rPr lang="en-US" sz="1500" kern="1200" dirty="0" err="1"/>
            <a:t>prefabricada</a:t>
          </a:r>
          <a:r>
            <a:rPr lang="en-US" sz="1500" kern="1200" dirty="0"/>
            <a:t>..</a:t>
          </a:r>
          <a:endParaRPr lang="es-ES" sz="1500" kern="1200" dirty="0"/>
        </a:p>
      </dsp:txBody>
      <dsp:txXfrm>
        <a:off x="0" y="633150"/>
        <a:ext cx="5486400" cy="3067740"/>
      </dsp:txXfrm>
    </dsp:sp>
    <dsp:sp modelId="{FE67C913-7C9F-4184-9FEE-AB5D7D7676A1}">
      <dsp:nvSpPr>
        <dsp:cNvPr id="0" name=""/>
        <dsp:cNvSpPr/>
      </dsp:nvSpPr>
      <dsp:spPr>
        <a:xfrm>
          <a:off x="0" y="3700890"/>
          <a:ext cx="5486400" cy="455715"/>
        </a:xfrm>
        <a:prstGeom prst="roundRect">
          <a:avLst/>
        </a:prstGeom>
        <a:solidFill>
          <a:schemeClr val="accent3">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SEGÚN EL TIPO DE OBJETIVO</a:t>
          </a:r>
          <a:endParaRPr lang="es-ES" sz="1900" kern="1200" dirty="0"/>
        </a:p>
      </dsp:txBody>
      <dsp:txXfrm>
        <a:off x="22246" y="3723136"/>
        <a:ext cx="5441908" cy="411223"/>
      </dsp:txXfrm>
    </dsp:sp>
    <dsp:sp modelId="{F43C1E4A-572F-46A5-A2E8-1123E110CB6B}">
      <dsp:nvSpPr>
        <dsp:cNvPr id="0" name=""/>
        <dsp:cNvSpPr/>
      </dsp:nvSpPr>
      <dsp:spPr>
        <a:xfrm>
          <a:off x="0" y="4156605"/>
          <a:ext cx="5486400"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9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Operativas</a:t>
          </a:r>
          <a:endParaRPr lang="es-ES" sz="1500" kern="1200"/>
        </a:p>
        <a:p>
          <a:pPr marL="114300" lvl="1" indent="-114300" algn="l" defTabSz="666750">
            <a:lnSpc>
              <a:spcPct val="90000"/>
            </a:lnSpc>
            <a:spcBef>
              <a:spcPct val="0"/>
            </a:spcBef>
            <a:spcAft>
              <a:spcPct val="20000"/>
            </a:spcAft>
            <a:buChar char="•"/>
          </a:pPr>
          <a:r>
            <a:rPr lang="en-US" sz="1500" kern="1200" dirty="0" err="1"/>
            <a:t>Tácticas</a:t>
          </a:r>
          <a:endParaRPr lang="es-ES" sz="1500" kern="1200" dirty="0"/>
        </a:p>
        <a:p>
          <a:pPr marL="114300" lvl="1" indent="-114300" algn="l" defTabSz="666750">
            <a:lnSpc>
              <a:spcPct val="90000"/>
            </a:lnSpc>
            <a:spcBef>
              <a:spcPct val="0"/>
            </a:spcBef>
            <a:spcAft>
              <a:spcPct val="20000"/>
            </a:spcAft>
            <a:buChar char="•"/>
          </a:pPr>
          <a:r>
            <a:rPr lang="en-US" sz="1500" kern="1200" dirty="0" err="1"/>
            <a:t>Estratégicas</a:t>
          </a:r>
          <a:endParaRPr lang="es-ES" sz="1500" kern="1200" dirty="0"/>
        </a:p>
      </dsp:txBody>
      <dsp:txXfrm>
        <a:off x="0" y="4156605"/>
        <a:ext cx="5486400" cy="78659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4EE035-9D78-4906-A7AD-5494365F0962}">
      <dsp:nvSpPr>
        <dsp:cNvPr id="0" name=""/>
        <dsp:cNvSpPr/>
      </dsp:nvSpPr>
      <dsp:spPr>
        <a:xfrm>
          <a:off x="942448" y="1315"/>
          <a:ext cx="3911302" cy="2346781"/>
        </a:xfrm>
        <a:prstGeom prst="rect">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t>Programadas</a:t>
          </a:r>
          <a:r>
            <a:rPr lang="es-ES" sz="2200" kern="1200" dirty="0"/>
            <a:t>. Problemas estructurados</a:t>
          </a:r>
        </a:p>
        <a:p>
          <a:pPr marL="171450" lvl="1" indent="-171450" algn="l" defTabSz="755650">
            <a:lnSpc>
              <a:spcPct val="90000"/>
            </a:lnSpc>
            <a:spcBef>
              <a:spcPct val="0"/>
            </a:spcBef>
            <a:spcAft>
              <a:spcPct val="15000"/>
            </a:spcAft>
            <a:buChar char="•"/>
          </a:pPr>
          <a:r>
            <a:rPr lang="es-ES" sz="1700" kern="1200"/>
            <a:t>Procedimiento: pasos sucesivos problema estructurado.</a:t>
          </a:r>
        </a:p>
        <a:p>
          <a:pPr marL="171450" lvl="1" indent="-171450" algn="l" defTabSz="755650">
            <a:lnSpc>
              <a:spcPct val="90000"/>
            </a:lnSpc>
            <a:spcBef>
              <a:spcPct val="0"/>
            </a:spcBef>
            <a:spcAft>
              <a:spcPct val="15000"/>
            </a:spcAft>
            <a:buChar char="•"/>
          </a:pPr>
          <a:r>
            <a:rPr lang="es-ES" sz="1700" kern="1200"/>
            <a:t>Regla: declaración explícita de lo que se puede hacer. Frecuente.</a:t>
          </a:r>
        </a:p>
        <a:p>
          <a:pPr marL="171450" lvl="1" indent="-171450" algn="l" defTabSz="755650">
            <a:lnSpc>
              <a:spcPct val="90000"/>
            </a:lnSpc>
            <a:spcBef>
              <a:spcPct val="0"/>
            </a:spcBef>
            <a:spcAft>
              <a:spcPct val="15000"/>
            </a:spcAft>
            <a:buChar char="•"/>
          </a:pPr>
          <a:r>
            <a:rPr lang="es-ES" sz="1700" kern="1200"/>
            <a:t>Política: pautas para tomar decisiones.</a:t>
          </a:r>
        </a:p>
      </dsp:txBody>
      <dsp:txXfrm>
        <a:off x="942448" y="1315"/>
        <a:ext cx="3911302" cy="2346781"/>
      </dsp:txXfrm>
    </dsp:sp>
    <dsp:sp modelId="{5C61637C-378B-4502-B61B-4EC21509FE19}">
      <dsp:nvSpPr>
        <dsp:cNvPr id="0" name=""/>
        <dsp:cNvSpPr/>
      </dsp:nvSpPr>
      <dsp:spPr>
        <a:xfrm>
          <a:off x="942448" y="2739227"/>
          <a:ext cx="3911302" cy="2346781"/>
        </a:xfrm>
        <a:prstGeom prst="rect">
          <a:avLst/>
        </a:prstGeom>
        <a:solidFill>
          <a:schemeClr val="accent4">
            <a:hueOff val="8701595"/>
            <a:satOff val="-18857"/>
            <a:lumOff val="-804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dirty="0"/>
            <a:t>No programadas. Problemas nuevos. Son únicas, no se repiten  y requieren soluciones a medida. </a:t>
          </a:r>
        </a:p>
        <a:p>
          <a:pPr marL="0" lvl="0" indent="0" algn="ctr" defTabSz="1066800">
            <a:lnSpc>
              <a:spcPct val="90000"/>
            </a:lnSpc>
            <a:spcBef>
              <a:spcPct val="0"/>
            </a:spcBef>
            <a:spcAft>
              <a:spcPct val="35000"/>
            </a:spcAft>
            <a:buNone/>
          </a:pPr>
          <a:r>
            <a:rPr lang="es-ES" sz="2400" kern="1200" dirty="0"/>
            <a:t>Adaptativas.</a:t>
          </a:r>
        </a:p>
      </dsp:txBody>
      <dsp:txXfrm>
        <a:off x="942448" y="2739227"/>
        <a:ext cx="3911302" cy="23467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704365-8E2D-4D89-B240-A3A2AAA76F12}">
      <dsp:nvSpPr>
        <dsp:cNvPr id="0" name=""/>
        <dsp:cNvSpPr/>
      </dsp:nvSpPr>
      <dsp:spPr>
        <a:xfrm>
          <a:off x="0" y="48568"/>
          <a:ext cx="5952627" cy="67158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b="1" kern="1200"/>
            <a:t>Políticas:</a:t>
          </a:r>
          <a:endParaRPr lang="es-ES" sz="2800" kern="1200"/>
        </a:p>
      </dsp:txBody>
      <dsp:txXfrm>
        <a:off x="32784" y="81352"/>
        <a:ext cx="5887059" cy="606012"/>
      </dsp:txXfrm>
    </dsp:sp>
    <dsp:sp modelId="{770D9B05-B2FD-45C8-AFC0-D38171B6C4E7}">
      <dsp:nvSpPr>
        <dsp:cNvPr id="0" name=""/>
        <dsp:cNvSpPr/>
      </dsp:nvSpPr>
      <dsp:spPr>
        <a:xfrm>
          <a:off x="0" y="720148"/>
          <a:ext cx="5952627" cy="1680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996"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s-ES" sz="2200" kern="1200" dirty="0"/>
            <a:t>Orientan el pensamiento y la acción</a:t>
          </a:r>
        </a:p>
        <a:p>
          <a:pPr marL="228600" lvl="1" indent="-228600" algn="l" defTabSz="977900">
            <a:lnSpc>
              <a:spcPct val="90000"/>
            </a:lnSpc>
            <a:spcBef>
              <a:spcPct val="0"/>
            </a:spcBef>
            <a:spcAft>
              <a:spcPct val="20000"/>
            </a:spcAft>
            <a:buChar char="•"/>
          </a:pPr>
          <a:r>
            <a:rPr lang="es-ES" sz="2200" kern="1200" dirty="0"/>
            <a:t>Crean límites para que exista cierta consistencia en las decisiones que se toman en los diversos ámbitos de actuación de la empresa</a:t>
          </a:r>
        </a:p>
      </dsp:txBody>
      <dsp:txXfrm>
        <a:off x="0" y="720148"/>
        <a:ext cx="5952627" cy="1680840"/>
      </dsp:txXfrm>
    </dsp:sp>
    <dsp:sp modelId="{49925807-5EB0-40D1-A50D-66EB3009EDD9}">
      <dsp:nvSpPr>
        <dsp:cNvPr id="0" name=""/>
        <dsp:cNvSpPr/>
      </dsp:nvSpPr>
      <dsp:spPr>
        <a:xfrm>
          <a:off x="0" y="2400988"/>
          <a:ext cx="5952627" cy="67158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b="1" kern="1200" dirty="0"/>
            <a:t>Procedimientos:</a:t>
          </a:r>
          <a:endParaRPr lang="es-ES" sz="2800" kern="1200" dirty="0"/>
        </a:p>
      </dsp:txBody>
      <dsp:txXfrm>
        <a:off x="32784" y="2433772"/>
        <a:ext cx="5887059" cy="606012"/>
      </dsp:txXfrm>
    </dsp:sp>
    <dsp:sp modelId="{A6BBACB7-C253-4656-B282-934A7F9E2D31}">
      <dsp:nvSpPr>
        <dsp:cNvPr id="0" name=""/>
        <dsp:cNvSpPr/>
      </dsp:nvSpPr>
      <dsp:spPr>
        <a:xfrm>
          <a:off x="0" y="3072568"/>
          <a:ext cx="5952627" cy="75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996"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s-ES" sz="2200" kern="1200" dirty="0"/>
            <a:t>Guías específicas de actuación</a:t>
          </a:r>
        </a:p>
        <a:p>
          <a:pPr marL="228600" lvl="1" indent="-228600" algn="l" defTabSz="977900">
            <a:lnSpc>
              <a:spcPct val="90000"/>
            </a:lnSpc>
            <a:spcBef>
              <a:spcPct val="0"/>
            </a:spcBef>
            <a:spcAft>
              <a:spcPct val="20000"/>
            </a:spcAft>
            <a:buChar char="•"/>
          </a:pPr>
          <a:r>
            <a:rPr lang="es-ES" sz="2200" kern="1200" dirty="0"/>
            <a:t>Señalan los pasos que han de darse</a:t>
          </a:r>
        </a:p>
      </dsp:txBody>
      <dsp:txXfrm>
        <a:off x="0" y="3072568"/>
        <a:ext cx="5952627" cy="753480"/>
      </dsp:txXfrm>
    </dsp:sp>
    <dsp:sp modelId="{5DB5D55A-B471-452F-8C73-187F022AE274}">
      <dsp:nvSpPr>
        <dsp:cNvPr id="0" name=""/>
        <dsp:cNvSpPr/>
      </dsp:nvSpPr>
      <dsp:spPr>
        <a:xfrm>
          <a:off x="0" y="3826048"/>
          <a:ext cx="5952627" cy="671580"/>
        </a:xfrm>
        <a:prstGeom prst="roundRect">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b="1" kern="1200"/>
            <a:t>Reglas:</a:t>
          </a:r>
          <a:endParaRPr lang="es-ES" sz="2800" kern="1200"/>
        </a:p>
      </dsp:txBody>
      <dsp:txXfrm>
        <a:off x="32784" y="3858832"/>
        <a:ext cx="5887059" cy="606012"/>
      </dsp:txXfrm>
    </dsp:sp>
    <dsp:sp modelId="{7AA42477-9423-451C-B981-19380EE287C5}">
      <dsp:nvSpPr>
        <dsp:cNvPr id="0" name=""/>
        <dsp:cNvSpPr/>
      </dsp:nvSpPr>
      <dsp:spPr>
        <a:xfrm>
          <a:off x="0" y="4497628"/>
          <a:ext cx="5952627" cy="1014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996"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s-ES" sz="2200" kern="1200" dirty="0"/>
            <a:t>Señalan lo que se puede y lo que no se puede hacer en situaciones o  momentos muy definidos.</a:t>
          </a:r>
        </a:p>
      </dsp:txBody>
      <dsp:txXfrm>
        <a:off x="0" y="4497628"/>
        <a:ext cx="5952627" cy="10143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A339D-A4B0-4F47-8B27-77721602C097}">
      <dsp:nvSpPr>
        <dsp:cNvPr id="0" name=""/>
        <dsp:cNvSpPr/>
      </dsp:nvSpPr>
      <dsp:spPr>
        <a:xfrm>
          <a:off x="0" y="0"/>
          <a:ext cx="2606674" cy="5121275"/>
        </a:xfrm>
        <a:prstGeom prst="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s-ES" sz="2800" kern="1200" dirty="0"/>
            <a:t>Problemas estructurados: </a:t>
          </a:r>
          <a:r>
            <a:rPr lang="en-US" sz="2800" kern="1200" dirty="0" err="1"/>
            <a:t>Sencillos</a:t>
          </a:r>
          <a:r>
            <a:rPr lang="en-US" sz="2800" kern="1200" dirty="0"/>
            <a:t>, </a:t>
          </a:r>
          <a:r>
            <a:rPr lang="en-US" sz="2800" kern="1200" dirty="0" err="1"/>
            <a:t>conocidos</a:t>
          </a:r>
          <a:r>
            <a:rPr lang="en-US" sz="2800" kern="1200" dirty="0"/>
            <a:t> y </a:t>
          </a:r>
          <a:r>
            <a:rPr lang="en-US" sz="2800" kern="1200" dirty="0" err="1"/>
            <a:t>fáciles</a:t>
          </a:r>
          <a:r>
            <a:rPr lang="en-US" sz="2800" kern="1200" dirty="0"/>
            <a:t> de </a:t>
          </a:r>
          <a:r>
            <a:rPr lang="en-US" sz="2800" kern="1200" dirty="0" err="1"/>
            <a:t>definir</a:t>
          </a:r>
          <a:r>
            <a:rPr lang="en-US" sz="2800" kern="1200" dirty="0"/>
            <a:t>.</a:t>
          </a:r>
        </a:p>
      </dsp:txBody>
      <dsp:txXfrm>
        <a:off x="0" y="0"/>
        <a:ext cx="2606674" cy="512127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358C84-E625-4928-B7A1-4B96BB4D00AF}">
      <dsp:nvSpPr>
        <dsp:cNvPr id="0" name=""/>
        <dsp:cNvSpPr/>
      </dsp:nvSpPr>
      <dsp:spPr>
        <a:xfrm>
          <a:off x="0" y="0"/>
          <a:ext cx="2605087" cy="5121275"/>
        </a:xfrm>
        <a:prstGeom prst="rect">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s-ES" sz="3400" kern="1200"/>
            <a:t>Problemas sin estructurar. </a:t>
          </a:r>
          <a:r>
            <a:rPr lang="en-US" sz="3400" kern="1200"/>
            <a:t>Nuevos o inusuales </a:t>
          </a:r>
          <a:endParaRPr lang="es-ES" sz="3400" kern="1200" dirty="0"/>
        </a:p>
      </dsp:txBody>
      <dsp:txXfrm>
        <a:off x="0" y="0"/>
        <a:ext cx="2605087" cy="512127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201414-7B8D-488B-A86B-475566187CF4}">
      <dsp:nvSpPr>
        <dsp:cNvPr id="0" name=""/>
        <dsp:cNvSpPr/>
      </dsp:nvSpPr>
      <dsp:spPr>
        <a:xfrm>
          <a:off x="0" y="3090960"/>
          <a:ext cx="2606674" cy="2028004"/>
        </a:xfrm>
        <a:prstGeom prst="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s-ES" sz="2400" kern="1200"/>
            <a:t>Decisiones programadas. </a:t>
          </a:r>
          <a:r>
            <a:rPr lang="en-US" sz="2400" kern="1200"/>
            <a:t>Rutinarias</a:t>
          </a:r>
          <a:endParaRPr lang="es-ES" sz="2400" kern="1200" dirty="0"/>
        </a:p>
      </dsp:txBody>
      <dsp:txXfrm>
        <a:off x="0" y="3090960"/>
        <a:ext cx="2606674" cy="2028004"/>
      </dsp:txXfrm>
    </dsp:sp>
    <dsp:sp modelId="{08B9B89B-68C4-4291-9C6E-F2DCE7C9805A}">
      <dsp:nvSpPr>
        <dsp:cNvPr id="0" name=""/>
        <dsp:cNvSpPr/>
      </dsp:nvSpPr>
      <dsp:spPr>
        <a:xfrm rot="10800000">
          <a:off x="0" y="2309"/>
          <a:ext cx="2606674" cy="3119071"/>
        </a:xfrm>
        <a:prstGeom prst="upArrowCallout">
          <a:avLst/>
        </a:prstGeom>
        <a:solidFill>
          <a:schemeClr val="accent3">
            <a:hueOff val="-2990677"/>
            <a:satOff val="25025"/>
            <a:lumOff val="4706"/>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s-ES" sz="2400" kern="1200"/>
            <a:t>Problemas estructurados: </a:t>
          </a:r>
          <a:r>
            <a:rPr lang="en-US" sz="2400" kern="1200"/>
            <a:t>Sencillos, conocidos y fáciles de definir.</a:t>
          </a:r>
          <a:endParaRPr lang="en-US" sz="2400" kern="1200" dirty="0"/>
        </a:p>
      </dsp:txBody>
      <dsp:txXfrm rot="10800000">
        <a:off x="0" y="2309"/>
        <a:ext cx="2606674" cy="202667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7CDE52-96A2-4A89-95BC-E42B67D74D9D}">
      <dsp:nvSpPr>
        <dsp:cNvPr id="0" name=""/>
        <dsp:cNvSpPr/>
      </dsp:nvSpPr>
      <dsp:spPr>
        <a:xfrm>
          <a:off x="0" y="3090960"/>
          <a:ext cx="2605087" cy="2028004"/>
        </a:xfrm>
        <a:prstGeom prst="rect">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s-ES" sz="2800" kern="1200"/>
            <a:t>Decisiones sin programar. </a:t>
          </a:r>
          <a:r>
            <a:rPr lang="en-US" sz="2800" kern="1200"/>
            <a:t>Adaptativas e innovadoras</a:t>
          </a:r>
          <a:endParaRPr lang="es-ES" sz="2800" kern="1200" dirty="0"/>
        </a:p>
      </dsp:txBody>
      <dsp:txXfrm>
        <a:off x="0" y="3090960"/>
        <a:ext cx="2605087" cy="2028004"/>
      </dsp:txXfrm>
    </dsp:sp>
    <dsp:sp modelId="{3A98D2E7-EBB1-4B8B-8E5A-802CF7D36B2F}">
      <dsp:nvSpPr>
        <dsp:cNvPr id="0" name=""/>
        <dsp:cNvSpPr/>
      </dsp:nvSpPr>
      <dsp:spPr>
        <a:xfrm rot="10800000">
          <a:off x="0" y="2309"/>
          <a:ext cx="2605087" cy="3119071"/>
        </a:xfrm>
        <a:prstGeom prst="upArrowCallout">
          <a:avLst/>
        </a:prstGeom>
        <a:solidFill>
          <a:schemeClr val="accent5">
            <a:hueOff val="11178319"/>
            <a:satOff val="-9634"/>
            <a:lumOff val="12746"/>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s-ES" sz="2800" kern="1200"/>
            <a:t>Problemas sin estructurar. </a:t>
          </a:r>
          <a:r>
            <a:rPr lang="en-US" sz="2800" kern="1200"/>
            <a:t>Nuevos o inusuales </a:t>
          </a:r>
          <a:endParaRPr lang="es-ES" sz="2800" kern="1200" dirty="0"/>
        </a:p>
      </dsp:txBody>
      <dsp:txXfrm rot="10800000">
        <a:off x="0" y="2309"/>
        <a:ext cx="2605087" cy="202667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A6A70-2189-4B92-93F5-B21C71488941}">
      <dsp:nvSpPr>
        <dsp:cNvPr id="0" name=""/>
        <dsp:cNvSpPr/>
      </dsp:nvSpPr>
      <dsp:spPr>
        <a:xfrm>
          <a:off x="0" y="396193"/>
          <a:ext cx="4646013" cy="1031062"/>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Como </a:t>
          </a:r>
          <a:r>
            <a:rPr lang="en-US" sz="1200" b="1" kern="1200"/>
            <a:t>los directivos de nivel inferior </a:t>
          </a:r>
          <a:r>
            <a:rPr lang="en-US" sz="1200" kern="1200"/>
            <a:t>tienen problemas conocidos y repetidos, en general recurren a decisiones programadas como procedimientos , reglas y políticas.</a:t>
          </a:r>
          <a:endParaRPr lang="es-ES" sz="1200" kern="1200"/>
        </a:p>
      </dsp:txBody>
      <dsp:txXfrm>
        <a:off x="50332" y="446525"/>
        <a:ext cx="4545349" cy="930398"/>
      </dsp:txXfrm>
    </dsp:sp>
    <dsp:sp modelId="{FD78243E-7E6D-40AA-8352-8A5C5A58D3C2}">
      <dsp:nvSpPr>
        <dsp:cNvPr id="0" name=""/>
        <dsp:cNvSpPr/>
      </dsp:nvSpPr>
      <dsp:spPr>
        <a:xfrm>
          <a:off x="0" y="1461815"/>
          <a:ext cx="4646013" cy="1031062"/>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Los </a:t>
          </a:r>
          <a:r>
            <a:rPr lang="en-US" sz="1200" kern="1200" dirty="0" err="1"/>
            <a:t>problemas</a:t>
          </a:r>
          <a:r>
            <a:rPr lang="en-US" sz="1200" kern="1200" dirty="0"/>
            <a:t> que </a:t>
          </a:r>
          <a:r>
            <a:rPr lang="en-US" sz="1200" kern="1200" dirty="0" err="1"/>
            <a:t>enfrentan</a:t>
          </a:r>
          <a:r>
            <a:rPr lang="en-US" sz="1200" kern="1200" dirty="0"/>
            <a:t> </a:t>
          </a:r>
          <a:r>
            <a:rPr lang="en-US" sz="1200" kern="1200" dirty="0" err="1"/>
            <a:t>los</a:t>
          </a:r>
          <a:r>
            <a:rPr lang="en-US" sz="1200" kern="1200" dirty="0"/>
            <a:t> </a:t>
          </a:r>
          <a:r>
            <a:rPr lang="en-US" sz="1200" kern="1200" dirty="0" err="1"/>
            <a:t>directivos</a:t>
          </a:r>
          <a:r>
            <a:rPr lang="en-US" sz="1200" kern="1200" dirty="0"/>
            <a:t> se </a:t>
          </a:r>
          <a:r>
            <a:rPr lang="en-US" sz="1200" kern="1200" dirty="0" err="1"/>
            <a:t>hacen</a:t>
          </a:r>
          <a:r>
            <a:rPr lang="en-US" sz="1200" kern="1200" dirty="0"/>
            <a:t> </a:t>
          </a:r>
          <a:r>
            <a:rPr lang="en-US" sz="1200" b="1" kern="1200" dirty="0" err="1"/>
            <a:t>menos</a:t>
          </a:r>
          <a:r>
            <a:rPr lang="en-US" sz="1200" b="1" kern="1200" dirty="0"/>
            <a:t> </a:t>
          </a:r>
          <a:r>
            <a:rPr lang="en-US" sz="1200" b="1" kern="1200" dirty="0" err="1"/>
            <a:t>estructurados</a:t>
          </a:r>
          <a:r>
            <a:rPr lang="en-US" sz="1200" b="1" kern="1200" dirty="0"/>
            <a:t> a </a:t>
          </a:r>
          <a:r>
            <a:rPr lang="en-US" sz="1200" b="1" kern="1200" dirty="0" err="1"/>
            <a:t>medida</a:t>
          </a:r>
          <a:r>
            <a:rPr lang="en-US" sz="1200" b="1" kern="1200" dirty="0"/>
            <a:t> que </a:t>
          </a:r>
          <a:r>
            <a:rPr lang="en-US" sz="1200" b="1" kern="1200" dirty="0" err="1"/>
            <a:t>ascienden</a:t>
          </a:r>
          <a:r>
            <a:rPr lang="en-US" sz="1200" b="1" kern="1200" dirty="0"/>
            <a:t> </a:t>
          </a:r>
          <a:r>
            <a:rPr lang="en-US" sz="1200" b="1" kern="1200" dirty="0" err="1"/>
            <a:t>por</a:t>
          </a:r>
          <a:r>
            <a:rPr lang="en-US" sz="1200" b="1" kern="1200" dirty="0"/>
            <a:t> la </a:t>
          </a:r>
          <a:r>
            <a:rPr lang="en-US" sz="1200" b="1" kern="1200" dirty="0" err="1"/>
            <a:t>jerarquía</a:t>
          </a:r>
          <a:r>
            <a:rPr lang="en-US" sz="1200" b="1" kern="1200" dirty="0"/>
            <a:t> </a:t>
          </a:r>
          <a:r>
            <a:rPr lang="en-US" sz="1200" kern="1200" dirty="0"/>
            <a:t>de la </a:t>
          </a:r>
          <a:r>
            <a:rPr lang="en-US" sz="1200" kern="1200" dirty="0" err="1"/>
            <a:t>organización</a:t>
          </a:r>
          <a:r>
            <a:rPr lang="en-US" sz="1200" kern="1200" dirty="0"/>
            <a:t>, </a:t>
          </a:r>
          <a:r>
            <a:rPr lang="en-US" sz="1200" kern="1200" dirty="0" err="1"/>
            <a:t>porque</a:t>
          </a:r>
          <a:r>
            <a:rPr lang="en-US" sz="1200" kern="1200" dirty="0"/>
            <a:t> </a:t>
          </a:r>
          <a:r>
            <a:rPr lang="en-US" sz="1200" kern="1200" dirty="0" err="1"/>
            <a:t>los</a:t>
          </a:r>
          <a:r>
            <a:rPr lang="en-US" sz="1200" kern="1200" dirty="0"/>
            <a:t> </a:t>
          </a:r>
          <a:r>
            <a:rPr lang="en-US" sz="1200" kern="1200" dirty="0" err="1"/>
            <a:t>directivos</a:t>
          </a:r>
          <a:r>
            <a:rPr lang="en-US" sz="1200" kern="1200" dirty="0"/>
            <a:t> de </a:t>
          </a:r>
          <a:r>
            <a:rPr lang="en-US" sz="1200" kern="1200" dirty="0" err="1"/>
            <a:t>niveles</a:t>
          </a:r>
          <a:r>
            <a:rPr lang="en-US" sz="1200" kern="1200" dirty="0"/>
            <a:t> </a:t>
          </a:r>
          <a:r>
            <a:rPr lang="en-US" sz="1200" kern="1200" dirty="0" err="1"/>
            <a:t>inferiores</a:t>
          </a:r>
          <a:r>
            <a:rPr lang="en-US" sz="1200" kern="1200" dirty="0"/>
            <a:t> se </a:t>
          </a:r>
          <a:r>
            <a:rPr lang="en-US" sz="1200" kern="1200" dirty="0" err="1"/>
            <a:t>ocupan</a:t>
          </a:r>
          <a:r>
            <a:rPr lang="en-US" sz="1200" kern="1200" dirty="0"/>
            <a:t> de las </a:t>
          </a:r>
          <a:r>
            <a:rPr lang="en-US" sz="1200" kern="1200" dirty="0" err="1"/>
            <a:t>decisiones</a:t>
          </a:r>
          <a:r>
            <a:rPr lang="en-US" sz="1200" kern="1200" dirty="0"/>
            <a:t> de </a:t>
          </a:r>
          <a:r>
            <a:rPr lang="en-US" sz="1200" kern="1200" dirty="0" err="1"/>
            <a:t>rutina</a:t>
          </a:r>
          <a:r>
            <a:rPr lang="en-US" sz="1200" kern="1200" dirty="0"/>
            <a:t> y </a:t>
          </a:r>
          <a:r>
            <a:rPr lang="en-US" sz="1200" kern="1200" dirty="0" err="1"/>
            <a:t>dejan</a:t>
          </a:r>
          <a:r>
            <a:rPr lang="en-US" sz="1200" kern="1200" dirty="0"/>
            <a:t> que </a:t>
          </a:r>
          <a:r>
            <a:rPr lang="en-US" sz="1200" kern="1200" dirty="0" err="1"/>
            <a:t>los</a:t>
          </a:r>
          <a:r>
            <a:rPr lang="en-US" sz="1200" kern="1200" dirty="0"/>
            <a:t> de </a:t>
          </a:r>
          <a:r>
            <a:rPr lang="en-US" sz="1200" kern="1200" dirty="0" err="1"/>
            <a:t>niveles</a:t>
          </a:r>
          <a:r>
            <a:rPr lang="en-US" sz="1200" kern="1200" dirty="0"/>
            <a:t> </a:t>
          </a:r>
          <a:r>
            <a:rPr lang="en-US" sz="1200" kern="1200" dirty="0" err="1"/>
            <a:t>superiores</a:t>
          </a:r>
          <a:r>
            <a:rPr lang="en-US" sz="1200" kern="1200" dirty="0"/>
            <a:t> se </a:t>
          </a:r>
          <a:r>
            <a:rPr lang="en-US" sz="1200" kern="1200" dirty="0" err="1"/>
            <a:t>encarguen</a:t>
          </a:r>
          <a:r>
            <a:rPr lang="en-US" sz="1200" kern="1200" dirty="0"/>
            <a:t> de las </a:t>
          </a:r>
          <a:r>
            <a:rPr lang="en-US" sz="1200" kern="1200" dirty="0" err="1"/>
            <a:t>decisiones</a:t>
          </a:r>
          <a:r>
            <a:rPr lang="en-US" sz="1200" kern="1200" dirty="0"/>
            <a:t> que les </a:t>
          </a:r>
          <a:r>
            <a:rPr lang="en-US" sz="1200" kern="1200" dirty="0" err="1"/>
            <a:t>parecen</a:t>
          </a:r>
          <a:r>
            <a:rPr lang="en-US" sz="1200" kern="1200" dirty="0"/>
            <a:t> </a:t>
          </a:r>
          <a:r>
            <a:rPr lang="en-US" sz="1200" kern="1200" dirty="0" err="1"/>
            <a:t>inusitadas</a:t>
          </a:r>
          <a:r>
            <a:rPr lang="en-US" sz="1200" kern="1200" dirty="0"/>
            <a:t> o </a:t>
          </a:r>
          <a:r>
            <a:rPr lang="en-US" sz="1200" kern="1200" dirty="0" err="1"/>
            <a:t>difíciles</a:t>
          </a:r>
          <a:r>
            <a:rPr lang="en-US" sz="1200" kern="1200" dirty="0"/>
            <a:t>.</a:t>
          </a:r>
          <a:endParaRPr lang="es-ES" sz="1200" kern="1200" dirty="0"/>
        </a:p>
      </dsp:txBody>
      <dsp:txXfrm>
        <a:off x="50332" y="1512147"/>
        <a:ext cx="4545349" cy="930398"/>
      </dsp:txXfrm>
    </dsp:sp>
    <dsp:sp modelId="{0E97E67C-6071-44C4-B510-99B5CB1BEAD6}">
      <dsp:nvSpPr>
        <dsp:cNvPr id="0" name=""/>
        <dsp:cNvSpPr/>
      </dsp:nvSpPr>
      <dsp:spPr>
        <a:xfrm>
          <a:off x="0" y="2527438"/>
          <a:ext cx="4646013" cy="1031062"/>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Del mismo modo, los directivos de nivel inferior delegan las decisiones de rutina en sus subordinados para concentrarse en los problemas más difíciles.</a:t>
          </a:r>
          <a:endParaRPr lang="es-ES" sz="1200" kern="1200"/>
        </a:p>
      </dsp:txBody>
      <dsp:txXfrm>
        <a:off x="50332" y="2577770"/>
        <a:ext cx="4545349" cy="930398"/>
      </dsp:txXfrm>
    </dsp:sp>
    <dsp:sp modelId="{DD179C5C-8348-4803-8023-7E96FCE4327B}">
      <dsp:nvSpPr>
        <dsp:cNvPr id="0" name=""/>
        <dsp:cNvSpPr/>
      </dsp:nvSpPr>
      <dsp:spPr>
        <a:xfrm>
          <a:off x="0" y="3593061"/>
          <a:ext cx="4646013" cy="1031062"/>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La mayor parte de las decisiones se encuentran en el medio. Una decisión es principalmente programada o principalmente sin programar.</a:t>
          </a:r>
          <a:endParaRPr lang="es-ES" sz="1200" kern="1200"/>
        </a:p>
      </dsp:txBody>
      <dsp:txXfrm>
        <a:off x="50332" y="3643393"/>
        <a:ext cx="4545349" cy="93039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1F8EA7-E022-4CCC-980D-506BB1D5610E}">
      <dsp:nvSpPr>
        <dsp:cNvPr id="0" name=""/>
        <dsp:cNvSpPr/>
      </dsp:nvSpPr>
      <dsp:spPr>
        <a:xfrm>
          <a:off x="669607" y="0"/>
          <a:ext cx="7588885" cy="2663826"/>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9A13ED-93D0-4630-9328-9F1D91ED7633}">
      <dsp:nvSpPr>
        <dsp:cNvPr id="0" name=""/>
        <dsp:cNvSpPr/>
      </dsp:nvSpPr>
      <dsp:spPr>
        <a:xfrm>
          <a:off x="762" y="799147"/>
          <a:ext cx="1222818" cy="1065530"/>
        </a:xfrm>
        <a:prstGeom prst="roundRect">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_tradnl" sz="1400" kern="1200" dirty="0"/>
            <a:t>Identificación y diagnóstico del problema</a:t>
          </a:r>
        </a:p>
      </dsp:txBody>
      <dsp:txXfrm>
        <a:off x="52777" y="851162"/>
        <a:ext cx="1118788" cy="961500"/>
      </dsp:txXfrm>
    </dsp:sp>
    <dsp:sp modelId="{C242D71C-A272-4483-B76F-ACD91639714C}">
      <dsp:nvSpPr>
        <dsp:cNvPr id="0" name=""/>
        <dsp:cNvSpPr/>
      </dsp:nvSpPr>
      <dsp:spPr>
        <a:xfrm>
          <a:off x="1284722" y="799147"/>
          <a:ext cx="1222818" cy="1065530"/>
        </a:xfrm>
        <a:prstGeom prst="round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_tradnl" sz="1400" kern="1200" dirty="0"/>
            <a:t>Identificación de los criterios de decisión</a:t>
          </a:r>
        </a:p>
      </dsp:txBody>
      <dsp:txXfrm>
        <a:off x="1336737" y="851162"/>
        <a:ext cx="1118788" cy="961500"/>
      </dsp:txXfrm>
    </dsp:sp>
    <dsp:sp modelId="{9190157B-FC03-486B-8B16-ADEB54B5AEFB}">
      <dsp:nvSpPr>
        <dsp:cNvPr id="0" name=""/>
        <dsp:cNvSpPr/>
      </dsp:nvSpPr>
      <dsp:spPr>
        <a:xfrm>
          <a:off x="2568681" y="799147"/>
          <a:ext cx="1222818" cy="1065530"/>
        </a:xfrm>
        <a:prstGeom prst="roundRect">
          <a:avLst/>
        </a:prstGeom>
        <a:solidFill>
          <a:schemeClr val="accent4">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_tradnl" sz="1400" kern="1200" dirty="0"/>
            <a:t>Ponderación de los criterios</a:t>
          </a:r>
        </a:p>
      </dsp:txBody>
      <dsp:txXfrm>
        <a:off x="2620696" y="851162"/>
        <a:ext cx="1118788" cy="961500"/>
      </dsp:txXfrm>
    </dsp:sp>
    <dsp:sp modelId="{D1660D3B-2CEC-4C6C-A91E-6CEDF138CBD2}">
      <dsp:nvSpPr>
        <dsp:cNvPr id="0" name=""/>
        <dsp:cNvSpPr/>
      </dsp:nvSpPr>
      <dsp:spPr>
        <a:xfrm>
          <a:off x="3852640" y="799147"/>
          <a:ext cx="1222818" cy="1065530"/>
        </a:xfrm>
        <a:prstGeom prst="roundRect">
          <a:avLst/>
        </a:prstGeom>
        <a:solidFill>
          <a:schemeClr val="accent5">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_tradnl" sz="1400" kern="1200" dirty="0"/>
            <a:t>Búsqueda de alternativas</a:t>
          </a:r>
        </a:p>
      </dsp:txBody>
      <dsp:txXfrm>
        <a:off x="3904655" y="851162"/>
        <a:ext cx="1118788" cy="961500"/>
      </dsp:txXfrm>
    </dsp:sp>
    <dsp:sp modelId="{1875D51E-43AD-4D8E-BBDC-8571BA450217}">
      <dsp:nvSpPr>
        <dsp:cNvPr id="0" name=""/>
        <dsp:cNvSpPr/>
      </dsp:nvSpPr>
      <dsp:spPr>
        <a:xfrm>
          <a:off x="5136600" y="799147"/>
          <a:ext cx="1222818" cy="1065530"/>
        </a:xfrm>
        <a:prstGeom prst="roundRect">
          <a:avLst/>
        </a:prstGeom>
        <a:solidFill>
          <a:schemeClr val="accent6">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_tradnl" sz="1400" kern="1200" dirty="0"/>
            <a:t>Análisis de alternativas</a:t>
          </a:r>
        </a:p>
      </dsp:txBody>
      <dsp:txXfrm>
        <a:off x="5188615" y="851162"/>
        <a:ext cx="1118788" cy="961500"/>
      </dsp:txXfrm>
    </dsp:sp>
    <dsp:sp modelId="{78AB6C3F-0703-46BB-B1D8-2A93390421D8}">
      <dsp:nvSpPr>
        <dsp:cNvPr id="0" name=""/>
        <dsp:cNvSpPr/>
      </dsp:nvSpPr>
      <dsp:spPr>
        <a:xfrm>
          <a:off x="6420559" y="799147"/>
          <a:ext cx="1222818" cy="1065530"/>
        </a:xfrm>
        <a:prstGeom prst="roundRect">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_tradnl" sz="1400" kern="1200" dirty="0"/>
            <a:t>Selección de alternativa</a:t>
          </a:r>
        </a:p>
      </dsp:txBody>
      <dsp:txXfrm>
        <a:off x="6472574" y="851162"/>
        <a:ext cx="1118788" cy="961500"/>
      </dsp:txXfrm>
    </dsp:sp>
    <dsp:sp modelId="{EC01F2A7-2293-40D1-AE64-4ACB83107D0C}">
      <dsp:nvSpPr>
        <dsp:cNvPr id="0" name=""/>
        <dsp:cNvSpPr/>
      </dsp:nvSpPr>
      <dsp:spPr>
        <a:xfrm>
          <a:off x="7704518" y="799147"/>
          <a:ext cx="1222818" cy="1065530"/>
        </a:xfrm>
        <a:prstGeom prst="round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_tradnl" sz="1400" kern="1200" dirty="0"/>
            <a:t>Implementar alternativa</a:t>
          </a:r>
        </a:p>
      </dsp:txBody>
      <dsp:txXfrm>
        <a:off x="7756533" y="851162"/>
        <a:ext cx="1118788" cy="9615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B14534-5749-4B5E-AC9D-221A403F6D06}">
      <dsp:nvSpPr>
        <dsp:cNvPr id="0" name=""/>
        <dsp:cNvSpPr/>
      </dsp:nvSpPr>
      <dsp:spPr>
        <a:xfrm>
          <a:off x="0" y="76547"/>
          <a:ext cx="8855075" cy="895050"/>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Laplace (</a:t>
          </a:r>
          <a:r>
            <a:rPr lang="en-US" sz="1600" b="1" kern="1200" dirty="0" err="1"/>
            <a:t>igual</a:t>
          </a:r>
          <a:r>
            <a:rPr lang="en-US" sz="1600" b="1" kern="1200" dirty="0"/>
            <a:t> </a:t>
          </a:r>
          <a:r>
            <a:rPr lang="en-US" sz="1600" b="1" kern="1200" dirty="0" err="1"/>
            <a:t>verisimilitud</a:t>
          </a:r>
          <a:r>
            <a:rPr lang="en-US" sz="1600" b="1" kern="1200" dirty="0"/>
            <a:t>): </a:t>
          </a:r>
          <a:r>
            <a:rPr lang="en-US" sz="1600" kern="1200" dirty="0" err="1"/>
            <a:t>Igual</a:t>
          </a:r>
          <a:r>
            <a:rPr lang="en-US" sz="1600" kern="1200" dirty="0"/>
            <a:t> de </a:t>
          </a:r>
          <a:r>
            <a:rPr lang="en-US" sz="1600" kern="1200" dirty="0" err="1"/>
            <a:t>probables</a:t>
          </a:r>
          <a:r>
            <a:rPr lang="en-US" sz="1600" kern="1200" dirty="0"/>
            <a:t> </a:t>
          </a:r>
          <a:r>
            <a:rPr lang="en-US" sz="1600" kern="1200" dirty="0" err="1"/>
            <a:t>los</a:t>
          </a:r>
          <a:r>
            <a:rPr lang="en-US" sz="1600" kern="1200" dirty="0"/>
            <a:t> </a:t>
          </a:r>
          <a:r>
            <a:rPr lang="en-US" sz="1600" kern="1200" dirty="0" err="1"/>
            <a:t>distintos</a:t>
          </a:r>
          <a:r>
            <a:rPr lang="en-US" sz="1600" kern="1200" dirty="0"/>
            <a:t> </a:t>
          </a:r>
          <a:r>
            <a:rPr lang="en-US" sz="1600" kern="1200" dirty="0" err="1"/>
            <a:t>estados</a:t>
          </a:r>
          <a:r>
            <a:rPr lang="en-US" sz="1600" kern="1200" dirty="0"/>
            <a:t> </a:t>
          </a:r>
          <a:r>
            <a:rPr lang="en-US" sz="1600" kern="1200" dirty="0" err="1"/>
            <a:t>naturaleza</a:t>
          </a:r>
          <a:r>
            <a:rPr lang="en-US" sz="1600" kern="1200" dirty="0"/>
            <a:t>. El </a:t>
          </a:r>
          <a:r>
            <a:rPr lang="en-US" sz="1600" kern="1200" dirty="0" err="1"/>
            <a:t>gerente</a:t>
          </a:r>
          <a:r>
            <a:rPr lang="en-US" sz="1600" kern="1200" dirty="0"/>
            <a:t> </a:t>
          </a:r>
          <a:r>
            <a:rPr lang="en-US" sz="1600" kern="1200" dirty="0" err="1"/>
            <a:t>elige</a:t>
          </a:r>
          <a:r>
            <a:rPr lang="en-US" sz="1600" kern="1200" dirty="0"/>
            <a:t> la </a:t>
          </a:r>
          <a:r>
            <a:rPr lang="en-US" sz="1600" kern="1200" dirty="0" err="1"/>
            <a:t>estrategia</a:t>
          </a:r>
          <a:r>
            <a:rPr lang="en-US" sz="1600" kern="1200" dirty="0"/>
            <a:t> que le </a:t>
          </a:r>
          <a:r>
            <a:rPr lang="en-US" sz="1600" kern="1200" dirty="0" err="1"/>
            <a:t>proporcione</a:t>
          </a:r>
          <a:r>
            <a:rPr lang="en-US" sz="1600" kern="1200" dirty="0"/>
            <a:t> la </a:t>
          </a:r>
          <a:r>
            <a:rPr lang="en-US" sz="1600" kern="1200" dirty="0" err="1"/>
            <a:t>máxima</a:t>
          </a:r>
          <a:r>
            <a:rPr lang="en-US" sz="1600" kern="1200" dirty="0"/>
            <a:t> </a:t>
          </a:r>
          <a:r>
            <a:rPr lang="en-US" sz="1600" kern="1200" dirty="0" err="1"/>
            <a:t>ganancia</a:t>
          </a:r>
          <a:r>
            <a:rPr lang="en-US" sz="1600" kern="1200" dirty="0"/>
            <a:t> </a:t>
          </a:r>
          <a:r>
            <a:rPr lang="en-US" sz="1600" kern="1200" dirty="0" err="1"/>
            <a:t>esperada</a:t>
          </a:r>
          <a:endParaRPr lang="en-US" sz="1600" kern="1200" dirty="0"/>
        </a:p>
      </dsp:txBody>
      <dsp:txXfrm>
        <a:off x="43693" y="120240"/>
        <a:ext cx="8767689" cy="807664"/>
      </dsp:txXfrm>
    </dsp:sp>
    <dsp:sp modelId="{E780F318-A37C-479D-BCB1-FEBC0309A281}">
      <dsp:nvSpPr>
        <dsp:cNvPr id="0" name=""/>
        <dsp:cNvSpPr/>
      </dsp:nvSpPr>
      <dsp:spPr>
        <a:xfrm>
          <a:off x="0" y="1017677"/>
          <a:ext cx="8855075" cy="895050"/>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err="1"/>
            <a:t>Pesimista</a:t>
          </a:r>
          <a:r>
            <a:rPr lang="en-US" sz="1600" b="1" kern="1200" dirty="0"/>
            <a:t> o de Wald: </a:t>
          </a:r>
          <a:r>
            <a:rPr lang="en-US" sz="1600" kern="1200" dirty="0" err="1"/>
            <a:t>Supone</a:t>
          </a:r>
          <a:r>
            <a:rPr lang="en-US" sz="1600" kern="1200" dirty="0"/>
            <a:t> que la </a:t>
          </a:r>
          <a:r>
            <a:rPr lang="en-US" sz="1600" kern="1200" dirty="0" err="1"/>
            <a:t>naturaleza</a:t>
          </a:r>
          <a:r>
            <a:rPr lang="en-US" sz="1600" kern="1200" dirty="0"/>
            <a:t> </a:t>
          </a:r>
          <a:r>
            <a:rPr lang="en-US" sz="1600" kern="1200" dirty="0" err="1"/>
            <a:t>presentará</a:t>
          </a:r>
          <a:r>
            <a:rPr lang="en-US" sz="1600" kern="1200" dirty="0"/>
            <a:t> el </a:t>
          </a:r>
          <a:r>
            <a:rPr lang="en-US" sz="1600" kern="1200" dirty="0" err="1"/>
            <a:t>estado</a:t>
          </a:r>
          <a:r>
            <a:rPr lang="en-US" sz="1600" kern="1200" dirty="0"/>
            <a:t> </a:t>
          </a:r>
          <a:r>
            <a:rPr lang="en-US" sz="1600" kern="1200" dirty="0" err="1"/>
            <a:t>más</a:t>
          </a:r>
          <a:r>
            <a:rPr lang="en-US" sz="1600" kern="1200" dirty="0"/>
            <a:t> </a:t>
          </a:r>
          <a:r>
            <a:rPr lang="en-US" sz="1600" kern="1200" dirty="0" err="1"/>
            <a:t>desfavorable</a:t>
          </a:r>
          <a:r>
            <a:rPr lang="en-US" sz="1600" kern="1200" dirty="0"/>
            <a:t>  </a:t>
          </a:r>
          <a:r>
            <a:rPr lang="en-US" sz="1600" kern="1200" dirty="0" err="1"/>
            <a:t>posible</a:t>
          </a:r>
          <a:r>
            <a:rPr lang="en-US" sz="1600" kern="1200" dirty="0"/>
            <a:t>. En </a:t>
          </a:r>
          <a:r>
            <a:rPr lang="en-US" sz="1600" kern="1200" dirty="0" err="1"/>
            <a:t>consecuencia</a:t>
          </a:r>
          <a:r>
            <a:rPr lang="en-US" sz="1600" kern="1200" dirty="0"/>
            <a:t> </a:t>
          </a:r>
          <a:r>
            <a:rPr lang="en-US" sz="1600" kern="1200" dirty="0" err="1"/>
            <a:t>elige</a:t>
          </a:r>
          <a:r>
            <a:rPr lang="en-US" sz="1600" kern="1200" dirty="0"/>
            <a:t> el </a:t>
          </a:r>
          <a:r>
            <a:rPr lang="en-US" sz="1600" kern="1200" dirty="0" err="1"/>
            <a:t>máximo</a:t>
          </a:r>
          <a:r>
            <a:rPr lang="en-US" sz="1600" kern="1200" dirty="0"/>
            <a:t> de </a:t>
          </a:r>
          <a:r>
            <a:rPr lang="en-US" sz="1600" kern="1200" dirty="0" err="1"/>
            <a:t>los</a:t>
          </a:r>
          <a:r>
            <a:rPr lang="en-US" sz="1600" kern="1200" dirty="0"/>
            <a:t> </a:t>
          </a:r>
          <a:r>
            <a:rPr lang="en-US" sz="1600" kern="1200" dirty="0" err="1"/>
            <a:t>mínimos</a:t>
          </a:r>
          <a:r>
            <a:rPr lang="en-US" sz="1600" kern="1200" dirty="0"/>
            <a:t> </a:t>
          </a:r>
          <a:r>
            <a:rPr lang="en-US" sz="1600" kern="1200" dirty="0" err="1"/>
            <a:t>valores</a:t>
          </a:r>
          <a:r>
            <a:rPr lang="en-US" sz="1600" kern="1200" dirty="0"/>
            <a:t> que se </a:t>
          </a:r>
          <a:r>
            <a:rPr lang="en-US" sz="1600" kern="1200" dirty="0" err="1"/>
            <a:t>obtendrían</a:t>
          </a:r>
          <a:r>
            <a:rPr lang="en-US" sz="1600" kern="1200" dirty="0"/>
            <a:t> </a:t>
          </a:r>
          <a:r>
            <a:rPr lang="en-US" sz="1600" kern="1200" dirty="0" err="1"/>
            <a:t>en</a:t>
          </a:r>
          <a:r>
            <a:rPr lang="en-US" sz="1600" kern="1200" dirty="0"/>
            <a:t> </a:t>
          </a:r>
          <a:r>
            <a:rPr lang="en-US" sz="1600" kern="1200" dirty="0" err="1"/>
            <a:t>cada</a:t>
          </a:r>
          <a:r>
            <a:rPr lang="en-US" sz="1600" kern="1200" dirty="0"/>
            <a:t>  </a:t>
          </a:r>
          <a:r>
            <a:rPr lang="en-US" sz="1600" kern="1200" dirty="0" err="1"/>
            <a:t>alternativa</a:t>
          </a:r>
          <a:r>
            <a:rPr lang="en-US" sz="1600" kern="1200" dirty="0"/>
            <a:t> (la mayor de las </a:t>
          </a:r>
          <a:r>
            <a:rPr lang="en-US" sz="1600" kern="1200" dirty="0" err="1"/>
            <a:t>menores</a:t>
          </a:r>
          <a:r>
            <a:rPr lang="en-US" sz="1600" kern="1200" dirty="0"/>
            <a:t> </a:t>
          </a:r>
          <a:r>
            <a:rPr lang="en-US" sz="1600" kern="1200" dirty="0" err="1"/>
            <a:t>ganancias</a:t>
          </a:r>
          <a:r>
            <a:rPr lang="en-US" sz="1600" kern="1200" dirty="0"/>
            <a:t> o la </a:t>
          </a:r>
          <a:r>
            <a:rPr lang="en-US" sz="1600" kern="1200" dirty="0" err="1"/>
            <a:t>menor</a:t>
          </a:r>
          <a:r>
            <a:rPr lang="en-US" sz="1600" kern="1200" dirty="0"/>
            <a:t> de las </a:t>
          </a:r>
          <a:r>
            <a:rPr lang="en-US" sz="1600" kern="1200" dirty="0" err="1"/>
            <a:t>mayores</a:t>
          </a:r>
          <a:r>
            <a:rPr lang="en-US" sz="1600" kern="1200" dirty="0"/>
            <a:t> </a:t>
          </a:r>
          <a:r>
            <a:rPr lang="en-US" sz="1600" kern="1200" dirty="0" err="1"/>
            <a:t>pérdidas</a:t>
          </a:r>
          <a:r>
            <a:rPr lang="en-US" sz="1600" kern="1200" dirty="0"/>
            <a:t>  </a:t>
          </a:r>
          <a:r>
            <a:rPr lang="en-US" sz="1600" kern="1200" dirty="0" err="1"/>
            <a:t>posibles</a:t>
          </a:r>
          <a:r>
            <a:rPr lang="en-US" sz="1600" kern="1200" dirty="0"/>
            <a:t>)</a:t>
          </a:r>
          <a:r>
            <a:rPr lang="en-US" sz="1600" kern="1200" dirty="0" err="1"/>
            <a:t>èMaximin</a:t>
          </a:r>
          <a:r>
            <a:rPr lang="en-US" sz="1600" kern="1200" dirty="0"/>
            <a:t> o Minimax</a:t>
          </a:r>
        </a:p>
      </dsp:txBody>
      <dsp:txXfrm>
        <a:off x="43693" y="1061370"/>
        <a:ext cx="8767689" cy="807664"/>
      </dsp:txXfrm>
    </dsp:sp>
    <dsp:sp modelId="{D52F49D7-2698-41BF-AC1D-B9128BA8520F}">
      <dsp:nvSpPr>
        <dsp:cNvPr id="0" name=""/>
        <dsp:cNvSpPr/>
      </dsp:nvSpPr>
      <dsp:spPr>
        <a:xfrm>
          <a:off x="0" y="1958807"/>
          <a:ext cx="8855075" cy="895050"/>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Optimista: </a:t>
          </a:r>
          <a:r>
            <a:rPr lang="en-US" sz="1600" kern="1200"/>
            <a:t>Supone que la naturaleza presentará el estado más favorable posible. Elige el  máximo de los máximosèMaximax o Minimin</a:t>
          </a:r>
        </a:p>
      </dsp:txBody>
      <dsp:txXfrm>
        <a:off x="43693" y="2002500"/>
        <a:ext cx="8767689" cy="807664"/>
      </dsp:txXfrm>
    </dsp:sp>
    <dsp:sp modelId="{FFAE985E-A96B-4B1E-859E-A3B799B6E973}">
      <dsp:nvSpPr>
        <dsp:cNvPr id="0" name=""/>
        <dsp:cNvSpPr/>
      </dsp:nvSpPr>
      <dsp:spPr>
        <a:xfrm>
          <a:off x="0" y="2899937"/>
          <a:ext cx="8855075" cy="895050"/>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Hurwicz: </a:t>
          </a:r>
          <a:r>
            <a:rPr lang="en-US" sz="1600" kern="1200"/>
            <a:t>Criterio intermedio entre el criterio pesimista y el criterio optimista. Se determina  el coef. de optimismo y su complementario a la unidad (coef. de pesimismo). El mejor  resultado de cada alternativa se multiplica por coef de optimismo y el peor por el coef. de  pesimismoèMejor valor de H</a:t>
          </a:r>
        </a:p>
      </dsp:txBody>
      <dsp:txXfrm>
        <a:off x="43693" y="2943630"/>
        <a:ext cx="8767689" cy="807664"/>
      </dsp:txXfrm>
    </dsp:sp>
    <dsp:sp modelId="{23B34FF9-968E-454D-AD4D-AB1FD53A09EE}">
      <dsp:nvSpPr>
        <dsp:cNvPr id="0" name=""/>
        <dsp:cNvSpPr/>
      </dsp:nvSpPr>
      <dsp:spPr>
        <a:xfrm>
          <a:off x="0" y="3841067"/>
          <a:ext cx="8855075" cy="895050"/>
        </a:xfrm>
        <a:prstGeom prst="roundRect">
          <a:avLst/>
        </a:prstGeom>
        <a:solidFill>
          <a:schemeClr val="lt1">
            <a:hueOff val="0"/>
            <a:satOff val="0"/>
            <a:lumOff val="0"/>
            <a:alphaOff val="0"/>
          </a:schemeClr>
        </a:solidFill>
        <a:ln w="1079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Savage: </a:t>
          </a:r>
          <a:r>
            <a:rPr lang="en-US" sz="1600" kern="1200"/>
            <a:t>Construir una matriz de &lt;&lt;arrepentimiento&gt;&gt; o de perjuicios, que expresa lo que le  costaría rectificar la estrategia elegida una vez presentado el estado de la naturaleza, si este  es diferente al esperado. De la matriz de &lt;&lt;arrepentimiento&gt;&gt; criterio de elección è Minimax</a:t>
          </a:r>
        </a:p>
      </dsp:txBody>
      <dsp:txXfrm>
        <a:off x="43693" y="3884760"/>
        <a:ext cx="8767689" cy="80766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s-ES_tradnl"/>
          </a:p>
        </p:txBody>
      </p:sp>
      <p:sp>
        <p:nvSpPr>
          <p:cNvPr id="614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s-ES_tradnl"/>
          </a:p>
        </p:txBody>
      </p:sp>
      <p:sp>
        <p:nvSpPr>
          <p:cNvPr id="614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s-ES_tradnl"/>
          </a:p>
        </p:txBody>
      </p:sp>
      <p:sp>
        <p:nvSpPr>
          <p:cNvPr id="614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00E6D629-5234-428A-A654-BB13403B35DD}" type="slidenum">
              <a:rPr lang="es-ES_tradnl"/>
              <a:pPr>
                <a:defRPr/>
              </a:pPr>
              <a:t>‹Nº›</a:t>
            </a:fld>
            <a:endParaRPr lang="es-ES_tradnl"/>
          </a:p>
        </p:txBody>
      </p:sp>
    </p:spTree>
    <p:extLst>
      <p:ext uri="{BB962C8B-B14F-4D97-AF65-F5344CB8AC3E}">
        <p14:creationId xmlns:p14="http://schemas.microsoft.com/office/powerpoint/2010/main" val="823755220"/>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0T13:46:40.617"/>
    </inkml:context>
    <inkml:brush xml:id="br0">
      <inkml:brushProperty name="width" value="0.05" units="cm"/>
      <inkml:brushProperty name="height" value="0.05" units="cm"/>
      <inkml:brushProperty name="color" value="#E71224"/>
    </inkml:brush>
  </inkml:definitions>
  <inkml:trace contextRef="#ctx0" brushRef="#br0">776 1 24575,'-614'0'0,"602"-1"0,-1 2 0,0 0 0,1 0 0,-1 1 0,-23 7 0,32-8 0,0 1 0,1-1 0,-1 1 0,1 0 0,0 0 0,0 0 0,-1 0 0,1 1 0,1-1 0,-1 1 0,0 0 0,1 0 0,-1 0 0,1 0 0,0 0 0,0 0 0,0 1 0,0-1 0,1 1 0,-1-1 0,1 1 0,0-1 0,-1 8 0,1-4 0,1 1 0,0-1 0,0 1 0,0-1 0,1 1 0,0-1 0,3 9 0,19 54 0,-2-6 0,-11-27 0,-1 0 0,-1 0 0,4 41 0,-11-71 0,0 1 0,0-1 0,1 0 0,0 0 0,0 1 0,1-1 0,-1-1 0,6 9 0,2 2 0,24 27 0,-15-20 0,-13-15 0,0 1 0,-1 0 0,7 14 0,5 12 0,-3-8 0,20 51 0,3 10 0,-31-78 0,0 0 0,1-1 0,0 0 0,1 0 0,16 16 0,2-1 0,1-1 0,42 26 0,-63-46 0,1-1 0,1 0 0,-1 0 0,0-1 0,1 0 0,-1 0 0,1-1 0,14 1 0,0-1 0,39-4 0,-55 2 0,1 0 0,-1-1 0,0 0 0,0 0 0,-1 0 0,1-1 0,0 0 0,-1 0 0,1 0 0,-1-1 0,0 0 0,0 0 0,-1 0 0,1 0 0,-1-1 0,0 0 0,7-10 0,3-7 0,-1-1 0,20-47 0,-26 54 0,46-137 0,-22 55 0,-26 82 0,-1-1 0,0 0 0,-1 1 0,1-30 0,-6-71 0,0 51 0,3 11 0,-3-51 0,1 100 23,1 1 0,-2 0 0,1-1-1,-1 1 1,1 0 0,-1 0 0,-1 0-1,1 0 1,-1 0 0,0 1 0,0-1-1,0 1 1,-1 0 0,-5-6 0,4 5-179,-1 0 1,1 1 0,-1 0 0,0 0 0,0 0 0,0 1 0,-1 0-1,1 0 1,-1 0 0,-11-2 0,-3 1-6671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0T13:48:10.071"/>
    </inkml:context>
    <inkml:brush xml:id="br0">
      <inkml:brushProperty name="width" value="0.05" units="cm"/>
      <inkml:brushProperty name="height" value="0.05" units="cm"/>
      <inkml:brushProperty name="color" value="#FFC114"/>
    </inkml:brush>
  </inkml:definitions>
  <inkml:trace contextRef="#ctx0" brushRef="#br0">250 92 24575,'-3'0'0,"1"0"0,-1 1 0,1-1 0,-1 1 0,1-1 0,-1 1 0,1 0 0,0 0 0,-1 0 0,1 0 0,0 0 0,0 1 0,0-1 0,0 1 0,0-1 0,0 1 0,-2 2 0,-3 4 0,1 1 0,0-1 0,-5 11 0,-1 0 0,-97 141 0,100-146 0,0 0 0,1 0 0,1 1 0,-7 17 0,12-27 0,0-1 0,1 1 0,0 0 0,0-1 0,0 1 0,1 0 0,-1-1 0,1 1 0,0 0 0,1 0 0,-1-1 0,1 1 0,0 0 0,0 0 0,0-1 0,1 1 0,-1-1 0,5 8 0,-4-9 0,1 0 0,-1-1 0,0 1 0,1-1 0,-1 0 0,1 0 0,0 0 0,-1 0 0,1 0 0,6 2 0,36 12 0,-6-2 0,20 20 0,-50-27 0,1 0 0,0-1 0,0-1 0,1 0 0,0 0 0,-1-1 0,2 0 0,-1-1 0,14 3 0,37-3 0,67-4 0,-42-1 0,-74 1 0,0 0 0,0 0 0,-1-2 0,1 1 0,0-2 0,-1 0 0,0 0 0,0-1 0,0-1 0,-1 0 0,1 0 0,17-14 0,-12 7 0,-1 0 0,18-20 0,-24 24 0,-1 1 0,0 0 0,1 1 0,0 0 0,0 0 0,19-8 0,58-18 0,-56 22 0,33-15 0,-54 21 0,0-1 0,-1 1 0,1-2 0,-2 1 0,1-1 0,-1-1 0,10-10 0,-14 12 0,1 0 0,-1 0 0,0 0 0,-1-1 0,0 0 0,0 1 0,0-1 0,-1 0 0,0-1 0,-1 1 0,1 0 0,0-10 0,-2 13 0,0-1 0,0 1 0,0-1 0,0 1 0,-1-1 0,1 1 0,-1-1 0,0 1 0,-1-1 0,1 1 0,-1 0 0,0 0 0,0-1 0,0 1 0,-1 1 0,1-1 0,-1 0 0,0 1 0,0-1 0,-6-4 0,-2-1 0,-24-19 0,-2 2 0,-77-42 0,100 62 0,0 1 0,-1 1 0,1 0 0,-1 2 0,0-1 0,-21 0 0,1 2 0,-56 6 0,84-4 0,1 0 0,0 1 0,0 0 0,0-1 0,0 2 0,0-1 0,0 1 0,0 0 0,-6 4 0,-3 5 0,-24 22 0,-4 3 0,31-28 0,4-2 0,-1-1 0,0 0 0,0 0 0,-1-1 0,-11 5 0,18-8 0,-1-1 0,0-1 0,0 1 0,0 0 0,1-1 0,-1 0 0,0 0 0,0 0 0,0 0 0,0-1 0,0 1 0,1-1 0,-1 0 0,0 0 0,0-1 0,1 1 0,-1-1 0,-4-2 0,-67-38-1365,59 33-5461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0T11:51:54.951"/>
    </inkml:context>
    <inkml:brush xml:id="br0">
      <inkml:brushProperty name="width" value="0.05" units="cm"/>
      <inkml:brushProperty name="height" value="0.05" units="cm"/>
      <inkml:brushProperty name="color" value="#E71224"/>
    </inkml:brush>
  </inkml:definitions>
  <inkml:trace contextRef="#ctx0" brushRef="#br0">749 112 24575,'-9'-8'0,"0"1"0,0 0 0,-1 1 0,0 0 0,0 1 0,-1 0 0,1 0 0,-1 1 0,0 0 0,0 1 0,-1 1 0,-21-3 0,-11 2 0,0 1 0,-49 6 0,10-1 0,-4-4 0,-83 3 0,167-2 0,0 1 0,0-1 0,0 1 0,0 0 0,1-1 0,-1 1 0,0 1 0,0-1 0,0 0 0,1 1 0,-1-1 0,1 1 0,-1 0 0,1 0 0,-1 0 0,1 0 0,0 0 0,0 0 0,-3 5 0,2-2 0,1 0 0,0 1 0,0-1 0,0 0 0,0 1 0,1-1 0,0 1 0,0-1 0,1 1 0,-1 6 0,2 5 0,0-1 0,1 0 0,0 0 0,2 0 0,0 0 0,10 25 0,-2-18 0,1 0 0,1-1 0,1-1 0,1 0 0,0-1 0,22 19 0,-22-24 0,0-1 0,2-1 0,-1-1 0,2 0 0,-1-2 0,2 0 0,-1-1 0,1 0 0,1-2 0,-1-1 0,1 0 0,39 4 0,19-2 0,0-3 0,93-7 0,-73 0 0,-77 2 0,-11 1 0,-1-1 0,1-1 0,-1 1 0,0-2 0,17-3 0,-24 4 0,-1 0 0,1 0 0,-1 0 0,1-1 0,-1 1 0,1-1 0,-1 0 0,0 1 0,0-1 0,0 0 0,0 0 0,0 0 0,0-1 0,0 1 0,-1 0 0,1-1 0,-1 1 0,0-1 0,0 1 0,0-1 0,0 0 0,0 1 0,0-1 0,-1 0 0,1-4 0,2-32 0,-1-1 0,-8-68 0,1 3 0,5 99 0,0-1 0,0 1 0,-1-1 0,0 1 0,-1 0 0,1-1 0,-1 1 0,0 0 0,-1 0 0,1 0 0,-1 0 0,0 1 0,-1-1 0,-5-7 0,3 7 0,0 0 0,-1 0 0,1 1 0,-1 0 0,0 0 0,-1 1 0,1 0 0,-1 0 0,0 1 0,-13-5 0,-20-3 0,0 2 0,-84-8 0,109 16 0,13 1-65,1 0 0,0 0 0,-1-1 0,1 1 0,-1-1 0,1 1 0,0-1 0,0 0 0,-1 0 0,1 0 0,0 0 0,0 0 0,0 0 0,0-1 0,0 1 0,0 0 0,0-1 0,1 0 0,-1 0 0,-2-3 0,-4-15-6761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0T11:52:00.708"/>
    </inkml:context>
    <inkml:brush xml:id="br0">
      <inkml:brushProperty name="width" value="0.05" units="cm"/>
      <inkml:brushProperty name="height" value="0.05" units="cm"/>
      <inkml:brushProperty name="color" value="#E71224"/>
    </inkml:brush>
  </inkml:definitions>
  <inkml:trace contextRef="#ctx0" brushRef="#br0">524 24 24575,'-61'1'0,"-9"0"0,0-3 0,-117-17 0,181 17 0,1 1 0,-1 0 0,1 1 0,-1 0 0,1-1 0,-1 2 0,1-1 0,-1 1 0,1 0 0,0 0 0,-1 0 0,1 1 0,-9 3 0,10-3 0,1 0 0,0 1 0,0-1 0,0 1 0,0 0 0,0 0 0,1 0 0,-1 0 0,1 0 0,0 0 0,0 1 0,0-1 0,0 1 0,1 0 0,-1-1 0,1 1 0,0 0 0,0 0 0,-1 7 0,-1 22 0,1 1 0,2-1 0,7 66 0,-5-92 0,-1 1 0,1-1 0,1-1 0,0 1 0,-1 0 0,2 0 0,-1-1 0,1 0 0,0 0 0,1 0 0,-1 0 0,1-1 0,0 1 0,0-1 0,1-1 0,0 1 0,0-1 0,0 0 0,0 0 0,0 0 0,1-1 0,10 3 0,-1 1 0,1-1 0,0-1 0,0-1 0,0 0 0,0-1 0,1-1 0,0-1 0,24-1 0,-12-4 0,-1-1 0,47-14 0,-5 1 0,-56 15 0,3-1 0,0 0 0,-1 0 0,0-2 0,18-8 0,-31 12 0,1 0 0,-1 0 0,0-1 0,0 0 0,-1 0 0,1 0 0,0 0 0,-1 0 0,0-1 0,0 0 0,0 1 0,0-1 0,-1 0 0,1-1 0,-1 1 0,0 0 0,-1-1 0,1 1 0,-1-1 0,2-6 0,0-6 0,-1-1 0,0 1 0,-2-1 0,0 1 0,-1-1 0,0 1 0,-2-1 0,0 1 0,-1 0 0,-8-22 0,10 36 3,0-1 0,-1 0 0,0 1 0,0-1-1,0 1 1,0 0 0,-1 0 0,1 1 0,-1-1 0,1 1-1,-1-1 1,0 1 0,0 0 0,0 1 0,0-1 0,-1 1-1,1-1 1,0 1 0,-1 1 0,1-1 0,-7 0 0,-14-1-137,0 2 0,-43 4 0,29-1-892,11-3-5800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0T11:52:08.963"/>
    </inkml:context>
    <inkml:brush xml:id="br0">
      <inkml:brushProperty name="width" value="0.05" units="cm"/>
      <inkml:brushProperty name="height" value="0.05" units="cm"/>
      <inkml:brushProperty name="color" value="#E71224"/>
    </inkml:brush>
  </inkml:definitions>
  <inkml:trace contextRef="#ctx0" brushRef="#br0">968 232 24575,'-1'-4'0,"0"0"0,0 0 0,0 0 0,-1 0 0,0 0 0,1 1 0,-1-1 0,-1 0 0,1 1 0,0 0 0,-1-1 0,0 1 0,-4-4 0,-42-36 0,34 31 0,-1 1 0,0 1 0,-1 0 0,0 1 0,-1 1 0,0 0 0,0 2 0,0 0 0,-1 1 0,0 1 0,0 0 0,0 2 0,-26-1 0,0 0 0,-54-9 0,54 5 0,-57-1 0,47 6 0,36 0 0,-1 1 0,1 0 0,0 2 0,-1 0 0,1 1 0,0 1 0,-35 11 0,49-12 0,0 1 0,0 1 0,1-1 0,-1 1 0,1 0 0,-1 0 0,1 0 0,0 0 0,1 1 0,-1 0 0,1-1 0,0 1 0,0 1 0,0-1 0,1 0 0,0 1 0,0-1 0,0 1 0,1 0 0,-2 10 0,0 11 0,0 1 0,2 0 0,3 30 0,-2-29 0,0-21 0,1 1 0,0-1 0,0 0 0,0 1 0,1-1 0,1 0 0,-1 0 0,1 0 0,0 0 0,1-1 0,0 1 0,0-1 0,1 0 0,10 12 0,-5-9 0,-1-1 0,2-1 0,-1 0 0,2 0 0,-1-1 0,1 0 0,-1-1 0,22 7 0,175 58 0,-100-37 0,-78-23 0,-21-7 0,0-1 0,-1 0 0,1 0 0,0-1 0,11 1 0,-16-3 0,0 0 0,-1 0 0,1-1 0,0 1 0,-1-1 0,1 0 0,0 0 0,-1 0 0,1 0 0,-1-1 0,0 1 0,1-1 0,-1 0 0,0 0 0,0 0 0,5-5 0,2-1 0,-1-1 0,0 0 0,-1 0 0,0 0 0,0-1 0,-1 0 0,0-1 0,0 0 0,-1 0 0,-1 0 0,0-1 0,-1 1 0,4-16 0,3-20-341,-3 0 0,-1-1-1,-1-66 1,-6 87-6485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0T11:57:06.861"/>
    </inkml:context>
    <inkml:brush xml:id="br0">
      <inkml:brushProperty name="width" value="0.05" units="cm"/>
      <inkml:brushProperty name="height" value="0.05" units="cm"/>
      <inkml:brushProperty name="color" value="#66CC00"/>
    </inkml:brush>
  </inkml:definitions>
  <inkml:trace contextRef="#ctx0" brushRef="#br0">1645 359 24575,'0'-7'0,"-2"0"0,1 0 0,-1 0 0,0 0 0,0 1 0,-1-1 0,1 1 0,-2-1 0,1 1 0,-1 0 0,0 0 0,0 0 0,-1 1 0,1-1 0,-11-8 0,-1 0 0,0 0 0,-1 1 0,-1 1 0,-20-11 0,10 10 0,-1 2 0,-1 1 0,0 1 0,-1 2 0,-32-4 0,-178-19 0,145 18 0,-45-9 0,115 17 0,1 0 0,-35 1 0,36 2 0,0-1 0,1 0 0,-25-7 0,-2 0 0,0 2 0,0 2 0,0 2 0,-77 7 0,22-2 0,101-3 0,-1 1 0,1 0 0,0 0 0,-1 1 0,1-1 0,0 1 0,-1 0 0,1 0 0,0 1 0,0-1 0,0 1 0,0 0 0,0 0 0,0 0 0,-6 5 0,7-3 0,0 0 0,0 0 0,0 1 0,1-1 0,-1 1 0,1-1 0,0 1 0,1 0 0,-1 0 0,1 0 0,0 0 0,0 0 0,0 6 0,-6 39 0,-16 156 0,23-184 0,0 0 0,1 1 0,1-1 0,1 0 0,2 0 0,0 0 0,9 23 0,8 17 0,-12-33 0,1 0 0,1 0 0,1-2 0,31 49 0,-24-48 0,0-1 0,2-1 0,2-1 0,0 0 0,46 35 0,-49-46 0,15 13 0,2-2 0,1-1 0,51 22 0,-49-30 0,1-3 0,1-1 0,0-3 0,0-1 0,1-2 0,0-2 0,0-2 0,0-1 0,63-9 0,-94 5 0,0-1 0,-1 0 0,1-1 0,-1-1 0,0 0 0,0 0 0,-1-1 0,16-13 0,13-6 0,-18 11 0,0 0 0,-1-2 0,-1-1 0,0 0 0,-2-1 0,0-2 0,-1 1 0,-1-2 0,-1 0 0,-1-1 0,-1 0 0,12-32 0,0-10 0,-3-1 0,-2-1 0,15-102 0,-33 157-227,1 1-1,0 0 1,0 0-1,2 0 1,5-12-1,3 2-6598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s-ES_tradnl"/>
          </a:p>
        </p:txBody>
      </p:sp>
      <p:sp>
        <p:nvSpPr>
          <p:cNvPr id="296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s-ES_tradnl"/>
          </a:p>
        </p:txBody>
      </p:sp>
      <p:sp>
        <p:nvSpPr>
          <p:cNvPr id="204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_tradnl" noProof="0"/>
              <a:t>Haga clic para modificar el estilo de texto del patrón</a:t>
            </a:r>
          </a:p>
          <a:p>
            <a:pPr lvl="1"/>
            <a:r>
              <a:rPr lang="es-ES_tradnl" noProof="0"/>
              <a:t>Segundo nivel</a:t>
            </a:r>
          </a:p>
          <a:p>
            <a:pPr lvl="2"/>
            <a:r>
              <a:rPr lang="es-ES_tradnl" noProof="0"/>
              <a:t>Tercer nivel</a:t>
            </a:r>
          </a:p>
          <a:p>
            <a:pPr lvl="3"/>
            <a:r>
              <a:rPr lang="es-ES_tradnl" noProof="0"/>
              <a:t>Cuarto nivel</a:t>
            </a:r>
          </a:p>
          <a:p>
            <a:pPr lvl="4"/>
            <a:r>
              <a:rPr lang="es-ES_tradnl" noProof="0"/>
              <a:t>Quinto nivel</a:t>
            </a:r>
          </a:p>
        </p:txBody>
      </p:sp>
      <p:sp>
        <p:nvSpPr>
          <p:cNvPr id="297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s-ES_tradnl"/>
          </a:p>
        </p:txBody>
      </p:sp>
      <p:sp>
        <p:nvSpPr>
          <p:cNvPr id="297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59944B9E-8E55-4698-86C1-AB24D99E1FEE}" type="slidenum">
              <a:rPr lang="es-ES_tradnl"/>
              <a:pPr>
                <a:defRPr/>
              </a:pPr>
              <a:t>‹Nº›</a:t>
            </a:fld>
            <a:endParaRPr lang="es-ES_tradnl"/>
          </a:p>
        </p:txBody>
      </p:sp>
    </p:spTree>
    <p:extLst>
      <p:ext uri="{BB962C8B-B14F-4D97-AF65-F5344CB8AC3E}">
        <p14:creationId xmlns:p14="http://schemas.microsoft.com/office/powerpoint/2010/main" val="399502867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algn="just"/>
            <a:r>
              <a:rPr lang="es-ES" sz="1000" dirty="0"/>
              <a:t>Libro de Iborra:</a:t>
            </a:r>
          </a:p>
          <a:p>
            <a:pPr algn="just"/>
            <a:endParaRPr lang="es-ES" sz="1000" dirty="0"/>
          </a:p>
          <a:p>
            <a:pPr algn="just"/>
            <a:r>
              <a:rPr lang="es-ES" sz="1000" dirty="0"/>
              <a:t>Los directivos:</a:t>
            </a:r>
          </a:p>
          <a:p>
            <a:pPr marL="228600" indent="-228600" algn="just">
              <a:buAutoNum type="arabicPeriod"/>
            </a:pPr>
            <a:r>
              <a:rPr lang="es-ES" sz="1000" dirty="0"/>
              <a:t>Tiene autoridad</a:t>
            </a:r>
            <a:r>
              <a:rPr lang="es-ES" sz="1000" baseline="0" dirty="0"/>
              <a:t> para fijar objetivos y tomar las decisiones oportunas para lograrlos, así como para organizar y dirigir el trabajo de otras personas.</a:t>
            </a:r>
          </a:p>
          <a:p>
            <a:pPr marL="228600" indent="-228600" algn="just">
              <a:buAutoNum type="arabicPeriod"/>
            </a:pPr>
            <a:r>
              <a:rPr lang="es-ES" sz="1000" baseline="0" dirty="0"/>
              <a:t>Son los responsables de que la organización alcance sus metas </a:t>
            </a:r>
            <a:r>
              <a:rPr lang="es-ES" sz="1000" baseline="0" dirty="0">
                <a:sym typeface="Wingdings" pitchFamily="2" charset="2"/>
              </a:rPr>
              <a:t> tienen autoridad formal sobre la organización, en general, o sobre una unidad organizativa, en particular.</a:t>
            </a:r>
          </a:p>
          <a:p>
            <a:pPr marL="228600" indent="-228600" algn="just">
              <a:buAutoNum type="arabicPeriod"/>
            </a:pPr>
            <a:r>
              <a:rPr lang="es-ES" sz="1000" baseline="0" dirty="0">
                <a:sym typeface="Wingdings" pitchFamily="2" charset="2"/>
              </a:rPr>
              <a:t>Deciden sobre QUÉ hay que hacer, CÓMO debe hacerse, QUIÉN debe hacerlo y CUÁNDO</a:t>
            </a:r>
          </a:p>
          <a:p>
            <a:pPr marL="228600" indent="-228600" algn="just">
              <a:buNone/>
            </a:pPr>
            <a:endParaRPr lang="es-ES" sz="1000" baseline="0" dirty="0">
              <a:sym typeface="Wingdings" pitchFamily="2" charset="2"/>
            </a:endParaRPr>
          </a:p>
          <a:p>
            <a:pPr marL="228600" indent="-228600" algn="just">
              <a:buFont typeface="Wingdings" pitchFamily="2" charset="2"/>
              <a:buChar char="à"/>
            </a:pPr>
            <a:endParaRPr lang="es-ES" sz="1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err="1"/>
              <a:t>Diapo</a:t>
            </a:r>
            <a:r>
              <a:rPr lang="es-ES" dirty="0"/>
              <a:t> ampliada con los apuntes encontrados en studocu.com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err="1"/>
              <a:t>Diapo</a:t>
            </a:r>
            <a:r>
              <a:rPr lang="es-ES" dirty="0"/>
              <a:t> ampliada con los apuntes encontrados en studocu.com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47500" lnSpcReduction="20000"/>
          </a:bodyPr>
          <a:lstStyle/>
          <a:p>
            <a:pPr algn="just"/>
            <a:r>
              <a:rPr lang="es-ES" sz="1000" dirty="0"/>
              <a:t>Libro</a:t>
            </a:r>
            <a:r>
              <a:rPr lang="es-ES" sz="1000" baseline="0" dirty="0"/>
              <a:t> de Á. Cuervo</a:t>
            </a:r>
            <a:endParaRPr lang="es-ES" sz="1000" dirty="0"/>
          </a:p>
          <a:p>
            <a:pPr algn="just"/>
            <a:r>
              <a:rPr lang="es-ES" sz="1000" dirty="0"/>
              <a:t>Al menos dos formas de clasificar a los directivos:</a:t>
            </a:r>
          </a:p>
          <a:p>
            <a:pPr marL="228600" indent="-228600" algn="just">
              <a:buAutoNum type="arabicPeriod"/>
            </a:pPr>
            <a:r>
              <a:rPr lang="es-ES" sz="1000" baseline="0" dirty="0"/>
              <a:t>Según el nivel en el que se encuentran (pirámide, dimensión vertical)</a:t>
            </a:r>
          </a:p>
          <a:p>
            <a:pPr marL="228600" indent="-228600" algn="just">
              <a:buAutoNum type="arabicPeriod"/>
            </a:pPr>
            <a:r>
              <a:rPr lang="es-ES" sz="1000" baseline="0" dirty="0"/>
              <a:t>Según el tipo concreto de tarea que tengan encomendada y su amplitud (dimensión horizontal) </a:t>
            </a:r>
            <a:r>
              <a:rPr lang="es-ES" sz="1000" baseline="0" dirty="0">
                <a:sym typeface="Wingdings" pitchFamily="2" charset="2"/>
              </a:rPr>
              <a:t> directores funcionales / directores generales</a:t>
            </a:r>
            <a:endParaRPr lang="es-ES" sz="1000" dirty="0"/>
          </a:p>
          <a:p>
            <a:pPr algn="just"/>
            <a:endParaRPr lang="es-ES" sz="1000" kern="1200" dirty="0">
              <a:solidFill>
                <a:schemeClr val="tx1"/>
              </a:solidFill>
              <a:latin typeface="Arial" charset="0"/>
              <a:ea typeface="+mn-ea"/>
              <a:cs typeface="+mn-cs"/>
            </a:endParaRPr>
          </a:p>
          <a:p>
            <a:pPr algn="just"/>
            <a:r>
              <a:rPr lang="es-ES" sz="1000" kern="1200" dirty="0">
                <a:solidFill>
                  <a:schemeClr val="tx1"/>
                </a:solidFill>
                <a:latin typeface="Arial" charset="0"/>
                <a:ea typeface="+mn-ea"/>
                <a:cs typeface="+mn-cs"/>
              </a:rPr>
              <a:t>Si relacionamos los conceptos de dirección y gestión con la </a:t>
            </a:r>
            <a:r>
              <a:rPr lang="es-ES" sz="1000" b="1" kern="1200" dirty="0">
                <a:solidFill>
                  <a:schemeClr val="tx1"/>
                </a:solidFill>
                <a:latin typeface="Arial" charset="0"/>
                <a:ea typeface="+mn-ea"/>
                <a:cs typeface="+mn-cs"/>
              </a:rPr>
              <a:t>pirámide de la organización (clasificación jerárquica</a:t>
            </a:r>
            <a:r>
              <a:rPr lang="es-ES" sz="1000" b="1" kern="1200" baseline="0" dirty="0">
                <a:solidFill>
                  <a:schemeClr val="tx1"/>
                </a:solidFill>
                <a:latin typeface="Arial" charset="0"/>
                <a:ea typeface="+mn-ea"/>
                <a:cs typeface="+mn-cs"/>
              </a:rPr>
              <a:t> de los directivos)</a:t>
            </a:r>
            <a:r>
              <a:rPr lang="es-ES" sz="1000" kern="1200" dirty="0">
                <a:solidFill>
                  <a:schemeClr val="tx1"/>
                </a:solidFill>
                <a:latin typeface="Arial" charset="0"/>
                <a:ea typeface="+mn-ea"/>
                <a:cs typeface="+mn-cs"/>
              </a:rPr>
              <a:t>, en el nivel más alto de la jerarquía estarán asignados los componentes de dirección, y los de gestión aparecerán en los niveles medios y bajos de la estructura organizativa empresarial.</a:t>
            </a:r>
          </a:p>
          <a:p>
            <a:pPr algn="just"/>
            <a:r>
              <a:rPr lang="es-ES" sz="1000" kern="1200" dirty="0">
                <a:solidFill>
                  <a:schemeClr val="tx1"/>
                </a:solidFill>
                <a:latin typeface="Arial" charset="0"/>
                <a:ea typeface="+mn-ea"/>
                <a:cs typeface="+mn-cs"/>
              </a:rPr>
              <a:t> </a:t>
            </a:r>
          </a:p>
          <a:p>
            <a:pPr algn="just"/>
            <a:r>
              <a:rPr lang="es-ES" sz="1000" b="1" kern="1200" dirty="0">
                <a:solidFill>
                  <a:schemeClr val="tx1"/>
                </a:solidFill>
                <a:latin typeface="Arial" charset="0"/>
                <a:ea typeface="+mn-ea"/>
                <a:cs typeface="+mn-cs"/>
              </a:rPr>
              <a:t>a)</a:t>
            </a:r>
            <a:r>
              <a:rPr lang="es-ES" sz="1000" b="1" kern="1200" baseline="0" dirty="0">
                <a:solidFill>
                  <a:schemeClr val="tx1"/>
                </a:solidFill>
                <a:latin typeface="Arial" charset="0"/>
                <a:ea typeface="+mn-ea"/>
                <a:cs typeface="+mn-cs"/>
              </a:rPr>
              <a:t> </a:t>
            </a:r>
            <a:r>
              <a:rPr lang="es-ES" sz="1000" b="1" kern="1200" dirty="0">
                <a:solidFill>
                  <a:schemeClr val="tx1"/>
                </a:solidFill>
                <a:latin typeface="Arial" charset="0"/>
                <a:ea typeface="+mn-ea"/>
                <a:cs typeface="+mn-cs"/>
              </a:rPr>
              <a:t>Por pirámide</a:t>
            </a:r>
            <a:r>
              <a:rPr lang="es-ES" sz="1000" kern="1200" dirty="0">
                <a:solidFill>
                  <a:schemeClr val="tx1"/>
                </a:solidFill>
                <a:latin typeface="Arial" charset="0"/>
                <a:ea typeface="+mn-ea"/>
                <a:cs typeface="+mn-cs"/>
              </a:rPr>
              <a:t> </a:t>
            </a:r>
          </a:p>
          <a:p>
            <a:pPr algn="just"/>
            <a:r>
              <a:rPr lang="es-ES" sz="1000" kern="1200" dirty="0">
                <a:solidFill>
                  <a:schemeClr val="tx1"/>
                </a:solidFill>
                <a:latin typeface="Arial" charset="0"/>
                <a:ea typeface="+mn-ea"/>
                <a:cs typeface="+mn-cs"/>
              </a:rPr>
              <a:t> </a:t>
            </a:r>
          </a:p>
          <a:p>
            <a:pPr algn="just"/>
            <a:r>
              <a:rPr lang="es-ES" sz="1000" kern="1200" dirty="0">
                <a:solidFill>
                  <a:schemeClr val="tx1"/>
                </a:solidFill>
                <a:latin typeface="Arial" charset="0"/>
                <a:ea typeface="+mn-ea"/>
                <a:cs typeface="+mn-cs"/>
              </a:rPr>
              <a:t>La forma piramidal de una organización surge porque al diseñar la estructura organizativa, se va coordinando el trabajo de cada nivel con la incorporación de nuevos puestos directivos los cuáles, a su vez van a ser coordinados por otros de nivel superior. De esta forma surge la</a:t>
            </a:r>
            <a:r>
              <a:rPr lang="es-ES" sz="1000" b="1" kern="1200" dirty="0">
                <a:solidFill>
                  <a:schemeClr val="tx1"/>
                </a:solidFill>
                <a:latin typeface="Arial" charset="0"/>
                <a:ea typeface="+mn-ea"/>
                <a:cs typeface="+mn-cs"/>
              </a:rPr>
              <a:t> </a:t>
            </a:r>
            <a:r>
              <a:rPr lang="es-ES" sz="1000" b="1" u="sng" kern="1200" dirty="0">
                <a:solidFill>
                  <a:schemeClr val="tx1"/>
                </a:solidFill>
                <a:latin typeface="Arial" charset="0"/>
                <a:ea typeface="+mn-ea"/>
                <a:cs typeface="+mn-cs"/>
              </a:rPr>
              <a:t>jerarquía</a:t>
            </a:r>
            <a:r>
              <a:rPr lang="es-ES" sz="1000" kern="1200" dirty="0">
                <a:solidFill>
                  <a:schemeClr val="tx1"/>
                </a:solidFill>
                <a:latin typeface="Arial" charset="0"/>
                <a:ea typeface="+mn-ea"/>
                <a:cs typeface="+mn-cs"/>
              </a:rPr>
              <a:t>: se trata de que un grupo de trabajadores estén bajo las órdenes de un supervisor de primera línea, el cuál estará a su vez sometido a las instrucciones de otro directivo de nivel medio, que a su vez depende de otro, y así sucesivamente hasta que todos los niveles de la organización queden al mando de una única persona o grupo que podemos denominar alta dirección.</a:t>
            </a:r>
          </a:p>
          <a:p>
            <a:pPr algn="just"/>
            <a:r>
              <a:rPr lang="es-ES" sz="1000" kern="1200" dirty="0">
                <a:solidFill>
                  <a:schemeClr val="tx1"/>
                </a:solidFill>
                <a:latin typeface="Arial" charset="0"/>
                <a:ea typeface="+mn-ea"/>
                <a:cs typeface="+mn-cs"/>
              </a:rPr>
              <a:t> </a:t>
            </a:r>
          </a:p>
          <a:p>
            <a:pPr algn="just"/>
            <a:r>
              <a:rPr lang="es-ES" sz="1000" kern="1200" dirty="0">
                <a:solidFill>
                  <a:schemeClr val="tx1"/>
                </a:solidFill>
                <a:latin typeface="Arial" charset="0"/>
                <a:ea typeface="+mn-ea"/>
                <a:cs typeface="+mn-cs"/>
              </a:rPr>
              <a:t>De este modo, atendiendo al nivel en el que se encuentren situados los directivos en la estructura jerárquica de la organización, podemos distinguir tres niveles directivos:</a:t>
            </a:r>
          </a:p>
          <a:p>
            <a:pPr algn="just"/>
            <a:r>
              <a:rPr lang="es-ES" sz="1000" kern="1200" dirty="0">
                <a:solidFill>
                  <a:schemeClr val="tx1"/>
                </a:solidFill>
                <a:latin typeface="Arial" charset="0"/>
                <a:ea typeface="+mn-ea"/>
                <a:cs typeface="+mn-cs"/>
              </a:rPr>
              <a:t> </a:t>
            </a:r>
          </a:p>
          <a:p>
            <a:pPr lvl="0" algn="just"/>
            <a:r>
              <a:rPr lang="es-ES" sz="1000" b="1" kern="1200" dirty="0">
                <a:solidFill>
                  <a:schemeClr val="tx1"/>
                </a:solidFill>
                <a:latin typeface="Arial" charset="0"/>
                <a:ea typeface="+mn-ea"/>
                <a:cs typeface="+mn-cs"/>
              </a:rPr>
              <a:t>a.1) Alta Dirección</a:t>
            </a:r>
            <a:r>
              <a:rPr lang="es-ES" sz="1000" kern="1200" dirty="0">
                <a:solidFill>
                  <a:schemeClr val="tx1"/>
                </a:solidFill>
                <a:latin typeface="Arial" charset="0"/>
                <a:ea typeface="+mn-ea"/>
                <a:cs typeface="+mn-cs"/>
              </a:rPr>
              <a:t>: se encuentra situada en la parte más alta y estrecha de la pirámide. Su principal cometido es el de fijar los objetivos y la estrategia de la empresa a largo plazo. El hecho de que la empresa funcione como un todo, va  a depender en gran medida de factores externos (proceden del entorno que la rodean), los cuáles no pueden ser controlados en su totalidad por la misma. Por este motivo, el nivel superior está sometido a una alta incertidumbre (problemas no conocidos y muy complejos, para los que no existe una solución previamente determinada) y los directivos deben tomar decisiones poco estructuradas, buscando la solución a los problemas a través de un proceso de prueba y error. Los directivos de este nivel necesitan reunir gran cantidad de destrezas humanas (para relacionarse con otras personas), destrezas conceptuales, así como un buen nivel de conocimientos técnicos (para poder hacer frente a los problemas complejos que surjan).</a:t>
            </a:r>
          </a:p>
          <a:p>
            <a:pPr algn="just"/>
            <a:r>
              <a:rPr lang="es-ES" sz="1000" kern="1200" dirty="0">
                <a:solidFill>
                  <a:schemeClr val="tx1"/>
                </a:solidFill>
                <a:latin typeface="Arial" charset="0"/>
                <a:ea typeface="+mn-ea"/>
                <a:cs typeface="+mn-cs"/>
              </a:rPr>
              <a:t> </a:t>
            </a:r>
          </a:p>
          <a:p>
            <a:pPr lvl="0" algn="just"/>
            <a:r>
              <a:rPr lang="es-ES" sz="1000" b="1" kern="1200" dirty="0">
                <a:solidFill>
                  <a:schemeClr val="tx1"/>
                </a:solidFill>
                <a:latin typeface="Arial" charset="0"/>
                <a:ea typeface="+mn-ea"/>
                <a:cs typeface="+mn-cs"/>
              </a:rPr>
              <a:t>a.2) Supervisores de primera línea o Dirección operativa</a:t>
            </a:r>
            <a:r>
              <a:rPr lang="es-ES" sz="1000" kern="1200" dirty="0">
                <a:solidFill>
                  <a:schemeClr val="tx1"/>
                </a:solidFill>
                <a:latin typeface="Arial" charset="0"/>
                <a:ea typeface="+mn-ea"/>
                <a:cs typeface="+mn-cs"/>
              </a:rPr>
              <a:t>: están situados en la parte más baja y ancha de la pirámide. Son los que están en contacto directo con los trabajadores que llevan a cabo el proceso de producción de la empresa. En este nivel, siempre van a surgir los mismos problemas (no son complejos), por lo que las decisiones que toman los directivos son rutinarias y repetitivas (cada vez que surge un problema que se había dado con anterioridad, se vuelve a aplicar la misma decisión que se tomó la vez anterior).  En cuanto a la formación y habilidades de estos directivos, necesitan además de destrezas humanas (para relacionarse con las personas), conocimientos y destrezas técnicas (ya que deben conocer a la perfección el proceso productivo de la empresa).</a:t>
            </a:r>
          </a:p>
          <a:p>
            <a:pPr algn="just"/>
            <a:r>
              <a:rPr lang="es-ES" sz="1000" kern="1200" dirty="0">
                <a:solidFill>
                  <a:schemeClr val="tx1"/>
                </a:solidFill>
                <a:latin typeface="Arial" charset="0"/>
                <a:ea typeface="+mn-ea"/>
                <a:cs typeface="+mn-cs"/>
              </a:rPr>
              <a:t> </a:t>
            </a:r>
          </a:p>
          <a:p>
            <a:pPr lvl="0" algn="just"/>
            <a:r>
              <a:rPr lang="es-ES" sz="1000" b="1" kern="1200" dirty="0">
                <a:solidFill>
                  <a:schemeClr val="tx1"/>
                </a:solidFill>
                <a:latin typeface="Arial" charset="0"/>
                <a:ea typeface="+mn-ea"/>
                <a:cs typeface="+mn-cs"/>
              </a:rPr>
              <a:t>a.3)Directivos de nivel medio o Dirección intermedia</a:t>
            </a:r>
            <a:r>
              <a:rPr lang="es-ES" sz="1000" kern="1200" dirty="0">
                <a:solidFill>
                  <a:schemeClr val="tx1"/>
                </a:solidFill>
                <a:latin typeface="Arial" charset="0"/>
                <a:ea typeface="+mn-ea"/>
                <a:cs typeface="+mn-cs"/>
              </a:rPr>
              <a:t>: están situados en la parte central de la pirámide. Son aquellos que se encargan de poner en contacto a la alta dirección y a los directivos de primera línea (actúan como hilo conector entre ambos). Sus superiores son directivos (de alto nivel), y sus subordinados también son directivos (de primera línea). Su papel fundamental es transmitir información, que se dan a través de un flujo de dos sentidos:</a:t>
            </a:r>
          </a:p>
          <a:p>
            <a:pPr algn="just"/>
            <a:r>
              <a:rPr lang="es-ES" sz="1000" kern="1200" dirty="0">
                <a:solidFill>
                  <a:schemeClr val="tx1"/>
                </a:solidFill>
                <a:latin typeface="Arial" charset="0"/>
                <a:ea typeface="+mn-ea"/>
                <a:cs typeface="+mn-cs"/>
              </a:rPr>
              <a:t> </a:t>
            </a:r>
          </a:p>
          <a:p>
            <a:pPr lvl="1" algn="just">
              <a:buFont typeface="Arial" pitchFamily="34" charset="0"/>
              <a:buChar char="•"/>
            </a:pPr>
            <a:r>
              <a:rPr lang="es-ES" sz="1000" i="1" u="sng" kern="1200" dirty="0">
                <a:solidFill>
                  <a:schemeClr val="tx1"/>
                </a:solidFill>
                <a:latin typeface="Arial" charset="0"/>
                <a:ea typeface="+mn-ea"/>
                <a:cs typeface="+mn-cs"/>
              </a:rPr>
              <a:t> hacia abajo</a:t>
            </a:r>
            <a:r>
              <a:rPr lang="es-ES" sz="1000" kern="1200" dirty="0">
                <a:solidFill>
                  <a:schemeClr val="tx1"/>
                </a:solidFill>
                <a:latin typeface="Arial" charset="0"/>
                <a:ea typeface="+mn-ea"/>
                <a:cs typeface="+mn-cs"/>
              </a:rPr>
              <a:t>: se trata de que comuniquen a sus subordinados los objetivos que deben cumplirse, los cuáles fueron fijados en forma de grandes directrices por la alta dirección. Por ello, deben transformar dichas directrices en planes y programas concretos y asignar los recursos que sean necesarios.</a:t>
            </a:r>
          </a:p>
          <a:p>
            <a:pPr lvl="1" algn="just">
              <a:buFont typeface="Arial" pitchFamily="34" charset="0"/>
              <a:buChar char="•"/>
            </a:pPr>
            <a:r>
              <a:rPr lang="es-ES" sz="1000" i="1" u="sng" kern="1200" dirty="0">
                <a:solidFill>
                  <a:schemeClr val="tx1"/>
                </a:solidFill>
                <a:latin typeface="Arial" charset="0"/>
                <a:ea typeface="+mn-ea"/>
                <a:cs typeface="+mn-cs"/>
              </a:rPr>
              <a:t> hacia arriba</a:t>
            </a:r>
            <a:r>
              <a:rPr lang="es-ES" sz="1000" kern="1200" dirty="0">
                <a:solidFill>
                  <a:schemeClr val="tx1"/>
                </a:solidFill>
                <a:latin typeface="Arial" charset="0"/>
                <a:ea typeface="+mn-ea"/>
                <a:cs typeface="+mn-cs"/>
              </a:rPr>
              <a:t>: coordinan e integran las tareas, más especializadas de los niveles inferiores.</a:t>
            </a:r>
          </a:p>
          <a:p>
            <a:pPr algn="just"/>
            <a:r>
              <a:rPr lang="es-ES" sz="1000" kern="1200" dirty="0">
                <a:solidFill>
                  <a:schemeClr val="tx1"/>
                </a:solidFill>
                <a:latin typeface="Arial" charset="0"/>
                <a:ea typeface="+mn-ea"/>
                <a:cs typeface="+mn-cs"/>
              </a:rPr>
              <a:t> </a:t>
            </a:r>
          </a:p>
          <a:p>
            <a:pPr algn="just"/>
            <a:r>
              <a:rPr lang="es-ES" sz="1000" kern="1200" dirty="0">
                <a:solidFill>
                  <a:schemeClr val="tx1"/>
                </a:solidFill>
                <a:latin typeface="Arial" charset="0"/>
                <a:ea typeface="+mn-ea"/>
                <a:cs typeface="+mn-cs"/>
              </a:rPr>
              <a:t>En cuanto a los problemas que en este nivel van a encontrar los directivos, serán más </a:t>
            </a:r>
            <a:r>
              <a:rPr lang="es-ES" sz="1000" kern="1200" dirty="0" err="1">
                <a:solidFill>
                  <a:schemeClr val="tx1"/>
                </a:solidFill>
                <a:latin typeface="Arial" charset="0"/>
                <a:ea typeface="+mn-ea"/>
                <a:cs typeface="+mn-cs"/>
              </a:rPr>
              <a:t>rutinizables</a:t>
            </a:r>
            <a:r>
              <a:rPr lang="es-ES" sz="1000" kern="1200" dirty="0">
                <a:solidFill>
                  <a:schemeClr val="tx1"/>
                </a:solidFill>
                <a:latin typeface="Arial" charset="0"/>
                <a:ea typeface="+mn-ea"/>
                <a:cs typeface="+mn-cs"/>
              </a:rPr>
              <a:t> y estarán mejor estructurados a medida que se descienda en la línea (nos desplacemos hacia abajo en la pirámide). Asimismo, las decisiones serán más rutinarias y repetitivas según descendamos en la pirámide ya que los problemas son menos complejos y tienen una solución predeterminada. Las destrezas de este tipo de directivos deben ser preferentemente humanas (para relacionarse con las personas) y técnicas.</a:t>
            </a:r>
          </a:p>
          <a:p>
            <a:endParaRPr lang="es-ES" dirty="0"/>
          </a:p>
          <a:p>
            <a:endParaRPr lang="es-ES" dirty="0"/>
          </a:p>
        </p:txBody>
      </p:sp>
    </p:spTree>
    <p:extLst>
      <p:ext uri="{BB962C8B-B14F-4D97-AF65-F5344CB8AC3E}">
        <p14:creationId xmlns:p14="http://schemas.microsoft.com/office/powerpoint/2010/main" val="356343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228600" indent="-228600" algn="just">
              <a:buFont typeface="Wingdings" pitchFamily="2" charset="2"/>
              <a:buNone/>
            </a:pPr>
            <a:r>
              <a:rPr lang="es-ES" sz="1000" b="0" baseline="0" dirty="0">
                <a:sym typeface="Wingdings" pitchFamily="2" charset="2"/>
              </a:rPr>
              <a:t>Ahora que sabemos lo que es un directivo, </a:t>
            </a:r>
          </a:p>
          <a:p>
            <a:pPr marL="228600" indent="-228600" algn="just">
              <a:buFont typeface="Wingdings" pitchFamily="2" charset="2"/>
              <a:buNone/>
            </a:pPr>
            <a:r>
              <a:rPr lang="es-ES" sz="1000" b="0" baseline="0" dirty="0">
                <a:sym typeface="Wingdings" pitchFamily="2" charset="2"/>
              </a:rPr>
              <a:t>(Libro de Iborra)</a:t>
            </a:r>
          </a:p>
          <a:p>
            <a:pPr marL="228600" indent="-228600" algn="just">
              <a:buFont typeface="Wingdings" pitchFamily="2" charset="2"/>
              <a:buChar char="à"/>
            </a:pPr>
            <a:r>
              <a:rPr lang="es-ES" sz="1000" b="1" baseline="0" dirty="0">
                <a:sym typeface="Wingdings" pitchFamily="2" charset="2"/>
              </a:rPr>
              <a:t>Es importante qué entendemos por dirección.</a:t>
            </a:r>
          </a:p>
          <a:p>
            <a:pPr marL="228600" indent="-228600" algn="just">
              <a:buFont typeface="Wingdings" pitchFamily="2" charset="2"/>
              <a:buNone/>
            </a:pPr>
            <a:endParaRPr lang="es-ES" sz="1000" baseline="0" dirty="0">
              <a:sym typeface="Wingdings" pitchFamily="2" charset="2"/>
            </a:endParaRPr>
          </a:p>
          <a:p>
            <a:pPr marL="0" indent="-228600" algn="just">
              <a:spcBef>
                <a:spcPts val="0"/>
              </a:spcBef>
              <a:buFont typeface="Wingdings" pitchFamily="2" charset="2"/>
              <a:buNone/>
            </a:pPr>
            <a:r>
              <a:rPr lang="es-ES" sz="1000" baseline="0" dirty="0">
                <a:sym typeface="Wingdings" pitchFamily="2" charset="2"/>
              </a:rPr>
              <a:t>Según </a:t>
            </a:r>
            <a:r>
              <a:rPr lang="es-ES" sz="1000" baseline="0" dirty="0" err="1">
                <a:sym typeface="Wingdings" pitchFamily="2" charset="2"/>
              </a:rPr>
              <a:t>Menguzzato</a:t>
            </a:r>
            <a:r>
              <a:rPr lang="es-ES" sz="1000" baseline="0" dirty="0">
                <a:sym typeface="Wingdings" pitchFamily="2" charset="2"/>
              </a:rPr>
              <a:t> y </a:t>
            </a:r>
            <a:r>
              <a:rPr lang="es-ES" sz="1000" baseline="0" dirty="0" err="1">
                <a:sym typeface="Wingdings" pitchFamily="2" charset="2"/>
              </a:rPr>
              <a:t>Renau</a:t>
            </a:r>
            <a:r>
              <a:rPr lang="es-ES" sz="1000" baseline="0" dirty="0">
                <a:sym typeface="Wingdings" pitchFamily="2" charset="2"/>
              </a:rPr>
              <a:t> (1991) la dirección de empresa “tiene como función general la de integrar las distintas partes y elementos de la empresa entre sí, así como la de integrar a la empresa con su entorno”</a:t>
            </a:r>
          </a:p>
          <a:p>
            <a:pPr marL="0" indent="-228600" algn="just">
              <a:spcBef>
                <a:spcPts val="0"/>
              </a:spcBef>
              <a:buFont typeface="Wingdings" pitchFamily="2" charset="2"/>
              <a:buNone/>
            </a:pPr>
            <a:endParaRPr lang="es-ES" sz="1000" baseline="0" dirty="0">
              <a:sym typeface="Wingdings" pitchFamily="2" charset="2"/>
            </a:endParaRPr>
          </a:p>
          <a:p>
            <a:pPr marL="0" indent="-228600" algn="just">
              <a:spcBef>
                <a:spcPts val="0"/>
              </a:spcBef>
              <a:buFont typeface="Wingdings" pitchFamily="2" charset="2"/>
              <a:buNone/>
            </a:pPr>
            <a:r>
              <a:rPr lang="es-ES" sz="1000" baseline="0" dirty="0">
                <a:sym typeface="Wingdings" pitchFamily="2" charset="2"/>
              </a:rPr>
              <a:t>La función de la dirección y de los directivos, como una función separable de la propiedad, no recibe atención hasta el s. XX. La obra del francés </a:t>
            </a:r>
            <a:r>
              <a:rPr lang="es-ES" sz="1000" b="1" baseline="0" dirty="0">
                <a:sym typeface="Wingdings" pitchFamily="2" charset="2"/>
              </a:rPr>
              <a:t>Henry </a:t>
            </a:r>
            <a:r>
              <a:rPr lang="es-ES" sz="1000" b="1" baseline="0" dirty="0" err="1">
                <a:sym typeface="Wingdings" pitchFamily="2" charset="2"/>
              </a:rPr>
              <a:t>Fayol</a:t>
            </a:r>
            <a:r>
              <a:rPr lang="es-ES" sz="1000" baseline="0" dirty="0">
                <a:sym typeface="Wingdings" pitchFamily="2" charset="2"/>
              </a:rPr>
              <a:t>, Administración General e Industrial, supone un empuje a la función profesional de la dirección de empresas. Posteriormente, el desarrollo de las grandes empresas societarias, en las que la titularidad de la empresa y la gestión de la misma se separan en personas distintas, hace que la dirección de empresas se convierta en el centro de atención de múltiples estudios y obras. La obra de </a:t>
            </a:r>
            <a:r>
              <a:rPr lang="es-ES" sz="1000" baseline="0" dirty="0" err="1">
                <a:sym typeface="Wingdings" pitchFamily="2" charset="2"/>
              </a:rPr>
              <a:t>Galbraith</a:t>
            </a:r>
            <a:r>
              <a:rPr lang="es-ES" sz="1000" baseline="0" dirty="0">
                <a:sym typeface="Wingdings" pitchFamily="2" charset="2"/>
              </a:rPr>
              <a:t>, El nuevo estado industrial (1967) es pionera en abordar esta nueva realidad de separación entre la propiedad y la dirección y, en consecuencia, poner de relieve la aparición de un conjunto de personas a los que denomina </a:t>
            </a:r>
            <a:r>
              <a:rPr lang="es-ES" sz="1000" baseline="0" dirty="0" err="1">
                <a:sym typeface="Wingdings" pitchFamily="2" charset="2"/>
              </a:rPr>
              <a:t>tecnoestructura</a:t>
            </a:r>
            <a:r>
              <a:rPr lang="es-ES" sz="1000" baseline="0" dirty="0">
                <a:sym typeface="Wingdings" pitchFamily="2" charset="2"/>
              </a:rPr>
              <a:t>, que estaría constituida por los profesionales en la dirección de empresas y que en su trabajo no asumen el riesgo de la actividad empresarial como titulares de la empresa, sino el riesgo de la actividad profesional.</a:t>
            </a:r>
            <a:endParaRPr lang="es-E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sz="1200" spc="-5" dirty="0">
                <a:latin typeface="Corbel"/>
                <a:cs typeface="Corbel"/>
              </a:rPr>
              <a:t>La función </a:t>
            </a:r>
            <a:r>
              <a:rPr lang="es-ES" sz="1200" dirty="0">
                <a:latin typeface="Corbel"/>
                <a:cs typeface="Corbel"/>
              </a:rPr>
              <a:t>de la </a:t>
            </a:r>
            <a:r>
              <a:rPr lang="es-ES" sz="1200" spc="-5" dirty="0">
                <a:latin typeface="Corbel"/>
                <a:cs typeface="Corbel"/>
              </a:rPr>
              <a:t>dirección y </a:t>
            </a:r>
            <a:r>
              <a:rPr lang="es-ES" sz="1200" dirty="0">
                <a:latin typeface="Corbel"/>
                <a:cs typeface="Corbel"/>
              </a:rPr>
              <a:t>de </a:t>
            </a:r>
            <a:r>
              <a:rPr lang="es-ES" sz="1200" spc="-5" dirty="0">
                <a:latin typeface="Corbel"/>
                <a:cs typeface="Corbel"/>
              </a:rPr>
              <a:t>los </a:t>
            </a:r>
            <a:r>
              <a:rPr lang="es-ES" sz="1200" dirty="0">
                <a:latin typeface="Corbel"/>
                <a:cs typeface="Corbel"/>
              </a:rPr>
              <a:t>directivos, </a:t>
            </a:r>
            <a:r>
              <a:rPr lang="es-ES" sz="1200" spc="-10" dirty="0">
                <a:latin typeface="Corbel"/>
                <a:cs typeface="Corbel"/>
              </a:rPr>
              <a:t>como </a:t>
            </a:r>
            <a:r>
              <a:rPr lang="es-ES" sz="1200" spc="-5" dirty="0">
                <a:latin typeface="Corbel"/>
                <a:cs typeface="Corbel"/>
              </a:rPr>
              <a:t>una </a:t>
            </a:r>
            <a:r>
              <a:rPr lang="es-ES" sz="1200" dirty="0">
                <a:latin typeface="Corbel"/>
                <a:cs typeface="Corbel"/>
              </a:rPr>
              <a:t>función </a:t>
            </a:r>
            <a:r>
              <a:rPr lang="es-ES" sz="1200" spc="5" dirty="0">
                <a:latin typeface="Corbel"/>
                <a:cs typeface="Corbel"/>
              </a:rPr>
              <a:t> </a:t>
            </a:r>
            <a:r>
              <a:rPr lang="es-ES" sz="1200" spc="-5" dirty="0">
                <a:latin typeface="Corbel"/>
                <a:cs typeface="Corbel"/>
              </a:rPr>
              <a:t>separable </a:t>
            </a:r>
            <a:r>
              <a:rPr lang="es-ES" sz="1200" dirty="0">
                <a:latin typeface="Corbel"/>
                <a:cs typeface="Corbel"/>
              </a:rPr>
              <a:t>de </a:t>
            </a:r>
            <a:r>
              <a:rPr lang="es-ES" sz="1200" spc="-5" dirty="0">
                <a:latin typeface="Corbel"/>
                <a:cs typeface="Corbel"/>
              </a:rPr>
              <a:t>la propiedad,</a:t>
            </a:r>
            <a:r>
              <a:rPr lang="es-ES" sz="1200" dirty="0">
                <a:latin typeface="Corbel"/>
                <a:cs typeface="Corbel"/>
              </a:rPr>
              <a:t> </a:t>
            </a:r>
            <a:r>
              <a:rPr lang="es-ES" sz="1200" spc="-5" dirty="0">
                <a:latin typeface="Corbel"/>
                <a:cs typeface="Corbel"/>
              </a:rPr>
              <a:t>no recibe atención </a:t>
            </a:r>
            <a:r>
              <a:rPr lang="es-ES" sz="1200" spc="-10" dirty="0">
                <a:latin typeface="Corbel"/>
                <a:cs typeface="Corbel"/>
              </a:rPr>
              <a:t>hasta</a:t>
            </a:r>
            <a:r>
              <a:rPr lang="es-ES" sz="1200" spc="300" dirty="0">
                <a:latin typeface="Corbel"/>
                <a:cs typeface="Corbel"/>
              </a:rPr>
              <a:t> </a:t>
            </a:r>
            <a:r>
              <a:rPr lang="es-ES" sz="1200" spc="-5" dirty="0">
                <a:latin typeface="Corbel"/>
                <a:cs typeface="Corbel"/>
              </a:rPr>
              <a:t>el s. </a:t>
            </a:r>
            <a:r>
              <a:rPr lang="es-ES" sz="1200" dirty="0">
                <a:latin typeface="Corbel"/>
                <a:cs typeface="Corbel"/>
              </a:rPr>
              <a:t>XX. </a:t>
            </a:r>
            <a:r>
              <a:rPr lang="es-ES" sz="1200" spc="15" dirty="0">
                <a:latin typeface="Corbel"/>
                <a:cs typeface="Corbel"/>
              </a:rPr>
              <a:t>La </a:t>
            </a:r>
            <a:r>
              <a:rPr lang="es-ES" sz="1200" spc="20" dirty="0">
                <a:latin typeface="Corbel"/>
                <a:cs typeface="Corbel"/>
              </a:rPr>
              <a:t> </a:t>
            </a:r>
            <a:r>
              <a:rPr lang="es-ES" sz="1200" spc="-10" dirty="0">
                <a:latin typeface="Corbel"/>
                <a:cs typeface="Corbel"/>
              </a:rPr>
              <a:t>obra </a:t>
            </a:r>
            <a:r>
              <a:rPr lang="es-ES" sz="1200" dirty="0">
                <a:latin typeface="Corbel"/>
                <a:cs typeface="Corbel"/>
              </a:rPr>
              <a:t>del francés </a:t>
            </a:r>
            <a:r>
              <a:rPr lang="es-ES" sz="1200" b="1" spc="-5" dirty="0">
                <a:latin typeface="Corbel"/>
                <a:cs typeface="Corbel"/>
              </a:rPr>
              <a:t>Henry </a:t>
            </a:r>
            <a:r>
              <a:rPr lang="es-ES" sz="1200" b="1" dirty="0">
                <a:latin typeface="Corbel"/>
                <a:cs typeface="Corbel"/>
              </a:rPr>
              <a:t>Fayol</a:t>
            </a:r>
            <a:r>
              <a:rPr lang="es-ES" sz="1200" dirty="0">
                <a:latin typeface="Corbel"/>
                <a:cs typeface="Corbel"/>
              </a:rPr>
              <a:t>, </a:t>
            </a:r>
            <a:r>
              <a:rPr lang="es-ES" sz="1200" spc="-5" dirty="0">
                <a:latin typeface="Corbel"/>
                <a:cs typeface="Corbel"/>
              </a:rPr>
              <a:t>Administración General e </a:t>
            </a:r>
            <a:r>
              <a:rPr lang="es-ES" sz="1200" dirty="0">
                <a:latin typeface="Corbel"/>
                <a:cs typeface="Corbel"/>
              </a:rPr>
              <a:t>Industrial, </a:t>
            </a:r>
            <a:r>
              <a:rPr lang="es-ES" sz="1200" spc="5" dirty="0">
                <a:latin typeface="Corbel"/>
                <a:cs typeface="Corbel"/>
              </a:rPr>
              <a:t> </a:t>
            </a:r>
            <a:r>
              <a:rPr lang="es-ES" sz="1200" spc="-5" dirty="0">
                <a:latin typeface="Corbel"/>
                <a:cs typeface="Corbel"/>
              </a:rPr>
              <a:t>supone</a:t>
            </a:r>
            <a:r>
              <a:rPr lang="es-ES" sz="1200" dirty="0">
                <a:latin typeface="Corbel"/>
                <a:cs typeface="Corbel"/>
              </a:rPr>
              <a:t> </a:t>
            </a:r>
            <a:r>
              <a:rPr lang="es-ES" sz="1200" spc="-5" dirty="0">
                <a:latin typeface="Corbel"/>
                <a:cs typeface="Corbel"/>
              </a:rPr>
              <a:t>un</a:t>
            </a:r>
            <a:r>
              <a:rPr lang="es-ES" sz="1200" dirty="0">
                <a:latin typeface="Corbel"/>
                <a:cs typeface="Corbel"/>
              </a:rPr>
              <a:t> </a:t>
            </a:r>
            <a:r>
              <a:rPr lang="es-ES" sz="1200" spc="-5" dirty="0">
                <a:latin typeface="Corbel"/>
                <a:cs typeface="Corbel"/>
              </a:rPr>
              <a:t>empuje</a:t>
            </a:r>
            <a:r>
              <a:rPr lang="es-ES" sz="1200" dirty="0">
                <a:latin typeface="Corbel"/>
                <a:cs typeface="Corbel"/>
              </a:rPr>
              <a:t> </a:t>
            </a:r>
            <a:r>
              <a:rPr lang="es-ES" sz="1200" spc="-5" dirty="0">
                <a:latin typeface="Corbel"/>
                <a:cs typeface="Corbel"/>
              </a:rPr>
              <a:t>a</a:t>
            </a:r>
            <a:r>
              <a:rPr lang="es-ES" sz="1200" dirty="0">
                <a:latin typeface="Corbel"/>
                <a:cs typeface="Corbel"/>
              </a:rPr>
              <a:t> </a:t>
            </a:r>
            <a:r>
              <a:rPr lang="es-ES" sz="1200" spc="-5" dirty="0">
                <a:latin typeface="Corbel"/>
                <a:cs typeface="Corbel"/>
              </a:rPr>
              <a:t>la</a:t>
            </a:r>
            <a:r>
              <a:rPr lang="es-ES" sz="1200" dirty="0">
                <a:latin typeface="Corbel"/>
                <a:cs typeface="Corbel"/>
              </a:rPr>
              <a:t> </a:t>
            </a:r>
            <a:r>
              <a:rPr lang="es-ES" sz="1200" spc="-5" dirty="0">
                <a:latin typeface="Corbel"/>
                <a:cs typeface="Corbel"/>
              </a:rPr>
              <a:t>función</a:t>
            </a:r>
            <a:r>
              <a:rPr lang="es-ES" sz="1200" dirty="0">
                <a:latin typeface="Corbel"/>
                <a:cs typeface="Corbel"/>
              </a:rPr>
              <a:t> </a:t>
            </a:r>
            <a:r>
              <a:rPr lang="es-ES" sz="1200" spc="-5" dirty="0">
                <a:latin typeface="Corbel"/>
                <a:cs typeface="Corbel"/>
              </a:rPr>
              <a:t>profesional</a:t>
            </a:r>
            <a:r>
              <a:rPr lang="es-ES" sz="1200" dirty="0">
                <a:latin typeface="Corbel"/>
                <a:cs typeface="Corbel"/>
              </a:rPr>
              <a:t> </a:t>
            </a:r>
            <a:r>
              <a:rPr lang="es-ES" sz="1200" spc="-5" dirty="0">
                <a:latin typeface="Corbel"/>
                <a:cs typeface="Corbel"/>
              </a:rPr>
              <a:t>de</a:t>
            </a:r>
            <a:r>
              <a:rPr lang="es-ES" sz="1200" dirty="0">
                <a:latin typeface="Corbel"/>
                <a:cs typeface="Corbel"/>
              </a:rPr>
              <a:t> la</a:t>
            </a:r>
            <a:r>
              <a:rPr lang="es-ES" sz="1200" spc="5" dirty="0">
                <a:latin typeface="Corbel"/>
                <a:cs typeface="Corbel"/>
              </a:rPr>
              <a:t> </a:t>
            </a:r>
            <a:r>
              <a:rPr lang="es-ES" sz="1200" spc="-5" dirty="0">
                <a:latin typeface="Corbel"/>
                <a:cs typeface="Corbel"/>
              </a:rPr>
              <a:t>dirección</a:t>
            </a:r>
            <a:r>
              <a:rPr lang="es-ES" sz="1200" dirty="0">
                <a:latin typeface="Corbel"/>
                <a:cs typeface="Corbel"/>
              </a:rPr>
              <a:t> de </a:t>
            </a:r>
            <a:r>
              <a:rPr lang="es-ES" sz="1200" spc="5" dirty="0">
                <a:latin typeface="Corbel"/>
                <a:cs typeface="Corbel"/>
              </a:rPr>
              <a:t> </a:t>
            </a:r>
            <a:r>
              <a:rPr lang="es-ES" sz="1200" spc="-5" dirty="0">
                <a:latin typeface="Corbel"/>
                <a:cs typeface="Corbel"/>
              </a:rPr>
              <a:t>empresas. </a:t>
            </a:r>
            <a:r>
              <a:rPr lang="es-ES" sz="1200" spc="-10" dirty="0">
                <a:latin typeface="Corbel"/>
                <a:cs typeface="Corbel"/>
              </a:rPr>
              <a:t>Posteriormente, </a:t>
            </a:r>
            <a:r>
              <a:rPr lang="es-ES" sz="1200" spc="-5" dirty="0">
                <a:latin typeface="Corbel"/>
                <a:cs typeface="Corbel"/>
              </a:rPr>
              <a:t>el </a:t>
            </a:r>
            <a:r>
              <a:rPr lang="es-ES" sz="1200" dirty="0">
                <a:latin typeface="Corbel"/>
                <a:cs typeface="Corbel"/>
              </a:rPr>
              <a:t>desarrollo de las grandes empresas </a:t>
            </a:r>
            <a:r>
              <a:rPr lang="es-ES" sz="1200" spc="5" dirty="0">
                <a:latin typeface="Corbel"/>
                <a:cs typeface="Corbel"/>
              </a:rPr>
              <a:t> </a:t>
            </a:r>
            <a:r>
              <a:rPr lang="es-ES" sz="1200" spc="-5" dirty="0">
                <a:latin typeface="Corbel"/>
                <a:cs typeface="Corbel"/>
              </a:rPr>
              <a:t>societarias, </a:t>
            </a:r>
            <a:r>
              <a:rPr lang="es-ES" sz="1200" dirty="0">
                <a:latin typeface="Corbel"/>
                <a:cs typeface="Corbel"/>
              </a:rPr>
              <a:t>en las </a:t>
            </a:r>
            <a:r>
              <a:rPr lang="es-ES" sz="1200" spc="-5" dirty="0">
                <a:latin typeface="Corbel"/>
                <a:cs typeface="Corbel"/>
              </a:rPr>
              <a:t>que la titularidad </a:t>
            </a:r>
            <a:r>
              <a:rPr lang="es-ES" sz="1200" dirty="0">
                <a:latin typeface="Corbel"/>
                <a:cs typeface="Corbel"/>
              </a:rPr>
              <a:t>de la </a:t>
            </a:r>
            <a:r>
              <a:rPr lang="es-ES" sz="1200" spc="-5" dirty="0">
                <a:latin typeface="Corbel"/>
                <a:cs typeface="Corbel"/>
              </a:rPr>
              <a:t>empresa y </a:t>
            </a:r>
            <a:r>
              <a:rPr lang="es-ES" sz="1200" dirty="0">
                <a:latin typeface="Corbel"/>
                <a:cs typeface="Corbel"/>
              </a:rPr>
              <a:t>la </a:t>
            </a:r>
            <a:r>
              <a:rPr lang="es-ES" sz="1200" spc="-5" dirty="0">
                <a:latin typeface="Corbel"/>
                <a:cs typeface="Corbel"/>
              </a:rPr>
              <a:t>gestión de </a:t>
            </a:r>
            <a:r>
              <a:rPr lang="es-ES" sz="1200" spc="5" dirty="0">
                <a:latin typeface="Corbel"/>
                <a:cs typeface="Corbel"/>
              </a:rPr>
              <a:t>la </a:t>
            </a:r>
            <a:r>
              <a:rPr lang="es-ES" sz="1200" spc="10" dirty="0">
                <a:latin typeface="Corbel"/>
                <a:cs typeface="Corbel"/>
              </a:rPr>
              <a:t> </a:t>
            </a:r>
            <a:r>
              <a:rPr lang="es-ES" sz="1200" spc="-5" dirty="0">
                <a:latin typeface="Corbel"/>
                <a:cs typeface="Corbel"/>
              </a:rPr>
              <a:t>misma </a:t>
            </a:r>
            <a:r>
              <a:rPr lang="es-ES" sz="1200" dirty="0">
                <a:latin typeface="Corbel"/>
                <a:cs typeface="Corbel"/>
              </a:rPr>
              <a:t>se separan </a:t>
            </a:r>
            <a:r>
              <a:rPr lang="es-ES" sz="1200" spc="-5" dirty="0">
                <a:latin typeface="Corbel"/>
                <a:cs typeface="Corbel"/>
              </a:rPr>
              <a:t>en </a:t>
            </a:r>
            <a:r>
              <a:rPr lang="es-ES" sz="1200" dirty="0">
                <a:latin typeface="Corbel"/>
                <a:cs typeface="Corbel"/>
              </a:rPr>
              <a:t>personas </a:t>
            </a:r>
            <a:r>
              <a:rPr lang="es-ES" sz="1200" spc="-5" dirty="0">
                <a:latin typeface="Corbel"/>
                <a:cs typeface="Corbel"/>
              </a:rPr>
              <a:t>distintas, hace que </a:t>
            </a:r>
            <a:r>
              <a:rPr lang="es-ES" sz="1200" dirty="0">
                <a:latin typeface="Corbel"/>
                <a:cs typeface="Corbel"/>
              </a:rPr>
              <a:t>la </a:t>
            </a:r>
            <a:r>
              <a:rPr lang="es-ES" sz="1200" spc="-5" dirty="0">
                <a:latin typeface="Corbel"/>
                <a:cs typeface="Corbel"/>
              </a:rPr>
              <a:t>dirección </a:t>
            </a:r>
            <a:r>
              <a:rPr lang="es-ES" sz="1200" dirty="0">
                <a:latin typeface="Corbel"/>
                <a:cs typeface="Corbel"/>
              </a:rPr>
              <a:t>de </a:t>
            </a:r>
            <a:r>
              <a:rPr lang="es-ES" sz="1200" spc="5" dirty="0">
                <a:latin typeface="Corbel"/>
                <a:cs typeface="Corbel"/>
              </a:rPr>
              <a:t> </a:t>
            </a:r>
            <a:r>
              <a:rPr lang="es-ES" sz="1200" spc="-5" dirty="0">
                <a:latin typeface="Corbel"/>
                <a:cs typeface="Corbel"/>
              </a:rPr>
              <a:t>empresas</a:t>
            </a:r>
            <a:r>
              <a:rPr lang="es-ES" sz="1200" dirty="0">
                <a:latin typeface="Corbel"/>
                <a:cs typeface="Corbel"/>
              </a:rPr>
              <a:t> se</a:t>
            </a:r>
            <a:r>
              <a:rPr lang="es-ES" sz="1200" spc="5" dirty="0">
                <a:latin typeface="Corbel"/>
                <a:cs typeface="Corbel"/>
              </a:rPr>
              <a:t> </a:t>
            </a:r>
            <a:r>
              <a:rPr lang="es-ES" sz="1200" spc="-5" dirty="0">
                <a:latin typeface="Corbel"/>
                <a:cs typeface="Corbel"/>
              </a:rPr>
              <a:t>convierta</a:t>
            </a:r>
            <a:r>
              <a:rPr lang="es-ES" sz="1200" dirty="0">
                <a:latin typeface="Corbel"/>
                <a:cs typeface="Corbel"/>
              </a:rPr>
              <a:t> en</a:t>
            </a:r>
            <a:r>
              <a:rPr lang="es-ES" sz="1200" spc="5" dirty="0">
                <a:latin typeface="Corbel"/>
                <a:cs typeface="Corbel"/>
              </a:rPr>
              <a:t> </a:t>
            </a:r>
            <a:r>
              <a:rPr lang="es-ES" sz="1200" spc="-5" dirty="0">
                <a:latin typeface="Corbel"/>
                <a:cs typeface="Corbel"/>
              </a:rPr>
              <a:t>el</a:t>
            </a:r>
            <a:r>
              <a:rPr lang="es-ES" sz="1200" dirty="0">
                <a:latin typeface="Corbel"/>
                <a:cs typeface="Corbel"/>
              </a:rPr>
              <a:t> </a:t>
            </a:r>
            <a:r>
              <a:rPr lang="es-ES" sz="1200" spc="-5" dirty="0">
                <a:latin typeface="Corbel"/>
                <a:cs typeface="Corbel"/>
              </a:rPr>
              <a:t>centro</a:t>
            </a:r>
            <a:r>
              <a:rPr lang="es-ES" sz="1200" dirty="0">
                <a:latin typeface="Corbel"/>
                <a:cs typeface="Corbel"/>
              </a:rPr>
              <a:t> de</a:t>
            </a:r>
            <a:r>
              <a:rPr lang="es-ES" sz="1200" spc="5" dirty="0">
                <a:latin typeface="Corbel"/>
                <a:cs typeface="Corbel"/>
              </a:rPr>
              <a:t> </a:t>
            </a:r>
            <a:r>
              <a:rPr lang="es-ES" sz="1200" spc="-5" dirty="0">
                <a:latin typeface="Corbel"/>
                <a:cs typeface="Corbel"/>
              </a:rPr>
              <a:t>atención</a:t>
            </a:r>
            <a:r>
              <a:rPr lang="es-ES" sz="1200" dirty="0">
                <a:latin typeface="Corbel"/>
                <a:cs typeface="Corbel"/>
              </a:rPr>
              <a:t> de</a:t>
            </a:r>
            <a:r>
              <a:rPr lang="es-ES" sz="1200" spc="5" dirty="0">
                <a:latin typeface="Corbel"/>
                <a:cs typeface="Corbel"/>
              </a:rPr>
              <a:t> </a:t>
            </a:r>
            <a:r>
              <a:rPr lang="es-ES" sz="1200" spc="-5" dirty="0">
                <a:latin typeface="Corbel"/>
                <a:cs typeface="Corbel"/>
              </a:rPr>
              <a:t>múltiples </a:t>
            </a:r>
            <a:r>
              <a:rPr lang="es-ES" sz="1200" dirty="0">
                <a:latin typeface="Corbel"/>
                <a:cs typeface="Corbel"/>
              </a:rPr>
              <a:t> </a:t>
            </a:r>
            <a:r>
              <a:rPr lang="es-ES" sz="1200" spc="-5" dirty="0">
                <a:latin typeface="Corbel"/>
                <a:cs typeface="Corbel"/>
              </a:rPr>
              <a:t>estudios</a:t>
            </a:r>
            <a:r>
              <a:rPr lang="es-ES" sz="1200" spc="20" dirty="0">
                <a:latin typeface="Corbel"/>
                <a:cs typeface="Corbel"/>
              </a:rPr>
              <a:t> </a:t>
            </a:r>
            <a:r>
              <a:rPr lang="es-ES" sz="1200" spc="-5" dirty="0">
                <a:latin typeface="Corbel"/>
                <a:cs typeface="Corbel"/>
              </a:rPr>
              <a:t>y</a:t>
            </a:r>
            <a:r>
              <a:rPr lang="es-ES" sz="1200" spc="-10" dirty="0">
                <a:latin typeface="Corbel"/>
                <a:cs typeface="Corbel"/>
              </a:rPr>
              <a:t> </a:t>
            </a:r>
            <a:r>
              <a:rPr lang="es-ES" sz="1200" spc="-5" dirty="0">
                <a:latin typeface="Corbel"/>
                <a:cs typeface="Corbel"/>
              </a:rPr>
              <a:t>obras.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ES" sz="1200" spc="-5" dirty="0">
                <a:latin typeface="Corbel"/>
                <a:cs typeface="Corbel"/>
              </a:rPr>
              <a:t>La </a:t>
            </a:r>
            <a:r>
              <a:rPr lang="es-ES" sz="1200" dirty="0">
                <a:latin typeface="Corbel"/>
                <a:cs typeface="Corbel"/>
              </a:rPr>
              <a:t>obra de Galbraith, El </a:t>
            </a:r>
            <a:r>
              <a:rPr lang="es-ES" sz="1200" spc="-5" dirty="0">
                <a:latin typeface="Corbel"/>
                <a:cs typeface="Corbel"/>
              </a:rPr>
              <a:t>nuevo </a:t>
            </a:r>
            <a:r>
              <a:rPr lang="es-ES" sz="1200" dirty="0">
                <a:latin typeface="Corbel"/>
                <a:cs typeface="Corbel"/>
              </a:rPr>
              <a:t>estado industrial </a:t>
            </a:r>
            <a:r>
              <a:rPr lang="es-ES" sz="1200" spc="-15" dirty="0">
                <a:latin typeface="Corbel"/>
                <a:cs typeface="Corbel"/>
              </a:rPr>
              <a:t>(1967) </a:t>
            </a:r>
            <a:r>
              <a:rPr lang="es-ES" sz="1200" spc="-5" dirty="0">
                <a:latin typeface="Corbel"/>
                <a:cs typeface="Corbel"/>
              </a:rPr>
              <a:t>es </a:t>
            </a:r>
            <a:r>
              <a:rPr lang="es-ES" sz="1200" dirty="0">
                <a:latin typeface="Corbel"/>
                <a:cs typeface="Corbel"/>
              </a:rPr>
              <a:t>pionera </a:t>
            </a:r>
            <a:r>
              <a:rPr lang="es-ES" sz="1200" spc="5" dirty="0">
                <a:latin typeface="Corbel"/>
                <a:cs typeface="Corbel"/>
              </a:rPr>
              <a:t> </a:t>
            </a:r>
            <a:r>
              <a:rPr lang="es-ES" sz="1200" spc="-5" dirty="0">
                <a:latin typeface="Corbel"/>
                <a:cs typeface="Corbel"/>
              </a:rPr>
              <a:t>en abordar esta nueva </a:t>
            </a:r>
            <a:r>
              <a:rPr lang="es-ES" sz="1200" dirty="0">
                <a:latin typeface="Corbel"/>
                <a:cs typeface="Corbel"/>
              </a:rPr>
              <a:t>realidad de separación </a:t>
            </a:r>
            <a:r>
              <a:rPr lang="es-ES" sz="1200" spc="-5" dirty="0">
                <a:latin typeface="Corbel"/>
                <a:cs typeface="Corbel"/>
              </a:rPr>
              <a:t>entre </a:t>
            </a:r>
            <a:r>
              <a:rPr lang="es-ES" sz="1200" dirty="0">
                <a:latin typeface="Corbel"/>
                <a:cs typeface="Corbel"/>
              </a:rPr>
              <a:t>la </a:t>
            </a:r>
            <a:r>
              <a:rPr lang="es-ES" sz="1200" spc="-5" dirty="0">
                <a:latin typeface="Corbel"/>
                <a:cs typeface="Corbel"/>
              </a:rPr>
              <a:t>propiedad y </a:t>
            </a:r>
            <a:r>
              <a:rPr lang="es-ES" sz="1200" dirty="0">
                <a:latin typeface="Corbel"/>
                <a:cs typeface="Corbel"/>
              </a:rPr>
              <a:t> </a:t>
            </a:r>
            <a:r>
              <a:rPr lang="es-ES" sz="1200" spc="-5" dirty="0">
                <a:latin typeface="Corbel"/>
                <a:cs typeface="Corbel"/>
              </a:rPr>
              <a:t>la dirección </a:t>
            </a:r>
            <a:r>
              <a:rPr lang="es-ES" sz="1200" spc="-30" dirty="0">
                <a:latin typeface="Corbel"/>
                <a:cs typeface="Corbel"/>
              </a:rPr>
              <a:t>y, </a:t>
            </a:r>
            <a:r>
              <a:rPr lang="es-ES" sz="1200" dirty="0">
                <a:latin typeface="Corbel"/>
                <a:cs typeface="Corbel"/>
              </a:rPr>
              <a:t>en </a:t>
            </a:r>
            <a:r>
              <a:rPr lang="es-ES" sz="1200" spc="-5" dirty="0">
                <a:latin typeface="Corbel"/>
                <a:cs typeface="Corbel"/>
              </a:rPr>
              <a:t>consecuencia, </a:t>
            </a:r>
            <a:r>
              <a:rPr lang="es-ES" sz="1200" dirty="0">
                <a:latin typeface="Corbel"/>
                <a:cs typeface="Corbel"/>
              </a:rPr>
              <a:t>poner </a:t>
            </a:r>
            <a:r>
              <a:rPr lang="es-ES" sz="1200" spc="-5" dirty="0">
                <a:latin typeface="Corbel"/>
                <a:cs typeface="Corbel"/>
              </a:rPr>
              <a:t>de </a:t>
            </a:r>
            <a:r>
              <a:rPr lang="es-ES" sz="1200" dirty="0">
                <a:latin typeface="Corbel"/>
                <a:cs typeface="Corbel"/>
              </a:rPr>
              <a:t>relieve la aparición de </a:t>
            </a:r>
            <a:r>
              <a:rPr lang="es-ES" sz="1200" spc="20" dirty="0">
                <a:latin typeface="Corbel"/>
                <a:cs typeface="Corbel"/>
              </a:rPr>
              <a:t>un </a:t>
            </a:r>
            <a:r>
              <a:rPr lang="es-ES" sz="1200" spc="25" dirty="0">
                <a:latin typeface="Corbel"/>
                <a:cs typeface="Corbel"/>
              </a:rPr>
              <a:t> </a:t>
            </a:r>
            <a:r>
              <a:rPr lang="es-ES" sz="1200" spc="-5" dirty="0">
                <a:latin typeface="Corbel"/>
                <a:cs typeface="Corbel"/>
              </a:rPr>
              <a:t>conjunto</a:t>
            </a:r>
            <a:r>
              <a:rPr lang="es-ES" sz="1200" dirty="0">
                <a:latin typeface="Corbel"/>
                <a:cs typeface="Corbel"/>
              </a:rPr>
              <a:t> de</a:t>
            </a:r>
            <a:r>
              <a:rPr lang="es-ES" sz="1200" spc="5" dirty="0">
                <a:latin typeface="Corbel"/>
                <a:cs typeface="Corbel"/>
              </a:rPr>
              <a:t> </a:t>
            </a:r>
            <a:r>
              <a:rPr lang="es-ES" sz="1200" spc="-5" dirty="0">
                <a:latin typeface="Corbel"/>
                <a:cs typeface="Corbel"/>
              </a:rPr>
              <a:t>personas</a:t>
            </a:r>
            <a:r>
              <a:rPr lang="es-ES" sz="1200" dirty="0">
                <a:latin typeface="Corbel"/>
                <a:cs typeface="Corbel"/>
              </a:rPr>
              <a:t> </a:t>
            </a:r>
            <a:r>
              <a:rPr lang="es-ES" sz="1200" spc="-5" dirty="0">
                <a:latin typeface="Corbel"/>
                <a:cs typeface="Corbel"/>
              </a:rPr>
              <a:t>a</a:t>
            </a:r>
            <a:r>
              <a:rPr lang="es-ES" sz="1200" dirty="0">
                <a:latin typeface="Corbel"/>
                <a:cs typeface="Corbel"/>
              </a:rPr>
              <a:t> </a:t>
            </a:r>
            <a:r>
              <a:rPr lang="es-ES" sz="1200" spc="-5" dirty="0">
                <a:latin typeface="Corbel"/>
                <a:cs typeface="Corbel"/>
              </a:rPr>
              <a:t>los</a:t>
            </a:r>
            <a:r>
              <a:rPr lang="es-ES" sz="1200" dirty="0">
                <a:latin typeface="Corbel"/>
                <a:cs typeface="Corbel"/>
              </a:rPr>
              <a:t> </a:t>
            </a:r>
            <a:r>
              <a:rPr lang="es-ES" sz="1200" spc="-5" dirty="0">
                <a:latin typeface="Corbel"/>
                <a:cs typeface="Corbel"/>
              </a:rPr>
              <a:t>que</a:t>
            </a:r>
            <a:r>
              <a:rPr lang="es-ES" sz="1200" dirty="0">
                <a:latin typeface="Corbel"/>
                <a:cs typeface="Corbel"/>
              </a:rPr>
              <a:t> </a:t>
            </a:r>
            <a:r>
              <a:rPr lang="es-ES" sz="1200" spc="-5" dirty="0">
                <a:latin typeface="Corbel"/>
                <a:cs typeface="Corbel"/>
              </a:rPr>
              <a:t>denomina</a:t>
            </a:r>
            <a:r>
              <a:rPr lang="es-ES" sz="1200" dirty="0">
                <a:latin typeface="Corbel"/>
                <a:cs typeface="Corbel"/>
              </a:rPr>
              <a:t> </a:t>
            </a:r>
            <a:r>
              <a:rPr lang="es-ES" sz="1200" spc="-5" dirty="0">
                <a:latin typeface="Corbel"/>
                <a:cs typeface="Corbel"/>
              </a:rPr>
              <a:t>tecnoestructura,</a:t>
            </a:r>
            <a:r>
              <a:rPr lang="es-ES" sz="1200" dirty="0">
                <a:latin typeface="Corbel"/>
                <a:cs typeface="Corbel"/>
              </a:rPr>
              <a:t> </a:t>
            </a:r>
            <a:r>
              <a:rPr lang="es-ES" sz="1200" spc="-5" dirty="0">
                <a:latin typeface="Corbel"/>
                <a:cs typeface="Corbel"/>
              </a:rPr>
              <a:t>que </a:t>
            </a:r>
            <a:r>
              <a:rPr lang="es-ES" sz="1200" dirty="0">
                <a:latin typeface="Corbel"/>
                <a:cs typeface="Corbel"/>
              </a:rPr>
              <a:t> estaría</a:t>
            </a:r>
            <a:r>
              <a:rPr lang="es-ES" sz="1200" spc="5" dirty="0">
                <a:latin typeface="Corbel"/>
                <a:cs typeface="Corbel"/>
              </a:rPr>
              <a:t> </a:t>
            </a:r>
            <a:r>
              <a:rPr lang="es-ES" sz="1200" spc="-5" dirty="0">
                <a:latin typeface="Corbel"/>
                <a:cs typeface="Corbel"/>
              </a:rPr>
              <a:t>constituida</a:t>
            </a:r>
            <a:r>
              <a:rPr lang="es-ES" sz="1200" dirty="0">
                <a:latin typeface="Corbel"/>
                <a:cs typeface="Corbel"/>
              </a:rPr>
              <a:t> </a:t>
            </a:r>
            <a:r>
              <a:rPr lang="es-ES" sz="1200" spc="-5" dirty="0">
                <a:latin typeface="Corbel"/>
                <a:cs typeface="Corbel"/>
              </a:rPr>
              <a:t>por</a:t>
            </a:r>
            <a:r>
              <a:rPr lang="es-ES" sz="1200" dirty="0">
                <a:latin typeface="Corbel"/>
                <a:cs typeface="Corbel"/>
              </a:rPr>
              <a:t> </a:t>
            </a:r>
            <a:r>
              <a:rPr lang="es-ES" sz="1200" spc="-5" dirty="0">
                <a:latin typeface="Corbel"/>
                <a:cs typeface="Corbel"/>
              </a:rPr>
              <a:t>los</a:t>
            </a:r>
            <a:r>
              <a:rPr lang="es-ES" sz="1200" dirty="0">
                <a:latin typeface="Corbel"/>
                <a:cs typeface="Corbel"/>
              </a:rPr>
              <a:t> </a:t>
            </a:r>
            <a:r>
              <a:rPr lang="es-ES" sz="1200" spc="-5" dirty="0">
                <a:latin typeface="Corbel"/>
                <a:cs typeface="Corbel"/>
              </a:rPr>
              <a:t>profesionales</a:t>
            </a:r>
            <a:r>
              <a:rPr lang="es-ES" sz="1200" dirty="0">
                <a:latin typeface="Corbel"/>
                <a:cs typeface="Corbel"/>
              </a:rPr>
              <a:t> en</a:t>
            </a:r>
            <a:r>
              <a:rPr lang="es-ES" sz="1200" spc="5" dirty="0">
                <a:latin typeface="Corbel"/>
                <a:cs typeface="Corbel"/>
              </a:rPr>
              <a:t> </a:t>
            </a:r>
            <a:r>
              <a:rPr lang="es-ES" sz="1200" dirty="0">
                <a:latin typeface="Corbel"/>
                <a:cs typeface="Corbel"/>
              </a:rPr>
              <a:t>la</a:t>
            </a:r>
            <a:r>
              <a:rPr lang="es-ES" sz="1200" spc="5" dirty="0">
                <a:latin typeface="Corbel"/>
                <a:cs typeface="Corbel"/>
              </a:rPr>
              <a:t> </a:t>
            </a:r>
            <a:r>
              <a:rPr lang="es-ES" sz="1200" spc="-5" dirty="0">
                <a:latin typeface="Corbel"/>
                <a:cs typeface="Corbel"/>
              </a:rPr>
              <a:t>dirección</a:t>
            </a:r>
            <a:r>
              <a:rPr lang="es-ES" sz="1200" spc="315" dirty="0">
                <a:latin typeface="Corbel"/>
                <a:cs typeface="Corbel"/>
              </a:rPr>
              <a:t> </a:t>
            </a:r>
            <a:r>
              <a:rPr lang="es-ES" sz="1200" dirty="0">
                <a:latin typeface="Corbel"/>
                <a:cs typeface="Corbel"/>
              </a:rPr>
              <a:t>de </a:t>
            </a:r>
            <a:r>
              <a:rPr lang="es-ES" sz="1200" spc="5" dirty="0">
                <a:latin typeface="Corbel"/>
                <a:cs typeface="Corbel"/>
              </a:rPr>
              <a:t> </a:t>
            </a:r>
            <a:r>
              <a:rPr lang="es-ES" sz="1200" spc="-5" dirty="0">
                <a:latin typeface="Corbel"/>
                <a:cs typeface="Corbel"/>
              </a:rPr>
              <a:t>empresas y que </a:t>
            </a:r>
            <a:r>
              <a:rPr lang="es-ES" sz="1200" dirty="0">
                <a:latin typeface="Corbel"/>
                <a:cs typeface="Corbel"/>
              </a:rPr>
              <a:t>en </a:t>
            </a:r>
            <a:r>
              <a:rPr lang="es-ES" sz="1200" spc="-5" dirty="0">
                <a:latin typeface="Corbel"/>
                <a:cs typeface="Corbel"/>
              </a:rPr>
              <a:t>su trabajo no </a:t>
            </a:r>
            <a:r>
              <a:rPr lang="es-ES" sz="1200" dirty="0">
                <a:latin typeface="Corbel"/>
                <a:cs typeface="Corbel"/>
              </a:rPr>
              <a:t>asumen </a:t>
            </a:r>
            <a:r>
              <a:rPr lang="es-ES" sz="1200" spc="-5" dirty="0">
                <a:latin typeface="Corbel"/>
                <a:cs typeface="Corbel"/>
              </a:rPr>
              <a:t>el </a:t>
            </a:r>
            <a:r>
              <a:rPr lang="es-ES" sz="1200" dirty="0">
                <a:latin typeface="Corbel"/>
                <a:cs typeface="Corbel"/>
              </a:rPr>
              <a:t>riesgo de </a:t>
            </a:r>
            <a:r>
              <a:rPr lang="es-ES" sz="1200" spc="-5" dirty="0">
                <a:latin typeface="Corbel"/>
                <a:cs typeface="Corbel"/>
              </a:rPr>
              <a:t>la actividad </a:t>
            </a:r>
            <a:r>
              <a:rPr lang="es-ES" sz="1200" dirty="0">
                <a:latin typeface="Corbel"/>
                <a:cs typeface="Corbel"/>
              </a:rPr>
              <a:t> </a:t>
            </a:r>
            <a:r>
              <a:rPr lang="es-ES" sz="1200" spc="-5" dirty="0">
                <a:latin typeface="Corbel"/>
                <a:cs typeface="Corbel"/>
              </a:rPr>
              <a:t>empresarial</a:t>
            </a:r>
            <a:r>
              <a:rPr lang="es-ES" sz="1200" dirty="0">
                <a:latin typeface="Corbel"/>
                <a:cs typeface="Corbel"/>
              </a:rPr>
              <a:t> </a:t>
            </a:r>
            <a:r>
              <a:rPr lang="es-ES" sz="1200" spc="-5" dirty="0">
                <a:latin typeface="Corbel"/>
                <a:cs typeface="Corbel"/>
              </a:rPr>
              <a:t>como</a:t>
            </a:r>
            <a:r>
              <a:rPr lang="es-ES" sz="1200" dirty="0">
                <a:latin typeface="Corbel"/>
                <a:cs typeface="Corbel"/>
              </a:rPr>
              <a:t> </a:t>
            </a:r>
            <a:r>
              <a:rPr lang="es-ES" sz="1200" spc="-10" dirty="0">
                <a:latin typeface="Corbel"/>
                <a:cs typeface="Corbel"/>
              </a:rPr>
              <a:t>titulares</a:t>
            </a:r>
            <a:r>
              <a:rPr lang="es-ES" sz="1200" spc="-5" dirty="0">
                <a:latin typeface="Corbel"/>
                <a:cs typeface="Corbel"/>
              </a:rPr>
              <a:t> </a:t>
            </a:r>
            <a:r>
              <a:rPr lang="es-ES" sz="1200" dirty="0">
                <a:latin typeface="Corbel"/>
                <a:cs typeface="Corbel"/>
              </a:rPr>
              <a:t>de</a:t>
            </a:r>
            <a:r>
              <a:rPr lang="es-ES" sz="1200" spc="5" dirty="0">
                <a:latin typeface="Corbel"/>
                <a:cs typeface="Corbel"/>
              </a:rPr>
              <a:t> </a:t>
            </a:r>
            <a:r>
              <a:rPr lang="es-ES" sz="1200" dirty="0">
                <a:latin typeface="Corbel"/>
                <a:cs typeface="Corbel"/>
              </a:rPr>
              <a:t>la</a:t>
            </a:r>
            <a:r>
              <a:rPr lang="es-ES" sz="1200" spc="5" dirty="0">
                <a:latin typeface="Corbel"/>
                <a:cs typeface="Corbel"/>
              </a:rPr>
              <a:t> </a:t>
            </a:r>
            <a:r>
              <a:rPr lang="es-ES" sz="1200" dirty="0">
                <a:latin typeface="Corbel"/>
                <a:cs typeface="Corbel"/>
              </a:rPr>
              <a:t>empresa,</a:t>
            </a:r>
            <a:r>
              <a:rPr lang="es-ES" sz="1200" spc="5" dirty="0">
                <a:latin typeface="Corbel"/>
                <a:cs typeface="Corbel"/>
              </a:rPr>
              <a:t> </a:t>
            </a:r>
            <a:r>
              <a:rPr lang="es-ES" sz="1200" spc="-5" dirty="0">
                <a:latin typeface="Corbel"/>
                <a:cs typeface="Corbel"/>
              </a:rPr>
              <a:t>sino</a:t>
            </a:r>
            <a:r>
              <a:rPr lang="es-ES" sz="1200" dirty="0">
                <a:latin typeface="Corbel"/>
                <a:cs typeface="Corbel"/>
              </a:rPr>
              <a:t> </a:t>
            </a:r>
            <a:r>
              <a:rPr lang="es-ES" sz="1200" spc="-5" dirty="0">
                <a:latin typeface="Corbel"/>
                <a:cs typeface="Corbel"/>
              </a:rPr>
              <a:t>el</a:t>
            </a:r>
            <a:r>
              <a:rPr lang="es-ES" sz="1200" dirty="0">
                <a:latin typeface="Corbel"/>
                <a:cs typeface="Corbel"/>
              </a:rPr>
              <a:t> riesgo</a:t>
            </a:r>
            <a:r>
              <a:rPr lang="es-ES" sz="1200" spc="5" dirty="0">
                <a:latin typeface="Corbel"/>
                <a:cs typeface="Corbel"/>
              </a:rPr>
              <a:t> </a:t>
            </a:r>
            <a:r>
              <a:rPr lang="es-ES" sz="1200" spc="-5" dirty="0">
                <a:latin typeface="Corbel"/>
                <a:cs typeface="Corbel"/>
              </a:rPr>
              <a:t>de</a:t>
            </a:r>
            <a:r>
              <a:rPr lang="es-ES" sz="1200" dirty="0">
                <a:latin typeface="Corbel"/>
                <a:cs typeface="Corbel"/>
              </a:rPr>
              <a:t> </a:t>
            </a:r>
            <a:r>
              <a:rPr lang="es-ES" sz="1200" spc="5" dirty="0">
                <a:latin typeface="Corbel"/>
                <a:cs typeface="Corbel"/>
              </a:rPr>
              <a:t>la </a:t>
            </a:r>
            <a:r>
              <a:rPr lang="es-ES" sz="1200" spc="10" dirty="0">
                <a:latin typeface="Corbel"/>
                <a:cs typeface="Corbel"/>
              </a:rPr>
              <a:t> </a:t>
            </a:r>
            <a:r>
              <a:rPr lang="es-ES" sz="1200" spc="-5" dirty="0">
                <a:latin typeface="Corbel"/>
                <a:cs typeface="Corbel"/>
              </a:rPr>
              <a:t>actividad</a:t>
            </a:r>
            <a:r>
              <a:rPr lang="es-ES" sz="1200" spc="35" dirty="0">
                <a:latin typeface="Corbel"/>
                <a:cs typeface="Corbel"/>
              </a:rPr>
              <a:t> </a:t>
            </a:r>
            <a:r>
              <a:rPr lang="es-ES" sz="1200" spc="-5" dirty="0">
                <a:latin typeface="Corbel"/>
                <a:cs typeface="Corbel"/>
              </a:rPr>
              <a:t>profesional.</a:t>
            </a:r>
            <a:endParaRPr lang="es-ES" sz="1200" dirty="0">
              <a:latin typeface="Corbel"/>
              <a:cs typeface="Corbe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dirty="0">
              <a:latin typeface="Corbel"/>
              <a:cs typeface="Corbel"/>
            </a:endParaRPr>
          </a:p>
          <a:p>
            <a:endParaRPr lang="es-ES" dirty="0"/>
          </a:p>
        </p:txBody>
      </p:sp>
    </p:spTree>
    <p:extLst>
      <p:ext uri="{BB962C8B-B14F-4D97-AF65-F5344CB8AC3E}">
        <p14:creationId xmlns:p14="http://schemas.microsoft.com/office/powerpoint/2010/main" val="3953366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a:t>PLANIFICACIÓN y</a:t>
            </a:r>
            <a:r>
              <a:rPr lang="es-ES" baseline="0" dirty="0"/>
              <a:t> CONTROL</a:t>
            </a:r>
            <a:r>
              <a:rPr lang="es-ES" dirty="0"/>
              <a:t>: lo vemos en el tema 3</a:t>
            </a:r>
          </a:p>
          <a:p>
            <a:r>
              <a:rPr lang="es-ES" dirty="0"/>
              <a:t>ORGANIZACIÓN: lo</a:t>
            </a:r>
            <a:r>
              <a:rPr lang="es-ES" baseline="0" dirty="0"/>
              <a:t> vemos en el tema 4</a:t>
            </a:r>
            <a:endParaRPr lang="es-E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77500" lnSpcReduction="20000"/>
          </a:bodyPr>
          <a:lstStyle/>
          <a:p>
            <a:pPr marL="171450" marR="0" lvl="0" indent="-171450" algn="just" defTabSz="914400" rtl="0" eaLnBrk="0" fontAlgn="base" latinLnBrk="0" hangingPunct="0">
              <a:lnSpc>
                <a:spcPct val="100000"/>
              </a:lnSpc>
              <a:spcBef>
                <a:spcPct val="30000"/>
              </a:spcBef>
              <a:spcAft>
                <a:spcPct val="0"/>
              </a:spcAft>
              <a:buClrTx/>
              <a:buSzTx/>
              <a:buFont typeface="Wingdings" panose="05000000000000000000" pitchFamily="2" charset="2"/>
              <a:buChar char="à"/>
              <a:tabLst/>
              <a:defRPr/>
            </a:pPr>
            <a:r>
              <a:rPr lang="es-ES" sz="1000" b="1" baseline="0" dirty="0">
                <a:sym typeface="Wingdings" panose="05000000000000000000" pitchFamily="2" charset="2"/>
              </a:rPr>
              <a:t>VER PÁG. 36-39 DEL LIBRO DE IBORRA</a:t>
            </a:r>
          </a:p>
          <a:p>
            <a:pPr marL="0" marR="0" lvl="0" indent="0" algn="just"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endParaRPr lang="es-ES" sz="1000" baseline="0" dirty="0"/>
          </a:p>
          <a:p>
            <a:pPr marL="0" marR="0" lvl="0" indent="0" algn="just" defTabSz="914400" rtl="0" eaLnBrk="0" fontAlgn="base" latinLnBrk="0" hangingPunct="0">
              <a:lnSpc>
                <a:spcPct val="100000"/>
              </a:lnSpc>
              <a:spcBef>
                <a:spcPct val="30000"/>
              </a:spcBef>
              <a:spcAft>
                <a:spcPct val="0"/>
              </a:spcAft>
              <a:buClrTx/>
              <a:buSzTx/>
              <a:buFontTx/>
              <a:buNone/>
              <a:tabLst/>
              <a:defRPr/>
            </a:pPr>
            <a:r>
              <a:rPr lang="es-ES" sz="1000" baseline="0" dirty="0"/>
              <a:t>Libro Isabel Diez (</a:t>
            </a:r>
            <a:r>
              <a:rPr lang="es-ES" sz="1000" baseline="0" dirty="0" err="1"/>
              <a:t>pdf</a:t>
            </a:r>
            <a:r>
              <a:rPr lang="es-ES" sz="1000" baseline="0" dirty="0"/>
              <a:t>):</a:t>
            </a:r>
          </a:p>
          <a:p>
            <a:pPr algn="just"/>
            <a:endParaRPr lang="es-ES" sz="1000" kern="1200" baseline="0" dirty="0">
              <a:solidFill>
                <a:schemeClr val="tx1"/>
              </a:solidFill>
              <a:latin typeface="Arial" charset="0"/>
              <a:ea typeface="+mn-ea"/>
              <a:cs typeface="+mn-cs"/>
            </a:endParaRPr>
          </a:p>
          <a:p>
            <a:pPr algn="just"/>
            <a:r>
              <a:rPr lang="es-ES" sz="1000" kern="1200" baseline="0" dirty="0">
                <a:solidFill>
                  <a:schemeClr val="tx1"/>
                </a:solidFill>
                <a:latin typeface="Arial" charset="0"/>
                <a:ea typeface="+mn-ea"/>
                <a:cs typeface="+mn-cs"/>
              </a:rPr>
              <a:t>De acuerdo con las conclusiones de uno de los autores de referencia en el ámbito de la organización de empresas (</a:t>
            </a:r>
            <a:r>
              <a:rPr lang="es-ES" sz="1000" kern="1200" baseline="0" dirty="0" err="1">
                <a:solidFill>
                  <a:schemeClr val="tx1"/>
                </a:solidFill>
                <a:latin typeface="Arial" charset="0"/>
                <a:ea typeface="+mn-ea"/>
                <a:cs typeface="+mn-cs"/>
              </a:rPr>
              <a:t>Mintzberg</a:t>
            </a:r>
            <a:r>
              <a:rPr lang="es-ES" sz="1000" kern="1200" baseline="0" dirty="0">
                <a:solidFill>
                  <a:schemeClr val="tx1"/>
                </a:solidFill>
                <a:latin typeface="Arial" charset="0"/>
                <a:ea typeface="+mn-ea"/>
                <a:cs typeface="+mn-cs"/>
              </a:rPr>
              <a:t>, 1983), el trabajo de los directivos tiene unas características muy peculiares, pero, al mismo tiempo, los diferentes puestos directivos difieren poco entre sí. El trabajo de un directivo se caracteriza por estar poco definido, comprendiendo muchas tareas distintas, normalmente de corta duración, muy fragmentadas y sometidas a constantes interrupciones.</a:t>
            </a:r>
          </a:p>
          <a:p>
            <a:pPr algn="just"/>
            <a:endParaRPr lang="es-ES" sz="1000" kern="1200" baseline="0" dirty="0">
              <a:solidFill>
                <a:schemeClr val="tx1"/>
              </a:solidFill>
              <a:latin typeface="Arial" charset="0"/>
              <a:ea typeface="+mn-ea"/>
              <a:cs typeface="+mn-cs"/>
            </a:endParaRPr>
          </a:p>
          <a:p>
            <a:pPr algn="just"/>
            <a:r>
              <a:rPr lang="es-ES" sz="1000" kern="1200" baseline="0" dirty="0">
                <a:solidFill>
                  <a:schemeClr val="tx1"/>
                </a:solidFill>
                <a:latin typeface="Arial" charset="0"/>
                <a:ea typeface="+mn-ea"/>
                <a:cs typeface="+mn-cs"/>
              </a:rPr>
              <a:t>Adicionalmente, se debe tener en cuenta que cada directivo ocupa un puesto en la jerarquía, en función de su cargo, lo que le confiere una autoridad formal y un estatus determinado. Todo ello hace que el directivo pueda desempeñar en su trabajo hasta diez tipos de roles diferentes. Estos roles, que se pueden dar al mismo tiempo, están relacionados con el mantenimiento de relaciones personales, la recogida y transmisión de información, y la toma de decisiones.</a:t>
            </a:r>
          </a:p>
          <a:p>
            <a:pPr algn="just"/>
            <a:endParaRPr lang="es-ES" sz="1000" kern="1200" baseline="0" dirty="0">
              <a:solidFill>
                <a:schemeClr val="tx1"/>
              </a:solidFill>
              <a:latin typeface="Arial" charset="0"/>
              <a:ea typeface="+mn-ea"/>
              <a:cs typeface="+mn-cs"/>
            </a:endParaRPr>
          </a:p>
          <a:p>
            <a:pPr algn="just"/>
            <a:r>
              <a:rPr lang="es-ES" sz="1000" kern="1200" baseline="0" dirty="0">
                <a:solidFill>
                  <a:schemeClr val="tx1"/>
                </a:solidFill>
                <a:latin typeface="Arial" charset="0"/>
                <a:ea typeface="+mn-ea"/>
                <a:cs typeface="+mn-cs"/>
              </a:rPr>
              <a:t>Si bien, como se ha indicado el directivo tiene como función básica supervisar el proceso de combinación de recursos de producción y distribución, es decir, gestionar con eficiencia el proceso empresarial, coordinar y controlar la actividad de la misma, en la actualidad tiene que anticipar, articular y gestionar el cambio. Este proceso exige una reevaluación de la cartera de negocios de la empresa, así como también de los procesos internos de gestión, es decir, reinventar la empresa cada día.</a:t>
            </a:r>
          </a:p>
          <a:p>
            <a:pPr algn="just"/>
            <a:endParaRPr lang="es-ES" sz="1000" kern="1200" baseline="0" dirty="0">
              <a:solidFill>
                <a:schemeClr val="tx1"/>
              </a:solidFill>
              <a:latin typeface="Arial" charset="0"/>
              <a:ea typeface="+mn-ea"/>
              <a:cs typeface="+mn-cs"/>
            </a:endParaRPr>
          </a:p>
          <a:p>
            <a:pPr algn="just"/>
            <a:r>
              <a:rPr lang="es-ES" sz="1000" kern="1200" baseline="0" dirty="0">
                <a:solidFill>
                  <a:schemeClr val="tx1"/>
                </a:solidFill>
                <a:latin typeface="Arial" charset="0"/>
                <a:ea typeface="+mn-ea"/>
                <a:cs typeface="+mn-cs"/>
              </a:rPr>
              <a:t>De ahí que, como se ha indicado al inicio del capítulo, los altos directivos encarnan el papel del empresario en la gran empresa, en lo referente a que deben llevar a cabo el cambio en el proceso de creación de riqueza de la empresa. Esto implica que la alta dirección debe configurar los activos y recursos de la empresa, creando rutinas que hagan posible la innovación, deben crear las competencias básicas de la empresa necesarias para el éxito, así como diseñar la estructura organizativa y los procesos administrativos que permitan a la empresa aprender de forma continua. Por tanto, destaca el papel institucional de liderazgo del directivo en el proceso de innovación.</a:t>
            </a:r>
          </a:p>
          <a:p>
            <a:pPr algn="just"/>
            <a:endParaRPr lang="es-ES" sz="1000" kern="1200" baseline="0" dirty="0">
              <a:solidFill>
                <a:schemeClr val="tx1"/>
              </a:solidFill>
              <a:latin typeface="Arial" charset="0"/>
              <a:ea typeface="+mn-ea"/>
              <a:cs typeface="+mn-cs"/>
            </a:endParaRPr>
          </a:p>
          <a:p>
            <a:pPr algn="just"/>
            <a:r>
              <a:rPr lang="es-ES" sz="1000" kern="1200" baseline="0" dirty="0">
                <a:solidFill>
                  <a:schemeClr val="tx1"/>
                </a:solidFill>
                <a:latin typeface="Arial" charset="0"/>
                <a:ea typeface="+mn-ea"/>
                <a:cs typeface="+mn-cs"/>
              </a:rPr>
              <a:t>Finalmente, la labor fundamental de un directivo en el presente, es la capacidad de comunicar, construir una reputación y un clima de confianza que transforme un sistema conflictivo (individuos con objetivos en conflictos) en un sistema de cooperación donde los agentes actúan racionalmente en nombre de un objetivo común. La función de los directivos es convencer e influir para crear un clima de confianza para que los empleados no sigan conductas oportunistas logrando un mayor grado de eficiencia.</a:t>
            </a:r>
            <a:endParaRPr lang="es-ES" sz="10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ES" sz="1000" b="1" i="0" u="none" strike="noStrike" kern="1200" cap="none" spc="0" normalizeH="0" baseline="0" noProof="0" dirty="0">
                <a:ln>
                  <a:noFill/>
                </a:ln>
                <a:solidFill>
                  <a:srgbClr val="000000"/>
                </a:solidFill>
                <a:effectLst/>
                <a:uLnTx/>
                <a:uFillTx/>
                <a:latin typeface="Arial" charset="0"/>
                <a:ea typeface="+mn-ea"/>
                <a:cs typeface="+mn-cs"/>
              </a:rPr>
              <a:t>b) Papeles informativos:</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4"/>
              <a:tabLst/>
              <a:defRPr/>
            </a:pPr>
            <a:r>
              <a:rPr kumimoji="0" lang="es-ES" sz="1000" b="0" i="0" u="sng" strike="noStrike" kern="1200" cap="none" spc="0" normalizeH="0" baseline="0" noProof="0" dirty="0">
                <a:ln>
                  <a:noFill/>
                </a:ln>
                <a:solidFill>
                  <a:srgbClr val="000000"/>
                </a:solidFill>
                <a:effectLst/>
                <a:uLnTx/>
                <a:uFillTx/>
                <a:latin typeface="Arial" charset="0"/>
                <a:ea typeface="+mn-ea"/>
                <a:cs typeface="+mn-cs"/>
              </a:rPr>
              <a:t>Monitor</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buscan y reciben información para mejorar sus conocimientos sobre su organización y el entorno que la rodea. A este respecto, tanto los sistemas de información como las redes sociales del directivo juegan un papel relevante.</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4"/>
              <a:tabLst/>
              <a:defRPr/>
            </a:pPr>
            <a:r>
              <a:rPr kumimoji="0" lang="es-ES" sz="1000" b="0" i="0" u="sng" strike="noStrike" kern="1200" cap="none" spc="0" normalizeH="0" baseline="0" noProof="0" dirty="0">
                <a:ln>
                  <a:noFill/>
                </a:ln>
                <a:solidFill>
                  <a:srgbClr val="000000"/>
                </a:solidFill>
                <a:effectLst/>
                <a:uLnTx/>
                <a:uFillTx/>
                <a:latin typeface="Arial" charset="0"/>
                <a:ea typeface="+mn-ea"/>
                <a:cs typeface="+mn-cs"/>
              </a:rPr>
              <a:t>Difusor</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diseminan la información que recogen, especialmente la del exterior, dentro de la empresa entre sus subordinados.</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4"/>
              <a:tabLst/>
              <a:defRPr/>
            </a:pPr>
            <a:r>
              <a:rPr kumimoji="0" lang="es-ES" sz="1000" b="0" i="0" u="sng" strike="noStrike" kern="1200" cap="none" spc="0" normalizeH="0" baseline="0" noProof="0" dirty="0">
                <a:ln>
                  <a:noFill/>
                </a:ln>
                <a:solidFill>
                  <a:srgbClr val="000000"/>
                </a:solidFill>
                <a:effectLst/>
                <a:uLnTx/>
                <a:uFillTx/>
                <a:latin typeface="Arial" charset="0"/>
                <a:ea typeface="+mn-ea"/>
                <a:cs typeface="+mn-cs"/>
              </a:rPr>
              <a:t>Portavoz</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tienen el papel de transmitir información hacia abajo, pero también hacia arriba y hacia fuera para mantener informados a sus superiores y a los grupos externos a la organización.</a:t>
            </a:r>
            <a:endParaRPr lang="es-E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ES" sz="1000" b="1" i="0" u="none" strike="noStrike" kern="1200" cap="none" spc="0" normalizeH="0" baseline="0" noProof="0" dirty="0">
                <a:ln>
                  <a:noFill/>
                </a:ln>
                <a:solidFill>
                  <a:srgbClr val="000000"/>
                </a:solidFill>
                <a:effectLst/>
                <a:uLnTx/>
                <a:uFillTx/>
                <a:latin typeface="Arial" charset="0"/>
                <a:ea typeface="+mn-ea"/>
                <a:cs typeface="+mn-cs"/>
              </a:rPr>
              <a:t>b) Papeles informativos:</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4"/>
              <a:tabLst/>
              <a:defRPr/>
            </a:pPr>
            <a:r>
              <a:rPr kumimoji="0" lang="es-ES" sz="1000" b="0" i="0" u="sng" strike="noStrike" kern="1200" cap="none" spc="0" normalizeH="0" baseline="0" noProof="0" dirty="0">
                <a:ln>
                  <a:noFill/>
                </a:ln>
                <a:solidFill>
                  <a:srgbClr val="000000"/>
                </a:solidFill>
                <a:effectLst/>
                <a:uLnTx/>
                <a:uFillTx/>
                <a:latin typeface="Arial" charset="0"/>
                <a:ea typeface="+mn-ea"/>
                <a:cs typeface="+mn-cs"/>
              </a:rPr>
              <a:t>Monitor</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buscan y reciben información para mejorar sus conocimientos sobre su organización y el entorno que la rodea. A este respecto, tanto los sistemas de información como las redes sociales del directivo juegan un papel relevante.</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4"/>
              <a:tabLst/>
              <a:defRPr/>
            </a:pPr>
            <a:r>
              <a:rPr kumimoji="0" lang="es-ES" sz="1000" b="0" i="0" u="sng" strike="noStrike" kern="1200" cap="none" spc="0" normalizeH="0" baseline="0" noProof="0" dirty="0">
                <a:ln>
                  <a:noFill/>
                </a:ln>
                <a:solidFill>
                  <a:srgbClr val="000000"/>
                </a:solidFill>
                <a:effectLst/>
                <a:uLnTx/>
                <a:uFillTx/>
                <a:latin typeface="Arial" charset="0"/>
                <a:ea typeface="+mn-ea"/>
                <a:cs typeface="+mn-cs"/>
              </a:rPr>
              <a:t>Difusor</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diseminan la información que recogen, especialmente la del exterior, dentro de la empresa entre sus subordinados.</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4"/>
              <a:tabLst/>
              <a:defRPr/>
            </a:pPr>
            <a:r>
              <a:rPr kumimoji="0" lang="es-ES" sz="1000" b="0" i="0" u="sng" strike="noStrike" kern="1200" cap="none" spc="0" normalizeH="0" baseline="0" noProof="0" dirty="0">
                <a:ln>
                  <a:noFill/>
                </a:ln>
                <a:solidFill>
                  <a:srgbClr val="000000"/>
                </a:solidFill>
                <a:effectLst/>
                <a:uLnTx/>
                <a:uFillTx/>
                <a:latin typeface="Arial" charset="0"/>
                <a:ea typeface="+mn-ea"/>
                <a:cs typeface="+mn-cs"/>
              </a:rPr>
              <a:t>Portavoz</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tienen el papel de transmitir información hacia abajo, pero también hacia arriba y hacia fuera para mantener informados a sus superiores y a los grupos externos a la organización.</a:t>
            </a:r>
            <a:endParaRPr lang="es-ES" dirty="0"/>
          </a:p>
        </p:txBody>
      </p:sp>
    </p:spTree>
    <p:extLst>
      <p:ext uri="{BB962C8B-B14F-4D97-AF65-F5344CB8AC3E}">
        <p14:creationId xmlns:p14="http://schemas.microsoft.com/office/powerpoint/2010/main" val="2082488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ES" sz="1000" b="1" i="0" u="none" strike="noStrike" kern="1200" cap="none" spc="0" normalizeH="0" baseline="0" noProof="0" dirty="0">
                <a:ln>
                  <a:noFill/>
                </a:ln>
                <a:solidFill>
                  <a:srgbClr val="000000"/>
                </a:solidFill>
                <a:effectLst/>
                <a:uLnTx/>
                <a:uFillTx/>
                <a:latin typeface="Arial" charset="0"/>
                <a:ea typeface="+mn-ea"/>
                <a:cs typeface="+mn-cs"/>
              </a:rPr>
              <a:t>c) Papeles decisorios:</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7"/>
              <a:tabLst/>
              <a:defRPr/>
            </a:pPr>
            <a:r>
              <a:rPr kumimoji="0" lang="es-ES" sz="1000" b="0" i="0" u="sng" strike="noStrike" kern="1200" cap="none" spc="0" normalizeH="0" baseline="0" noProof="0" dirty="0">
                <a:ln>
                  <a:noFill/>
                </a:ln>
                <a:solidFill>
                  <a:srgbClr val="000000"/>
                </a:solidFill>
                <a:effectLst/>
                <a:uLnTx/>
                <a:uFillTx/>
                <a:latin typeface="Arial" charset="0"/>
                <a:ea typeface="+mn-ea"/>
                <a:cs typeface="+mn-cs"/>
              </a:rPr>
              <a:t>Empresario</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actúan como iniciadores y estimuladores de los cambios que sean necesarios realizar en la organización para buscar y explotar oportunidades de nuevas actividades.</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7"/>
              <a:tabLst/>
              <a:defRPr/>
            </a:pPr>
            <a:r>
              <a:rPr kumimoji="0" lang="es-ES" sz="1000" b="0" i="0" u="sng" strike="noStrike" kern="1200" cap="none" spc="0" normalizeH="0" baseline="0" noProof="0" dirty="0">
                <a:ln>
                  <a:noFill/>
                </a:ln>
                <a:solidFill>
                  <a:srgbClr val="000000"/>
                </a:solidFill>
                <a:effectLst/>
                <a:uLnTx/>
                <a:uFillTx/>
                <a:latin typeface="Arial" charset="0"/>
                <a:ea typeface="+mn-ea"/>
                <a:cs typeface="+mn-cs"/>
              </a:rPr>
              <a:t>Gestor de anomalías</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deben encargarse de resolver los problemas imprevistos que surjan.</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7"/>
              <a:tabLst/>
              <a:defRPr/>
            </a:pPr>
            <a:r>
              <a:rPr kumimoji="0" lang="es-ES" sz="1000" b="0" i="0" u="sng" strike="noStrike" kern="1200" cap="none" spc="0" normalizeH="0" baseline="0" noProof="0" dirty="0" err="1">
                <a:ln>
                  <a:noFill/>
                </a:ln>
                <a:solidFill>
                  <a:srgbClr val="000000"/>
                </a:solidFill>
                <a:effectLst/>
                <a:uLnTx/>
                <a:uFillTx/>
                <a:latin typeface="Arial" charset="0"/>
                <a:ea typeface="+mn-ea"/>
                <a:cs typeface="+mn-cs"/>
              </a:rPr>
              <a:t>Asignador</a:t>
            </a:r>
            <a:r>
              <a:rPr kumimoji="0" lang="es-ES" sz="1000" b="0" i="0" u="sng" strike="noStrike" kern="1200" cap="none" spc="0" normalizeH="0" baseline="0" noProof="0" dirty="0">
                <a:ln>
                  <a:noFill/>
                </a:ln>
                <a:solidFill>
                  <a:srgbClr val="000000"/>
                </a:solidFill>
                <a:effectLst/>
                <a:uLnTx/>
                <a:uFillTx/>
                <a:latin typeface="Arial" charset="0"/>
                <a:ea typeface="+mn-ea"/>
                <a:cs typeface="+mn-cs"/>
              </a:rPr>
              <a:t> de recursos</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deben asignar el uso de los recursos de todo tipo de la organización.</a:t>
            </a:r>
          </a:p>
          <a:p>
            <a:pPr marL="228600" marR="0" lvl="0" indent="-228600" algn="just" defTabSz="914400" rtl="0" eaLnBrk="0" fontAlgn="base" latinLnBrk="0" hangingPunct="0">
              <a:lnSpc>
                <a:spcPct val="100000"/>
              </a:lnSpc>
              <a:spcBef>
                <a:spcPct val="30000"/>
              </a:spcBef>
              <a:spcAft>
                <a:spcPct val="0"/>
              </a:spcAft>
              <a:buClrTx/>
              <a:buSzTx/>
              <a:buFont typeface="+mj-lt"/>
              <a:buAutoNum type="arabicPeriod" startAt="7"/>
              <a:tabLst/>
              <a:defRPr/>
            </a:pPr>
            <a:r>
              <a:rPr kumimoji="0" lang="es-ES" sz="1000" b="0" i="0" u="sng" strike="noStrike" kern="1200" cap="none" spc="0" normalizeH="0" baseline="0" noProof="0" dirty="0">
                <a:ln>
                  <a:noFill/>
                </a:ln>
                <a:solidFill>
                  <a:srgbClr val="000000"/>
                </a:solidFill>
                <a:effectLst/>
                <a:uLnTx/>
                <a:uFillTx/>
                <a:latin typeface="Arial" charset="0"/>
                <a:ea typeface="+mn-ea"/>
                <a:cs typeface="+mn-cs"/>
              </a:rPr>
              <a:t>Negociador</a:t>
            </a:r>
            <a:r>
              <a:rPr kumimoji="0" lang="es-ES" sz="1000" b="0" i="0" u="none" strike="noStrike" kern="1200" cap="none" spc="0" normalizeH="0" baseline="0" noProof="0" dirty="0">
                <a:ln>
                  <a:noFill/>
                </a:ln>
                <a:solidFill>
                  <a:srgbClr val="000000"/>
                </a:solidFill>
                <a:effectLst/>
                <a:uLnTx/>
                <a:uFillTx/>
                <a:latin typeface="Arial" charset="0"/>
                <a:ea typeface="+mn-ea"/>
                <a:cs typeface="+mn-cs"/>
              </a:rPr>
              <a:t>. Los directivos representan a la organización en toda negociación importante que tenga lugar (por ejemplo con los sindicatos).</a:t>
            </a:r>
          </a:p>
          <a:p>
            <a:endParaRPr lang="es-E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25000" lnSpcReduction="20000"/>
          </a:bodyPr>
          <a:lstStyle/>
          <a:p>
            <a:pPr marL="552450" indent="-552450" algn="just" eaLnBrk="1" hangingPunct="1">
              <a:buFont typeface="Wingdings" pitchFamily="2" charset="2"/>
              <a:buNone/>
            </a:pPr>
            <a:r>
              <a:rPr lang="es-ES_tradnl" sz="1000" b="1" dirty="0">
                <a:solidFill>
                  <a:srgbClr val="C00000"/>
                </a:solidFill>
                <a:latin typeface="+mj-lt"/>
              </a:rPr>
              <a:t>¿Cómo toman decisiones los directivos?</a:t>
            </a:r>
          </a:p>
          <a:p>
            <a:pPr marL="552450" indent="-552450" algn="just" eaLnBrk="1" hangingPunct="1">
              <a:buFont typeface="Wingdings" pitchFamily="2" charset="2"/>
              <a:buNone/>
            </a:pPr>
            <a:r>
              <a:rPr lang="es-ES_tradnl" sz="1000" dirty="0">
                <a:latin typeface="+mj-lt"/>
              </a:rPr>
              <a:t>TEORÍAS / MODELOS / PERSPECTIVAS:</a:t>
            </a:r>
          </a:p>
          <a:p>
            <a:pPr marL="216000" indent="-552450" algn="just" eaLnBrk="1" hangingPunct="1">
              <a:spcBef>
                <a:spcPts val="0"/>
              </a:spcBef>
              <a:buFont typeface="+mj-lt"/>
              <a:buNone/>
            </a:pPr>
            <a:r>
              <a:rPr lang="es-ES_tradnl" sz="1000" dirty="0">
                <a:solidFill>
                  <a:srgbClr val="C00000"/>
                </a:solidFill>
                <a:latin typeface="+mj-lt"/>
              </a:rPr>
              <a:t>1. Enfoque Racional</a:t>
            </a:r>
          </a:p>
          <a:p>
            <a:pPr marL="144000" indent="-552450" algn="just" eaLnBrk="1" hangingPunct="1">
              <a:buNone/>
            </a:pPr>
            <a:r>
              <a:rPr lang="es-ES_tradnl" sz="1000" dirty="0">
                <a:latin typeface="+mj-lt"/>
              </a:rPr>
              <a:t>	Descripción, análisis y elección de opciones congruentes y de máximo valor para el contexto de restricciones específicas.</a:t>
            </a:r>
          </a:p>
          <a:p>
            <a:pPr marL="252000" indent="-552450" algn="just" eaLnBrk="1" hangingPunct="1">
              <a:buFont typeface="+mj-lt"/>
              <a:buNone/>
            </a:pPr>
            <a:r>
              <a:rPr lang="es-ES_tradnl" sz="1000" dirty="0">
                <a:solidFill>
                  <a:srgbClr val="C00000"/>
                </a:solidFill>
                <a:latin typeface="+mj-lt"/>
              </a:rPr>
              <a:t>2. Enfoque de Racionalidad acotada</a:t>
            </a:r>
          </a:p>
          <a:p>
            <a:pPr marL="144000" indent="-552450" algn="just" eaLnBrk="1" hangingPunct="1">
              <a:buNone/>
            </a:pPr>
            <a:r>
              <a:rPr lang="es-ES_tradnl" sz="1000" dirty="0">
                <a:latin typeface="+mj-lt"/>
              </a:rPr>
              <a:t>	Toma de decisiones racional pero limitada por la capacidad del individuo de procesar la información.</a:t>
            </a:r>
          </a:p>
          <a:p>
            <a:pPr marL="252000" indent="-552450" algn="just" eaLnBrk="1" hangingPunct="1">
              <a:buFont typeface="+mj-lt"/>
              <a:buNone/>
            </a:pPr>
            <a:r>
              <a:rPr lang="es-ES_tradnl" sz="1000" dirty="0">
                <a:solidFill>
                  <a:srgbClr val="C00000"/>
                </a:solidFill>
                <a:latin typeface="+mj-lt"/>
              </a:rPr>
              <a:t>3. Enfoque Intuitivo</a:t>
            </a:r>
          </a:p>
          <a:p>
            <a:pPr marL="144000" indent="-552450" algn="just" eaLnBrk="1" hangingPunct="1">
              <a:buNone/>
            </a:pPr>
            <a:r>
              <a:rPr lang="es-ES_tradnl" sz="1000" dirty="0">
                <a:latin typeface="+mj-lt"/>
              </a:rPr>
              <a:t>	Acto de tomar decisiones a partir de experiencias, sentimientos y buen juicio acumulado.</a:t>
            </a:r>
          </a:p>
          <a:p>
            <a:pPr algn="just"/>
            <a:endParaRPr lang="es-ES" sz="1000" dirty="0">
              <a:latin typeface="+mj-lt"/>
            </a:endParaRPr>
          </a:p>
          <a:p>
            <a:pPr lvl="0" algn="just">
              <a:spcAft>
                <a:spcPts val="600"/>
              </a:spcAft>
            </a:pPr>
            <a:r>
              <a:rPr lang="es-ES_tradnl" sz="1000" b="1" kern="1200" dirty="0">
                <a:solidFill>
                  <a:schemeClr val="tx1"/>
                </a:solidFill>
                <a:latin typeface="+mj-lt"/>
                <a:ea typeface="+mn-ea"/>
                <a:cs typeface="+mn-cs"/>
              </a:rPr>
              <a:t>Premisas de la racionalidad:</a:t>
            </a:r>
            <a:endParaRPr lang="es-ES_tradnl" sz="1000" kern="1200" dirty="0">
              <a:solidFill>
                <a:schemeClr val="tx1"/>
              </a:solidFill>
              <a:latin typeface="+mj-lt"/>
              <a:ea typeface="+mn-ea"/>
              <a:cs typeface="+mn-cs"/>
            </a:endParaRPr>
          </a:p>
          <a:p>
            <a:pPr lvl="0" algn="just">
              <a:spcAft>
                <a:spcPts val="600"/>
              </a:spcAft>
              <a:buFont typeface="Wingdings" pitchFamily="2" charset="2"/>
              <a:buChar char="q"/>
            </a:pPr>
            <a:r>
              <a:rPr lang="es-ES_tradnl" sz="1000" kern="1200" dirty="0">
                <a:solidFill>
                  <a:schemeClr val="tx1"/>
                </a:solidFill>
                <a:latin typeface="+mj-lt"/>
                <a:ea typeface="+mn-ea"/>
                <a:cs typeface="+mn-cs"/>
              </a:rPr>
              <a:t> El problema es claro y directo</a:t>
            </a:r>
          </a:p>
          <a:p>
            <a:pPr lvl="0" algn="just">
              <a:spcAft>
                <a:spcPts val="600"/>
              </a:spcAft>
              <a:buFont typeface="Wingdings" pitchFamily="2" charset="2"/>
              <a:buChar char="q"/>
            </a:pPr>
            <a:r>
              <a:rPr lang="es-ES_tradnl" sz="1000" kern="1200" dirty="0">
                <a:solidFill>
                  <a:schemeClr val="tx1"/>
                </a:solidFill>
                <a:latin typeface="+mj-lt"/>
                <a:ea typeface="+mn-ea"/>
                <a:cs typeface="+mn-cs"/>
              </a:rPr>
              <a:t> Hay que alcanzar una sola meta bien definida</a:t>
            </a:r>
          </a:p>
          <a:p>
            <a:pPr lvl="0" algn="just">
              <a:spcAft>
                <a:spcPts val="600"/>
              </a:spcAft>
              <a:buFont typeface="Wingdings" pitchFamily="2" charset="2"/>
              <a:buChar char="q"/>
            </a:pPr>
            <a:r>
              <a:rPr lang="es-ES_tradnl" sz="1000" kern="1200" dirty="0">
                <a:solidFill>
                  <a:schemeClr val="tx1"/>
                </a:solidFill>
                <a:latin typeface="+mj-lt"/>
                <a:ea typeface="+mn-ea"/>
                <a:cs typeface="+mn-cs"/>
              </a:rPr>
              <a:t> Se conocen todas las alternativas y consecuencias</a:t>
            </a:r>
          </a:p>
          <a:p>
            <a:pPr lvl="0" algn="just">
              <a:spcAft>
                <a:spcPts val="600"/>
              </a:spcAft>
              <a:buFont typeface="Wingdings" pitchFamily="2" charset="2"/>
              <a:buChar char="q"/>
            </a:pPr>
            <a:r>
              <a:rPr lang="es-ES_tradnl" sz="1000" kern="1200" dirty="0">
                <a:solidFill>
                  <a:schemeClr val="tx1"/>
                </a:solidFill>
                <a:latin typeface="+mj-lt"/>
                <a:ea typeface="+mn-ea"/>
                <a:cs typeface="+mn-cs"/>
              </a:rPr>
              <a:t> Las preferencias están claras y son constantes y estables</a:t>
            </a:r>
          </a:p>
          <a:p>
            <a:pPr lvl="0" algn="just">
              <a:spcAft>
                <a:spcPts val="600"/>
              </a:spcAft>
              <a:buFont typeface="Wingdings" pitchFamily="2" charset="2"/>
              <a:buChar char="q"/>
            </a:pPr>
            <a:r>
              <a:rPr lang="es-ES_tradnl" sz="1000" kern="1200" dirty="0">
                <a:solidFill>
                  <a:schemeClr val="tx1"/>
                </a:solidFill>
                <a:latin typeface="+mj-lt"/>
                <a:ea typeface="+mn-ea"/>
                <a:cs typeface="+mn-cs"/>
              </a:rPr>
              <a:t> No hay restricciones ni de tiempo ni de costes</a:t>
            </a:r>
          </a:p>
          <a:p>
            <a:pPr lvl="0" algn="just">
              <a:spcAft>
                <a:spcPts val="600"/>
              </a:spcAft>
              <a:buFont typeface="Wingdings" pitchFamily="2" charset="2"/>
              <a:buChar char="q"/>
            </a:pPr>
            <a:r>
              <a:rPr lang="es-ES_tradnl" sz="1000" kern="1200" dirty="0">
                <a:solidFill>
                  <a:schemeClr val="tx1"/>
                </a:solidFill>
                <a:latin typeface="+mj-lt"/>
                <a:ea typeface="+mn-ea"/>
                <a:cs typeface="+mn-cs"/>
              </a:rPr>
              <a:t> La elección final trae el mejor resultado</a:t>
            </a:r>
          </a:p>
          <a:p>
            <a:pPr lvl="0" algn="just">
              <a:spcAft>
                <a:spcPts val="600"/>
              </a:spcAft>
              <a:buFont typeface="Wingdings" pitchFamily="2" charset="2"/>
              <a:buChar char="q"/>
            </a:pPr>
            <a:r>
              <a:rPr lang="es-ES_tradnl" sz="1000" kern="1200" dirty="0">
                <a:solidFill>
                  <a:schemeClr val="tx1"/>
                </a:solidFill>
                <a:latin typeface="+mj-lt"/>
                <a:ea typeface="+mn-ea"/>
                <a:cs typeface="+mn-cs"/>
              </a:rPr>
              <a:t>Quien decide maximiza los intereses de la organización, no los propios</a:t>
            </a:r>
          </a:p>
          <a:p>
            <a:pPr lvl="0" algn="just"/>
            <a:r>
              <a:rPr lang="es-ES_tradnl" sz="1000" b="1" kern="1200" dirty="0">
                <a:solidFill>
                  <a:srgbClr val="C00000"/>
                </a:solidFill>
                <a:latin typeface="+mj-lt"/>
                <a:ea typeface="+mn-ea"/>
                <a:cs typeface="+mn-cs"/>
                <a:sym typeface="Wingdings" pitchFamily="2" charset="2"/>
              </a:rPr>
              <a:t>	 </a:t>
            </a:r>
            <a:r>
              <a:rPr lang="es-ES_tradnl" sz="1000" b="1" kern="1200" dirty="0">
                <a:solidFill>
                  <a:srgbClr val="C00000"/>
                </a:solidFill>
                <a:latin typeface="+mj-lt"/>
                <a:ea typeface="+mn-ea"/>
                <a:cs typeface="+mn-cs"/>
              </a:rPr>
              <a:t>EL DIRECTIVO NO SE EQUIVOCA</a:t>
            </a:r>
          </a:p>
          <a:p>
            <a:pPr lvl="0" algn="just">
              <a:spcAft>
                <a:spcPts val="600"/>
              </a:spcAft>
            </a:pPr>
            <a:endParaRPr lang="es-ES_tradnl" sz="1000" kern="1200" dirty="0">
              <a:solidFill>
                <a:schemeClr val="tx1"/>
              </a:solidFill>
              <a:latin typeface="+mj-lt"/>
              <a:ea typeface="+mn-ea"/>
              <a:cs typeface="+mn-cs"/>
            </a:endParaRPr>
          </a:p>
          <a:p>
            <a:pPr lvl="0" algn="just">
              <a:spcAft>
                <a:spcPts val="600"/>
              </a:spcAft>
            </a:pPr>
            <a:r>
              <a:rPr lang="es-ES_tradnl" sz="1000" b="1" kern="1200" dirty="0">
                <a:solidFill>
                  <a:schemeClr val="tx1"/>
                </a:solidFill>
                <a:latin typeface="+mj-lt"/>
                <a:ea typeface="+mn-ea"/>
                <a:cs typeface="+mn-cs"/>
              </a:rPr>
              <a:t>Racionalidad</a:t>
            </a:r>
            <a:r>
              <a:rPr lang="es-ES_tradnl" sz="1000" b="1" kern="1200" baseline="0" dirty="0">
                <a:solidFill>
                  <a:schemeClr val="tx1"/>
                </a:solidFill>
                <a:latin typeface="+mj-lt"/>
                <a:ea typeface="+mn-ea"/>
                <a:cs typeface="+mn-cs"/>
              </a:rPr>
              <a:t> limitada:</a:t>
            </a:r>
            <a:endParaRPr lang="es-ES_tradnl" sz="1000" b="1" kern="1200" dirty="0">
              <a:solidFill>
                <a:schemeClr val="tx1"/>
              </a:solidFill>
              <a:latin typeface="+mj-lt"/>
              <a:ea typeface="+mn-ea"/>
              <a:cs typeface="+mn-cs"/>
            </a:endParaRPr>
          </a:p>
          <a:p>
            <a:pPr lvl="0" algn="just">
              <a:spcAft>
                <a:spcPts val="600"/>
              </a:spcAft>
            </a:pPr>
            <a:r>
              <a:rPr lang="es-ES_tradnl" sz="1000" kern="1200" dirty="0">
                <a:solidFill>
                  <a:schemeClr val="tx1"/>
                </a:solidFill>
                <a:latin typeface="+mj-lt"/>
                <a:ea typeface="+mn-ea"/>
                <a:cs typeface="+mn-cs"/>
              </a:rPr>
              <a:t>La toma de decisiones suele no ser totalmente racional, porque hay muchas factores que influyen en el que las toma:</a:t>
            </a:r>
          </a:p>
          <a:p>
            <a:pPr algn="just">
              <a:spcAft>
                <a:spcPts val="600"/>
              </a:spcAft>
              <a:buFont typeface="Wingdings" pitchFamily="2" charset="2"/>
              <a:buChar char="q"/>
            </a:pPr>
            <a:r>
              <a:rPr lang="es-ES_tradnl" sz="1000" kern="1200" dirty="0">
                <a:solidFill>
                  <a:schemeClr val="tx1"/>
                </a:solidFill>
                <a:latin typeface="+mj-lt"/>
                <a:ea typeface="+mn-ea"/>
                <a:cs typeface="+mn-cs"/>
              </a:rPr>
              <a:t> Límites en la toma de decisiones:</a:t>
            </a:r>
          </a:p>
          <a:p>
            <a:pPr lvl="1" algn="just">
              <a:spcAft>
                <a:spcPts val="600"/>
              </a:spcAft>
            </a:pPr>
            <a:r>
              <a:rPr lang="es-ES_tradnl" sz="1000" kern="1200" dirty="0">
                <a:solidFill>
                  <a:schemeClr val="tx1"/>
                </a:solidFill>
                <a:latin typeface="+mj-lt"/>
                <a:ea typeface="+mn-ea"/>
                <a:cs typeface="+mn-cs"/>
              </a:rPr>
              <a:t>Información</a:t>
            </a:r>
          </a:p>
          <a:p>
            <a:pPr lvl="1" algn="just">
              <a:spcAft>
                <a:spcPts val="600"/>
              </a:spcAft>
            </a:pPr>
            <a:r>
              <a:rPr lang="es-ES_tradnl" sz="1000" kern="1200" dirty="0">
                <a:solidFill>
                  <a:schemeClr val="tx1"/>
                </a:solidFill>
                <a:latin typeface="+mj-lt"/>
                <a:ea typeface="+mn-ea"/>
                <a:cs typeface="+mn-cs"/>
              </a:rPr>
              <a:t>Procesamiento</a:t>
            </a:r>
          </a:p>
          <a:p>
            <a:pPr algn="just">
              <a:spcAft>
                <a:spcPts val="600"/>
              </a:spcAft>
              <a:buFont typeface="Wingdings" pitchFamily="2" charset="2"/>
              <a:buChar char="q"/>
            </a:pPr>
            <a:r>
              <a:rPr lang="es-ES_tradnl" sz="1000" dirty="0">
                <a:solidFill>
                  <a:srgbClr val="000000"/>
                </a:solidFill>
                <a:latin typeface="+mj-lt"/>
              </a:rPr>
              <a:t> La toma de decisiones se ve también influida por la organización: su cultura, políticas internas, consideraciones de poder y un fenómeno llamado </a:t>
            </a:r>
            <a:r>
              <a:rPr lang="es-ES_tradnl" sz="1000" b="1" dirty="0">
                <a:solidFill>
                  <a:srgbClr val="000000"/>
                </a:solidFill>
                <a:latin typeface="+mj-lt"/>
              </a:rPr>
              <a:t>Intensificación del Compromiso</a:t>
            </a:r>
            <a:r>
              <a:rPr lang="es-ES_tradnl" sz="1000" dirty="0">
                <a:solidFill>
                  <a:srgbClr val="000000"/>
                </a:solidFill>
                <a:latin typeface="+mj-lt"/>
              </a:rPr>
              <a:t>, que es una dedicación redoblada a decisiones anteriores aunque haya pruebas de que están equivocadas.</a:t>
            </a:r>
          </a:p>
          <a:p>
            <a:pPr lvl="2" algn="just">
              <a:buFont typeface="Wingdings"/>
              <a:buChar char="à"/>
            </a:pPr>
            <a:r>
              <a:rPr lang="es-ES_tradnl" sz="1000" b="1" dirty="0">
                <a:solidFill>
                  <a:srgbClr val="C00000"/>
                </a:solidFill>
                <a:latin typeface="+mj-lt"/>
              </a:rPr>
              <a:t>EL DIRECTIVO TOMA DECISIONES SATISFACTORIAS</a:t>
            </a:r>
          </a:p>
          <a:p>
            <a:pPr lvl="0" algn="just">
              <a:buFont typeface="Wingdings"/>
              <a:buNone/>
            </a:pPr>
            <a:endParaRPr lang="es-ES_tradnl" sz="1000" b="1" dirty="0">
              <a:solidFill>
                <a:srgbClr val="C00000"/>
              </a:solidFill>
              <a:latin typeface="+mj-lt"/>
            </a:endParaRPr>
          </a:p>
          <a:p>
            <a:pPr lvl="0" algn="just">
              <a:buFont typeface="Wingdings"/>
              <a:buNone/>
            </a:pPr>
            <a:r>
              <a:rPr lang="es-ES_tradnl" sz="1000" b="1" dirty="0">
                <a:solidFill>
                  <a:srgbClr val="C00000"/>
                </a:solidFill>
                <a:latin typeface="+mj-lt"/>
              </a:rPr>
              <a:t>Enfoque intuitivo:</a:t>
            </a:r>
          </a:p>
          <a:p>
            <a:pPr lvl="0" algn="just">
              <a:spcAft>
                <a:spcPts val="600"/>
              </a:spcAft>
              <a:buFont typeface="Wingdings" pitchFamily="2" charset="2"/>
              <a:buChar char="q"/>
            </a:pPr>
            <a:r>
              <a:rPr lang="es-ES_tradnl" sz="1000" kern="1200" dirty="0">
                <a:solidFill>
                  <a:schemeClr val="tx1"/>
                </a:solidFill>
                <a:latin typeface="+mj-lt"/>
                <a:ea typeface="+mn-ea"/>
                <a:cs typeface="+mn-cs"/>
              </a:rPr>
              <a:t> Decisiones basadas en la experiencia</a:t>
            </a:r>
          </a:p>
          <a:p>
            <a:pPr lvl="0" algn="just">
              <a:spcAft>
                <a:spcPts val="600"/>
              </a:spcAft>
              <a:buFont typeface="Wingdings" pitchFamily="2" charset="2"/>
              <a:buChar char="q"/>
            </a:pPr>
            <a:r>
              <a:rPr lang="es-ES_tradnl" sz="1000" kern="1200" dirty="0">
                <a:solidFill>
                  <a:schemeClr val="tx1"/>
                </a:solidFill>
                <a:latin typeface="+mj-lt"/>
                <a:ea typeface="+mn-ea"/>
                <a:cs typeface="+mn-cs"/>
              </a:rPr>
              <a:t> Decisiones por afectos</a:t>
            </a:r>
          </a:p>
          <a:p>
            <a:pPr lvl="0" algn="just">
              <a:spcAft>
                <a:spcPts val="600"/>
              </a:spcAft>
              <a:buFont typeface="Wingdings" pitchFamily="2" charset="2"/>
              <a:buChar char="q"/>
            </a:pPr>
            <a:r>
              <a:rPr lang="es-ES_tradnl" sz="1000" kern="1200" dirty="0">
                <a:solidFill>
                  <a:schemeClr val="tx1"/>
                </a:solidFill>
                <a:latin typeface="+mj-lt"/>
                <a:ea typeface="+mn-ea"/>
                <a:cs typeface="+mn-cs"/>
              </a:rPr>
              <a:t> Decisiones basadas en sentimientos o emociones</a:t>
            </a:r>
          </a:p>
          <a:p>
            <a:pPr lvl="0" algn="just">
              <a:spcAft>
                <a:spcPts val="600"/>
              </a:spcAft>
              <a:buFont typeface="Wingdings" pitchFamily="2" charset="2"/>
              <a:buChar char="q"/>
            </a:pPr>
            <a:r>
              <a:rPr lang="es-ES_tradnl" sz="1000" kern="1200" dirty="0">
                <a:solidFill>
                  <a:schemeClr val="tx1"/>
                </a:solidFill>
                <a:latin typeface="+mj-lt"/>
                <a:ea typeface="+mn-ea"/>
                <a:cs typeface="+mn-cs"/>
              </a:rPr>
              <a:t> Decisiones intelectuales</a:t>
            </a:r>
          </a:p>
          <a:p>
            <a:pPr lvl="0" algn="just">
              <a:spcAft>
                <a:spcPts val="600"/>
              </a:spcAft>
              <a:buFont typeface="Wingdings" pitchFamily="2" charset="2"/>
              <a:buChar char="q"/>
            </a:pPr>
            <a:r>
              <a:rPr lang="es-ES_tradnl" sz="1000" kern="1200" dirty="0">
                <a:solidFill>
                  <a:schemeClr val="tx1"/>
                </a:solidFill>
                <a:latin typeface="+mj-lt"/>
                <a:ea typeface="+mn-ea"/>
                <a:cs typeface="+mn-cs"/>
              </a:rPr>
              <a:t> Decisiones basadas en  destrezas, conocimientos y capacitación</a:t>
            </a:r>
          </a:p>
          <a:p>
            <a:pPr lvl="0" algn="just">
              <a:spcAft>
                <a:spcPts val="600"/>
              </a:spcAft>
              <a:buFont typeface="Wingdings" pitchFamily="2" charset="2"/>
              <a:buChar char="q"/>
            </a:pPr>
            <a:r>
              <a:rPr lang="es-ES_tradnl" sz="1000" kern="1200" dirty="0">
                <a:solidFill>
                  <a:schemeClr val="tx1"/>
                </a:solidFill>
                <a:latin typeface="+mj-lt"/>
                <a:ea typeface="+mn-ea"/>
                <a:cs typeface="+mn-cs"/>
              </a:rPr>
              <a:t> Procesos mentales inconscientes: los gerentes toman datos del subconsciente para sus decisiones</a:t>
            </a:r>
          </a:p>
          <a:p>
            <a:pPr lvl="0" algn="just">
              <a:spcAft>
                <a:spcPts val="600"/>
              </a:spcAft>
              <a:buFont typeface="Wingdings" pitchFamily="2" charset="2"/>
              <a:buChar char="q"/>
            </a:pPr>
            <a:r>
              <a:rPr lang="es-ES_tradnl" sz="1000" kern="1200" dirty="0">
                <a:solidFill>
                  <a:schemeClr val="tx1"/>
                </a:solidFill>
                <a:latin typeface="+mj-lt"/>
                <a:ea typeface="+mn-ea"/>
                <a:cs typeface="+mn-cs"/>
              </a:rPr>
              <a:t> Decisiones basadas en valores éticos</a:t>
            </a:r>
          </a:p>
          <a:p>
            <a:pPr lvl="0" algn="just">
              <a:spcAft>
                <a:spcPts val="600"/>
              </a:spcAft>
              <a:buFont typeface="Wingdings" pitchFamily="2" charset="2"/>
              <a:buChar char="q"/>
            </a:pPr>
            <a:r>
              <a:rPr lang="es-ES_tradnl" sz="1000" kern="1200" dirty="0">
                <a:solidFill>
                  <a:schemeClr val="tx1"/>
                </a:solidFill>
                <a:latin typeface="+mj-lt"/>
                <a:ea typeface="+mn-ea"/>
                <a:cs typeface="+mn-cs"/>
              </a:rPr>
              <a:t> Decisiones basadas en la cultura o los valores éticos</a:t>
            </a:r>
          </a:p>
          <a:p>
            <a:pPr lvl="0" algn="just">
              <a:spcAft>
                <a:spcPts val="600"/>
              </a:spcAft>
            </a:pPr>
            <a:endParaRPr lang="es-ES_tradnl" sz="1000" kern="1200" dirty="0">
              <a:solidFill>
                <a:schemeClr val="tx1"/>
              </a:solidFill>
              <a:latin typeface="+mj-lt"/>
              <a:ea typeface="+mn-ea"/>
              <a:cs typeface="+mn-cs"/>
            </a:endParaRPr>
          </a:p>
          <a:p>
            <a:pPr lvl="0" algn="just">
              <a:spcAft>
                <a:spcPts val="600"/>
              </a:spcAft>
            </a:pPr>
            <a:r>
              <a:rPr lang="es-ES_tradnl" sz="1000" b="1" kern="1200" dirty="0">
                <a:solidFill>
                  <a:srgbClr val="C00000"/>
                </a:solidFill>
                <a:latin typeface="+mj-lt"/>
                <a:ea typeface="+mn-ea"/>
                <a:cs typeface="+mn-cs"/>
              </a:rPr>
              <a:t>EL ANÁLISIS INTUITIVO NO TIENE PORQUÉ SER INDEPENDIENTE DEL ANÁLISIS RACIONAL SINO COMPLEMENTARIO</a:t>
            </a:r>
            <a:endParaRPr lang="es-ES" sz="1000" kern="1200" dirty="0">
              <a:solidFill>
                <a:schemeClr val="tx1"/>
              </a:solidFill>
              <a:latin typeface="+mj-lt"/>
              <a:ea typeface="+mn-ea"/>
              <a:cs typeface="+mn-cs"/>
            </a:endParaRPr>
          </a:p>
          <a:p>
            <a:pPr lvl="0" algn="just"/>
            <a:endParaRPr lang="es-ES" sz="1000" b="1" dirty="0">
              <a:latin typeface="+mj-lt"/>
            </a:endParaRPr>
          </a:p>
          <a:p>
            <a:pPr lvl="0" algn="just"/>
            <a:r>
              <a:rPr lang="es-ES" sz="1000" b="1" dirty="0">
                <a:latin typeface="+mj-lt"/>
              </a:rPr>
              <a:t>Condiciones</a:t>
            </a:r>
            <a:r>
              <a:rPr lang="es-ES" sz="1000" b="1" baseline="0" dirty="0">
                <a:latin typeface="+mj-lt"/>
              </a:rPr>
              <a:t> para la toma de decisiones </a:t>
            </a:r>
            <a:r>
              <a:rPr lang="es-ES" sz="1000" b="0" baseline="0" dirty="0">
                <a:latin typeface="+mj-lt"/>
              </a:rPr>
              <a:t>(en función del grado de conocimiento de los resultados esperados para cada alternativa):</a:t>
            </a:r>
            <a:endParaRPr lang="es-ES" sz="1000" b="1" baseline="0" dirty="0">
              <a:latin typeface="+mj-lt"/>
            </a:endParaRPr>
          </a:p>
          <a:p>
            <a:pPr lvl="0" algn="just">
              <a:buFont typeface="Arial" pitchFamily="34" charset="0"/>
              <a:buChar char="•"/>
            </a:pPr>
            <a:r>
              <a:rPr lang="es-ES" sz="1000" b="0" baseline="0" dirty="0">
                <a:latin typeface="+mj-lt"/>
              </a:rPr>
              <a:t> Certeza</a:t>
            </a:r>
          </a:p>
          <a:p>
            <a:pPr lvl="0" algn="just">
              <a:buFont typeface="Arial" pitchFamily="34" charset="0"/>
              <a:buChar char="•"/>
            </a:pPr>
            <a:r>
              <a:rPr lang="es-ES" sz="1000" b="0" baseline="0" dirty="0">
                <a:latin typeface="+mj-lt"/>
              </a:rPr>
              <a:t> Riesgo</a:t>
            </a:r>
          </a:p>
          <a:p>
            <a:pPr lvl="0" algn="just">
              <a:buFont typeface="Arial" pitchFamily="34" charset="0"/>
              <a:buChar char="•"/>
            </a:pPr>
            <a:r>
              <a:rPr lang="es-ES" sz="1000" b="0" baseline="0" dirty="0">
                <a:latin typeface="+mj-lt"/>
              </a:rPr>
              <a:t> Incertidumbre</a:t>
            </a:r>
          </a:p>
          <a:p>
            <a:pPr lvl="0" algn="just">
              <a:buFont typeface="Arial" pitchFamily="34" charset="0"/>
              <a:buNone/>
            </a:pPr>
            <a:endParaRPr lang="es-ES" sz="1000" b="0" baseline="0" dirty="0">
              <a:latin typeface="+mj-lt"/>
            </a:endParaRPr>
          </a:p>
          <a:p>
            <a:pPr algn="just"/>
            <a:r>
              <a:rPr lang="es-ES" sz="1000" kern="1200" baseline="0" dirty="0">
                <a:solidFill>
                  <a:schemeClr val="tx1"/>
                </a:solidFill>
                <a:latin typeface="Arial" charset="0"/>
                <a:ea typeface="+mn-ea"/>
                <a:cs typeface="+mn-cs"/>
              </a:rPr>
              <a:t>Son precisamente los modelos de toma de decisiones los que determinan los métodos de apoyo a la toma de decisiones. Así, cuando la decisión ha de tomarse en un ambiente de certeza el método de decisión se basa en el establecimiento de ponderaciones a los factores determinantes de la decisión. Es decir, en primer lugar se identifican los factores determinantes para la toma de decisiones y se establece la importancia de cada uno de ellos en cada una de las alternativas identificadas (F) y posteriormente se determina la importancia de cada uno de ellos para la empresa: el peso que se le asigna al factor en relación con la consecución de los objetivos fijados (P).</a:t>
            </a:r>
          </a:p>
          <a:p>
            <a:pPr algn="just"/>
            <a:r>
              <a:rPr lang="es-ES" sz="1000" b="1" kern="1200" baseline="0" dirty="0">
                <a:solidFill>
                  <a:schemeClr val="tx1"/>
                </a:solidFill>
                <a:latin typeface="Arial" charset="0"/>
                <a:ea typeface="+mn-ea"/>
                <a:cs typeface="+mn-cs"/>
              </a:rPr>
              <a:t>		            m</a:t>
            </a:r>
          </a:p>
          <a:p>
            <a:pPr algn="just"/>
            <a:r>
              <a:rPr lang="es-ES" sz="1000" b="1" kern="1200" baseline="0" dirty="0">
                <a:solidFill>
                  <a:schemeClr val="tx1"/>
                </a:solidFill>
                <a:latin typeface="Arial" charset="0"/>
                <a:ea typeface="+mn-ea"/>
                <a:cs typeface="+mn-cs"/>
              </a:rPr>
              <a:t>Valor total de la alternativa j (</a:t>
            </a:r>
            <a:r>
              <a:rPr lang="es-ES" sz="1000" b="1" kern="1200" baseline="0" dirty="0" err="1">
                <a:solidFill>
                  <a:schemeClr val="tx1"/>
                </a:solidFill>
                <a:latin typeface="Arial" charset="0"/>
                <a:ea typeface="+mn-ea"/>
                <a:cs typeface="+mn-cs"/>
              </a:rPr>
              <a:t>Vj</a:t>
            </a:r>
            <a:r>
              <a:rPr lang="es-ES" sz="1000" b="1" kern="1200" baseline="0" dirty="0">
                <a:solidFill>
                  <a:schemeClr val="tx1"/>
                </a:solidFill>
                <a:latin typeface="Arial" charset="0"/>
                <a:ea typeface="+mn-ea"/>
                <a:cs typeface="+mn-cs"/>
              </a:rPr>
              <a:t>) = Σ Pi x </a:t>
            </a:r>
            <a:r>
              <a:rPr lang="es-ES" sz="1000" b="1" kern="1200" baseline="0" dirty="0" err="1">
                <a:solidFill>
                  <a:schemeClr val="tx1"/>
                </a:solidFill>
                <a:latin typeface="Arial" charset="0"/>
                <a:ea typeface="+mn-ea"/>
                <a:cs typeface="+mn-cs"/>
              </a:rPr>
              <a:t>Fij</a:t>
            </a:r>
            <a:endParaRPr lang="es-ES" sz="1000" b="1" kern="1200" baseline="0" dirty="0">
              <a:solidFill>
                <a:schemeClr val="tx1"/>
              </a:solidFill>
              <a:latin typeface="Arial" charset="0"/>
              <a:ea typeface="+mn-ea"/>
              <a:cs typeface="+mn-cs"/>
            </a:endParaRPr>
          </a:p>
          <a:p>
            <a:pPr algn="just"/>
            <a:r>
              <a:rPr lang="es-ES" sz="1000" b="1" kern="1200" baseline="0" dirty="0">
                <a:solidFill>
                  <a:schemeClr val="tx1"/>
                </a:solidFill>
                <a:latin typeface="Arial" charset="0"/>
                <a:ea typeface="+mn-ea"/>
                <a:cs typeface="+mn-cs"/>
              </a:rPr>
              <a:t>		            i=1</a:t>
            </a:r>
            <a:endParaRPr lang="es-ES" sz="1000" dirty="0"/>
          </a:p>
          <a:p>
            <a:pPr algn="just"/>
            <a:endParaRPr lang="es-ES" sz="1000" dirty="0"/>
          </a:p>
          <a:p>
            <a:pPr algn="just"/>
            <a:r>
              <a:rPr lang="es-ES" sz="1000" kern="1200" baseline="0" dirty="0">
                <a:solidFill>
                  <a:schemeClr val="tx1"/>
                </a:solidFill>
                <a:latin typeface="Arial" charset="0"/>
                <a:ea typeface="+mn-ea"/>
                <a:cs typeface="+mn-cs"/>
              </a:rPr>
              <a:t>La mejor alternativa será aquella que obtenga un mayor valor total. Sin embargo cuando nos enfrentamos a entornos inciertos y aleatorios y además la elección de una alternativa implica decisiones del tipo secuencial (condicionadas por las decisiones anteriores y que condiciona las decisiones posteriores) es necesario aplicar otros métodos de decisión. El método de decisión más adecuado cuando se dan los condicionantes anteriores son los árboles de decisión.</a:t>
            </a:r>
          </a:p>
          <a:p>
            <a:pPr algn="just"/>
            <a:endParaRPr lang="es-ES" sz="1000" kern="1200" baseline="0" dirty="0">
              <a:solidFill>
                <a:schemeClr val="tx1"/>
              </a:solidFill>
              <a:latin typeface="Arial" charset="0"/>
              <a:ea typeface="+mn-ea"/>
              <a:cs typeface="+mn-cs"/>
            </a:endParaRPr>
          </a:p>
          <a:p>
            <a:pPr algn="just"/>
            <a:r>
              <a:rPr lang="es-ES" sz="1000" kern="1200" baseline="0" dirty="0">
                <a:solidFill>
                  <a:schemeClr val="tx1"/>
                </a:solidFill>
                <a:latin typeface="Arial" charset="0"/>
                <a:ea typeface="+mn-ea"/>
                <a:cs typeface="+mn-cs"/>
              </a:rPr>
              <a:t>Los árboles de decisión recogen la secuencia de las posibles alternativas que se pueden elegir y las probabilidades de ocurrencia de los sucesos que determinan las alternativas. </a:t>
            </a:r>
          </a:p>
          <a:p>
            <a:r>
              <a:rPr lang="es-ES" sz="1000" b="1" dirty="0"/>
              <a:t>Árboles de decisión </a:t>
            </a:r>
            <a:r>
              <a:rPr lang="es-ES" sz="1000" b="1" dirty="0">
                <a:sym typeface="Wingdings" panose="05000000000000000000" pitchFamily="2" charset="2"/>
              </a:rPr>
              <a:t> </a:t>
            </a:r>
            <a:r>
              <a:rPr lang="es-ES" sz="1000" dirty="0"/>
              <a:t>https://www.gestiondeoperaciones.net/procesos/arbol-de-decision/</a:t>
            </a:r>
          </a:p>
          <a:p>
            <a:endParaRPr lang="es-ES" sz="1000" dirty="0"/>
          </a:p>
          <a:p>
            <a:pPr algn="just"/>
            <a:endParaRPr lang="es-ES" sz="1000" b="0" dirty="0">
              <a:latin typeface="+mj-l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sz="1200" dirty="0"/>
              <a:t>Los modelos de toma de decisión empresarial se establecen en función de tres premisas básicas:</a:t>
            </a:r>
            <a:endParaRPr lang="en-US" sz="1200" dirty="0"/>
          </a:p>
          <a:p>
            <a:endParaRPr lang="es-ES" dirty="0"/>
          </a:p>
        </p:txBody>
      </p:sp>
    </p:spTree>
    <p:extLst>
      <p:ext uri="{BB962C8B-B14F-4D97-AF65-F5344CB8AC3E}">
        <p14:creationId xmlns:p14="http://schemas.microsoft.com/office/powerpoint/2010/main" val="701362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dirty="0"/>
              <a:t>Los modelos de toma de decisión empresarial se establecen en función de tres premisas básicas: RACIONALIDAD / RACIONALIDAD LIMITADA (enfoque satisfactor) / INTUICIÓN.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s-ES" dirty="0"/>
              <a:t>En el mundo real las decisiones no son racionales puras como consecuencia de los límites de disponibilidad de información, por un lado, y de procesamiento de  la información, por otro. </a:t>
            </a:r>
            <a:r>
              <a:rPr lang="es-ES" sz="1200" b="0" i="0" u="none" strike="noStrike" kern="1200" baseline="0" dirty="0">
                <a:solidFill>
                  <a:schemeClr val="tx1"/>
                </a:solidFill>
                <a:latin typeface="Arial" charset="0"/>
                <a:ea typeface="+mn-ea"/>
                <a:cs typeface="+mn-cs"/>
              </a:rPr>
              <a:t>Estos factores llevan a que el modelo de toma de decisiones esté basado en una racionalidad limitada del individuo o emprendedor.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dirty="0"/>
          </a:p>
          <a:p>
            <a:endParaRPr lang="es-ES" dirty="0"/>
          </a:p>
        </p:txBody>
      </p:sp>
    </p:spTree>
    <p:extLst>
      <p:ext uri="{BB962C8B-B14F-4D97-AF65-F5344CB8AC3E}">
        <p14:creationId xmlns:p14="http://schemas.microsoft.com/office/powerpoint/2010/main" val="2602794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608096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47500" lnSpcReduction="20000"/>
          </a:bodyPr>
          <a:lstStyle/>
          <a:p>
            <a:pPr algn="just"/>
            <a:r>
              <a:rPr lang="es-ES" sz="1000" b="1" dirty="0">
                <a:sym typeface="Wingdings" pitchFamily="2" charset="2"/>
              </a:rPr>
              <a:t> PRÓXIMO</a:t>
            </a:r>
            <a:r>
              <a:rPr lang="es-ES" sz="1000" b="1" baseline="0" dirty="0">
                <a:sym typeface="Wingdings" pitchFamily="2" charset="2"/>
              </a:rPr>
              <a:t> CURSO: VALORAR REORDENAR DIAPOS PARA NO ESTAR YENDO HACIA ADELANTE Y HACIA DETRÁS. </a:t>
            </a:r>
            <a:r>
              <a:rPr lang="es-ES" sz="1200" dirty="0"/>
              <a:t>Se define un procedimiento o criterio de forma que estas decisiones no tengan que tratarse de nuevo cada vez que surjan. </a:t>
            </a:r>
            <a:endParaRPr lang="es-ES" sz="1000" b="1" dirty="0"/>
          </a:p>
          <a:p>
            <a:pPr algn="just"/>
            <a:endParaRPr lang="es-ES" sz="1000" dirty="0"/>
          </a:p>
          <a:p>
            <a:pPr algn="just"/>
            <a:r>
              <a:rPr lang="es-ES" sz="1000" dirty="0"/>
              <a:t>Libro de Iborra:</a:t>
            </a:r>
          </a:p>
          <a:p>
            <a:pPr algn="just"/>
            <a:endParaRPr lang="es-ES" sz="1000" dirty="0"/>
          </a:p>
          <a:p>
            <a:pPr algn="just"/>
            <a:r>
              <a:rPr lang="es-ES" sz="1000" dirty="0"/>
              <a:t>Dos</a:t>
            </a:r>
            <a:r>
              <a:rPr lang="es-ES" sz="1000" baseline="0" dirty="0"/>
              <a:t> de los </a:t>
            </a:r>
            <a:r>
              <a:rPr lang="es-ES" sz="1000" b="1" baseline="0" dirty="0"/>
              <a:t>criterios de clasificación </a:t>
            </a:r>
            <a:r>
              <a:rPr lang="es-ES" sz="1000" baseline="0" dirty="0"/>
              <a:t>de decisiones más relevantes:</a:t>
            </a:r>
          </a:p>
          <a:p>
            <a:pPr marL="228600" indent="-228600" algn="just">
              <a:buAutoNum type="arabicPeriod"/>
            </a:pPr>
            <a:r>
              <a:rPr lang="es-ES" sz="1000" b="1" baseline="0" dirty="0"/>
              <a:t>Nivel en el que debería tomarse:</a:t>
            </a:r>
          </a:p>
          <a:p>
            <a:pPr marL="685800" lvl="1" indent="-228600" algn="just">
              <a:buAutoNum type="arabicPeriod"/>
            </a:pPr>
            <a:r>
              <a:rPr lang="es-ES" sz="1000" baseline="0" dirty="0"/>
              <a:t>Estratégicas</a:t>
            </a:r>
          </a:p>
          <a:p>
            <a:pPr marL="685800" lvl="1" indent="-228600" algn="just">
              <a:buAutoNum type="arabicPeriod"/>
            </a:pPr>
            <a:r>
              <a:rPr lang="es-ES" sz="1000" baseline="0" dirty="0"/>
              <a:t>Tácticas</a:t>
            </a:r>
          </a:p>
          <a:p>
            <a:pPr marL="685800" lvl="1" indent="-228600" algn="just">
              <a:buAutoNum type="arabicPeriod"/>
            </a:pPr>
            <a:r>
              <a:rPr lang="es-ES" sz="1000" baseline="0" dirty="0"/>
              <a:t>Operativas</a:t>
            </a:r>
          </a:p>
          <a:p>
            <a:pPr marL="228600" lvl="0" indent="-228600" algn="just">
              <a:buAutoNum type="arabicPeriod"/>
            </a:pPr>
            <a:r>
              <a:rPr lang="es-ES" sz="1000" b="1" baseline="0" dirty="0"/>
              <a:t>Uso de métodos estandarizados o programados </a:t>
            </a:r>
            <a:r>
              <a:rPr lang="es-ES" sz="1000" baseline="0" dirty="0"/>
              <a:t>en una o varias fases del proceso de toma de decisiones</a:t>
            </a:r>
          </a:p>
          <a:p>
            <a:pPr marL="228600" lvl="0" indent="-228600" algn="just">
              <a:buNone/>
            </a:pPr>
            <a:r>
              <a:rPr lang="es-ES" sz="1000" baseline="0" dirty="0"/>
              <a:t>	</a:t>
            </a:r>
            <a:r>
              <a:rPr lang="es-ES" sz="1000" baseline="0" dirty="0">
                <a:sym typeface="Wingdings" pitchFamily="2" charset="2"/>
              </a:rPr>
              <a:t> en el libro no especifica la clasificación</a:t>
            </a:r>
          </a:p>
          <a:p>
            <a:pPr marL="228600" lvl="0" indent="-228600" algn="just">
              <a:buNone/>
            </a:pPr>
            <a:endParaRPr lang="es-ES" sz="1000" baseline="0" dirty="0">
              <a:sym typeface="Wingdings" pitchFamily="2" charset="2"/>
            </a:endParaRPr>
          </a:p>
          <a:p>
            <a:pPr marL="228600" lvl="0" indent="-228600" algn="just">
              <a:buNone/>
            </a:pPr>
            <a:r>
              <a:rPr lang="es-ES" sz="1000" baseline="0" dirty="0">
                <a:sym typeface="Wingdings" pitchFamily="2" charset="2"/>
              </a:rPr>
              <a:t>Libro de Á. Cuervo:</a:t>
            </a:r>
          </a:p>
          <a:p>
            <a:pPr marL="0" lvl="0" indent="-228600" algn="just" defTabSz="0">
              <a:buNone/>
            </a:pPr>
            <a:r>
              <a:rPr lang="es-ES" sz="1000" baseline="0" dirty="0">
                <a:sym typeface="Wingdings" pitchFamily="2" charset="2"/>
              </a:rPr>
              <a:t>No todos los problemas son iguales: entre los que están perfectamente identificados y son bien entendidos y aquellos ambiguos y poco inteligibles hay un abanico de posibilidades. De manera similar, no todas las soluciones son iguales, de nuevo existe un continuo de opciones, desde las precisas y bien conocidas hasta las imprecisas, nuevas y nunca empleadas. Ello permite distinguir entre decisiones rutinarias, adaptativas e innovadores, según sea el tipo de problema que se afronta y la solución manejada.</a:t>
            </a:r>
          </a:p>
          <a:p>
            <a:pPr marL="0" lvl="0" indent="-228600" algn="just">
              <a:buNone/>
            </a:pPr>
            <a:endParaRPr lang="es-ES" sz="1000" baseline="0" dirty="0">
              <a:sym typeface="Wingdings" pitchFamily="2" charset="2"/>
            </a:endParaRPr>
          </a:p>
          <a:p>
            <a:pPr marL="0" lvl="0" indent="-228600" algn="just">
              <a:buNone/>
            </a:pPr>
            <a:r>
              <a:rPr lang="es-ES" sz="1000" baseline="0" dirty="0">
                <a:sym typeface="Wingdings" pitchFamily="2" charset="2"/>
              </a:rPr>
              <a:t>Una decisión rutinaria es aquella que resuelve problemas estandarizados y bien conocidos. Ello permite diseñar una rutina más o menos compleja para resolverlos, no hay que tratarlos cono nuevos cada vez que aparezcan  decisiones programadas (</a:t>
            </a:r>
            <a:r>
              <a:rPr lang="es-ES" sz="1000" baseline="0" dirty="0" err="1">
                <a:sym typeface="Wingdings" pitchFamily="2" charset="2"/>
              </a:rPr>
              <a:t>Simon</a:t>
            </a:r>
            <a:r>
              <a:rPr lang="es-ES" sz="1000" baseline="0" dirty="0">
                <a:sym typeface="Wingdings" pitchFamily="2" charset="2"/>
              </a:rPr>
              <a:t>)  programación de la producción, decisiones sobre pedidos de compra o la contabilización de las operaciones</a:t>
            </a:r>
          </a:p>
          <a:p>
            <a:pPr marL="0" lvl="0" indent="-228600" algn="just">
              <a:buNone/>
            </a:pPr>
            <a:endParaRPr lang="es-ES" sz="1000" dirty="0"/>
          </a:p>
          <a:p>
            <a:pPr marL="0" lvl="0" indent="-228600" algn="just">
              <a:buNone/>
            </a:pPr>
            <a:r>
              <a:rPr lang="es-ES" sz="1000" dirty="0"/>
              <a:t>Las decisiones adaptativas son aquellas</a:t>
            </a:r>
            <a:r>
              <a:rPr lang="es-ES" sz="1000" baseline="0" dirty="0"/>
              <a:t> que supones cambios incrementales sobre la situación precedente. Cuando los problemas a resolver son parcialmente desconocidos sueles buscarse soluciones que son variantes de otras bien conocidas, ya experimentadas en el pasado. (…) se trata de ir haciendo pequeños y constantes cambios sobre la situación precedente que incorporen alguna mejora sobre ella.</a:t>
            </a:r>
          </a:p>
          <a:p>
            <a:pPr marL="0" lvl="0" indent="-228600" algn="just">
              <a:buNone/>
            </a:pPr>
            <a:endParaRPr lang="es-ES" sz="1000" baseline="0" dirty="0"/>
          </a:p>
          <a:p>
            <a:pPr marL="0" lvl="0" indent="-228600" algn="just">
              <a:buNone/>
            </a:pPr>
            <a:r>
              <a:rPr lang="es-ES" sz="1000" baseline="0" dirty="0"/>
              <a:t>Una decisión innovadora es aquella mal estructurada, única o novedosa. No hay un método preestablecido para tratarla, bien porque no ha surgido antes, bien porque su importancia exige un tratamiento especial. En general, será una decisión sobre la que no hay mucha información y que requiere soluciones creativas que supongan una ruptura con el pasado. Son las decisiones que </a:t>
            </a:r>
            <a:r>
              <a:rPr lang="es-ES" sz="1000" baseline="0" dirty="0" err="1"/>
              <a:t>Simon</a:t>
            </a:r>
            <a:r>
              <a:rPr lang="es-ES" sz="1000" baseline="0" dirty="0"/>
              <a:t> llama no programadas.</a:t>
            </a:r>
          </a:p>
          <a:p>
            <a:pPr marL="228600" lvl="0" indent="-228600" algn="just">
              <a:buNone/>
            </a:pPr>
            <a:endParaRPr lang="es-ES" sz="1000" baseline="0" dirty="0"/>
          </a:p>
          <a:p>
            <a:pPr marL="228600" lvl="0" indent="-228600" algn="just">
              <a:buNone/>
            </a:pPr>
            <a:r>
              <a:rPr lang="es-ES" sz="1000" baseline="0" dirty="0"/>
              <a:t>Libro Isabel Diez (</a:t>
            </a:r>
            <a:r>
              <a:rPr lang="es-ES" sz="1000" baseline="0" dirty="0" err="1"/>
              <a:t>pdf</a:t>
            </a:r>
            <a:r>
              <a:rPr lang="es-ES" sz="1000" baseline="0" dirty="0"/>
              <a:t>):</a:t>
            </a:r>
          </a:p>
          <a:p>
            <a:pPr marL="0" lvl="0" indent="-228600" algn="just">
              <a:buNone/>
            </a:pPr>
            <a:r>
              <a:rPr lang="es-ES" sz="1000" b="1" baseline="0" dirty="0"/>
              <a:t>Decisiones estratégicas</a:t>
            </a:r>
            <a:r>
              <a:rPr lang="es-ES" sz="1000" baseline="0" dirty="0"/>
              <a:t>: relativas a cómo se va a relacionar la empresa con su entorno, por lo que establecen los fines y objetivos que afectan a todas la empresa, los planes a largo plazo para lograr esos objetivos y los medios para conseguirlos. </a:t>
            </a:r>
            <a:r>
              <a:rPr lang="es-ES" sz="1000" baseline="0" dirty="0" err="1"/>
              <a:t>P.e.</a:t>
            </a:r>
            <a:r>
              <a:rPr lang="es-ES" sz="1000" baseline="0" dirty="0"/>
              <a:t>: dónde localizar la planta productiva, qué tipo de productos se deben fabricar, etc.</a:t>
            </a:r>
          </a:p>
          <a:p>
            <a:pPr marL="0" lvl="0" indent="-228600" algn="just">
              <a:buNone/>
            </a:pPr>
            <a:r>
              <a:rPr lang="es-ES" sz="1000" baseline="0" dirty="0">
                <a:sym typeface="Wingdings" pitchFamily="2" charset="2"/>
              </a:rPr>
              <a:t> a nivel de división o unidad organizativa y en función del grado de descentralización de la toma de decisiones en la empresa, puede ser el directivo medio el encargado de tomar las decisiones estratégicas de su unidad.</a:t>
            </a:r>
            <a:endParaRPr lang="es-ES" sz="1000" baseline="0" dirty="0"/>
          </a:p>
          <a:p>
            <a:pPr marL="0" lvl="0" indent="-228600" algn="just">
              <a:buNone/>
            </a:pPr>
            <a:endParaRPr lang="es-ES" sz="1000" baseline="0" dirty="0"/>
          </a:p>
          <a:p>
            <a:pPr marL="0" lvl="0" indent="-228600" algn="just">
              <a:buNone/>
            </a:pPr>
            <a:r>
              <a:rPr lang="es-ES" sz="1000" b="1" baseline="0" dirty="0"/>
              <a:t>Decisiones tácticas</a:t>
            </a:r>
            <a:r>
              <a:rPr lang="es-ES" sz="1000" baseline="0" dirty="0"/>
              <a:t>: son decisiones sobre cómo poner en marcha las decisiones tomadas en el nivel estratégico y hacen referencia a cómo distribuir los recursos de forma eficiente para alcanzar los objetivos de la empresa. </a:t>
            </a:r>
            <a:r>
              <a:rPr lang="es-ES" sz="1000" baseline="0" dirty="0" err="1"/>
              <a:t>P.e.</a:t>
            </a:r>
            <a:r>
              <a:rPr lang="es-ES" sz="1000" baseline="0" dirty="0"/>
              <a:t>: cómo se va a realizar la distribución en planta, cómo se va a distribuir el presupuesto o la planificación de la producción.</a:t>
            </a:r>
          </a:p>
          <a:p>
            <a:pPr marL="0" lvl="0" indent="-228600" algn="just">
              <a:buNone/>
            </a:pPr>
            <a:endParaRPr lang="es-ES" sz="1000" baseline="0" dirty="0"/>
          </a:p>
          <a:p>
            <a:pPr marL="0" lvl="0" indent="-228600" algn="just">
              <a:buNone/>
            </a:pPr>
            <a:r>
              <a:rPr lang="es-ES" sz="1000" b="1" baseline="0" dirty="0"/>
              <a:t>Decisiones operativas</a:t>
            </a:r>
            <a:r>
              <a:rPr lang="es-ES" sz="1000" baseline="0" dirty="0"/>
              <a:t>: relacionadas con las actividades funcionales rutinarias que se realizan en la empresa e incluyen la ejecución de tareas específicas con el objetivo de mantener las operaciones de la empresa dentro de los estándares predeterminados. </a:t>
            </a:r>
            <a:r>
              <a:rPr lang="es-ES" sz="1000" baseline="0" dirty="0" err="1"/>
              <a:t>P.e.</a:t>
            </a:r>
            <a:r>
              <a:rPr lang="es-ES" sz="1000" baseline="0" dirty="0"/>
              <a:t> la aceptación o rechazo de créditos, determinar el nivel de inventarios de materias primas o productos terminados, o la asignación de tareas a los diferentes trabajadores.</a:t>
            </a:r>
          </a:p>
          <a:p>
            <a:pPr marL="228600" lvl="0" indent="-228600" algn="just">
              <a:buNone/>
            </a:pPr>
            <a:endParaRPr lang="es-ES" sz="1000" dirty="0"/>
          </a:p>
        </p:txBody>
      </p:sp>
    </p:spTree>
    <p:extLst>
      <p:ext uri="{BB962C8B-B14F-4D97-AF65-F5344CB8AC3E}">
        <p14:creationId xmlns:p14="http://schemas.microsoft.com/office/powerpoint/2010/main" val="950133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fontScale="62500" lnSpcReduction="20000"/>
          </a:bodyPr>
          <a:lstStyle/>
          <a:p>
            <a:pPr algn="just"/>
            <a:r>
              <a:rPr lang="es-ES" sz="1000" b="1" dirty="0">
                <a:sym typeface="Wingdings" pitchFamily="2" charset="2"/>
              </a:rPr>
              <a:t> PRÓXIMO</a:t>
            </a:r>
            <a:r>
              <a:rPr lang="es-ES" sz="1000" b="1" baseline="0" dirty="0">
                <a:sym typeface="Wingdings" pitchFamily="2" charset="2"/>
              </a:rPr>
              <a:t> CURSO: VALORAR REORDENAR DIAPOS PARA NO ESTAR YENDO HACIA ADELANTE Y HACIA DETRÁS.</a:t>
            </a:r>
            <a:endParaRPr lang="es-ES" sz="1000" b="1" dirty="0"/>
          </a:p>
          <a:p>
            <a:pPr algn="just"/>
            <a:endParaRPr lang="es-ES" sz="1000" dirty="0"/>
          </a:p>
          <a:p>
            <a:pPr algn="just"/>
            <a:r>
              <a:rPr lang="es-ES" sz="1000" dirty="0"/>
              <a:t>Libro de Iborra:</a:t>
            </a:r>
          </a:p>
          <a:p>
            <a:pPr algn="just"/>
            <a:endParaRPr lang="es-ES" sz="1000" dirty="0"/>
          </a:p>
          <a:p>
            <a:pPr algn="just"/>
            <a:r>
              <a:rPr lang="es-ES" sz="1000" dirty="0"/>
              <a:t>Dos</a:t>
            </a:r>
            <a:r>
              <a:rPr lang="es-ES" sz="1000" baseline="0" dirty="0"/>
              <a:t> de los </a:t>
            </a:r>
            <a:r>
              <a:rPr lang="es-ES" sz="1000" b="1" baseline="0" dirty="0"/>
              <a:t>criterios de clasificación </a:t>
            </a:r>
            <a:r>
              <a:rPr lang="es-ES" sz="1000" baseline="0" dirty="0"/>
              <a:t>de decisiones más relevantes:</a:t>
            </a:r>
          </a:p>
          <a:p>
            <a:pPr marL="228600" indent="-228600" algn="just">
              <a:buAutoNum type="arabicPeriod"/>
            </a:pPr>
            <a:r>
              <a:rPr lang="es-ES" sz="1000" b="1" baseline="0" dirty="0"/>
              <a:t>Nivel en el que debería tomarse:</a:t>
            </a:r>
          </a:p>
          <a:p>
            <a:pPr marL="685800" lvl="1" indent="-228600" algn="just">
              <a:buAutoNum type="arabicPeriod"/>
            </a:pPr>
            <a:r>
              <a:rPr lang="es-ES" sz="1000" baseline="0" dirty="0"/>
              <a:t>Estratégicas</a:t>
            </a:r>
          </a:p>
          <a:p>
            <a:pPr marL="685800" lvl="1" indent="-228600" algn="just">
              <a:buAutoNum type="arabicPeriod"/>
            </a:pPr>
            <a:r>
              <a:rPr lang="es-ES" sz="1000" baseline="0" dirty="0"/>
              <a:t>Tácticas</a:t>
            </a:r>
          </a:p>
          <a:p>
            <a:pPr marL="685800" lvl="1" indent="-228600" algn="just">
              <a:buAutoNum type="arabicPeriod"/>
            </a:pPr>
            <a:r>
              <a:rPr lang="es-ES" sz="1000" baseline="0" dirty="0"/>
              <a:t>Operativas</a:t>
            </a:r>
          </a:p>
          <a:p>
            <a:pPr marL="228600" lvl="0" indent="-228600" algn="just">
              <a:buAutoNum type="arabicPeriod"/>
            </a:pPr>
            <a:r>
              <a:rPr lang="es-ES" sz="1000" b="1" baseline="0" dirty="0"/>
              <a:t>Uso de métodos estandarizados o programados </a:t>
            </a:r>
            <a:r>
              <a:rPr lang="es-ES" sz="1000" baseline="0" dirty="0"/>
              <a:t>en una o varias fases del proceso de toma de decisiones</a:t>
            </a:r>
          </a:p>
          <a:p>
            <a:pPr marL="228600" lvl="0" indent="-228600" algn="just">
              <a:buNone/>
            </a:pPr>
            <a:r>
              <a:rPr lang="es-ES" sz="1000" baseline="0" dirty="0"/>
              <a:t>	</a:t>
            </a:r>
            <a:r>
              <a:rPr lang="es-ES" sz="1000" baseline="0" dirty="0">
                <a:sym typeface="Wingdings" pitchFamily="2" charset="2"/>
              </a:rPr>
              <a:t> en el libro no especifica la clasificación</a:t>
            </a:r>
          </a:p>
          <a:p>
            <a:pPr marL="228600" lvl="0" indent="-228600" algn="just">
              <a:buNone/>
            </a:pPr>
            <a:endParaRPr lang="es-ES" sz="1000" baseline="0" dirty="0">
              <a:sym typeface="Wingdings" pitchFamily="2" charset="2"/>
            </a:endParaRPr>
          </a:p>
          <a:p>
            <a:pPr marL="228600" lvl="0" indent="-228600" algn="just">
              <a:buNone/>
            </a:pPr>
            <a:r>
              <a:rPr lang="es-ES" sz="1000" baseline="0" dirty="0">
                <a:sym typeface="Wingdings" pitchFamily="2" charset="2"/>
              </a:rPr>
              <a:t>Libro de Á. Cuervo:</a:t>
            </a:r>
          </a:p>
          <a:p>
            <a:pPr marL="0" lvl="0" indent="-228600" algn="just" defTabSz="0">
              <a:buNone/>
            </a:pPr>
            <a:r>
              <a:rPr lang="es-ES" sz="1000" baseline="0" dirty="0">
                <a:sym typeface="Wingdings" pitchFamily="2" charset="2"/>
              </a:rPr>
              <a:t>No todos los problemas son iguales: entre los que están perfectamente identificados y son bien entendidos y aquellos ambiguos y poco inteligibles hay un abanico de posibilidades. De manera similar, no todas las soluciones son iguales, de nuevo existe un continuo de opciones, desde las precisas y bien conocidas hasta las imprecisas, nuevas y nunca empleadas. Ello permite distinguir entre decisiones rutinarias, adaptativas e innovadores, según sea el tipo de problema que se afronta y la solución manejada.</a:t>
            </a:r>
          </a:p>
          <a:p>
            <a:pPr marL="0" lvl="0" indent="-228600" algn="just">
              <a:buNone/>
            </a:pPr>
            <a:endParaRPr lang="es-ES" sz="1000" baseline="0" dirty="0">
              <a:sym typeface="Wingdings" pitchFamily="2" charset="2"/>
            </a:endParaRPr>
          </a:p>
          <a:p>
            <a:pPr marL="0" lvl="0" indent="-228600" algn="just">
              <a:buNone/>
            </a:pPr>
            <a:r>
              <a:rPr lang="es-ES" sz="1000" baseline="0" dirty="0">
                <a:sym typeface="Wingdings" pitchFamily="2" charset="2"/>
              </a:rPr>
              <a:t>Una decisión rutinaria es aquella que resuelve problemas estandarizados y bien conocidos. Ello permite diseñar una rutina más o menos compleja para resolverlos, no hay que tratarlos cono nuevos cada vez que aparezcan  decisiones programadas (</a:t>
            </a:r>
            <a:r>
              <a:rPr lang="es-ES" sz="1000" baseline="0" dirty="0" err="1">
                <a:sym typeface="Wingdings" pitchFamily="2" charset="2"/>
              </a:rPr>
              <a:t>Simon</a:t>
            </a:r>
            <a:r>
              <a:rPr lang="es-ES" sz="1000" baseline="0" dirty="0">
                <a:sym typeface="Wingdings" pitchFamily="2" charset="2"/>
              </a:rPr>
              <a:t>)  programación de la producción, decisiones sobre pedidos de compra o la contabilización de las operaciones</a:t>
            </a:r>
            <a:endParaRPr lang="es-ES" sz="1000" dirty="0"/>
          </a:p>
          <a:p>
            <a:pPr marL="0" lvl="0" indent="-228600" algn="just">
              <a:buNone/>
            </a:pPr>
            <a:r>
              <a:rPr lang="es-ES" sz="1000" dirty="0"/>
              <a:t>Las decisiones adaptativas son aquellas</a:t>
            </a:r>
            <a:r>
              <a:rPr lang="es-ES" sz="1000" baseline="0" dirty="0"/>
              <a:t> que supones cambios incrementales sobre la situación precedente. Cuando los problemas a resolver son parcialmente desconocidos sueles buscarse soluciones que son variantes de otras bien conocidas, ya experimentadas en el pasado. (…) se trata de ir haciendo pequeños y constantes cambios sobre la situación precedente que incorporen alguna mejora sobre ella.</a:t>
            </a:r>
          </a:p>
          <a:p>
            <a:pPr marL="0" lvl="0" indent="-228600" algn="just">
              <a:buNone/>
            </a:pPr>
            <a:r>
              <a:rPr lang="es-ES" sz="1000" baseline="0" dirty="0"/>
              <a:t>Una decisión innovadora es aquella mal estructurada, única o novedosa. No hay un método preestablecido para tratarla, bien porque no ha surgido antes, bien porque su importancia exige un tratamiento especial. En general, será una decisión sobre la que no hay mucha información y que requiere soluciones creativas que supongan una ruptura con el pasado. Son las decisiones que </a:t>
            </a:r>
            <a:r>
              <a:rPr lang="es-ES" sz="1000" baseline="0" dirty="0" err="1"/>
              <a:t>Simon</a:t>
            </a:r>
            <a:r>
              <a:rPr lang="es-ES" sz="1000" baseline="0" dirty="0"/>
              <a:t> llama no programadas.</a:t>
            </a:r>
          </a:p>
          <a:p>
            <a:pPr marL="228600" lvl="0" indent="-228600" algn="just">
              <a:buNone/>
            </a:pPr>
            <a:endParaRPr lang="es-ES" sz="1000" baseline="0" dirty="0"/>
          </a:p>
          <a:p>
            <a:pPr marL="228600" lvl="0" indent="-228600" algn="just">
              <a:buNone/>
            </a:pPr>
            <a:r>
              <a:rPr lang="es-ES" sz="1000" baseline="0" dirty="0"/>
              <a:t>Libro Isabel Diez (</a:t>
            </a:r>
            <a:r>
              <a:rPr lang="es-ES" sz="1000" baseline="0" dirty="0" err="1"/>
              <a:t>pdf</a:t>
            </a:r>
            <a:r>
              <a:rPr lang="es-ES" sz="1000" baseline="0" dirty="0"/>
              <a:t>):</a:t>
            </a:r>
          </a:p>
          <a:p>
            <a:pPr marL="0" lvl="0" indent="-228600" algn="just">
              <a:buNone/>
            </a:pPr>
            <a:r>
              <a:rPr lang="es-ES" sz="1000" b="1" baseline="0" dirty="0"/>
              <a:t>Decisiones estratégicas</a:t>
            </a:r>
            <a:r>
              <a:rPr lang="es-ES" sz="1000" baseline="0" dirty="0"/>
              <a:t>: relativas a cómo se va a relacionar la empresa con su entorno, por lo que establecen los fines y objetivos que afectan a todas la empresa, los planes a largo plazo para lograr esos objetivos y los medios para conseguirlos. </a:t>
            </a:r>
            <a:r>
              <a:rPr lang="es-ES" sz="1000" baseline="0" dirty="0" err="1"/>
              <a:t>P.e.</a:t>
            </a:r>
            <a:r>
              <a:rPr lang="es-ES" sz="1000" baseline="0" dirty="0"/>
              <a:t>: dónde localizar la planta productiva, qué tipo de productos se deben fabricar, etc.</a:t>
            </a:r>
          </a:p>
          <a:p>
            <a:pPr marL="0" lvl="0" indent="-228600" algn="just">
              <a:buNone/>
            </a:pPr>
            <a:r>
              <a:rPr lang="es-ES" sz="1000" baseline="0" dirty="0">
                <a:sym typeface="Wingdings" pitchFamily="2" charset="2"/>
              </a:rPr>
              <a:t> a nivel de división o unidad organizativa y en función del grado de descentralización de la toma de decisiones en la empresa, puede ser el directivo medio el encargado de tomar las decisiones estratégicas de su unidad.</a:t>
            </a:r>
            <a:endParaRPr lang="es-ES" sz="1000" baseline="0" dirty="0"/>
          </a:p>
          <a:p>
            <a:pPr marL="0" lvl="0" indent="-228600" algn="just">
              <a:buNone/>
            </a:pPr>
            <a:r>
              <a:rPr lang="es-ES" sz="1000" b="1" baseline="0" dirty="0"/>
              <a:t>Decisiones tácticas</a:t>
            </a:r>
            <a:r>
              <a:rPr lang="es-ES" sz="1000" baseline="0" dirty="0"/>
              <a:t>: son decisiones sobre cómo poner en marcha las decisiones tomadas en el nivel estratégico y hacen referencia a cómo distribuir los recursos de forma eficiente para alcanzar los objetivos de la empresa. </a:t>
            </a:r>
            <a:r>
              <a:rPr lang="es-ES" sz="1000" baseline="0" dirty="0" err="1"/>
              <a:t>P.e.</a:t>
            </a:r>
            <a:r>
              <a:rPr lang="es-ES" sz="1000" baseline="0" dirty="0"/>
              <a:t>: cómo se va a realizar la distribución en planta, cómo se va a distribuir el presupuesto o la planificación de la producción.</a:t>
            </a:r>
          </a:p>
          <a:p>
            <a:pPr marL="0" lvl="0" indent="-228600" algn="just">
              <a:buNone/>
            </a:pPr>
            <a:r>
              <a:rPr lang="es-ES" sz="1000" b="1" baseline="0" dirty="0"/>
              <a:t>Decisiones operativas</a:t>
            </a:r>
            <a:r>
              <a:rPr lang="es-ES" sz="1000" baseline="0" dirty="0"/>
              <a:t>: relacionadas con las actividades funcionales rutinarias que se realizan en la empresa e incluyen la ejecución de tareas específicas con el objetivo de mantener las operaciones de la empresa dentro de los estándares predeterminados. </a:t>
            </a:r>
            <a:r>
              <a:rPr lang="es-ES" sz="1000" baseline="0" dirty="0" err="1"/>
              <a:t>P.e.</a:t>
            </a:r>
            <a:r>
              <a:rPr lang="es-ES" sz="1000" baseline="0" dirty="0"/>
              <a:t> la aceptación o rechazo de créditos, determinar el nivel de inventarios de materias primas o productos terminados, o la asignación de tareas a los diferentes trabajadores.</a:t>
            </a:r>
          </a:p>
          <a:p>
            <a:pPr marL="228600" lvl="0" indent="-228600" algn="just">
              <a:buNone/>
            </a:pPr>
            <a:endParaRPr lang="es-ES" sz="1000" dirty="0"/>
          </a:p>
        </p:txBody>
      </p:sp>
    </p:spTree>
    <p:extLst>
      <p:ext uri="{BB962C8B-B14F-4D97-AF65-F5344CB8AC3E}">
        <p14:creationId xmlns:p14="http://schemas.microsoft.com/office/powerpoint/2010/main" val="2321218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94945" marR="5080" indent="-182880">
              <a:lnSpc>
                <a:spcPts val="3020"/>
              </a:lnSpc>
              <a:spcBef>
                <a:spcPts val="2110"/>
              </a:spcBef>
              <a:buClr>
                <a:srgbClr val="40B9D2"/>
              </a:buClr>
              <a:buSzPct val="96428"/>
              <a:buFont typeface="Wingdings"/>
              <a:buChar char=""/>
              <a:tabLst>
                <a:tab pos="292735" algn="l"/>
              </a:tabLst>
            </a:pPr>
            <a:r>
              <a:rPr lang="es-ES" sz="2800" spc="-5" dirty="0">
                <a:solidFill>
                  <a:srgbClr val="585858"/>
                </a:solidFill>
                <a:latin typeface="Corbel"/>
                <a:cs typeface="Corbel"/>
              </a:rPr>
              <a:t>decisiones</a:t>
            </a:r>
            <a:r>
              <a:rPr lang="es-ES" sz="2800" spc="350" dirty="0">
                <a:solidFill>
                  <a:srgbClr val="585858"/>
                </a:solidFill>
                <a:latin typeface="Corbel"/>
                <a:cs typeface="Corbel"/>
              </a:rPr>
              <a:t> </a:t>
            </a:r>
            <a:r>
              <a:rPr lang="es-ES" sz="2800" dirty="0">
                <a:solidFill>
                  <a:srgbClr val="585858"/>
                </a:solidFill>
                <a:latin typeface="Corbel"/>
                <a:cs typeface="Corbel"/>
              </a:rPr>
              <a:t>que</a:t>
            </a:r>
            <a:r>
              <a:rPr lang="es-ES" sz="2800" spc="335" dirty="0">
                <a:solidFill>
                  <a:srgbClr val="585858"/>
                </a:solidFill>
                <a:latin typeface="Corbel"/>
                <a:cs typeface="Corbel"/>
              </a:rPr>
              <a:t> </a:t>
            </a:r>
            <a:r>
              <a:rPr lang="es-ES" sz="2800" spc="-5" dirty="0">
                <a:solidFill>
                  <a:srgbClr val="585858"/>
                </a:solidFill>
                <a:latin typeface="Corbel"/>
                <a:cs typeface="Corbel"/>
              </a:rPr>
              <a:t>son</a:t>
            </a:r>
            <a:r>
              <a:rPr lang="es-ES" sz="2800" spc="330" dirty="0">
                <a:solidFill>
                  <a:srgbClr val="585858"/>
                </a:solidFill>
                <a:latin typeface="Corbel"/>
                <a:cs typeface="Corbel"/>
              </a:rPr>
              <a:t> </a:t>
            </a:r>
            <a:r>
              <a:rPr lang="es-ES" sz="2800" spc="-5" dirty="0">
                <a:solidFill>
                  <a:srgbClr val="585858"/>
                </a:solidFill>
                <a:latin typeface="Corbel"/>
                <a:cs typeface="Corbel"/>
              </a:rPr>
              <a:t>únicas, </a:t>
            </a:r>
            <a:r>
              <a:rPr lang="es-ES" sz="2800" spc="-545" dirty="0">
                <a:solidFill>
                  <a:srgbClr val="585858"/>
                </a:solidFill>
                <a:latin typeface="Corbel"/>
                <a:cs typeface="Corbel"/>
              </a:rPr>
              <a:t> </a:t>
            </a:r>
            <a:r>
              <a:rPr lang="es-ES" sz="2800" spc="-5" dirty="0">
                <a:solidFill>
                  <a:srgbClr val="585858"/>
                </a:solidFill>
                <a:latin typeface="Corbel"/>
                <a:cs typeface="Corbel"/>
              </a:rPr>
              <a:t>no</a:t>
            </a:r>
            <a:r>
              <a:rPr lang="es-ES" sz="2800" dirty="0">
                <a:solidFill>
                  <a:srgbClr val="585858"/>
                </a:solidFill>
                <a:latin typeface="Corbel"/>
                <a:cs typeface="Corbel"/>
              </a:rPr>
              <a:t> </a:t>
            </a:r>
            <a:r>
              <a:rPr lang="es-ES" sz="2800" spc="-5" dirty="0">
                <a:solidFill>
                  <a:srgbClr val="585858"/>
                </a:solidFill>
                <a:latin typeface="Corbel"/>
                <a:cs typeface="Corbel"/>
              </a:rPr>
              <a:t>se</a:t>
            </a:r>
            <a:r>
              <a:rPr lang="es-ES" sz="2800" dirty="0">
                <a:solidFill>
                  <a:srgbClr val="585858"/>
                </a:solidFill>
                <a:latin typeface="Corbel"/>
                <a:cs typeface="Corbel"/>
              </a:rPr>
              <a:t> </a:t>
            </a:r>
            <a:r>
              <a:rPr lang="es-ES" sz="2800" spc="-5" dirty="0">
                <a:solidFill>
                  <a:srgbClr val="585858"/>
                </a:solidFill>
                <a:latin typeface="Corbel"/>
                <a:cs typeface="Corbel"/>
              </a:rPr>
              <a:t>repiten</a:t>
            </a:r>
            <a:r>
              <a:rPr lang="es-ES" sz="2800" dirty="0">
                <a:solidFill>
                  <a:srgbClr val="585858"/>
                </a:solidFill>
                <a:latin typeface="Corbel"/>
                <a:cs typeface="Corbel"/>
              </a:rPr>
              <a:t> </a:t>
            </a:r>
            <a:r>
              <a:rPr lang="es-ES" sz="2800" spc="-5" dirty="0">
                <a:solidFill>
                  <a:srgbClr val="585858"/>
                </a:solidFill>
                <a:latin typeface="Corbel"/>
                <a:cs typeface="Corbel"/>
              </a:rPr>
              <a:t>y</a:t>
            </a:r>
            <a:r>
              <a:rPr lang="es-ES" sz="2800" spc="-10" dirty="0">
                <a:solidFill>
                  <a:srgbClr val="585858"/>
                </a:solidFill>
                <a:latin typeface="Corbel"/>
                <a:cs typeface="Corbel"/>
              </a:rPr>
              <a:t> </a:t>
            </a:r>
            <a:r>
              <a:rPr lang="es-ES" sz="2800" spc="-5" dirty="0">
                <a:solidFill>
                  <a:srgbClr val="585858"/>
                </a:solidFill>
                <a:latin typeface="Corbel"/>
                <a:cs typeface="Corbel"/>
              </a:rPr>
              <a:t>requieren</a:t>
            </a:r>
            <a:r>
              <a:rPr lang="es-ES" sz="2800" dirty="0">
                <a:solidFill>
                  <a:srgbClr val="585858"/>
                </a:solidFill>
                <a:latin typeface="Corbel"/>
                <a:cs typeface="Corbel"/>
              </a:rPr>
              <a:t> </a:t>
            </a:r>
            <a:r>
              <a:rPr lang="es-ES" sz="2800" spc="-10" dirty="0">
                <a:solidFill>
                  <a:srgbClr val="585858"/>
                </a:solidFill>
                <a:latin typeface="Corbel"/>
                <a:cs typeface="Corbel"/>
              </a:rPr>
              <a:t>soluciones</a:t>
            </a:r>
            <a:r>
              <a:rPr lang="es-ES" sz="2800" spc="20" dirty="0">
                <a:solidFill>
                  <a:srgbClr val="585858"/>
                </a:solidFill>
                <a:latin typeface="Corbel"/>
                <a:cs typeface="Corbel"/>
              </a:rPr>
              <a:t> </a:t>
            </a:r>
            <a:r>
              <a:rPr lang="es-ES" sz="2800" spc="-5" dirty="0">
                <a:solidFill>
                  <a:srgbClr val="585858"/>
                </a:solidFill>
                <a:latin typeface="Corbel"/>
                <a:cs typeface="Corbel"/>
              </a:rPr>
              <a:t>a</a:t>
            </a:r>
            <a:r>
              <a:rPr lang="es-ES" sz="2800" dirty="0">
                <a:solidFill>
                  <a:srgbClr val="585858"/>
                </a:solidFill>
                <a:latin typeface="Corbel"/>
                <a:cs typeface="Corbel"/>
              </a:rPr>
              <a:t> </a:t>
            </a:r>
            <a:r>
              <a:rPr lang="es-ES" sz="2800" spc="-5" dirty="0">
                <a:solidFill>
                  <a:srgbClr val="585858"/>
                </a:solidFill>
                <a:latin typeface="Corbel"/>
                <a:cs typeface="Corbel"/>
              </a:rPr>
              <a:t>medida</a:t>
            </a:r>
            <a:endParaRPr lang="es-ES" sz="2800" dirty="0">
              <a:latin typeface="Corbel"/>
              <a:cs typeface="Corbel"/>
            </a:endParaRPr>
          </a:p>
          <a:p>
            <a:pPr marL="795020" lvl="1" indent="-280670">
              <a:lnSpc>
                <a:spcPts val="3285"/>
              </a:lnSpc>
              <a:buClr>
                <a:srgbClr val="40B9D2"/>
              </a:buClr>
              <a:buSzPct val="96428"/>
              <a:buFont typeface="Wingdings"/>
              <a:buChar char=""/>
              <a:tabLst>
                <a:tab pos="795655" algn="l"/>
              </a:tabLst>
            </a:pPr>
            <a:r>
              <a:rPr lang="es-ES" sz="2800" spc="-5" dirty="0">
                <a:solidFill>
                  <a:srgbClr val="585858"/>
                </a:solidFill>
                <a:latin typeface="Corbel"/>
                <a:cs typeface="Corbel"/>
              </a:rPr>
              <a:t>No</a:t>
            </a:r>
            <a:r>
              <a:rPr lang="es-ES" sz="2800" spc="-10" dirty="0">
                <a:solidFill>
                  <a:srgbClr val="585858"/>
                </a:solidFill>
                <a:latin typeface="Corbel"/>
                <a:cs typeface="Corbel"/>
              </a:rPr>
              <a:t> </a:t>
            </a:r>
            <a:r>
              <a:rPr lang="es-ES" sz="2800" spc="-5" dirty="0">
                <a:solidFill>
                  <a:srgbClr val="585858"/>
                </a:solidFill>
                <a:latin typeface="Corbel"/>
                <a:cs typeface="Corbel"/>
              </a:rPr>
              <a:t>hay</a:t>
            </a:r>
            <a:r>
              <a:rPr lang="es-ES" sz="2800" spc="-10" dirty="0">
                <a:solidFill>
                  <a:srgbClr val="585858"/>
                </a:solidFill>
                <a:latin typeface="Corbel"/>
                <a:cs typeface="Corbel"/>
              </a:rPr>
              <a:t> solución</a:t>
            </a:r>
            <a:r>
              <a:rPr lang="es-ES" sz="2800" spc="10" dirty="0">
                <a:solidFill>
                  <a:srgbClr val="585858"/>
                </a:solidFill>
                <a:latin typeface="Corbel"/>
                <a:cs typeface="Corbel"/>
              </a:rPr>
              <a:t> </a:t>
            </a:r>
            <a:r>
              <a:rPr lang="es-ES" sz="2800" spc="-5" dirty="0">
                <a:solidFill>
                  <a:srgbClr val="585858"/>
                </a:solidFill>
                <a:latin typeface="Corbel"/>
                <a:cs typeface="Corbel"/>
              </a:rPr>
              <a:t>prefabricada</a:t>
            </a:r>
            <a:endParaRPr lang="es-ES" sz="2800" dirty="0">
              <a:latin typeface="Corbel"/>
              <a:cs typeface="Corbel"/>
            </a:endParaRPr>
          </a:p>
          <a:p>
            <a:pPr marL="795020" lvl="1" indent="-280670">
              <a:lnSpc>
                <a:spcPct val="100000"/>
              </a:lnSpc>
              <a:spcBef>
                <a:spcPts val="265"/>
              </a:spcBef>
              <a:buClr>
                <a:srgbClr val="40B9D2"/>
              </a:buClr>
              <a:buSzPct val="96428"/>
              <a:buFont typeface="Wingdings"/>
              <a:buChar char=""/>
              <a:tabLst>
                <a:tab pos="795655" algn="l"/>
              </a:tabLst>
            </a:pPr>
            <a:r>
              <a:rPr lang="es-ES" sz="2800" spc="-10" dirty="0">
                <a:solidFill>
                  <a:srgbClr val="585858"/>
                </a:solidFill>
                <a:latin typeface="Corbel"/>
                <a:cs typeface="Corbel"/>
              </a:rPr>
              <a:t>Requiere</a:t>
            </a:r>
            <a:r>
              <a:rPr lang="es-ES" sz="2800" dirty="0">
                <a:solidFill>
                  <a:srgbClr val="585858"/>
                </a:solidFill>
                <a:latin typeface="Corbel"/>
                <a:cs typeface="Corbel"/>
              </a:rPr>
              <a:t> </a:t>
            </a:r>
            <a:r>
              <a:rPr lang="es-ES" sz="2800" spc="-5" dirty="0">
                <a:solidFill>
                  <a:srgbClr val="585858"/>
                </a:solidFill>
                <a:latin typeface="Corbel"/>
                <a:cs typeface="Corbel"/>
              </a:rPr>
              <a:t>una</a:t>
            </a:r>
            <a:r>
              <a:rPr lang="es-ES" sz="2800" dirty="0">
                <a:solidFill>
                  <a:srgbClr val="585858"/>
                </a:solidFill>
                <a:latin typeface="Corbel"/>
                <a:cs typeface="Corbel"/>
              </a:rPr>
              <a:t> </a:t>
            </a:r>
            <a:r>
              <a:rPr lang="es-ES" sz="2800" spc="-5" dirty="0">
                <a:solidFill>
                  <a:srgbClr val="585858"/>
                </a:solidFill>
                <a:latin typeface="Corbel"/>
                <a:cs typeface="Corbel"/>
              </a:rPr>
              <a:t>decisión</a:t>
            </a:r>
            <a:r>
              <a:rPr lang="es-ES" sz="2800" dirty="0">
                <a:solidFill>
                  <a:srgbClr val="585858"/>
                </a:solidFill>
                <a:latin typeface="Corbel"/>
                <a:cs typeface="Corbel"/>
              </a:rPr>
              <a:t> </a:t>
            </a:r>
            <a:r>
              <a:rPr lang="es-ES" sz="2800" spc="-5" dirty="0">
                <a:solidFill>
                  <a:srgbClr val="585858"/>
                </a:solidFill>
                <a:latin typeface="Corbel"/>
                <a:cs typeface="Corbel"/>
              </a:rPr>
              <a:t>no</a:t>
            </a:r>
            <a:r>
              <a:rPr lang="es-ES" sz="2800" spc="-20" dirty="0">
                <a:solidFill>
                  <a:srgbClr val="585858"/>
                </a:solidFill>
                <a:latin typeface="Corbel"/>
                <a:cs typeface="Corbel"/>
              </a:rPr>
              <a:t> </a:t>
            </a:r>
            <a:r>
              <a:rPr lang="es-ES" sz="2800" spc="-5" dirty="0">
                <a:solidFill>
                  <a:srgbClr val="585858"/>
                </a:solidFill>
                <a:latin typeface="Corbel"/>
                <a:cs typeface="Corbel"/>
              </a:rPr>
              <a:t>programada</a:t>
            </a:r>
            <a:endParaRPr lang="es-ES" sz="2800" dirty="0">
              <a:latin typeface="Corbel"/>
              <a:cs typeface="Corbel"/>
            </a:endParaRPr>
          </a:p>
          <a:p>
            <a:endParaRPr lang="es-ES" dirty="0"/>
          </a:p>
        </p:txBody>
      </p:sp>
    </p:spTree>
    <p:extLst>
      <p:ext uri="{BB962C8B-B14F-4D97-AF65-F5344CB8AC3E}">
        <p14:creationId xmlns:p14="http://schemas.microsoft.com/office/powerpoint/2010/main" val="18609485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lvl="0" algn="just"/>
            <a:endParaRPr lang="es-ES"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Consiste en identificar y definir el problema para el que se pretende tomar una decisión (Greenwood, 1978). En primer lugar se realiza un análisis completo interno y externo para buscar el origen fundamental de este problema. Debemos tener en cuenta que este análisis depende de la forma en que el decisor percibe el problema, es decir, selecciona, recibe, organiza e interpreta la información; es necesario recopilar todos los datos disponibles acerca del problema para optimizar la utilidad de la información. En esta etapa pueden suceder una serie de errores bastante comunes. Por ejemplo, podemos obtener una respuesta adecuada para un problema equivocado. En este caso, debemos volver a analizar el problema, que seguirá sin solución. También es posible tomar una decisión inoportuna o una decisión que no conduce a la realización de una acción. Estos errores se producen por una falta de organización que conlleva la utilización de la intuición y no de métodos más científicos en el proceso de toma de decisiones. Otra fuente de confusión es realizar una mala distribución del tiempo, dando más importancia a la búsqueda de la respuesta apropiada que a la formulación de la pregunta correcta. Finalmente, el decisor puede considerar que la toma de decisiones es un problema y no una oportunidad. </a:t>
            </a:r>
          </a:p>
        </p:txBody>
      </p:sp>
    </p:spTree>
    <p:extLst>
      <p:ext uri="{BB962C8B-B14F-4D97-AF65-F5344CB8AC3E}">
        <p14:creationId xmlns:p14="http://schemas.microsoft.com/office/powerpoint/2010/main" val="1753709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1287714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29341247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lvl="0" algn="just"/>
            <a:endParaRPr lang="es-E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lvl="0" algn="just"/>
            <a:endParaRPr lang="es-ES" dirty="0"/>
          </a:p>
        </p:txBody>
      </p:sp>
    </p:spTree>
    <p:extLst>
      <p:ext uri="{BB962C8B-B14F-4D97-AF65-F5344CB8AC3E}">
        <p14:creationId xmlns:p14="http://schemas.microsoft.com/office/powerpoint/2010/main" val="3499708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lvl="0" algn="just"/>
            <a:endParaRPr lang="es-ES" dirty="0"/>
          </a:p>
        </p:txBody>
      </p:sp>
    </p:spTree>
    <p:extLst>
      <p:ext uri="{BB962C8B-B14F-4D97-AF65-F5344CB8AC3E}">
        <p14:creationId xmlns:p14="http://schemas.microsoft.com/office/powerpoint/2010/main" val="3125454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lvl="0" algn="just"/>
            <a:endParaRPr lang="es-ES" dirty="0"/>
          </a:p>
        </p:txBody>
      </p:sp>
    </p:spTree>
    <p:extLst>
      <p:ext uri="{BB962C8B-B14F-4D97-AF65-F5344CB8AC3E}">
        <p14:creationId xmlns:p14="http://schemas.microsoft.com/office/powerpoint/2010/main" val="27264571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OJO!!! CAMBIADA PARA CURSO 20/21 </a:t>
            </a:r>
            <a:r>
              <a:rPr lang="es-ES" dirty="0">
                <a:sym typeface="Wingdings" panose="05000000000000000000" pitchFamily="2" charset="2"/>
              </a:rPr>
              <a:t> orden más lógico:</a:t>
            </a:r>
          </a:p>
          <a:p>
            <a:r>
              <a:rPr lang="es-ES" dirty="0">
                <a:sym typeface="Wingdings" panose="05000000000000000000" pitchFamily="2" charset="2"/>
              </a:rPr>
              <a:t>Para cumplir sus tareas se enfrentan a (grado de incertidumbre)…</a:t>
            </a:r>
          </a:p>
          <a:p>
            <a:r>
              <a:rPr lang="es-ES" dirty="0">
                <a:sym typeface="Wingdings" panose="05000000000000000000" pitchFamily="2" charset="2"/>
              </a:rPr>
              <a:t>	lo que genera (tipo de problemas)…</a:t>
            </a:r>
          </a:p>
          <a:p>
            <a:r>
              <a:rPr lang="es-ES" dirty="0">
                <a:sym typeface="Wingdings" panose="05000000000000000000" pitchFamily="2" charset="2"/>
              </a:rPr>
              <a:t>		que dan lugar a (tipo de decisiones)…</a:t>
            </a:r>
          </a:p>
          <a:p>
            <a:r>
              <a:rPr lang="es-ES" dirty="0">
                <a:sym typeface="Wingdings" panose="05000000000000000000" pitchFamily="2" charset="2"/>
              </a:rPr>
              <a:t>			para lo que sobre todo necesitan… (habilidades)</a:t>
            </a:r>
            <a:endParaRPr lang="es-ES" dirty="0"/>
          </a:p>
        </p:txBody>
      </p:sp>
    </p:spTree>
    <p:extLst>
      <p:ext uri="{BB962C8B-B14F-4D97-AF65-F5344CB8AC3E}">
        <p14:creationId xmlns:p14="http://schemas.microsoft.com/office/powerpoint/2010/main" val="15520668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228600" indent="-228600">
              <a:buFont typeface="+mj-lt"/>
              <a:buAutoNum type="arabicPeriod"/>
            </a:pPr>
            <a:r>
              <a:rPr lang="es-ES" dirty="0"/>
              <a:t>Estratégica</a:t>
            </a:r>
            <a:r>
              <a:rPr lang="es-ES" baseline="0" dirty="0"/>
              <a:t> e innovadora</a:t>
            </a:r>
          </a:p>
          <a:p>
            <a:pPr marL="228600" indent="-228600">
              <a:buFont typeface="+mj-lt"/>
              <a:buAutoNum type="arabicPeriod"/>
            </a:pPr>
            <a:r>
              <a:rPr lang="es-ES" baseline="0" dirty="0"/>
              <a:t>Rutinaria y operativa</a:t>
            </a:r>
          </a:p>
          <a:p>
            <a:pPr marL="228600" indent="-228600">
              <a:buFont typeface="+mj-lt"/>
              <a:buAutoNum type="arabicPeriod"/>
            </a:pPr>
            <a:r>
              <a:rPr lang="es-ES" baseline="0" dirty="0"/>
              <a:t>Táctica y adaptativa</a:t>
            </a:r>
          </a:p>
          <a:p>
            <a:pPr marL="228600" indent="-228600">
              <a:buFont typeface="+mj-lt"/>
              <a:buAutoNum type="arabicPeriod"/>
            </a:pPr>
            <a:r>
              <a:rPr lang="es-ES" baseline="0" dirty="0"/>
              <a:t>Táctica y adaptativa</a:t>
            </a:r>
          </a:p>
          <a:p>
            <a:pPr marL="228600" indent="-228600">
              <a:buFont typeface="+mj-lt"/>
              <a:buAutoNum type="arabicPeriod"/>
            </a:pPr>
            <a:r>
              <a:rPr lang="es-ES" baseline="0" dirty="0"/>
              <a:t>Rutinaria y operativa</a:t>
            </a:r>
          </a:p>
          <a:p>
            <a:pPr marL="228600" marR="0"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es-ES" baseline="0" dirty="0"/>
              <a:t>Rutinaria y operativa</a:t>
            </a:r>
          </a:p>
          <a:p>
            <a:pPr marL="228600" indent="-228600">
              <a:buFont typeface="+mj-lt"/>
              <a:buNone/>
            </a:pPr>
            <a:endParaRPr lang="es-ES" dirty="0"/>
          </a:p>
          <a:p>
            <a:pPr marL="228600" indent="-228600">
              <a:buFont typeface="+mj-lt"/>
              <a:buNone/>
            </a:pPr>
            <a:r>
              <a:rPr lang="es-ES" dirty="0"/>
              <a:t>ACTIVIDADES FIN DEL TEMA:</a:t>
            </a:r>
          </a:p>
          <a:p>
            <a:pPr marL="228600" indent="-228600">
              <a:buFont typeface="+mj-lt"/>
              <a:buAutoNum type="arabicPeriod"/>
            </a:pPr>
            <a:r>
              <a:rPr lang="es-ES" dirty="0"/>
              <a:t>Juegos para</a:t>
            </a:r>
            <a:r>
              <a:rPr lang="es-ES" baseline="0" dirty="0"/>
              <a:t> el desarrollo de la habilidad conceptual (usar </a:t>
            </a:r>
            <a:r>
              <a:rPr lang="es-ES" baseline="0" dirty="0" err="1"/>
              <a:t>ppt</a:t>
            </a:r>
            <a:r>
              <a:rPr lang="es-ES" baseline="0" dirty="0"/>
              <a:t> específico)</a:t>
            </a:r>
          </a:p>
          <a:p>
            <a:pPr marL="685800" lvl="1" indent="-228600">
              <a:buFont typeface="Arial" pitchFamily="34" charset="0"/>
              <a:buChar char="•"/>
            </a:pPr>
            <a:r>
              <a:rPr lang="es-ES" baseline="0" dirty="0"/>
              <a:t>Más en neuronilla.com</a:t>
            </a:r>
          </a:p>
          <a:p>
            <a:pPr marL="228600" indent="-228600">
              <a:buFont typeface="+mj-lt"/>
              <a:buAutoNum type="arabicPeriod"/>
            </a:pPr>
            <a:r>
              <a:rPr lang="es-ES" baseline="0" dirty="0"/>
              <a:t>Vídeo ejercicios mentales </a:t>
            </a:r>
            <a:r>
              <a:rPr lang="es-ES" baseline="0" dirty="0">
                <a:sym typeface="Wingdings" pitchFamily="2" charset="2"/>
              </a:rPr>
              <a:t> </a:t>
            </a:r>
            <a:r>
              <a:rPr lang="es-ES" dirty="0"/>
              <a:t>https://www.youtube.com/watch?v=3RVSqwguWNs</a:t>
            </a:r>
            <a:endParaRPr lang="es-ES" baseline="0" dirty="0"/>
          </a:p>
          <a:p>
            <a:pPr marL="228600" indent="-228600">
              <a:buFont typeface="+mj-lt"/>
              <a:buAutoNum type="arabicPeriod"/>
            </a:pPr>
            <a:r>
              <a:rPr lang="es-ES" baseline="0" dirty="0"/>
              <a:t>Película (</a:t>
            </a:r>
            <a:r>
              <a:rPr lang="es-ES" baseline="0" dirty="0" err="1"/>
              <a:t>Jobs</a:t>
            </a:r>
            <a:r>
              <a:rPr lang="es-ES" baseline="0" dirty="0"/>
              <a:t>, por ejemplo)</a:t>
            </a:r>
          </a:p>
          <a:p>
            <a:pPr marL="228600" indent="-228600">
              <a:buFont typeface="+mj-lt"/>
              <a:buAutoNum type="arabicPeriod"/>
            </a:pPr>
            <a:r>
              <a:rPr lang="es-ES" baseline="0" dirty="0"/>
              <a:t>Actividad con Los 6 sombreros para pensar, de Bono</a:t>
            </a:r>
          </a:p>
          <a:p>
            <a:pPr marL="228600" indent="-228600">
              <a:buFont typeface="+mj-lt"/>
              <a:buAutoNum type="arabicPeriod"/>
            </a:pPr>
            <a:r>
              <a:rPr lang="es-ES" baseline="0" dirty="0"/>
              <a:t>Actividad con </a:t>
            </a:r>
            <a:r>
              <a:rPr lang="es-ES" baseline="0" dirty="0" err="1"/>
              <a:t>Design</a:t>
            </a:r>
            <a:r>
              <a:rPr lang="es-ES" baseline="0" dirty="0"/>
              <a:t> </a:t>
            </a:r>
            <a:r>
              <a:rPr lang="es-ES" baseline="0"/>
              <a:t>Thinking</a:t>
            </a:r>
            <a:endParaRPr lang="es-ES" baseline="0" dirty="0"/>
          </a:p>
          <a:p>
            <a:pPr marL="228600" indent="-228600">
              <a:buFont typeface="+mj-lt"/>
              <a:buNone/>
            </a:pPr>
            <a:endParaRPr lang="es-E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762000"/>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52697" y="762000"/>
            <a:ext cx="2193989" cy="5334001"/>
          </a:xfrm>
          <a:prstGeom prst="rect">
            <a:avLst/>
          </a:prstGeom>
          <a:solidFill>
            <a:srgbClr val="C3C3C3">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02386" y="1298448"/>
            <a:ext cx="5486400" cy="3255264"/>
          </a:xfrm>
        </p:spPr>
        <p:txBody>
          <a:bodyPr anchor="b">
            <a:normAutofit/>
          </a:bodyPr>
          <a:lstStyle>
            <a:lvl1pPr algn="l">
              <a:defRPr sz="5400" spc="-100"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25011" y="4670246"/>
            <a:ext cx="5486400" cy="914400"/>
          </a:xfrm>
        </p:spPr>
        <p:txBody>
          <a:bodyPr anchor="t">
            <a:normAutofit/>
          </a:bodyPr>
          <a:lstStyle>
            <a:lvl1pPr marL="0" indent="0" algn="l">
              <a:buNone/>
              <a:defRPr sz="2000" cap="none" spc="0" baseline="0">
                <a:solidFill>
                  <a:schemeClr val="accent1">
                    <a:lumMod val="20000"/>
                    <a:lumOff val="80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E127111C-833A-42A1-8A5A-24A2F2426D20}" type="datetime1">
              <a:rPr lang="es-ES" smtClean="0"/>
              <a:t>23/10/2023</a:t>
            </a:fld>
            <a:endParaRPr lang="es-ES"/>
          </a:p>
        </p:txBody>
      </p:sp>
      <p:sp>
        <p:nvSpPr>
          <p:cNvPr id="5" name="Footer Placeholder 4"/>
          <p:cNvSpPr>
            <a:spLocks noGrp="1"/>
          </p:cNvSpPr>
          <p:nvPr>
            <p:ph type="ftr" sz="quarter" idx="11"/>
          </p:nvPr>
        </p:nvSpPr>
        <p:spPr/>
        <p:txBody>
          <a:bodyPr/>
          <a:lstStyle/>
          <a:p>
            <a:pPr>
              <a:defRPr/>
            </a:pPr>
            <a:endParaRPr lang="es-ES" dirty="0"/>
          </a:p>
        </p:txBody>
      </p:sp>
      <p:sp>
        <p:nvSpPr>
          <p:cNvPr id="6" name="Slide Number Placeholder 5"/>
          <p:cNvSpPr>
            <a:spLocks noGrp="1"/>
          </p:cNvSpPr>
          <p:nvPr>
            <p:ph type="sldNum" sz="quarter" idx="12"/>
          </p:nvPr>
        </p:nvSpPr>
        <p:spPr/>
        <p:txBody>
          <a:bodyPr/>
          <a:lstStyle/>
          <a:p>
            <a:fld id="{3A50B82F-E44A-4FE6-8B99-53CD253DED7E}" type="slidenum">
              <a:rPr lang="es-ES" smtClean="0"/>
              <a:pPr/>
              <a:t>‹Nº›</a:t>
            </a:fld>
            <a:endParaRPr lang="es-ES" dirty="0"/>
          </a:p>
        </p:txBody>
      </p:sp>
      <p:sp>
        <p:nvSpPr>
          <p:cNvPr id="9" name="2 Marcador de pie de página">
            <a:extLst>
              <a:ext uri="{FF2B5EF4-FFF2-40B4-BE49-F238E27FC236}">
                <a16:creationId xmlns:a16="http://schemas.microsoft.com/office/drawing/2014/main" id="{5C3C3259-F3FA-4CA0-ACE7-017547C08994}"/>
              </a:ext>
            </a:extLst>
          </p:cNvPr>
          <p:cNvSpPr txBox="1">
            <a:spLocks/>
          </p:cNvSpPr>
          <p:nvPr userDrawn="1"/>
        </p:nvSpPr>
        <p:spPr bwMode="auto">
          <a:xfrm>
            <a:off x="5724128" y="6329759"/>
            <a:ext cx="2016224" cy="3396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0" lang="es-ES" sz="1000" b="0" i="0" u="none" strike="noStrike" kern="1200" cap="none" spc="0" normalizeH="0" baseline="0" noProof="0" smtClean="0">
                <a:ln>
                  <a:noFill/>
                </a:ln>
                <a:solidFill>
                  <a:srgbClr val="CC0000"/>
                </a:solidFill>
                <a:effectLst/>
                <a:uLnTx/>
                <a:uFillTx/>
                <a:latin typeface="+mn-lt"/>
                <a:ea typeface="+mn-ea"/>
                <a:cs typeface="+mn-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1000" b="0" i="0" u="none" strike="noStrike" kern="1200" cap="none" spc="0" normalizeH="0" baseline="0" noProof="0">
                <a:ln>
                  <a:noFill/>
                </a:ln>
                <a:solidFill>
                  <a:srgbClr val="CC0000"/>
                </a:solidFill>
                <a:effectLst/>
                <a:uLnTx/>
                <a:uFillTx/>
                <a:latin typeface="+mn-lt"/>
                <a:ea typeface="+mn-ea"/>
                <a:cs typeface="+mn-cs"/>
              </a:rPr>
              <a:t>Profesora Sara Bermejo Olivas</a:t>
            </a:r>
            <a:endParaRPr kumimoji="0" lang="es-ES" sz="1000" b="0" i="0" u="none" strike="noStrike" kern="1200" cap="none" spc="0" normalizeH="0" baseline="0" noProof="0" dirty="0">
              <a:ln>
                <a:noFill/>
              </a:ln>
              <a:solidFill>
                <a:srgbClr val="CC0000"/>
              </a:solidFill>
              <a:effectLst/>
              <a:uLnTx/>
              <a:uFillTx/>
              <a:latin typeface="+mn-lt"/>
              <a:ea typeface="+mn-ea"/>
              <a:cs typeface="+mn-cs"/>
            </a:endParaRPr>
          </a:p>
        </p:txBody>
      </p:sp>
    </p:spTree>
    <p:extLst>
      <p:ext uri="{BB962C8B-B14F-4D97-AF65-F5344CB8AC3E}">
        <p14:creationId xmlns:p14="http://schemas.microsoft.com/office/powerpoint/2010/main" val="41568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A85CC7F-D0F0-48EE-9EDD-CE3B35D5276D}" type="datetime1">
              <a:rPr lang="es-ES" smtClean="0"/>
              <a:t>23/10/2023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2629820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900934" y="1298448"/>
            <a:ext cx="5486400" cy="3255264"/>
          </a:xfrm>
        </p:spPr>
        <p:txBody>
          <a:bodyPr anchor="b">
            <a:normAutofit/>
          </a:bodyPr>
          <a:lstStyle>
            <a:lvl1pPr>
              <a:defRPr sz="5400" b="0" spc="-100" baseline="0">
                <a:solidFill>
                  <a:schemeClr val="tx1">
                    <a:lumMod val="65000"/>
                    <a:lumOff val="3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914650" y="4672584"/>
            <a:ext cx="5486400" cy="914400"/>
          </a:xfrm>
        </p:spPr>
        <p:txBody>
          <a:bodyPr anchor="t">
            <a:normAutofit/>
          </a:bodyPr>
          <a:lstStyle>
            <a:lvl1pPr marL="0" indent="0">
              <a:buNone/>
              <a:defRPr sz="20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FC87238-3861-465B-9629-313D4B90AB2A}" type="datetime1">
              <a:rPr lang="es-ES" smtClean="0"/>
              <a:t>23/10/2023</a:t>
            </a:fld>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2668952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900934" y="868680"/>
            <a:ext cx="2606040" cy="512064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63590" y="868680"/>
            <a:ext cx="2606040" cy="512064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1D246853-2107-44AD-923C-93BB43C831D9}" type="datetime1">
              <a:rPr lang="es-ES" smtClean="0"/>
              <a:t>23/10/2023</a:t>
            </a:fld>
            <a:endParaRPr lang="es-ES"/>
          </a:p>
        </p:txBody>
      </p:sp>
      <p:sp>
        <p:nvSpPr>
          <p:cNvPr id="9" name="Footer Placeholder 8"/>
          <p:cNvSpPr>
            <a:spLocks noGrp="1"/>
          </p:cNvSpPr>
          <p:nvPr>
            <p:ph type="ftr" sz="quarter" idx="11"/>
          </p:nvPr>
        </p:nvSpPr>
        <p:spPr/>
        <p:txBody>
          <a:bodyPr/>
          <a:lstStyle/>
          <a:p>
            <a:pPr>
              <a:defRPr/>
            </a:pPr>
            <a:endParaRPr lang="es-ES"/>
          </a:p>
        </p:txBody>
      </p:sp>
      <p:sp>
        <p:nvSpPr>
          <p:cNvPr id="10" name="Slide Number Placeholder 9"/>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7469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00934" y="1023586"/>
            <a:ext cx="2606040" cy="807720"/>
          </a:xfrm>
        </p:spPr>
        <p:txBody>
          <a:bodyPr anchor="b">
            <a:normAutofit/>
          </a:bodyPr>
          <a:lstStyle>
            <a:lvl1pPr marL="0" indent="0">
              <a:spcBef>
                <a:spcPts val="0"/>
              </a:spcBef>
              <a:buNone/>
              <a:defRPr sz="1900" b="1">
                <a:solidFill>
                  <a:schemeClr val="tx1">
                    <a:lumMod val="65000"/>
                    <a:lumOff val="3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900934" y="1930936"/>
            <a:ext cx="2606040" cy="402336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63847" y="1023587"/>
            <a:ext cx="2606040" cy="813171"/>
          </a:xfrm>
        </p:spPr>
        <p:txBody>
          <a:bodyPr anchor="b">
            <a:normAutofit/>
          </a:bodyPr>
          <a:lstStyle>
            <a:lvl1pPr marL="0" indent="0">
              <a:spcBef>
                <a:spcPts val="0"/>
              </a:spcBef>
              <a:buNone/>
              <a:defRPr sz="1900" b="1">
                <a:solidFill>
                  <a:schemeClr val="tx1">
                    <a:lumMod val="65000"/>
                    <a:lumOff val="3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63847" y="1930936"/>
            <a:ext cx="2606040" cy="402336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1"/>
          <p:cNvSpPr>
            <a:spLocks noGrp="1"/>
          </p:cNvSpPr>
          <p:nvPr>
            <p:ph type="dt" sz="half" idx="10"/>
          </p:nvPr>
        </p:nvSpPr>
        <p:spPr/>
        <p:txBody>
          <a:bodyPr/>
          <a:lstStyle/>
          <a:p>
            <a:fld id="{5724AB82-346A-4EDE-A009-45C020562EBA}" type="datetime1">
              <a:rPr lang="es-ES" smtClean="0"/>
              <a:t>23/10/2023</a:t>
            </a:fld>
            <a:endParaRPr lang="es-ES"/>
          </a:p>
        </p:txBody>
      </p:sp>
      <p:sp>
        <p:nvSpPr>
          <p:cNvPr id="11" name="Footer Placeholder 10"/>
          <p:cNvSpPr>
            <a:spLocks noGrp="1"/>
          </p:cNvSpPr>
          <p:nvPr>
            <p:ph type="ftr" sz="quarter" idx="11"/>
          </p:nvPr>
        </p:nvSpPr>
        <p:spPr/>
        <p:txBody>
          <a:bodyPr/>
          <a:lstStyle/>
          <a:p>
            <a:pPr>
              <a:defRPr/>
            </a:pPr>
            <a:endParaRPr lang="es-ES" dirty="0"/>
          </a:p>
        </p:txBody>
      </p:sp>
      <p:sp>
        <p:nvSpPr>
          <p:cNvPr id="12" name="Slide Number Placeholder 11"/>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274262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2" name="Date Placeholder 1"/>
          <p:cNvSpPr>
            <a:spLocks noGrp="1"/>
          </p:cNvSpPr>
          <p:nvPr>
            <p:ph type="dt" sz="half" idx="10"/>
          </p:nvPr>
        </p:nvSpPr>
        <p:spPr/>
        <p:txBody>
          <a:bodyPr/>
          <a:lstStyle/>
          <a:p>
            <a:fld id="{E13A6EB0-AB88-4573-A2FD-63582A7A2B6A}" type="datetime1">
              <a:rPr lang="es-ES" smtClean="0"/>
              <a:t>23/10/2023</a:t>
            </a:fld>
            <a:endParaRPr lang="es-ES"/>
          </a:p>
        </p:txBody>
      </p:sp>
      <p:sp>
        <p:nvSpPr>
          <p:cNvPr id="7" name="Footer Placeholder 6"/>
          <p:cNvSpPr>
            <a:spLocks noGrp="1"/>
          </p:cNvSpPr>
          <p:nvPr>
            <p:ph type="ftr" sz="quarter" idx="11"/>
          </p:nvPr>
        </p:nvSpPr>
        <p:spPr/>
        <p:txBody>
          <a:bodyPr/>
          <a:lstStyle/>
          <a:p>
            <a:pPr>
              <a:defRPr/>
            </a:pPr>
            <a:endParaRPr lang="es-ES" dirty="0"/>
          </a:p>
        </p:txBody>
      </p:sp>
      <p:sp>
        <p:nvSpPr>
          <p:cNvPr id="8" name="Slide Number Placeholder 7"/>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2313918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1B437DA-1125-4C64-9D81-C54BF2664081}" type="datetime1">
              <a:rPr lang="es-ES" smtClean="0"/>
              <a:t>23/10/2023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290498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194560"/>
          </a:xfrm>
        </p:spPr>
        <p:txBody>
          <a:bodyPr anchor="b">
            <a:normAutofit/>
          </a:bodyPr>
          <a:lstStyle>
            <a:lvl1pPr>
              <a:defRPr sz="28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2900934" y="868680"/>
            <a:ext cx="54864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2024" y="3337560"/>
            <a:ext cx="2125980" cy="2560320"/>
          </a:xfrm>
        </p:spPr>
        <p:txBody>
          <a:bodyPr anchor="t">
            <a:normAutofit/>
          </a:bodyPr>
          <a:lstStyle>
            <a:lvl1pPr marL="0" indent="0">
              <a:lnSpc>
                <a:spcPct val="100000"/>
              </a:lnSpc>
              <a:spcBef>
                <a:spcPts val="800"/>
              </a:spcBef>
              <a:buNone/>
              <a:defRPr sz="12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4D0F9D10-37F7-4E72-AC27-E009BDE4EA3D}" type="datetime1">
              <a:rPr lang="es-ES" smtClean="0"/>
              <a:t>23/10/2023</a:t>
            </a:fld>
            <a:endParaRPr lang="es-ES"/>
          </a:p>
        </p:txBody>
      </p:sp>
      <p:sp>
        <p:nvSpPr>
          <p:cNvPr id="9" name="Footer Placeholder 8"/>
          <p:cNvSpPr>
            <a:spLocks noGrp="1"/>
          </p:cNvSpPr>
          <p:nvPr>
            <p:ph type="ftr" sz="quarter" idx="11"/>
          </p:nvPr>
        </p:nvSpPr>
        <p:spPr/>
        <p:txBody>
          <a:bodyPr/>
          <a:lstStyle/>
          <a:p>
            <a:pPr>
              <a:defRPr/>
            </a:pPr>
            <a:endParaRPr lang="es-ES"/>
          </a:p>
        </p:txBody>
      </p:sp>
      <p:sp>
        <p:nvSpPr>
          <p:cNvPr id="10" name="Slide Number Placeholder 9"/>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1447837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194560"/>
          </a:xfrm>
        </p:spPr>
        <p:txBody>
          <a:bodyPr anchor="b">
            <a:normAutofit/>
          </a:bodyPr>
          <a:lstStyle>
            <a:lvl1pPr>
              <a:defRPr sz="28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677983" y="767419"/>
            <a:ext cx="6086423"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92024" y="3340602"/>
            <a:ext cx="2125980" cy="2560320"/>
          </a:xfrm>
        </p:spPr>
        <p:txBody>
          <a:bodyPr anchor="t">
            <a:normAutofit/>
          </a:bodyPr>
          <a:lstStyle>
            <a:lvl1pPr marL="0" indent="0">
              <a:lnSpc>
                <a:spcPct val="100000"/>
              </a:lnSpc>
              <a:spcBef>
                <a:spcPts val="800"/>
              </a:spcBef>
              <a:buNone/>
              <a:defRPr sz="12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B27D3088-B6A7-458F-93AE-AD88F648B536}" type="datetime1">
              <a:rPr lang="es-ES" smtClean="0"/>
              <a:t>23/10/2023</a:t>
            </a:fld>
            <a:endParaRPr lang="es-ES"/>
          </a:p>
        </p:txBody>
      </p:sp>
      <p:sp>
        <p:nvSpPr>
          <p:cNvPr id="9" name="Footer Placeholder 8"/>
          <p:cNvSpPr>
            <a:spLocks noGrp="1"/>
          </p:cNvSpPr>
          <p:nvPr>
            <p:ph type="ftr" sz="quarter" idx="11"/>
          </p:nvPr>
        </p:nvSpPr>
        <p:spPr>
          <a:xfrm>
            <a:off x="2624326" y="6356351"/>
            <a:ext cx="4433638" cy="365125"/>
          </a:xfrm>
        </p:spPr>
        <p:txBody>
          <a:bodyPr/>
          <a:lstStyle/>
          <a:p>
            <a:endParaRPr lang="en-US" dirty="0"/>
          </a:p>
        </p:txBody>
      </p:sp>
      <p:sp>
        <p:nvSpPr>
          <p:cNvPr id="10" name="Slide Number Placeholder 9"/>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1001693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CD681D8-25E5-4166-943F-EAE2BB5DF787}" type="datetime1">
              <a:rPr lang="es-ES" smtClean="0"/>
              <a:t>23/10/2023</a:t>
            </a:fld>
            <a:endParaRPr lang="es-ES"/>
          </a:p>
        </p:txBody>
      </p:sp>
      <p:sp>
        <p:nvSpPr>
          <p:cNvPr id="8" name="Footer Placeholder 7"/>
          <p:cNvSpPr>
            <a:spLocks noGrp="1"/>
          </p:cNvSpPr>
          <p:nvPr>
            <p:ph type="ftr" sz="quarter" idx="11"/>
          </p:nvPr>
        </p:nvSpPr>
        <p:spPr/>
        <p:txBody>
          <a:bodyPr/>
          <a:lstStyle/>
          <a:p>
            <a:pPr>
              <a:defRPr/>
            </a:pPr>
            <a:endParaRPr lang="es-ES_tradnl"/>
          </a:p>
        </p:txBody>
      </p:sp>
      <p:sp>
        <p:nvSpPr>
          <p:cNvPr id="9" name="Slide Number Placeholder 8"/>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3496862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5750" y="990600"/>
            <a:ext cx="2114550" cy="4953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900934" y="868680"/>
            <a:ext cx="5486400" cy="512064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378BB0C-7710-4D83-B855-A2287B19E5F6}" type="datetime1">
              <a:rPr lang="es-ES" smtClean="0"/>
              <a:t>23/10/2023</a:t>
            </a:fld>
            <a:endParaRPr lang="es-ES"/>
          </a:p>
        </p:txBody>
      </p:sp>
      <p:sp>
        <p:nvSpPr>
          <p:cNvPr id="8" name="Footer Placeholder 7"/>
          <p:cNvSpPr>
            <a:spLocks noGrp="1"/>
          </p:cNvSpPr>
          <p:nvPr>
            <p:ph type="ftr" sz="quarter" idx="11"/>
          </p:nvPr>
        </p:nvSpPr>
        <p:spPr/>
        <p:txBody>
          <a:bodyPr/>
          <a:lstStyle/>
          <a:p>
            <a:pPr>
              <a:defRPr/>
            </a:pPr>
            <a:endParaRPr lang="es-ES_tradnl"/>
          </a:p>
        </p:txBody>
      </p:sp>
      <p:sp>
        <p:nvSpPr>
          <p:cNvPr id="9" name="Slide Number Placeholder 8"/>
          <p:cNvSpPr>
            <a:spLocks noGrp="1"/>
          </p:cNvSpPr>
          <p:nvPr>
            <p:ph type="sldNum" sz="quarter" idx="12"/>
          </p:nvPr>
        </p:nvSpPr>
        <p:spPr/>
        <p:txBody>
          <a:bodyPr/>
          <a:lstStyle/>
          <a:p>
            <a:fld id="{5263617F-1627-43AB-9FC2-D1A40487E69C}" type="slidenum">
              <a:rPr lang="es-ES" smtClean="0"/>
              <a:t>‹Nº›</a:t>
            </a:fld>
            <a:endParaRPr lang="es-ES"/>
          </a:p>
        </p:txBody>
      </p:sp>
    </p:spTree>
    <p:extLst>
      <p:ext uri="{BB962C8B-B14F-4D97-AF65-F5344CB8AC3E}">
        <p14:creationId xmlns:p14="http://schemas.microsoft.com/office/powerpoint/2010/main" val="2111040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758951"/>
            <a:ext cx="2583180" cy="5331460"/>
          </a:xfrm>
          <a:custGeom>
            <a:avLst/>
            <a:gdLst/>
            <a:ahLst/>
            <a:cxnLst/>
            <a:rect l="l" t="t" r="r" b="b"/>
            <a:pathLst>
              <a:path w="2583180" h="5331460">
                <a:moveTo>
                  <a:pt x="2583180" y="0"/>
                </a:moveTo>
                <a:lnTo>
                  <a:pt x="0" y="0"/>
                </a:lnTo>
                <a:lnTo>
                  <a:pt x="0" y="5330952"/>
                </a:lnTo>
                <a:lnTo>
                  <a:pt x="2583180" y="5330952"/>
                </a:lnTo>
                <a:lnTo>
                  <a:pt x="2583180" y="0"/>
                </a:lnTo>
                <a:close/>
              </a:path>
            </a:pathLst>
          </a:custGeom>
          <a:solidFill>
            <a:srgbClr val="40B9D2"/>
          </a:solidFill>
        </p:spPr>
        <p:txBody>
          <a:bodyPr wrap="square" lIns="0" tIns="0" rIns="0" bIns="0" rtlCol="0"/>
          <a:lstStyle/>
          <a:p>
            <a:endParaRPr/>
          </a:p>
        </p:txBody>
      </p:sp>
      <p:sp>
        <p:nvSpPr>
          <p:cNvPr id="17" name="bg object 17"/>
          <p:cNvSpPr/>
          <p:nvPr/>
        </p:nvSpPr>
        <p:spPr>
          <a:xfrm>
            <a:off x="8862059" y="758951"/>
            <a:ext cx="281940" cy="5331460"/>
          </a:xfrm>
          <a:custGeom>
            <a:avLst/>
            <a:gdLst/>
            <a:ahLst/>
            <a:cxnLst/>
            <a:rect l="l" t="t" r="r" b="b"/>
            <a:pathLst>
              <a:path w="281940" h="5331460">
                <a:moveTo>
                  <a:pt x="0" y="5330952"/>
                </a:moveTo>
                <a:lnTo>
                  <a:pt x="281939" y="5330952"/>
                </a:lnTo>
                <a:lnTo>
                  <a:pt x="281939" y="0"/>
                </a:lnTo>
                <a:lnTo>
                  <a:pt x="0" y="0"/>
                </a:lnTo>
                <a:lnTo>
                  <a:pt x="0" y="5330952"/>
                </a:lnTo>
                <a:close/>
              </a:path>
            </a:pathLst>
          </a:custGeom>
          <a:solidFill>
            <a:srgbClr val="C7C7C7">
              <a:alpha val="49803"/>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700" b="1" i="0">
                <a:solidFill>
                  <a:srgbClr val="0D0D0D"/>
                </a:solidFill>
                <a:latin typeface="Corbel"/>
                <a:cs typeface="Corbe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045B618-36FE-4D53-AC4F-84285A35F787}" type="datetime1">
              <a:rPr lang="es-ES" smtClean="0"/>
              <a:t>23/10/2023</a:t>
            </a:fld>
            <a:endParaRPr lang="en-US"/>
          </a:p>
        </p:txBody>
      </p:sp>
      <p:sp>
        <p:nvSpPr>
          <p:cNvPr id="5" name="Holder 5"/>
          <p:cNvSpPr>
            <a:spLocks noGrp="1"/>
          </p:cNvSpPr>
          <p:nvPr>
            <p:ph type="sldNum" sz="quarter" idx="7"/>
          </p:nvPr>
        </p:nvSpPr>
        <p:spPr/>
        <p:txBody>
          <a:bodyPr lIns="0" tIns="0" rIns="0" bIns="0"/>
          <a:lstStyle>
            <a:lvl1pPr>
              <a:defRPr sz="1800" b="1" i="0">
                <a:solidFill>
                  <a:schemeClr val="tx1"/>
                </a:solidFill>
                <a:latin typeface="Calibri"/>
                <a:cs typeface="Calibri"/>
              </a:defRPr>
            </a:lvl1pPr>
          </a:lstStyle>
          <a:p>
            <a:pPr marL="191770">
              <a:lnSpc>
                <a:spcPts val="1140"/>
              </a:lnSpc>
            </a:pPr>
            <a:fld id="{81D60167-4931-47E6-BA6A-407CBD079E47}" type="slidenum">
              <a:rPr sz="1100" dirty="0">
                <a:solidFill>
                  <a:srgbClr val="40B9D2"/>
                </a:solidFill>
                <a:latin typeface="Corbel"/>
                <a:cs typeface="Corbel"/>
              </a:rPr>
              <a:t>‹Nº›</a:t>
            </a:fld>
            <a:endParaRPr sz="1100">
              <a:latin typeface="Corbel"/>
              <a:cs typeface="Corbel"/>
            </a:endParaRPr>
          </a:p>
        </p:txBody>
      </p:sp>
    </p:spTree>
    <p:extLst>
      <p:ext uri="{BB962C8B-B14F-4D97-AF65-F5344CB8AC3E}">
        <p14:creationId xmlns:p14="http://schemas.microsoft.com/office/powerpoint/2010/main" val="956306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CA72558-E7DC-4F84-88BF-CFB763662751}" type="datetime1">
              <a:rPr lang="es-ES" smtClean="0"/>
              <a:t>23/10/2023</a:t>
            </a:fld>
            <a:endParaRPr lang="en-US"/>
          </a:p>
        </p:txBody>
      </p:sp>
      <p:sp>
        <p:nvSpPr>
          <p:cNvPr id="4" name="Holder 4"/>
          <p:cNvSpPr>
            <a:spLocks noGrp="1"/>
          </p:cNvSpPr>
          <p:nvPr>
            <p:ph type="sldNum" sz="quarter" idx="7"/>
          </p:nvPr>
        </p:nvSpPr>
        <p:spPr/>
        <p:txBody>
          <a:bodyPr lIns="0" tIns="0" rIns="0" bIns="0"/>
          <a:lstStyle>
            <a:lvl1pPr>
              <a:defRPr sz="1800" b="1" i="0">
                <a:solidFill>
                  <a:schemeClr val="tx1"/>
                </a:solidFill>
                <a:latin typeface="Calibri"/>
                <a:cs typeface="Calibri"/>
              </a:defRPr>
            </a:lvl1pPr>
          </a:lstStyle>
          <a:p>
            <a:pPr marL="191770">
              <a:lnSpc>
                <a:spcPts val="1140"/>
              </a:lnSpc>
            </a:pPr>
            <a:fld id="{81D60167-4931-47E6-BA6A-407CBD079E47}" type="slidenum">
              <a:rPr sz="1100" dirty="0">
                <a:solidFill>
                  <a:srgbClr val="40B9D2"/>
                </a:solidFill>
                <a:latin typeface="Corbel"/>
                <a:cs typeface="Corbel"/>
              </a:rPr>
              <a:t>‹Nº›</a:t>
            </a:fld>
            <a:endParaRPr sz="1100">
              <a:latin typeface="Corbel"/>
              <a:cs typeface="Corbel"/>
            </a:endParaRPr>
          </a:p>
        </p:txBody>
      </p:sp>
    </p:spTree>
    <p:extLst>
      <p:ext uri="{BB962C8B-B14F-4D97-AF65-F5344CB8AC3E}">
        <p14:creationId xmlns:p14="http://schemas.microsoft.com/office/powerpoint/2010/main" val="19830287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oque Ver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a:gsLst>
              <a:gs pos="0">
                <a:srgbClr val="52B74D">
                  <a:alpha val="58000"/>
                </a:srgbClr>
              </a:gs>
              <a:gs pos="50000">
                <a:srgbClr val="52B74D">
                  <a:shade val="67500"/>
                  <a:satMod val="115000"/>
                </a:srgbClr>
              </a:gs>
              <a:gs pos="100000">
                <a:srgbClr val="52B74D">
                  <a:shade val="100000"/>
                  <a:satMod val="115000"/>
                </a:srgbClr>
              </a:gs>
            </a:gsLst>
            <a:lin ang="8346000" scaled="0"/>
          </a:gradFill>
        </p:spPr>
        <p:style>
          <a:lnRef idx="0">
            <a:schemeClr val="accent6"/>
          </a:lnRef>
          <a:fillRef idx="3">
            <a:schemeClr val="accent6"/>
          </a:fillRef>
          <a:effectRef idx="3">
            <a:schemeClr val="accent6"/>
          </a:effectRef>
          <a:fontRef idx="none"/>
        </p:style>
        <p:txBody>
          <a:bodyPr/>
          <a:lstStyle>
            <a:lvl1pPr algn="ctr">
              <a:defRPr>
                <a:solidFill>
                  <a:schemeClr val="tx2"/>
                </a:solidFill>
              </a:defRPr>
            </a:lvl1pPr>
          </a:lstStyle>
          <a:p>
            <a:r>
              <a:rPr lang="es-ES" dirty="0"/>
              <a:t>Haga clic para modificar el estilo de título del patrón</a:t>
            </a:r>
          </a:p>
        </p:txBody>
      </p:sp>
      <p:sp>
        <p:nvSpPr>
          <p:cNvPr id="4" name="2 Marcador de pie de página"/>
          <p:cNvSpPr>
            <a:spLocks noGrp="1"/>
          </p:cNvSpPr>
          <p:nvPr>
            <p:ph type="ftr" sz="quarter" idx="10"/>
          </p:nvPr>
        </p:nvSpPr>
        <p:spPr>
          <a:xfrm>
            <a:off x="3419872" y="6185743"/>
            <a:ext cx="2807866" cy="555625"/>
          </a:xfrm>
        </p:spPr>
        <p:txBody>
          <a:bodyPr/>
          <a:lstStyle/>
          <a:p>
            <a:pPr>
              <a:defRPr/>
            </a:pPr>
            <a:endParaRPr lang="es-ES" dirty="0"/>
          </a:p>
        </p:txBody>
      </p:sp>
      <p:sp>
        <p:nvSpPr>
          <p:cNvPr id="5" name="5 Marcador de número de diapositiva"/>
          <p:cNvSpPr>
            <a:spLocks noGrp="1"/>
          </p:cNvSpPr>
          <p:nvPr>
            <p:ph type="sldNum" sz="quarter" idx="4"/>
          </p:nvPr>
        </p:nvSpPr>
        <p:spPr>
          <a:xfrm>
            <a:off x="35496" y="6232227"/>
            <a:ext cx="720080"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fld id="{3A50B82F-E44A-4FE6-8B99-53CD253DED7E}" type="slidenum">
              <a:rPr lang="es-ES" smtClean="0"/>
              <a:pPr/>
              <a:t>‹Nº›</a:t>
            </a:fld>
            <a:endParaRPr lang="es-ES" dirty="0"/>
          </a:p>
        </p:txBody>
      </p:sp>
      <p:sp>
        <p:nvSpPr>
          <p:cNvPr id="6" name="5 Elipse"/>
          <p:cNvSpPr/>
          <p:nvPr userDrawn="1"/>
        </p:nvSpPr>
        <p:spPr>
          <a:xfrm>
            <a:off x="154112" y="6165304"/>
            <a:ext cx="504056"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71917758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9689" y="1123838"/>
            <a:ext cx="2210612" cy="460118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8" name="Rectangle 37"/>
          <p:cNvSpPr/>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2901951" y="864108"/>
            <a:ext cx="5486400" cy="5120640"/>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96849" y="6356351"/>
            <a:ext cx="2057400"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fld id="{739AB528-0602-4494-9E23-7B35D9F7A8E5}" type="datetime1">
              <a:rPr lang="es-ES" smtClean="0"/>
              <a:t>23/10/2023</a:t>
            </a:fld>
            <a:endParaRPr lang="es-ES"/>
          </a:p>
        </p:txBody>
      </p:sp>
      <p:sp>
        <p:nvSpPr>
          <p:cNvPr id="5" name="Footer Placeholder 4"/>
          <p:cNvSpPr>
            <a:spLocks noGrp="1"/>
          </p:cNvSpPr>
          <p:nvPr>
            <p:ph type="ftr" sz="quarter" idx="3"/>
          </p:nvPr>
        </p:nvSpPr>
        <p:spPr>
          <a:xfrm>
            <a:off x="2901951" y="6356351"/>
            <a:ext cx="4433638"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pPr>
              <a:defRPr/>
            </a:pPr>
            <a:endParaRPr lang="es-ES" dirty="0"/>
          </a:p>
        </p:txBody>
      </p:sp>
      <p:sp>
        <p:nvSpPr>
          <p:cNvPr id="6" name="Slide Number Placeholder 5"/>
          <p:cNvSpPr>
            <a:spLocks noGrp="1"/>
          </p:cNvSpPr>
          <p:nvPr>
            <p:ph type="sldNum" sz="quarter" idx="4"/>
          </p:nvPr>
        </p:nvSpPr>
        <p:spPr>
          <a:xfrm>
            <a:off x="7975602" y="6356351"/>
            <a:ext cx="1148195" cy="365125"/>
          </a:xfrm>
          <a:prstGeom prst="rect">
            <a:avLst/>
          </a:prstGeom>
        </p:spPr>
        <p:txBody>
          <a:bodyPr vert="horz" lIns="91440" tIns="45720" rIns="91440" bIns="45720" rtlCol="0" anchor="ctr"/>
          <a:lstStyle>
            <a:lvl1pPr algn="r">
              <a:defRPr sz="1100" b="1">
                <a:solidFill>
                  <a:schemeClr val="accent1"/>
                </a:solidFill>
              </a:defRPr>
            </a:lvl1pPr>
          </a:lstStyle>
          <a:p>
            <a:fld id="{5263617F-1627-43AB-9FC2-D1A40487E69C}" type="slidenum">
              <a:rPr lang="es-ES" smtClean="0"/>
              <a:t>‹Nº›</a:t>
            </a:fld>
            <a:endParaRPr lang="es-ES"/>
          </a:p>
        </p:txBody>
      </p:sp>
    </p:spTree>
    <p:extLst>
      <p:ext uri="{BB962C8B-B14F-4D97-AF65-F5344CB8AC3E}">
        <p14:creationId xmlns:p14="http://schemas.microsoft.com/office/powerpoint/2010/main" val="278266404"/>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Lst>
  <p:hf hdr="0" ftr="0" dt="0"/>
  <p:txStyles>
    <p:titleStyle>
      <a:lvl1pPr algn="l" defTabSz="914400" rtl="0" eaLnBrk="1" latinLnBrk="0" hangingPunct="1">
        <a:lnSpc>
          <a:spcPct val="90000"/>
        </a:lnSpc>
        <a:spcBef>
          <a:spcPct val="0"/>
        </a:spcBef>
        <a:buNone/>
        <a:defRPr sz="30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19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7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5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7.jpeg"/><Relationship Id="rId7" Type="http://schemas.openxmlformats.org/officeDocument/2006/relationships/diagramColors" Target="../diagrams/colors6.xm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9.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40.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6.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1.png"/><Relationship Id="rId4" Type="http://schemas.openxmlformats.org/officeDocument/2006/relationships/customXml" Target="../ink/ink1.xml"/></Relationships>
</file>

<file path=ppt/slides/_rels/slide59.xml.rels><?xml version="1.0" encoding="UTF-8" standalone="yes"?>
<Relationships xmlns="http://schemas.openxmlformats.org/package/2006/relationships"><Relationship Id="rId8" Type="http://schemas.openxmlformats.org/officeDocument/2006/relationships/image" Target="../media/image230.png"/><Relationship Id="rId3" Type="http://schemas.openxmlformats.org/officeDocument/2006/relationships/image" Target="../media/image20.png"/><Relationship Id="rId7" Type="http://schemas.openxmlformats.org/officeDocument/2006/relationships/customXml" Target="../ink/ink4.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20.png"/><Relationship Id="rId5" Type="http://schemas.openxmlformats.org/officeDocument/2006/relationships/customXml" Target="../ink/ink3.xml"/><Relationship Id="rId10"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customXml" Target="../ink/ink5.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customXml" Target="../ink/ink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EB472E-7CA6-4C2D-81E9-CD39A44F0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AE0A0486-F672-4FEF-A0A9-E6C3B7E3A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2467406" cy="5334001"/>
          </a:xfrm>
          <a:prstGeom prst="rect">
            <a:avLst/>
          </a:prstGeom>
          <a:solidFill>
            <a:srgbClr val="C8C8C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689BC21-5566-4B70-91EA-44B4299CB3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58902" y="761999"/>
            <a:ext cx="6592726" cy="3810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1 Título"/>
          <p:cNvSpPr>
            <a:spLocks noGrp="1"/>
          </p:cNvSpPr>
          <p:nvPr>
            <p:ph type="ctrTitle"/>
          </p:nvPr>
        </p:nvSpPr>
        <p:spPr>
          <a:xfrm>
            <a:off x="2791966" y="1298448"/>
            <a:ext cx="5390647" cy="2951819"/>
          </a:xfrm>
          <a:prstGeom prst="roundRect">
            <a:avLst/>
          </a:prstGeom>
        </p:spPr>
        <p:txBody>
          <a:bodyPr anchor="b">
            <a:normAutofit/>
          </a:bodyPr>
          <a:lstStyle/>
          <a:p>
            <a:pPr eaLnBrk="1" hangingPunct="1">
              <a:defRPr/>
            </a:pPr>
            <a:r>
              <a:rPr lang="es-ES_tradnl" sz="4600" dirty="0"/>
              <a:t>Tema 2</a:t>
            </a:r>
            <a:br>
              <a:rPr lang="es-ES_tradnl" sz="4600" dirty="0"/>
            </a:br>
            <a:r>
              <a:rPr lang="es-ES_tradnl" sz="4600" dirty="0"/>
              <a:t>T</a:t>
            </a:r>
            <a:r>
              <a:rPr lang="es-ES_tradnl" sz="4600" dirty="0">
                <a:latin typeface="+mj-lt"/>
              </a:rPr>
              <a:t>oma de decisiones: la esencia del trabajo directivo</a:t>
            </a:r>
          </a:p>
        </p:txBody>
      </p:sp>
      <p:sp>
        <p:nvSpPr>
          <p:cNvPr id="23" name="Rectangle 22">
            <a:extLst>
              <a:ext uri="{FF2B5EF4-FFF2-40B4-BE49-F238E27FC236}">
                <a16:creationId xmlns:a16="http://schemas.microsoft.com/office/drawing/2014/main" id="{7F1FCE6A-97BC-41EB-809A-50936E0F9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50666" y="4684418"/>
            <a:ext cx="6600962" cy="1411582"/>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 name="2 Subtítulo"/>
          <p:cNvSpPr>
            <a:spLocks noGrp="1"/>
          </p:cNvSpPr>
          <p:nvPr>
            <p:ph type="subTitle" idx="1"/>
          </p:nvPr>
        </p:nvSpPr>
        <p:spPr>
          <a:xfrm>
            <a:off x="2791966" y="5006151"/>
            <a:ext cx="5390647" cy="768116"/>
          </a:xfrm>
          <a:prstGeom prst="roundRect">
            <a:avLst/>
          </a:prstGeom>
        </p:spPr>
        <p:style>
          <a:lnRef idx="2">
            <a:schemeClr val="accent2"/>
          </a:lnRef>
          <a:fillRef idx="1">
            <a:schemeClr val="lt1"/>
          </a:fillRef>
          <a:effectRef idx="0">
            <a:schemeClr val="accent2"/>
          </a:effectRef>
          <a:fontRef idx="minor">
            <a:schemeClr val="dk1"/>
          </a:fontRef>
        </p:style>
        <p:txBody>
          <a:bodyPr anchor="t">
            <a:normAutofit/>
          </a:bodyPr>
          <a:lstStyle/>
          <a:p>
            <a:pPr eaLnBrk="1" hangingPunct="1">
              <a:defRPr/>
            </a:pPr>
            <a:r>
              <a:rPr lang="es-ES_tradnl" sz="1800" b="1" dirty="0">
                <a:solidFill>
                  <a:schemeClr val="accent1">
                    <a:lumMod val="50000"/>
                  </a:schemeClr>
                </a:solidFill>
              </a:rPr>
              <a:t>Introducción a la empresa </a:t>
            </a:r>
            <a:r>
              <a:rPr lang="es-ES_tradnl" sz="1300" dirty="0">
                <a:solidFill>
                  <a:schemeClr val="accent1">
                    <a:lumMod val="50000"/>
                  </a:schemeClr>
                </a:solidFill>
              </a:rPr>
              <a:t>I</a:t>
            </a:r>
          </a:p>
          <a:p>
            <a:pPr eaLnBrk="1" hangingPunct="1">
              <a:defRPr/>
            </a:pPr>
            <a:r>
              <a:rPr lang="es-ES_tradnl" sz="1400" dirty="0">
                <a:solidFill>
                  <a:schemeClr val="accent1"/>
                </a:solidFill>
              </a:rPr>
              <a:t>Grado </a:t>
            </a:r>
            <a:r>
              <a:rPr lang="es-ES_tradnl" sz="1400" dirty="0" err="1">
                <a:solidFill>
                  <a:schemeClr val="accent1"/>
                </a:solidFill>
              </a:rPr>
              <a:t>ADE</a:t>
            </a:r>
            <a:r>
              <a:rPr lang="es-ES_tradnl" sz="1300" dirty="0" err="1">
                <a:solidFill>
                  <a:schemeClr val="accent1"/>
                </a:solidFill>
              </a:rPr>
              <a:t>Curso</a:t>
            </a:r>
            <a:r>
              <a:rPr lang="es-ES_tradnl" sz="1300" dirty="0">
                <a:solidFill>
                  <a:schemeClr val="accent1"/>
                </a:solidFill>
              </a:rPr>
              <a:t> 23/24</a:t>
            </a:r>
            <a:endParaRPr lang="es-ES_tradnl" sz="400" dirty="0">
              <a:solidFill>
                <a:schemeClr val="accent1"/>
              </a:solidFill>
            </a:endParaRPr>
          </a:p>
        </p:txBody>
      </p:sp>
      <p:sp>
        <p:nvSpPr>
          <p:cNvPr id="4" name="Marcador de número de diapositiva 3">
            <a:extLst>
              <a:ext uri="{FF2B5EF4-FFF2-40B4-BE49-F238E27FC236}">
                <a16:creationId xmlns:a16="http://schemas.microsoft.com/office/drawing/2014/main" id="{724BFCD4-AB32-3289-EB99-51B253EBF6C1}"/>
              </a:ext>
            </a:extLst>
          </p:cNvPr>
          <p:cNvSpPr>
            <a:spLocks noGrp="1"/>
          </p:cNvSpPr>
          <p:nvPr>
            <p:ph type="sldNum" sz="quarter" idx="12"/>
          </p:nvPr>
        </p:nvSpPr>
        <p:spPr/>
        <p:txBody>
          <a:bodyPr/>
          <a:lstStyle/>
          <a:p>
            <a:fld id="{3A50B82F-E44A-4FE6-8B99-53CD253DED7E}" type="slidenum">
              <a:rPr lang="es-ES" smtClean="0"/>
              <a:pPr/>
              <a:t>1</a:t>
            </a:fld>
            <a:endParaRPr lang="es-E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5" name="Rectangle 14">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17" name="Rectangle 16">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3 Título"/>
          <p:cNvSpPr>
            <a:spLocks noGrp="1"/>
          </p:cNvSpPr>
          <p:nvPr>
            <p:ph type="title" idx="4294967295"/>
          </p:nvPr>
        </p:nvSpPr>
        <p:spPr>
          <a:xfrm>
            <a:off x="1200565" y="1087374"/>
            <a:ext cx="6737617" cy="1000978"/>
          </a:xfrm>
        </p:spPr>
        <p:txBody>
          <a:bodyPr vert="horz" lIns="91440" tIns="45720" rIns="91440" bIns="45720" rtlCol="0" anchor="ctr">
            <a:normAutofit/>
          </a:bodyPr>
          <a:lstStyle/>
          <a:p>
            <a:r>
              <a:rPr lang="en-US" sz="3600"/>
              <a:t>TEMA 2: OBJETIVOS DOCENTES</a:t>
            </a:r>
          </a:p>
        </p:txBody>
      </p:sp>
      <p:sp>
        <p:nvSpPr>
          <p:cNvPr id="21" name="Rectangle 20">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3" name="Rectangle 22">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5" name="Rectangle 24">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7 Rectángulo"/>
          <p:cNvSpPr/>
          <p:nvPr/>
        </p:nvSpPr>
        <p:spPr>
          <a:xfrm>
            <a:off x="1200564" y="2535446"/>
            <a:ext cx="6737617" cy="3554457"/>
          </a:xfrm>
          <a:prstGeom prst="rect">
            <a:avLst/>
          </a:prstGeom>
        </p:spPr>
        <p:txBody>
          <a:bodyPr vert="horz" lIns="91440" tIns="45720" rIns="91440" bIns="45720" rtlCol="0" anchor="ctr">
            <a:normAutofit/>
          </a:bodyPr>
          <a:lstStyle/>
          <a:p>
            <a:pPr marL="355600" lvl="0" indent="-182880" defTabSz="914400">
              <a:lnSpc>
                <a:spcPct val="90000"/>
              </a:lnSpc>
              <a:spcBef>
                <a:spcPts val="1000"/>
              </a:spcBef>
              <a:buClr>
                <a:schemeClr val="accent1"/>
              </a:buClr>
              <a:buFont typeface="Wingdings 2" pitchFamily="18" charset="2"/>
              <a:buChar char=""/>
              <a:defRPr/>
            </a:pPr>
            <a:r>
              <a:rPr lang="en-US"/>
              <a:t>Identificar los conceptos de administración, dirección y gestión.</a:t>
            </a:r>
          </a:p>
          <a:p>
            <a:pPr marL="355600" lvl="0" indent="-182880" defTabSz="914400">
              <a:lnSpc>
                <a:spcPct val="90000"/>
              </a:lnSpc>
              <a:spcBef>
                <a:spcPts val="1000"/>
              </a:spcBef>
              <a:buClr>
                <a:schemeClr val="accent1"/>
              </a:buClr>
              <a:buFont typeface="Wingdings 2" pitchFamily="18" charset="2"/>
              <a:buChar char=""/>
              <a:defRPr/>
            </a:pPr>
            <a:r>
              <a:rPr lang="en-US"/>
              <a:t>Conocer los tipos de directivos y sus roles.</a:t>
            </a:r>
          </a:p>
          <a:p>
            <a:pPr marL="355600" lvl="0" indent="-182880" defTabSz="914400">
              <a:lnSpc>
                <a:spcPct val="90000"/>
              </a:lnSpc>
              <a:spcBef>
                <a:spcPts val="1000"/>
              </a:spcBef>
              <a:buClr>
                <a:schemeClr val="accent1"/>
              </a:buClr>
              <a:buFont typeface="Wingdings 2" pitchFamily="18" charset="2"/>
              <a:buChar char=""/>
              <a:defRPr/>
            </a:pPr>
            <a:r>
              <a:rPr lang="en-US"/>
              <a:t>Sintetizar la función de los directivos.</a:t>
            </a:r>
          </a:p>
          <a:p>
            <a:pPr marL="355600" lvl="0" indent="-182880" defTabSz="914400">
              <a:lnSpc>
                <a:spcPct val="90000"/>
              </a:lnSpc>
              <a:spcBef>
                <a:spcPts val="1000"/>
              </a:spcBef>
              <a:buClr>
                <a:schemeClr val="accent1"/>
              </a:buClr>
              <a:buFont typeface="Wingdings 2" pitchFamily="18" charset="2"/>
              <a:buChar char=""/>
              <a:defRPr/>
            </a:pPr>
            <a:r>
              <a:rPr lang="en-US"/>
              <a:t>Analizar el proceso de toma de decisiones.</a:t>
            </a:r>
          </a:p>
          <a:p>
            <a:pPr marL="355600" lvl="0" indent="-182880" defTabSz="914400">
              <a:lnSpc>
                <a:spcPct val="90000"/>
              </a:lnSpc>
              <a:spcBef>
                <a:spcPts val="1000"/>
              </a:spcBef>
              <a:buClr>
                <a:schemeClr val="accent1"/>
              </a:buClr>
              <a:buFont typeface="Wingdings 2" pitchFamily="18" charset="2"/>
              <a:buChar char=""/>
              <a:defRPr/>
            </a:pPr>
            <a:r>
              <a:rPr lang="en-US"/>
              <a:t>Conocer los diferentes tipos de decisiones.</a:t>
            </a:r>
          </a:p>
          <a:p>
            <a:pPr marL="355600" lvl="0" indent="-182880" defTabSz="914400">
              <a:lnSpc>
                <a:spcPct val="90000"/>
              </a:lnSpc>
              <a:spcBef>
                <a:spcPts val="1000"/>
              </a:spcBef>
              <a:buClr>
                <a:schemeClr val="accent1"/>
              </a:buClr>
              <a:buFont typeface="Wingdings 2" pitchFamily="18" charset="2"/>
              <a:buChar char=""/>
              <a:defRPr/>
            </a:pPr>
            <a:r>
              <a:rPr lang="en-US"/>
              <a:t>Relacionar los tipos de decisiones con los problemas y niveles jerárquicos.</a:t>
            </a:r>
          </a:p>
        </p:txBody>
      </p:sp>
      <p:sp>
        <p:nvSpPr>
          <p:cNvPr id="5" name="4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2</a:t>
            </a:fld>
            <a:endParaRPr lang="en-US" sz="1200" b="1" kern="1200" dirty="0">
              <a:solidFill>
                <a:schemeClr val="accent1"/>
              </a:solidFill>
              <a:latin typeface="+mn-lt"/>
              <a:ea typeface="+mn-ea"/>
              <a:cs typeface="+mn-cs"/>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6" name="Rectangle 15">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18" name="Rectangle 17">
            <a:extLst>
              <a:ext uri="{FF2B5EF4-FFF2-40B4-BE49-F238E27FC236}">
                <a16:creationId xmlns:a16="http://schemas.microsoft.com/office/drawing/2014/main" id="{29DC5A77-10C9-4ECF-B7EB-8D917F36A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FFE28B5-FB16-49A9-B851-3C35FAC0C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8179482" cy="1651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7 Título"/>
          <p:cNvSpPr>
            <a:spLocks noGrp="1"/>
          </p:cNvSpPr>
          <p:nvPr>
            <p:ph type="title"/>
          </p:nvPr>
        </p:nvSpPr>
        <p:spPr>
          <a:xfrm>
            <a:off x="1200565" y="1087374"/>
            <a:ext cx="6737617" cy="1000978"/>
          </a:xfrm>
        </p:spPr>
        <p:txBody>
          <a:bodyPr vert="horz" lIns="91440" tIns="45720" rIns="91440" bIns="45720" rtlCol="0" anchor="ctr">
            <a:normAutofit/>
          </a:bodyPr>
          <a:lstStyle/>
          <a:p>
            <a:r>
              <a:rPr lang="en-US" sz="3300" dirty="0"/>
              <a:t>TEMA 2: LA ESENCIA DEL TRABAJO DIRECTIVO</a:t>
            </a:r>
          </a:p>
        </p:txBody>
      </p:sp>
      <p:sp>
        <p:nvSpPr>
          <p:cNvPr id="22" name="Rectangle 21">
            <a:extLst>
              <a:ext uri="{FF2B5EF4-FFF2-40B4-BE49-F238E27FC236}">
                <a16:creationId xmlns:a16="http://schemas.microsoft.com/office/drawing/2014/main" id="{01014442-855A-4E0F-8D09-C314661A4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0899" y="758952"/>
            <a:ext cx="889035" cy="1651133"/>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4" name="Rectangle 23">
            <a:extLst>
              <a:ext uri="{FF2B5EF4-FFF2-40B4-BE49-F238E27FC236}">
                <a16:creationId xmlns:a16="http://schemas.microsoft.com/office/drawing/2014/main" id="{9B1ABF09-86CF-414E-88A5-2B84CC723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 y="2526526"/>
            <a:ext cx="877276" cy="356337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6" name="Rectangle 25">
            <a:extLst>
              <a:ext uri="{FF2B5EF4-FFF2-40B4-BE49-F238E27FC236}">
                <a16:creationId xmlns:a16="http://schemas.microsoft.com/office/drawing/2014/main" id="{3FE91770-CDBB-4D24-94E5-AD484F36C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264" y="2526526"/>
            <a:ext cx="8190670" cy="3563377"/>
          </a:xfrm>
          <a:prstGeom prst="rect">
            <a:avLst/>
          </a:prstGeom>
          <a:solidFill>
            <a:schemeClr val="bg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8 Rectángulo"/>
          <p:cNvSpPr/>
          <p:nvPr/>
        </p:nvSpPr>
        <p:spPr>
          <a:xfrm>
            <a:off x="1200564" y="2535446"/>
            <a:ext cx="6737617" cy="3554457"/>
          </a:xfrm>
          <a:prstGeom prst="rect">
            <a:avLst/>
          </a:prstGeom>
        </p:spPr>
        <p:txBody>
          <a:bodyPr vert="horz" lIns="91440" tIns="45720" rIns="91440" bIns="45720" rtlCol="0" anchor="ctr">
            <a:normAutofit/>
          </a:bodyPr>
          <a:lstStyle/>
          <a:p>
            <a:pPr marL="457200" lvl="0" indent="-182880" defTabSz="914400">
              <a:lnSpc>
                <a:spcPct val="90000"/>
              </a:lnSpc>
              <a:spcBef>
                <a:spcPts val="1000"/>
              </a:spcBef>
              <a:buClr>
                <a:schemeClr val="accent1"/>
              </a:buClr>
              <a:buFont typeface="Wingdings 2" pitchFamily="18" charset="2"/>
              <a:buChar char=""/>
            </a:pPr>
            <a:r>
              <a:rPr lang="en-US"/>
              <a:t>2.1. Definición, roles y actividades directivas o gerenciales.</a:t>
            </a:r>
          </a:p>
          <a:p>
            <a:pPr marL="742950" lvl="1" indent="-182880" defTabSz="914400">
              <a:lnSpc>
                <a:spcPct val="90000"/>
              </a:lnSpc>
              <a:spcBef>
                <a:spcPct val="20000"/>
              </a:spcBef>
              <a:buClr>
                <a:schemeClr val="accent1"/>
              </a:buClr>
              <a:buFont typeface="Wingdings 2" pitchFamily="18" charset="2"/>
              <a:buChar char=""/>
            </a:pPr>
            <a:r>
              <a:rPr lang="en-US"/>
              <a:t>2.1.1. Qué es un directivo.</a:t>
            </a:r>
          </a:p>
          <a:p>
            <a:pPr marL="742950" lvl="1" indent="-182880" defTabSz="914400">
              <a:lnSpc>
                <a:spcPct val="90000"/>
              </a:lnSpc>
              <a:spcBef>
                <a:spcPct val="20000"/>
              </a:spcBef>
              <a:buClr>
                <a:schemeClr val="accent1"/>
              </a:buClr>
              <a:buFont typeface="Wingdings 2" pitchFamily="18" charset="2"/>
              <a:buChar char=""/>
            </a:pPr>
            <a:r>
              <a:rPr lang="en-US"/>
              <a:t>2.1.2. Administración: niveles de actuación.</a:t>
            </a:r>
          </a:p>
          <a:p>
            <a:pPr marL="742950" lvl="1" indent="-182880" defTabSz="914400">
              <a:lnSpc>
                <a:spcPct val="90000"/>
              </a:lnSpc>
              <a:spcBef>
                <a:spcPct val="20000"/>
              </a:spcBef>
              <a:buClr>
                <a:schemeClr val="accent1"/>
              </a:buClr>
              <a:buFont typeface="Wingdings 2" pitchFamily="18" charset="2"/>
              <a:buChar char=""/>
            </a:pPr>
            <a:r>
              <a:rPr lang="en-US"/>
              <a:t>2.1.3. Roles directivos: clasificación de Mintzberg.</a:t>
            </a:r>
          </a:p>
          <a:p>
            <a:pPr marL="742950" lvl="1" indent="-182880" defTabSz="914400">
              <a:lnSpc>
                <a:spcPct val="90000"/>
              </a:lnSpc>
              <a:spcBef>
                <a:spcPct val="20000"/>
              </a:spcBef>
              <a:buClr>
                <a:schemeClr val="accent1"/>
              </a:buClr>
              <a:buFont typeface="Wingdings 2" pitchFamily="18" charset="2"/>
              <a:buChar char=""/>
            </a:pPr>
            <a:r>
              <a:rPr lang="en-US"/>
              <a:t>2.1.4. Habilidades directivas: tipos.</a:t>
            </a:r>
          </a:p>
          <a:p>
            <a:pPr marL="457200" lvl="0" indent="-182880" defTabSz="914400">
              <a:lnSpc>
                <a:spcPct val="90000"/>
              </a:lnSpc>
              <a:spcBef>
                <a:spcPts val="1000"/>
              </a:spcBef>
              <a:buClr>
                <a:schemeClr val="accent1"/>
              </a:buClr>
              <a:buFont typeface="Wingdings 2" pitchFamily="18" charset="2"/>
              <a:buChar char=""/>
            </a:pPr>
            <a:r>
              <a:rPr lang="en-US"/>
              <a:t>2.2. La toma de decisiones: función principal del directivo.</a:t>
            </a:r>
          </a:p>
          <a:p>
            <a:pPr marL="457200" indent="-182880" defTabSz="914400">
              <a:lnSpc>
                <a:spcPct val="90000"/>
              </a:lnSpc>
              <a:spcBef>
                <a:spcPts val="1000"/>
              </a:spcBef>
              <a:buClr>
                <a:schemeClr val="accent1"/>
              </a:buClr>
              <a:buFont typeface="Wingdings 2" pitchFamily="18" charset="2"/>
              <a:buChar char=""/>
            </a:pPr>
            <a:r>
              <a:rPr lang="en-US"/>
              <a:t>	2.2.1. Conceptos generales.</a:t>
            </a:r>
          </a:p>
          <a:p>
            <a:pPr marL="457200" indent="-182880" defTabSz="914400">
              <a:lnSpc>
                <a:spcPct val="90000"/>
              </a:lnSpc>
              <a:spcBef>
                <a:spcPts val="1000"/>
              </a:spcBef>
              <a:buClr>
                <a:schemeClr val="accent1"/>
              </a:buClr>
              <a:buFont typeface="Wingdings 2" pitchFamily="18" charset="2"/>
              <a:buChar char=""/>
            </a:pPr>
            <a:r>
              <a:rPr lang="en-US"/>
              <a:t>	2.2.1. El proceso de toma de decisiones.</a:t>
            </a:r>
          </a:p>
          <a:p>
            <a:pPr marL="457200" lvl="0" indent="-182880" defTabSz="914400">
              <a:lnSpc>
                <a:spcPct val="90000"/>
              </a:lnSpc>
              <a:spcBef>
                <a:spcPts val="1000"/>
              </a:spcBef>
              <a:buClr>
                <a:schemeClr val="accent1"/>
              </a:buClr>
              <a:buFont typeface="Wingdings 2" pitchFamily="18" charset="2"/>
              <a:buChar char=""/>
            </a:pPr>
            <a:r>
              <a:rPr lang="en-US"/>
              <a:t>	2.2.2. Tipos de problemas y decisiones.</a:t>
            </a:r>
          </a:p>
          <a:p>
            <a:pPr marL="457200" lvl="0" indent="-182880" defTabSz="914400">
              <a:lnSpc>
                <a:spcPct val="90000"/>
              </a:lnSpc>
              <a:spcBef>
                <a:spcPts val="1000"/>
              </a:spcBef>
              <a:buClr>
                <a:schemeClr val="accent1"/>
              </a:buClr>
              <a:buFont typeface="Wingdings 2" pitchFamily="18" charset="2"/>
              <a:buChar char=""/>
            </a:pPr>
            <a:r>
              <a:rPr lang="en-US"/>
              <a:t>	</a:t>
            </a:r>
          </a:p>
        </p:txBody>
      </p:sp>
      <p:sp>
        <p:nvSpPr>
          <p:cNvPr id="4" name="3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3</a:t>
            </a:fld>
            <a:endParaRPr lang="en-US" sz="1200" b="1" kern="1200" dirty="0">
              <a:solidFill>
                <a:schemeClr val="accent1"/>
              </a:solidFill>
              <a:latin typeface="+mn-lt"/>
              <a:ea typeface="+mn-ea"/>
              <a:cs typeface="+mn-cs"/>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2" name="Rectangle 11">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14" name="Rectangle 13">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ítulo 1">
            <a:extLst>
              <a:ext uri="{FF2B5EF4-FFF2-40B4-BE49-F238E27FC236}">
                <a16:creationId xmlns:a16="http://schemas.microsoft.com/office/drawing/2014/main" id="{078C3355-0698-4E80-B26F-5EFF164DA265}"/>
              </a:ext>
            </a:extLst>
          </p:cNvPr>
          <p:cNvSpPr>
            <a:spLocks noGrp="1"/>
          </p:cNvSpPr>
          <p:nvPr>
            <p:ph type="title"/>
          </p:nvPr>
        </p:nvSpPr>
        <p:spPr>
          <a:xfrm>
            <a:off x="1154337" y="864108"/>
            <a:ext cx="2305435" cy="5120639"/>
          </a:xfrm>
        </p:spPr>
        <p:txBody>
          <a:bodyPr vert="horz" lIns="91440" tIns="45720" rIns="91440" bIns="45720" rtlCol="0" anchor="ctr">
            <a:normAutofit/>
          </a:bodyPr>
          <a:lstStyle/>
          <a:p>
            <a:pPr algn="r"/>
            <a:r>
              <a:rPr lang="en-US" sz="2500" b="1" u="none">
                <a:solidFill>
                  <a:schemeClr val="tx1">
                    <a:lumMod val="85000"/>
                    <a:lumOff val="15000"/>
                  </a:schemeClr>
                </a:solidFill>
              </a:rPr>
              <a:t>2.1. DEFINICIÓN, ROLES Y ACTIVIDADES DIRECTIVAS O GERENCIALES</a:t>
            </a:r>
          </a:p>
        </p:txBody>
      </p:sp>
      <p:sp>
        <p:nvSpPr>
          <p:cNvPr id="16" name="Rectangle 15">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18" name="Straight Connector 17">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3 Rectángulo"/>
          <p:cNvSpPr/>
          <p:nvPr/>
        </p:nvSpPr>
        <p:spPr>
          <a:xfrm>
            <a:off x="3966921" y="864108"/>
            <a:ext cx="4433008" cy="5120640"/>
          </a:xfrm>
          <a:prstGeom prst="rect">
            <a:avLst/>
          </a:prstGeom>
        </p:spPr>
        <p:txBody>
          <a:bodyPr vert="horz" lIns="91440" tIns="45720" rIns="91440" bIns="45720" rtlCol="0" anchor="ctr">
            <a:normAutofit/>
          </a:bodyPr>
          <a:lstStyle/>
          <a:p>
            <a:pPr marL="285750" indent="-182880" defTabSz="914400">
              <a:lnSpc>
                <a:spcPct val="90000"/>
              </a:lnSpc>
              <a:spcBef>
                <a:spcPct val="20000"/>
              </a:spcBef>
              <a:buClr>
                <a:schemeClr val="accent1"/>
              </a:buClr>
              <a:buFont typeface="Wingdings 2" pitchFamily="18" charset="2"/>
              <a:buChar char=""/>
            </a:pPr>
            <a:r>
              <a:rPr lang="en-US" u="none" dirty="0">
                <a:solidFill>
                  <a:schemeClr val="tx1">
                    <a:lumMod val="65000"/>
                    <a:lumOff val="35000"/>
                  </a:schemeClr>
                </a:solidFill>
              </a:rPr>
              <a:t>2.1.1. </a:t>
            </a:r>
            <a:r>
              <a:rPr lang="en-US" u="none" dirty="0" err="1">
                <a:solidFill>
                  <a:schemeClr val="tx1">
                    <a:lumMod val="65000"/>
                    <a:lumOff val="35000"/>
                  </a:schemeClr>
                </a:solidFill>
              </a:rPr>
              <a:t>Qué</a:t>
            </a:r>
            <a:r>
              <a:rPr lang="en-US" u="none" dirty="0">
                <a:solidFill>
                  <a:schemeClr val="tx1">
                    <a:lumMod val="65000"/>
                    <a:lumOff val="35000"/>
                  </a:schemeClr>
                </a:solidFill>
              </a:rPr>
              <a:t> es un </a:t>
            </a:r>
            <a:r>
              <a:rPr lang="en-US" u="none" dirty="0" err="1">
                <a:solidFill>
                  <a:schemeClr val="tx1">
                    <a:lumMod val="65000"/>
                    <a:lumOff val="35000"/>
                  </a:schemeClr>
                </a:solidFill>
              </a:rPr>
              <a:t>directivo</a:t>
            </a:r>
            <a:r>
              <a:rPr lang="en-US" u="none" dirty="0">
                <a:solidFill>
                  <a:schemeClr val="tx1">
                    <a:lumMod val="65000"/>
                    <a:lumOff val="35000"/>
                  </a:schemeClr>
                </a:solidFill>
              </a:rPr>
              <a:t>.</a:t>
            </a:r>
          </a:p>
          <a:p>
            <a:pPr marL="285750" indent="-182880" defTabSz="914400">
              <a:lnSpc>
                <a:spcPct val="90000"/>
              </a:lnSpc>
              <a:spcBef>
                <a:spcPct val="20000"/>
              </a:spcBef>
              <a:buClr>
                <a:schemeClr val="accent1"/>
              </a:buClr>
              <a:buFont typeface="Wingdings 2" pitchFamily="18" charset="2"/>
              <a:buChar char=""/>
            </a:pPr>
            <a:r>
              <a:rPr lang="en-US" dirty="0">
                <a:solidFill>
                  <a:schemeClr val="tx1">
                    <a:lumMod val="65000"/>
                    <a:lumOff val="35000"/>
                  </a:schemeClr>
                </a:solidFill>
              </a:rPr>
              <a:t>2.1.2. </a:t>
            </a:r>
            <a:r>
              <a:rPr lang="en-US" dirty="0" err="1">
                <a:solidFill>
                  <a:schemeClr val="tx1">
                    <a:lumMod val="65000"/>
                    <a:lumOff val="35000"/>
                  </a:schemeClr>
                </a:solidFill>
              </a:rPr>
              <a:t>Administración</a:t>
            </a:r>
            <a:r>
              <a:rPr lang="en-US" dirty="0">
                <a:solidFill>
                  <a:schemeClr val="tx1">
                    <a:lumMod val="65000"/>
                    <a:lumOff val="35000"/>
                  </a:schemeClr>
                </a:solidFill>
              </a:rPr>
              <a:t>: </a:t>
            </a:r>
            <a:r>
              <a:rPr lang="en-US" dirty="0" err="1">
                <a:solidFill>
                  <a:schemeClr val="tx1">
                    <a:lumMod val="65000"/>
                    <a:lumOff val="35000"/>
                  </a:schemeClr>
                </a:solidFill>
              </a:rPr>
              <a:t>niveles</a:t>
            </a:r>
            <a:r>
              <a:rPr lang="en-US" dirty="0">
                <a:solidFill>
                  <a:schemeClr val="tx1">
                    <a:lumMod val="65000"/>
                    <a:lumOff val="35000"/>
                  </a:schemeClr>
                </a:solidFill>
              </a:rPr>
              <a:t> de </a:t>
            </a:r>
            <a:r>
              <a:rPr lang="en-US" dirty="0" err="1">
                <a:solidFill>
                  <a:schemeClr val="tx1">
                    <a:lumMod val="65000"/>
                    <a:lumOff val="35000"/>
                  </a:schemeClr>
                </a:solidFill>
              </a:rPr>
              <a:t>actuación</a:t>
            </a:r>
            <a:r>
              <a:rPr lang="en-US" dirty="0">
                <a:solidFill>
                  <a:schemeClr val="tx1">
                    <a:lumMod val="65000"/>
                    <a:lumOff val="35000"/>
                  </a:schemeClr>
                </a:solidFill>
              </a:rPr>
              <a:t>.</a:t>
            </a:r>
          </a:p>
          <a:p>
            <a:pPr marL="285750" indent="-182880" defTabSz="914400">
              <a:lnSpc>
                <a:spcPct val="90000"/>
              </a:lnSpc>
              <a:spcBef>
                <a:spcPct val="20000"/>
              </a:spcBef>
              <a:buClr>
                <a:schemeClr val="accent1"/>
              </a:buClr>
              <a:buFont typeface="Wingdings 2" pitchFamily="18" charset="2"/>
              <a:buChar char=""/>
            </a:pPr>
            <a:r>
              <a:rPr lang="en-US" u="none" dirty="0">
                <a:solidFill>
                  <a:schemeClr val="tx1">
                    <a:lumMod val="65000"/>
                    <a:lumOff val="35000"/>
                  </a:schemeClr>
                </a:solidFill>
              </a:rPr>
              <a:t>2.1.3. Roles </a:t>
            </a:r>
            <a:r>
              <a:rPr lang="en-US" u="none" dirty="0" err="1">
                <a:solidFill>
                  <a:schemeClr val="tx1">
                    <a:lumMod val="65000"/>
                    <a:lumOff val="35000"/>
                  </a:schemeClr>
                </a:solidFill>
              </a:rPr>
              <a:t>directivos</a:t>
            </a:r>
            <a:r>
              <a:rPr lang="en-US" u="none" dirty="0">
                <a:solidFill>
                  <a:schemeClr val="tx1">
                    <a:lumMod val="65000"/>
                    <a:lumOff val="35000"/>
                  </a:schemeClr>
                </a:solidFill>
              </a:rPr>
              <a:t>: </a:t>
            </a:r>
            <a:r>
              <a:rPr lang="en-US" u="none" dirty="0" err="1">
                <a:solidFill>
                  <a:schemeClr val="tx1">
                    <a:lumMod val="65000"/>
                    <a:lumOff val="35000"/>
                  </a:schemeClr>
                </a:solidFill>
              </a:rPr>
              <a:t>clasificación</a:t>
            </a:r>
            <a:r>
              <a:rPr lang="en-US" u="none" dirty="0">
                <a:solidFill>
                  <a:schemeClr val="tx1">
                    <a:lumMod val="65000"/>
                    <a:lumOff val="35000"/>
                  </a:schemeClr>
                </a:solidFill>
              </a:rPr>
              <a:t> de Mintzberg.</a:t>
            </a:r>
          </a:p>
          <a:p>
            <a:pPr marL="285750" indent="-182880" defTabSz="914400">
              <a:lnSpc>
                <a:spcPct val="90000"/>
              </a:lnSpc>
              <a:spcBef>
                <a:spcPct val="20000"/>
              </a:spcBef>
              <a:buClr>
                <a:schemeClr val="accent1"/>
              </a:buClr>
              <a:buFont typeface="Wingdings 2" pitchFamily="18" charset="2"/>
              <a:buChar char=""/>
            </a:pPr>
            <a:r>
              <a:rPr lang="en-US" u="none" dirty="0">
                <a:solidFill>
                  <a:schemeClr val="tx1">
                    <a:lumMod val="65000"/>
                    <a:lumOff val="35000"/>
                  </a:schemeClr>
                </a:solidFill>
              </a:rPr>
              <a:t>2.1.4. </a:t>
            </a:r>
            <a:r>
              <a:rPr lang="en-US" u="none" dirty="0" err="1">
                <a:solidFill>
                  <a:schemeClr val="tx1">
                    <a:lumMod val="65000"/>
                    <a:lumOff val="35000"/>
                  </a:schemeClr>
                </a:solidFill>
              </a:rPr>
              <a:t>Habilidades</a:t>
            </a:r>
            <a:r>
              <a:rPr lang="en-US" u="none" dirty="0">
                <a:solidFill>
                  <a:schemeClr val="tx1">
                    <a:lumMod val="65000"/>
                    <a:lumOff val="35000"/>
                  </a:schemeClr>
                </a:solidFill>
              </a:rPr>
              <a:t> </a:t>
            </a:r>
            <a:r>
              <a:rPr lang="en-US" u="none" dirty="0" err="1">
                <a:solidFill>
                  <a:schemeClr val="tx1">
                    <a:lumMod val="65000"/>
                    <a:lumOff val="35000"/>
                  </a:schemeClr>
                </a:solidFill>
              </a:rPr>
              <a:t>directivas</a:t>
            </a:r>
            <a:r>
              <a:rPr lang="en-US" u="none" dirty="0">
                <a:solidFill>
                  <a:schemeClr val="tx1">
                    <a:lumMod val="65000"/>
                    <a:lumOff val="35000"/>
                  </a:schemeClr>
                </a:solidFill>
              </a:rPr>
              <a:t>: </a:t>
            </a:r>
            <a:r>
              <a:rPr lang="en-US" u="none" dirty="0" err="1">
                <a:solidFill>
                  <a:schemeClr val="tx1">
                    <a:lumMod val="65000"/>
                    <a:lumOff val="35000"/>
                  </a:schemeClr>
                </a:solidFill>
              </a:rPr>
              <a:t>tipos</a:t>
            </a:r>
            <a:r>
              <a:rPr lang="en-US" u="none" dirty="0">
                <a:solidFill>
                  <a:schemeClr val="tx1">
                    <a:lumMod val="65000"/>
                    <a:lumOff val="35000"/>
                  </a:schemeClr>
                </a:solidFill>
              </a:rPr>
              <a:t>.</a:t>
            </a:r>
          </a:p>
        </p:txBody>
      </p:sp>
      <p:sp>
        <p:nvSpPr>
          <p:cNvPr id="20" name="Rectangle 19">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4</a:t>
            </a:fld>
            <a:endParaRPr lang="en-US" sz="1200" b="1" kern="1200" dirty="0">
              <a:solidFill>
                <a:schemeClr val="accent1"/>
              </a:solidFill>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0">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2" name="Rectangle 12">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23" name="Rectangle 14">
            <a:extLst>
              <a:ext uri="{FF2B5EF4-FFF2-40B4-BE49-F238E27FC236}">
                <a16:creationId xmlns:a16="http://schemas.microsoft.com/office/drawing/2014/main" id="{64D545DB-8A58-4FDC-8FF8-F99D917C3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6">
            <a:extLst>
              <a:ext uri="{FF2B5EF4-FFF2-40B4-BE49-F238E27FC236}">
                <a16:creationId xmlns:a16="http://schemas.microsoft.com/office/drawing/2014/main" id="{53F02532-0429-47BE-B7D5-89B31C0C8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2546" y="757325"/>
            <a:ext cx="2661858"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Título"/>
          <p:cNvSpPr>
            <a:spLocks noGrp="1"/>
          </p:cNvSpPr>
          <p:nvPr>
            <p:ph type="title"/>
          </p:nvPr>
        </p:nvSpPr>
        <p:spPr>
          <a:xfrm>
            <a:off x="6292236" y="1123837"/>
            <a:ext cx="2210611" cy="4601183"/>
          </a:xfrm>
        </p:spPr>
        <p:txBody>
          <a:bodyPr vert="horz" lIns="91440" tIns="45720" rIns="91440" bIns="45720" rtlCol="0" anchor="ctr">
            <a:normAutofit/>
          </a:bodyPr>
          <a:lstStyle/>
          <a:p>
            <a:r>
              <a:rPr lang="en-US" sz="3600" dirty="0"/>
              <a:t>2.1.1. </a:t>
            </a:r>
            <a:r>
              <a:rPr lang="en-US" sz="4000" dirty="0"/>
              <a:t>¿</a:t>
            </a:r>
            <a:r>
              <a:rPr lang="en-US" sz="3600" dirty="0" err="1"/>
              <a:t>Qué</a:t>
            </a:r>
            <a:r>
              <a:rPr lang="en-US" sz="3600" dirty="0"/>
              <a:t> es un </a:t>
            </a:r>
            <a:r>
              <a:rPr lang="en-US" sz="3600" dirty="0" err="1"/>
              <a:t>directivo</a:t>
            </a:r>
            <a:r>
              <a:rPr lang="en-US" sz="3200" dirty="0"/>
              <a:t>?</a:t>
            </a:r>
            <a:endParaRPr lang="en-US" sz="3600" dirty="0"/>
          </a:p>
        </p:txBody>
      </p:sp>
      <p:sp>
        <p:nvSpPr>
          <p:cNvPr id="6" name="object 5"/>
          <p:cNvSpPr txBox="1"/>
          <p:nvPr/>
        </p:nvSpPr>
        <p:spPr>
          <a:xfrm>
            <a:off x="482599" y="864108"/>
            <a:ext cx="5240351" cy="5120640"/>
          </a:xfrm>
          <a:prstGeom prst="rect">
            <a:avLst/>
          </a:prstGeom>
        </p:spPr>
        <p:txBody>
          <a:bodyPr vert="horz" lIns="91440" tIns="45720" rIns="91440" bIns="45720" rtlCol="0" anchor="ctr">
            <a:normAutofit/>
          </a:bodyPr>
          <a:lstStyle/>
          <a:p>
            <a:pPr marL="12700" indent="-182880" defTabSz="914400">
              <a:lnSpc>
                <a:spcPct val="90000"/>
              </a:lnSpc>
              <a:spcBef>
                <a:spcPts val="5"/>
              </a:spcBef>
              <a:buClr>
                <a:schemeClr val="accent1"/>
              </a:buClr>
              <a:buFont typeface="Wingdings 2" pitchFamily="18" charset="2"/>
              <a:buChar char=""/>
            </a:pPr>
            <a:r>
              <a:rPr lang="en-US" u="none" spc="-34"/>
              <a:t>El directivo (o gestor) es la p</a:t>
            </a:r>
            <a:r>
              <a:rPr lang="en-US" u="none" spc="9"/>
              <a:t>e</a:t>
            </a:r>
            <a:r>
              <a:rPr lang="en-US" u="none" spc="-29"/>
              <a:t>r</a:t>
            </a:r>
            <a:r>
              <a:rPr lang="en-US" u="none" spc="0"/>
              <a:t>s</a:t>
            </a:r>
            <a:r>
              <a:rPr lang="en-US" u="none" spc="4"/>
              <a:t>on</a:t>
            </a:r>
            <a:r>
              <a:rPr lang="en-US" u="none" spc="0"/>
              <a:t>a</a:t>
            </a:r>
            <a:r>
              <a:rPr lang="en-US" u="none" spc="218"/>
              <a:t> </a:t>
            </a:r>
            <a:r>
              <a:rPr lang="en-US" u="none" spc="4"/>
              <a:t>en</a:t>
            </a:r>
            <a:r>
              <a:rPr lang="en-US" u="none" spc="-9"/>
              <a:t>c</a:t>
            </a:r>
            <a:r>
              <a:rPr lang="en-US" u="none" spc="4"/>
              <a:t>a</a:t>
            </a:r>
            <a:r>
              <a:rPr lang="en-US" u="none" spc="-29"/>
              <a:t>r</a:t>
            </a:r>
            <a:r>
              <a:rPr lang="en-US" u="none" spc="-34"/>
              <a:t>g</a:t>
            </a:r>
            <a:r>
              <a:rPr lang="en-US" u="none" spc="4"/>
              <a:t>ad</a:t>
            </a:r>
            <a:r>
              <a:rPr lang="en-US" u="none" spc="0"/>
              <a:t>a</a:t>
            </a:r>
            <a:r>
              <a:rPr lang="en-US" u="none" spc="215"/>
              <a:t> </a:t>
            </a:r>
            <a:r>
              <a:rPr lang="en-US" u="none" spc="4"/>
              <a:t>d</a:t>
            </a:r>
            <a:r>
              <a:rPr lang="en-US" u="none" spc="0"/>
              <a:t>e</a:t>
            </a:r>
            <a:r>
              <a:rPr lang="en-US" u="none" spc="241"/>
              <a:t> </a:t>
            </a:r>
            <a:r>
              <a:rPr lang="en-US" u="none" spc="-14"/>
              <a:t>c</a:t>
            </a:r>
            <a:r>
              <a:rPr lang="en-US" u="none" spc="0"/>
              <a:t>o</a:t>
            </a:r>
            <a:r>
              <a:rPr lang="en-US" u="none" spc="4"/>
              <a:t>o</a:t>
            </a:r>
            <a:r>
              <a:rPr lang="en-US" u="none" spc="-29"/>
              <a:t>r</a:t>
            </a:r>
            <a:r>
              <a:rPr lang="en-US" u="none" spc="4"/>
              <a:t>dina</a:t>
            </a:r>
            <a:r>
              <a:rPr lang="en-US" u="none" spc="0"/>
              <a:t>r</a:t>
            </a:r>
            <a:r>
              <a:rPr lang="en-US" u="none" spc="214"/>
              <a:t> </a:t>
            </a:r>
            <a:r>
              <a:rPr lang="en-US" u="none" spc="0"/>
              <a:t>un</a:t>
            </a:r>
            <a:r>
              <a:rPr lang="en-US" u="none" spc="236"/>
              <a:t> </a:t>
            </a:r>
            <a:r>
              <a:rPr lang="en-US" u="none" spc="-14"/>
              <a:t>c</a:t>
            </a:r>
            <a:r>
              <a:rPr lang="en-US" u="none" spc="4"/>
              <a:t>onju</a:t>
            </a:r>
            <a:r>
              <a:rPr lang="en-US" u="none" spc="-19"/>
              <a:t>nt</a:t>
            </a:r>
            <a:r>
              <a:rPr lang="en-US" u="none" spc="0"/>
              <a:t>o</a:t>
            </a:r>
            <a:r>
              <a:rPr lang="en-US" u="none" spc="199"/>
              <a:t> </a:t>
            </a:r>
            <a:r>
              <a:rPr lang="en-US" u="none" spc="0"/>
              <a:t>de</a:t>
            </a:r>
            <a:r>
              <a:rPr lang="en-US" u="none" spc="246"/>
              <a:t> </a:t>
            </a:r>
            <a:r>
              <a:rPr lang="en-US" u="none" spc="-19"/>
              <a:t>r</a:t>
            </a:r>
            <a:r>
              <a:rPr lang="en-US" u="none" spc="4"/>
              <a:t>ecu</a:t>
            </a:r>
            <a:r>
              <a:rPr lang="en-US" u="none" spc="-29"/>
              <a:t>r</a:t>
            </a:r>
            <a:r>
              <a:rPr lang="en-US" u="none" spc="4"/>
              <a:t>sos</a:t>
            </a:r>
            <a:r>
              <a:rPr lang="en-US" u="none" spc="0"/>
              <a:t>,</a:t>
            </a:r>
            <a:r>
              <a:rPr lang="en-US" u="none" spc="225"/>
              <a:t> </a:t>
            </a:r>
            <a:r>
              <a:rPr lang="en-US" u="none" spc="4"/>
              <a:t>pa</a:t>
            </a:r>
            <a:r>
              <a:rPr lang="en-US" u="none" spc="-44"/>
              <a:t>r</a:t>
            </a:r>
            <a:r>
              <a:rPr lang="en-US" u="none" spc="0"/>
              <a:t>a</a:t>
            </a:r>
            <a:r>
              <a:rPr lang="en-US" u="none" spc="235"/>
              <a:t> </a:t>
            </a:r>
            <a:r>
              <a:rPr lang="en-US" u="none" spc="4"/>
              <a:t>log</a:t>
            </a:r>
            <a:r>
              <a:rPr lang="en-US" u="none" spc="-44"/>
              <a:t>r</a:t>
            </a:r>
            <a:r>
              <a:rPr lang="en-US" u="none" spc="4"/>
              <a:t>a</a:t>
            </a:r>
            <a:r>
              <a:rPr lang="en-US" u="none" spc="0"/>
              <a:t>r</a:t>
            </a:r>
            <a:r>
              <a:rPr lang="en-US" u="none" spc="240"/>
              <a:t> </a:t>
            </a:r>
            <a:r>
              <a:rPr lang="en-US" u="none" spc="4"/>
              <a:t>que se </a:t>
            </a:r>
            <a:r>
              <a:rPr lang="en-US" u="none" spc="0"/>
              <a:t>cumplan</a:t>
            </a:r>
            <a:r>
              <a:rPr lang="en-US" u="none" spc="-55"/>
              <a:t> </a:t>
            </a:r>
            <a:r>
              <a:rPr lang="en-US" u="none" spc="-4"/>
              <a:t>l</a:t>
            </a:r>
            <a:r>
              <a:rPr lang="en-US" u="none" spc="0"/>
              <a:t>os</a:t>
            </a:r>
            <a:r>
              <a:rPr lang="en-US" u="none" spc="-18"/>
              <a:t> </a:t>
            </a:r>
            <a:r>
              <a:rPr lang="en-US" u="none" spc="0"/>
              <a:t>obj</a:t>
            </a:r>
            <a:r>
              <a:rPr lang="en-US" u="none" spc="-9"/>
              <a:t>e</a:t>
            </a:r>
            <a:r>
              <a:rPr lang="en-US" u="none" spc="0"/>
              <a:t>ti</a:t>
            </a:r>
            <a:r>
              <a:rPr lang="en-US" u="none" spc="-19"/>
              <a:t>v</a:t>
            </a:r>
            <a:r>
              <a:rPr lang="en-US" u="none" spc="0"/>
              <a:t>os</a:t>
            </a:r>
            <a:r>
              <a:rPr lang="en-US" u="none" spc="-54"/>
              <a:t> </a:t>
            </a:r>
            <a:r>
              <a:rPr lang="en-US" u="none" spc="0"/>
              <a:t>p</a:t>
            </a:r>
            <a:r>
              <a:rPr lang="en-US" u="none" spc="-25"/>
              <a:t>r</a:t>
            </a:r>
            <a:r>
              <a:rPr lang="en-US" u="none" spc="-9"/>
              <a:t>e</a:t>
            </a:r>
            <a:r>
              <a:rPr lang="en-US" u="none" spc="0"/>
              <a:t>viame</a:t>
            </a:r>
            <a:r>
              <a:rPr lang="en-US" u="none" spc="-19"/>
              <a:t>n</a:t>
            </a:r>
            <a:r>
              <a:rPr lang="en-US" u="none" spc="-14"/>
              <a:t>t</a:t>
            </a:r>
            <a:r>
              <a:rPr lang="en-US" u="none" spc="0"/>
              <a:t>e</a:t>
            </a:r>
            <a:r>
              <a:rPr lang="en-US" u="none" spc="-40"/>
              <a:t> </a:t>
            </a:r>
            <a:r>
              <a:rPr lang="en-US" u="none" spc="0"/>
              <a:t>e</a:t>
            </a:r>
            <a:r>
              <a:rPr lang="en-US" u="none" spc="-25"/>
              <a:t>s</a:t>
            </a:r>
            <a:r>
              <a:rPr lang="en-US" u="none" spc="-19"/>
              <a:t>t</a:t>
            </a:r>
            <a:r>
              <a:rPr lang="en-US" u="none" spc="4"/>
              <a:t>a</a:t>
            </a:r>
            <a:r>
              <a:rPr lang="en-US" u="none" spc="0"/>
              <a:t>blecidos.</a:t>
            </a:r>
            <a:endParaRPr lang="en-US" u="none"/>
          </a:p>
          <a:p>
            <a:pPr marL="12700" marR="33808" indent="-182880" defTabSz="914400">
              <a:lnSpc>
                <a:spcPct val="90000"/>
              </a:lnSpc>
              <a:spcBef>
                <a:spcPts val="1206"/>
              </a:spcBef>
              <a:buClr>
                <a:schemeClr val="accent1"/>
              </a:buClr>
              <a:buFont typeface="Wingdings 2" pitchFamily="18" charset="2"/>
              <a:buChar char=""/>
            </a:pPr>
            <a:endParaRPr lang="en-US" u="none" spc="0"/>
          </a:p>
          <a:p>
            <a:pPr marL="12700" marR="33808" indent="-182880" defTabSz="914400">
              <a:lnSpc>
                <a:spcPct val="90000"/>
              </a:lnSpc>
              <a:spcBef>
                <a:spcPts val="1206"/>
              </a:spcBef>
              <a:buClr>
                <a:schemeClr val="accent1"/>
              </a:buClr>
              <a:buFont typeface="Wingdings 2" pitchFamily="18" charset="2"/>
              <a:buChar char=""/>
            </a:pPr>
            <a:r>
              <a:rPr lang="en-US" u="none" spc="0"/>
              <a:t>Cualquier</a:t>
            </a:r>
            <a:r>
              <a:rPr lang="en-US" u="none" spc="-67"/>
              <a:t> </a:t>
            </a:r>
            <a:r>
              <a:rPr lang="en-US" u="none" spc="0"/>
              <a:t>grupo</a:t>
            </a:r>
            <a:r>
              <a:rPr lang="en-US" u="none" spc="-4"/>
              <a:t> </a:t>
            </a:r>
            <a:r>
              <a:rPr lang="en-US" u="none" spc="0"/>
              <a:t>o</a:t>
            </a:r>
            <a:r>
              <a:rPr lang="en-US" u="none" spc="-29"/>
              <a:t>r</a:t>
            </a:r>
            <a:r>
              <a:rPr lang="en-US" u="none" spc="-34"/>
              <a:t>g</a:t>
            </a:r>
            <a:r>
              <a:rPr lang="en-US" u="none" spc="4"/>
              <a:t>a</a:t>
            </a:r>
            <a:r>
              <a:rPr lang="en-US" u="none" spc="0"/>
              <a:t>ni</a:t>
            </a:r>
            <a:r>
              <a:rPr lang="en-US" u="none" spc="-34"/>
              <a:t>z</a:t>
            </a:r>
            <a:r>
              <a:rPr lang="en-US" u="none" spc="4"/>
              <a:t>a</a:t>
            </a:r>
            <a:r>
              <a:rPr lang="en-US" u="none" spc="0"/>
              <a:t>do</a:t>
            </a:r>
            <a:r>
              <a:rPr lang="en-US" u="none" spc="-63"/>
              <a:t> </a:t>
            </a:r>
            <a:r>
              <a:rPr lang="en-US" u="none" spc="0"/>
              <a:t>necesi</a:t>
            </a:r>
            <a:r>
              <a:rPr lang="en-US" u="none" spc="-19"/>
              <a:t>t</a:t>
            </a:r>
            <a:r>
              <a:rPr lang="en-US" u="none" spc="0"/>
              <a:t>a</a:t>
            </a:r>
            <a:r>
              <a:rPr lang="en-US" u="none" spc="20"/>
              <a:t> </a:t>
            </a:r>
            <a:r>
              <a:rPr lang="en-US" u="none" spc="0"/>
              <a:t>alguien</a:t>
            </a:r>
            <a:r>
              <a:rPr lang="en-US" u="none" spc="9"/>
              <a:t> </a:t>
            </a:r>
            <a:r>
              <a:rPr lang="en-US" u="none" spc="0"/>
              <a:t>que</a:t>
            </a:r>
            <a:r>
              <a:rPr lang="en-US" u="none" spc="-25"/>
              <a:t> </a:t>
            </a:r>
            <a:r>
              <a:rPr lang="en-US" u="none" spc="0"/>
              <a:t>lo dirija</a:t>
            </a:r>
            <a:r>
              <a:rPr lang="en-US" u="none" spc="14"/>
              <a:t> </a:t>
            </a:r>
            <a:r>
              <a:rPr lang="en-US" u="none" spc="0"/>
              <a:t>y</a:t>
            </a:r>
            <a:r>
              <a:rPr lang="en-US" u="none" spc="-4"/>
              <a:t> l</a:t>
            </a:r>
            <a:r>
              <a:rPr lang="en-US" u="none" spc="0"/>
              <a:t>o</a:t>
            </a:r>
            <a:r>
              <a:rPr lang="en-US" u="none" spc="-10"/>
              <a:t> </a:t>
            </a:r>
            <a:r>
              <a:rPr lang="en-US" u="none" spc="4"/>
              <a:t>a</a:t>
            </a:r>
            <a:r>
              <a:rPr lang="en-US" u="none" spc="0"/>
              <a:t>dmini</a:t>
            </a:r>
            <a:r>
              <a:rPr lang="en-US" u="none" spc="-29"/>
              <a:t>s</a:t>
            </a:r>
            <a:r>
              <a:rPr lang="en-US" u="none" spc="0"/>
              <a:t>t</a:t>
            </a:r>
            <a:r>
              <a:rPr lang="en-US" u="none" spc="-19"/>
              <a:t>r</a:t>
            </a:r>
            <a:r>
              <a:rPr lang="en-US" u="none" spc="0"/>
              <a:t>e:</a:t>
            </a:r>
            <a:endParaRPr lang="en-US" u="none"/>
          </a:p>
          <a:p>
            <a:pPr marL="900113" marR="33808" lvl="1" indent="-182880" defTabSz="914400">
              <a:lnSpc>
                <a:spcPct val="90000"/>
              </a:lnSpc>
              <a:spcBef>
                <a:spcPts val="1462"/>
              </a:spcBef>
              <a:buClr>
                <a:schemeClr val="accent1"/>
              </a:buClr>
              <a:buFont typeface="Wingdings 2" pitchFamily="18" charset="2"/>
              <a:buChar char=""/>
            </a:pPr>
            <a:r>
              <a:rPr lang="en-US" u="none" spc="-29"/>
              <a:t>R</a:t>
            </a:r>
            <a:r>
              <a:rPr lang="en-US" u="none" spc="0"/>
              <a:t>ep</a:t>
            </a:r>
            <a:r>
              <a:rPr lang="en-US" u="none" spc="-19"/>
              <a:t>r</a:t>
            </a:r>
            <a:r>
              <a:rPr lang="en-US" u="none" spc="0"/>
              <a:t>ese</a:t>
            </a:r>
            <a:r>
              <a:rPr lang="en-US" u="none" spc="-14"/>
              <a:t>n</a:t>
            </a:r>
            <a:r>
              <a:rPr lang="en-US" u="none" spc="-25"/>
              <a:t>t</a:t>
            </a:r>
            <a:r>
              <a:rPr lang="en-US" u="none" spc="0"/>
              <a:t>an</a:t>
            </a:r>
            <a:r>
              <a:rPr lang="en-US" u="none" spc="19"/>
              <a:t> </a:t>
            </a:r>
            <a:r>
              <a:rPr lang="en-US" u="none" spc="0"/>
              <a:t>la fuer</a:t>
            </a:r>
            <a:r>
              <a:rPr lang="en-US" u="none" spc="-25"/>
              <a:t>z</a:t>
            </a:r>
            <a:r>
              <a:rPr lang="en-US" u="none" spc="0"/>
              <a:t>a</a:t>
            </a:r>
            <a:r>
              <a:rPr lang="en-US" u="none" spc="9"/>
              <a:t> </a:t>
            </a:r>
            <a:r>
              <a:rPr lang="en-US" u="none" spc="0"/>
              <a:t>que</a:t>
            </a:r>
            <a:r>
              <a:rPr lang="en-US" u="none" spc="9"/>
              <a:t> </a:t>
            </a:r>
            <a:r>
              <a:rPr lang="en-US" u="none" spc="0"/>
              <a:t>ma</a:t>
            </a:r>
            <a:r>
              <a:rPr lang="en-US" u="none" spc="-14"/>
              <a:t>n</a:t>
            </a:r>
            <a:r>
              <a:rPr lang="en-US" u="none" spc="-4"/>
              <a:t>t</a:t>
            </a:r>
            <a:r>
              <a:rPr lang="en-US" u="none" spc="0"/>
              <a:t>iene</a:t>
            </a:r>
            <a:r>
              <a:rPr lang="en-US" u="none" spc="19"/>
              <a:t> </a:t>
            </a:r>
            <a:r>
              <a:rPr lang="en-US" u="none" spc="0"/>
              <a:t>unida</a:t>
            </a:r>
            <a:r>
              <a:rPr lang="en-US" u="none" spc="4"/>
              <a:t> </a:t>
            </a:r>
            <a:r>
              <a:rPr lang="en-US" u="none" spc="0"/>
              <a:t>a</a:t>
            </a:r>
            <a:r>
              <a:rPr lang="en-US" u="none" spc="9"/>
              <a:t> </a:t>
            </a:r>
            <a:r>
              <a:rPr lang="en-US" u="none" spc="0"/>
              <a:t>la emp</a:t>
            </a:r>
            <a:r>
              <a:rPr lang="en-US" u="none" spc="-19"/>
              <a:t>r</a:t>
            </a:r>
            <a:r>
              <a:rPr lang="en-US" u="none" spc="0"/>
              <a:t>esa</a:t>
            </a:r>
            <a:r>
              <a:rPr lang="en-US" u="none" spc="9"/>
              <a:t> </a:t>
            </a:r>
            <a:r>
              <a:rPr lang="en-US" u="none" spc="0"/>
              <a:t>y la</a:t>
            </a:r>
            <a:r>
              <a:rPr lang="en-US" u="none" spc="9"/>
              <a:t> </a:t>
            </a:r>
            <a:r>
              <a:rPr lang="en-US" u="none" spc="0"/>
              <a:t>pone</a:t>
            </a:r>
            <a:r>
              <a:rPr lang="en-US" u="none" spc="9"/>
              <a:t> </a:t>
            </a:r>
            <a:r>
              <a:rPr lang="en-US" u="none" spc="0"/>
              <a:t>en</a:t>
            </a:r>
            <a:r>
              <a:rPr lang="en-US" u="none" spc="14"/>
              <a:t> </a:t>
            </a:r>
            <a:r>
              <a:rPr lang="en-US" u="none" spc="0"/>
              <a:t>m</a:t>
            </a:r>
            <a:r>
              <a:rPr lang="en-US" u="none" spc="-9"/>
              <a:t>o</a:t>
            </a:r>
            <a:r>
              <a:rPr lang="en-US" u="none" spc="4"/>
              <a:t>v</a:t>
            </a:r>
            <a:r>
              <a:rPr lang="en-US" u="none" spc="0"/>
              <a:t>imie</a:t>
            </a:r>
            <a:r>
              <a:rPr lang="en-US" u="none" spc="-14"/>
              <a:t>n</a:t>
            </a:r>
            <a:r>
              <a:rPr lang="en-US" u="none" spc="-19"/>
              <a:t>t</a:t>
            </a:r>
            <a:r>
              <a:rPr lang="en-US" u="none" spc="0"/>
              <a:t>o.</a:t>
            </a:r>
            <a:endParaRPr lang="en-US" u="none"/>
          </a:p>
          <a:p>
            <a:pPr marL="900113" marR="33808" lvl="1" indent="-182880" defTabSz="914400">
              <a:lnSpc>
                <a:spcPct val="90000"/>
              </a:lnSpc>
              <a:spcBef>
                <a:spcPts val="1366"/>
              </a:spcBef>
              <a:buClr>
                <a:schemeClr val="accent1"/>
              </a:buClr>
              <a:buFont typeface="Wingdings 2" pitchFamily="18" charset="2"/>
              <a:buChar char=""/>
            </a:pPr>
            <a:r>
              <a:rPr lang="en-US" u="none" spc="0"/>
              <a:t>Los</a:t>
            </a:r>
            <a:r>
              <a:rPr lang="en-US" u="none" spc="9"/>
              <a:t> </a:t>
            </a:r>
            <a:r>
              <a:rPr lang="en-US" u="none" spc="-19"/>
              <a:t>directivos</a:t>
            </a:r>
            <a:r>
              <a:rPr lang="en-US" u="none" spc="9"/>
              <a:t> </a:t>
            </a:r>
            <a:r>
              <a:rPr lang="en-US" u="none" spc="0"/>
              <a:t>son</a:t>
            </a:r>
            <a:r>
              <a:rPr lang="en-US" u="none" spc="9"/>
              <a:t> </a:t>
            </a:r>
            <a:r>
              <a:rPr lang="en-US" u="none" spc="0"/>
              <a:t>pe</a:t>
            </a:r>
            <a:r>
              <a:rPr lang="en-US" u="none" spc="-25"/>
              <a:t>r</a:t>
            </a:r>
            <a:r>
              <a:rPr lang="en-US" u="none" spc="0"/>
              <a:t>sonas que</a:t>
            </a:r>
            <a:r>
              <a:rPr lang="en-US" u="none" spc="14"/>
              <a:t> </a:t>
            </a:r>
            <a:r>
              <a:rPr lang="en-US" u="none" spc="0"/>
              <a:t>hacen</a:t>
            </a:r>
            <a:r>
              <a:rPr lang="en-US" u="none" spc="14"/>
              <a:t> </a:t>
            </a:r>
            <a:r>
              <a:rPr lang="en-US" u="none" spc="0"/>
              <a:t>que</a:t>
            </a:r>
            <a:r>
              <a:rPr lang="en-US" u="none" spc="9"/>
              <a:t> </a:t>
            </a:r>
            <a:r>
              <a:rPr lang="en-US" u="none" spc="0"/>
              <a:t>las </a:t>
            </a:r>
            <a:r>
              <a:rPr lang="en-US" u="none" spc="-14"/>
              <a:t>c</a:t>
            </a:r>
            <a:r>
              <a:rPr lang="en-US" u="none" spc="0"/>
              <a:t>osas</a:t>
            </a:r>
            <a:r>
              <a:rPr lang="en-US" u="none" spc="4"/>
              <a:t> </a:t>
            </a:r>
            <a:r>
              <a:rPr lang="en-US" u="none" spc="0"/>
              <a:t>sucedan.</a:t>
            </a:r>
            <a:endParaRPr lang="en-US" u="none"/>
          </a:p>
          <a:p>
            <a:pPr marL="900113" marR="33808" lvl="1" indent="-182880" defTabSz="914400">
              <a:lnSpc>
                <a:spcPct val="90000"/>
              </a:lnSpc>
              <a:spcBef>
                <a:spcPts val="1366"/>
              </a:spcBef>
              <a:buClr>
                <a:schemeClr val="accent1"/>
              </a:buClr>
              <a:buFont typeface="Wingdings 2" pitchFamily="18" charset="2"/>
              <a:buChar char=""/>
            </a:pPr>
            <a:r>
              <a:rPr lang="en-US" u="none" spc="-4"/>
              <a:t>E</a:t>
            </a:r>
            <a:r>
              <a:rPr lang="en-US" u="none" spc="-19"/>
              <a:t>s</a:t>
            </a:r>
            <a:r>
              <a:rPr lang="en-US" u="none" spc="-25"/>
              <a:t>t</a:t>
            </a:r>
            <a:r>
              <a:rPr lang="en-US" u="none" spc="0"/>
              <a:t>ablecen</a:t>
            </a:r>
            <a:r>
              <a:rPr lang="en-US" u="none" spc="14"/>
              <a:t> </a:t>
            </a:r>
            <a:r>
              <a:rPr lang="en-US" u="none" spc="0"/>
              <a:t>a</a:t>
            </a:r>
            <a:r>
              <a:rPr lang="en-US" u="none" spc="-14"/>
              <a:t>n</a:t>
            </a:r>
            <a:r>
              <a:rPr lang="en-US" u="none" spc="-4"/>
              <a:t>t</a:t>
            </a:r>
            <a:r>
              <a:rPr lang="en-US" u="none" spc="0"/>
              <a:t>icipadame</a:t>
            </a:r>
            <a:r>
              <a:rPr lang="en-US" u="none" spc="-19"/>
              <a:t>nt</a:t>
            </a:r>
            <a:r>
              <a:rPr lang="en-US" u="none" spc="0"/>
              <a:t>e</a:t>
            </a:r>
            <a:r>
              <a:rPr lang="en-US" u="none" spc="19"/>
              <a:t> </a:t>
            </a:r>
            <a:r>
              <a:rPr lang="en-US" u="none" spc="0"/>
              <a:t>los obj</a:t>
            </a:r>
            <a:r>
              <a:rPr lang="en-US" u="none" spc="-14"/>
              <a:t>e</a:t>
            </a:r>
            <a:r>
              <a:rPr lang="en-US" u="none" spc="-4"/>
              <a:t>t</a:t>
            </a:r>
            <a:r>
              <a:rPr lang="en-US" u="none" spc="0"/>
              <a:t>i</a:t>
            </a:r>
            <a:r>
              <a:rPr lang="en-US" u="none" spc="-14"/>
              <a:t>v</a:t>
            </a:r>
            <a:r>
              <a:rPr lang="en-US" u="none" spc="0"/>
              <a:t>os</a:t>
            </a:r>
            <a:r>
              <a:rPr lang="en-US" u="none" spc="4"/>
              <a:t> </a:t>
            </a:r>
            <a:r>
              <a:rPr lang="en-US" u="none" spc="0"/>
              <a:t>y los </a:t>
            </a:r>
            <a:r>
              <a:rPr lang="en-US" u="none" spc="-14"/>
              <a:t>c</a:t>
            </a:r>
            <a:r>
              <a:rPr lang="en-US" u="none" spc="0"/>
              <a:t>aminos pa</a:t>
            </a:r>
            <a:r>
              <a:rPr lang="en-US" u="none" spc="-34"/>
              <a:t>r</a:t>
            </a:r>
            <a:r>
              <a:rPr lang="en-US" u="none" spc="0"/>
              <a:t>a log</a:t>
            </a:r>
            <a:r>
              <a:rPr lang="en-US" u="none" spc="-34"/>
              <a:t>r</a:t>
            </a:r>
            <a:r>
              <a:rPr lang="en-US" u="none" spc="0"/>
              <a:t>arlos.</a:t>
            </a:r>
            <a:endParaRPr lang="en-US" u="none"/>
          </a:p>
          <a:p>
            <a:pPr marL="900113" marR="33808" lvl="1" indent="-182880" defTabSz="914400">
              <a:lnSpc>
                <a:spcPct val="90000"/>
              </a:lnSpc>
              <a:spcBef>
                <a:spcPts val="1366"/>
              </a:spcBef>
              <a:buClr>
                <a:schemeClr val="accent1"/>
              </a:buClr>
              <a:buFont typeface="Wingdings 2" pitchFamily="18" charset="2"/>
              <a:buChar char=""/>
            </a:pPr>
            <a:r>
              <a:rPr lang="en-US" u="none" spc="-114"/>
              <a:t>T</a:t>
            </a:r>
            <a:r>
              <a:rPr lang="en-US" u="none" spc="-34"/>
              <a:t>r</a:t>
            </a:r>
            <a:r>
              <a:rPr lang="en-US" u="none" spc="0"/>
              <a:t>abajan</a:t>
            </a:r>
            <a:r>
              <a:rPr lang="en-US" u="none" spc="-4"/>
              <a:t> </a:t>
            </a:r>
            <a:r>
              <a:rPr lang="en-US" u="none" spc="0"/>
              <a:t>pa</a:t>
            </a:r>
            <a:r>
              <a:rPr lang="en-US" u="none" spc="-34"/>
              <a:t>r</a:t>
            </a:r>
            <a:r>
              <a:rPr lang="en-US" u="none" spc="0"/>
              <a:t>a ob</a:t>
            </a:r>
            <a:r>
              <a:rPr lang="en-US" u="none" spc="-19"/>
              <a:t>t</a:t>
            </a:r>
            <a:r>
              <a:rPr lang="en-US" u="none" spc="0"/>
              <a:t>ener</a:t>
            </a:r>
            <a:r>
              <a:rPr lang="en-US" u="none" spc="14"/>
              <a:t> </a:t>
            </a:r>
            <a:r>
              <a:rPr lang="en-US" u="none" spc="0"/>
              <a:t>lo</a:t>
            </a:r>
            <a:r>
              <a:rPr lang="en-US" u="none" spc="4"/>
              <a:t> </a:t>
            </a:r>
            <a:r>
              <a:rPr lang="en-US" u="none" spc="0"/>
              <a:t>mejor</a:t>
            </a:r>
            <a:r>
              <a:rPr lang="en-US" u="none" spc="4"/>
              <a:t> </a:t>
            </a:r>
            <a:r>
              <a:rPr lang="en-US" u="none" spc="0"/>
              <a:t>de</a:t>
            </a:r>
            <a:r>
              <a:rPr lang="en-US" u="none" spc="9"/>
              <a:t> </a:t>
            </a:r>
            <a:r>
              <a:rPr lang="en-US" u="none" spc="0"/>
              <a:t>las pe</a:t>
            </a:r>
            <a:r>
              <a:rPr lang="en-US" u="none" spc="-25"/>
              <a:t>r</a:t>
            </a:r>
            <a:r>
              <a:rPr lang="en-US" u="none" spc="0"/>
              <a:t>sonas que</a:t>
            </a:r>
            <a:r>
              <a:rPr lang="en-US" u="none" spc="9"/>
              <a:t> </a:t>
            </a:r>
            <a:r>
              <a:rPr lang="en-US" u="none" spc="0"/>
              <a:t>i</a:t>
            </a:r>
            <a:r>
              <a:rPr lang="en-US" u="none" spc="-14"/>
              <a:t>n</a:t>
            </a:r>
            <a:r>
              <a:rPr lang="en-US" u="none" spc="-19"/>
              <a:t>t</a:t>
            </a:r>
            <a:r>
              <a:rPr lang="en-US" u="none" spc="0"/>
              <a:t>eg</a:t>
            </a:r>
            <a:r>
              <a:rPr lang="en-US" u="none" spc="-29"/>
              <a:t>r</a:t>
            </a:r>
            <a:r>
              <a:rPr lang="en-US" u="none" spc="0"/>
              <a:t>an</a:t>
            </a:r>
            <a:r>
              <a:rPr lang="en-US" u="none" spc="14"/>
              <a:t> </a:t>
            </a:r>
            <a:r>
              <a:rPr lang="en-US" u="none" spc="0"/>
              <a:t>la o</a:t>
            </a:r>
            <a:r>
              <a:rPr lang="en-US" u="none" spc="-19"/>
              <a:t>r</a:t>
            </a:r>
            <a:r>
              <a:rPr lang="en-US" u="none" spc="-34"/>
              <a:t>g</a:t>
            </a:r>
            <a:r>
              <a:rPr lang="en-US" u="none" spc="0"/>
              <a:t>ani</a:t>
            </a:r>
            <a:r>
              <a:rPr lang="en-US" u="none" spc="-29"/>
              <a:t>z</a:t>
            </a:r>
            <a:r>
              <a:rPr lang="en-US" u="none" spc="0"/>
              <a:t>ación.</a:t>
            </a:r>
            <a:endParaRPr lang="en-US" u="none"/>
          </a:p>
        </p:txBody>
      </p:sp>
      <p:sp>
        <p:nvSpPr>
          <p:cNvPr id="25" name="Rectangle 18">
            <a:extLst>
              <a:ext uri="{FF2B5EF4-FFF2-40B4-BE49-F238E27FC236}">
                <a16:creationId xmlns:a16="http://schemas.microsoft.com/office/drawing/2014/main" id="{E3401C9A-B20D-42B0-B7C0-0E4D1CE58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0545"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 name="3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5</a:t>
            </a:fld>
            <a:endParaRPr lang="en-US" sz="1200" b="1" kern="1200" dirty="0">
              <a:solidFill>
                <a:schemeClr val="accent1"/>
              </a:solidFill>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5" name="Rectangle 44">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47" name="Rectangle 46">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1" name="Título 20">
            <a:extLst>
              <a:ext uri="{FF2B5EF4-FFF2-40B4-BE49-F238E27FC236}">
                <a16:creationId xmlns:a16="http://schemas.microsoft.com/office/drawing/2014/main" id="{CBAC0C6E-122E-46B3-B86E-B9CBF36A2E96}"/>
              </a:ext>
            </a:extLst>
          </p:cNvPr>
          <p:cNvSpPr>
            <a:spLocks noGrp="1"/>
          </p:cNvSpPr>
          <p:nvPr>
            <p:ph type="title"/>
          </p:nvPr>
        </p:nvSpPr>
        <p:spPr>
          <a:xfrm>
            <a:off x="1154337" y="864108"/>
            <a:ext cx="2305435" cy="5120639"/>
          </a:xfrm>
        </p:spPr>
        <p:txBody>
          <a:bodyPr vert="horz" lIns="91440" tIns="45720" rIns="91440" bIns="45720" rtlCol="0" anchor="ctr">
            <a:normAutofit/>
          </a:bodyPr>
          <a:lstStyle/>
          <a:p>
            <a:pPr algn="r"/>
            <a:r>
              <a:rPr lang="en-US" sz="3600" dirty="0">
                <a:solidFill>
                  <a:schemeClr val="tx1">
                    <a:lumMod val="85000"/>
                    <a:lumOff val="15000"/>
                  </a:schemeClr>
                </a:solidFill>
              </a:rPr>
              <a:t>2.1.1. </a:t>
            </a:r>
            <a:r>
              <a:rPr lang="en-US" sz="3600" dirty="0" err="1">
                <a:solidFill>
                  <a:schemeClr val="tx1">
                    <a:lumMod val="85000"/>
                    <a:lumOff val="15000"/>
                  </a:schemeClr>
                </a:solidFill>
              </a:rPr>
              <a:t>Qué</a:t>
            </a:r>
            <a:r>
              <a:rPr lang="en-US" sz="3600" dirty="0">
                <a:solidFill>
                  <a:schemeClr val="tx1">
                    <a:lumMod val="85000"/>
                    <a:lumOff val="15000"/>
                  </a:schemeClr>
                </a:solidFill>
              </a:rPr>
              <a:t> es un </a:t>
            </a:r>
            <a:r>
              <a:rPr lang="en-US" sz="3600" dirty="0" err="1">
                <a:solidFill>
                  <a:schemeClr val="tx1">
                    <a:lumMod val="85000"/>
                    <a:lumOff val="15000"/>
                  </a:schemeClr>
                </a:solidFill>
              </a:rPr>
              <a:t>directivo</a:t>
            </a:r>
            <a:endParaRPr lang="en-US" sz="3600" dirty="0">
              <a:solidFill>
                <a:schemeClr val="tx1">
                  <a:lumMod val="85000"/>
                  <a:lumOff val="15000"/>
                </a:schemeClr>
              </a:solidFill>
            </a:endParaRPr>
          </a:p>
        </p:txBody>
      </p:sp>
      <p:sp>
        <p:nvSpPr>
          <p:cNvPr id="49" name="Rectangle 48">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51" name="Straight Connector 50">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object 5"/>
          <p:cNvSpPr txBox="1"/>
          <p:nvPr/>
        </p:nvSpPr>
        <p:spPr>
          <a:xfrm>
            <a:off x="3966921" y="864108"/>
            <a:ext cx="4433008" cy="5120640"/>
          </a:xfrm>
          <a:prstGeom prst="rect">
            <a:avLst/>
          </a:prstGeom>
        </p:spPr>
        <p:txBody>
          <a:bodyPr vert="horz" lIns="91440" tIns="45720" rIns="91440" bIns="45720" rtlCol="0" anchor="ctr">
            <a:normAutofit/>
          </a:bodyPr>
          <a:lstStyle/>
          <a:p>
            <a:pPr marL="12700" indent="-182880" defTabSz="914400">
              <a:lnSpc>
                <a:spcPct val="90000"/>
              </a:lnSpc>
              <a:spcBef>
                <a:spcPts val="5"/>
              </a:spcBef>
              <a:buClr>
                <a:schemeClr val="accent1"/>
              </a:buClr>
              <a:buFont typeface="Wingdings 2" pitchFamily="18" charset="2"/>
              <a:buChar char=""/>
            </a:pPr>
            <a:r>
              <a:rPr lang="en-US" u="none" spc="-34">
                <a:solidFill>
                  <a:schemeClr val="tx1">
                    <a:lumMod val="65000"/>
                    <a:lumOff val="35000"/>
                  </a:schemeClr>
                </a:solidFill>
              </a:rPr>
              <a:t>El principal objetivo de un directivo es conseguir la máxima eficacia y eficiencia en la utilización de los recursos que gestiona.</a:t>
            </a:r>
          </a:p>
          <a:p>
            <a:pPr marL="12700" indent="-182880" defTabSz="914400">
              <a:lnSpc>
                <a:spcPct val="90000"/>
              </a:lnSpc>
              <a:spcBef>
                <a:spcPts val="5"/>
              </a:spcBef>
              <a:buClr>
                <a:schemeClr val="accent1"/>
              </a:buClr>
              <a:buFont typeface="Wingdings 2" pitchFamily="18" charset="2"/>
              <a:buChar char=""/>
            </a:pPr>
            <a:endParaRPr lang="en-US" u="none">
              <a:solidFill>
                <a:schemeClr val="tx1">
                  <a:lumMod val="65000"/>
                  <a:lumOff val="35000"/>
                </a:schemeClr>
              </a:solidFill>
            </a:endParaRPr>
          </a:p>
          <a:p>
            <a:pPr marL="627063" lvl="1" indent="-182880" defTabSz="914400">
              <a:lnSpc>
                <a:spcPct val="90000"/>
              </a:lnSpc>
              <a:spcBef>
                <a:spcPct val="40000"/>
              </a:spcBef>
              <a:spcAft>
                <a:spcPts val="1800"/>
              </a:spcAft>
              <a:buClr>
                <a:schemeClr val="accent1"/>
              </a:buClr>
              <a:buFont typeface="Wingdings 2" pitchFamily="18" charset="2"/>
              <a:buChar char=""/>
            </a:pPr>
            <a:r>
              <a:rPr lang="en-US" u="none">
                <a:solidFill>
                  <a:schemeClr val="tx1">
                    <a:lumMod val="65000"/>
                    <a:lumOff val="35000"/>
                  </a:schemeClr>
                </a:solidFill>
                <a:sym typeface="Wingdings" pitchFamily="2" charset="2"/>
              </a:rPr>
              <a:t>EFICACIA: los objetivos o nivel de actividad fijados se alcanzan con los recursos disponibles.</a:t>
            </a:r>
          </a:p>
          <a:p>
            <a:pPr marL="627063" lvl="1" indent="-182880" defTabSz="914400">
              <a:lnSpc>
                <a:spcPct val="90000"/>
              </a:lnSpc>
              <a:spcBef>
                <a:spcPct val="40000"/>
              </a:spcBef>
              <a:spcAft>
                <a:spcPts val="1800"/>
              </a:spcAft>
              <a:buClr>
                <a:schemeClr val="accent1"/>
              </a:buClr>
              <a:buFont typeface="Wingdings 2" pitchFamily="18" charset="2"/>
              <a:buChar char=""/>
            </a:pPr>
            <a:r>
              <a:rPr lang="en-US" u="none">
                <a:solidFill>
                  <a:schemeClr val="tx1">
                    <a:lumMod val="65000"/>
                    <a:lumOff val="35000"/>
                  </a:schemeClr>
                </a:solidFill>
                <a:sym typeface="Wingdings" pitchFamily="2" charset="2"/>
              </a:rPr>
              <a:t>EFICIENCIA: los resultados obtenidos son alcanzados con los mínimos recursos disponibles o bien, dados unos recursos, estos permiten alcanzar un máximo nivel de actividad u objetivo  Medida: la productividad.</a:t>
            </a:r>
          </a:p>
          <a:p>
            <a:pPr marL="12700" marR="33808" indent="-182880" defTabSz="914400">
              <a:lnSpc>
                <a:spcPct val="90000"/>
              </a:lnSpc>
              <a:spcBef>
                <a:spcPts val="1206"/>
              </a:spcBef>
              <a:buClr>
                <a:schemeClr val="accent1"/>
              </a:buClr>
              <a:buFont typeface="Wingdings 2" pitchFamily="18" charset="2"/>
              <a:buChar char=""/>
            </a:pPr>
            <a:endParaRPr lang="en-US" u="none">
              <a:solidFill>
                <a:schemeClr val="tx1">
                  <a:lumMod val="65000"/>
                  <a:lumOff val="35000"/>
                </a:schemeClr>
              </a:solidFill>
            </a:endParaRPr>
          </a:p>
          <a:p>
            <a:pPr marL="527113" marR="33808" lvl="1" indent="-182880" defTabSz="914400">
              <a:lnSpc>
                <a:spcPct val="90000"/>
              </a:lnSpc>
              <a:spcBef>
                <a:spcPts val="1366"/>
              </a:spcBef>
              <a:buClr>
                <a:schemeClr val="accent1"/>
              </a:buClr>
              <a:buFont typeface="Wingdings 2" pitchFamily="18" charset="2"/>
              <a:buChar char=""/>
            </a:pPr>
            <a:endParaRPr lang="en-US" u="none">
              <a:solidFill>
                <a:schemeClr val="tx1">
                  <a:lumMod val="65000"/>
                  <a:lumOff val="35000"/>
                </a:schemeClr>
              </a:solidFill>
            </a:endParaRPr>
          </a:p>
        </p:txBody>
      </p:sp>
      <p:sp>
        <p:nvSpPr>
          <p:cNvPr id="53" name="Rectangle 52">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3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6</a:t>
            </a:fld>
            <a:endParaRPr lang="en-US" sz="1200" b="1" kern="1200" dirty="0">
              <a:solidFill>
                <a:schemeClr val="accent1"/>
              </a:solidFill>
              <a:latin typeface="+mn-lt"/>
              <a:ea typeface="+mn-ea"/>
              <a:cs typeface="+mn-cs"/>
            </a:endParaRPr>
          </a:p>
        </p:txBody>
      </p:sp>
      <p:grpSp>
        <p:nvGrpSpPr>
          <p:cNvPr id="35" name="7 Grupo">
            <a:extLst>
              <a:ext uri="{FF2B5EF4-FFF2-40B4-BE49-F238E27FC236}">
                <a16:creationId xmlns:a16="http://schemas.microsoft.com/office/drawing/2014/main" id="{095CDC39-739B-421B-8AAF-01729A04555C}"/>
              </a:ext>
            </a:extLst>
          </p:cNvPr>
          <p:cNvGrpSpPr/>
          <p:nvPr/>
        </p:nvGrpSpPr>
        <p:grpSpPr>
          <a:xfrm>
            <a:off x="1435529" y="5013176"/>
            <a:ext cx="6177008" cy="1555574"/>
            <a:chOff x="2151773" y="3057905"/>
            <a:chExt cx="6534138" cy="1824990"/>
          </a:xfrm>
        </p:grpSpPr>
        <p:sp>
          <p:nvSpPr>
            <p:cNvPr id="37" name="object 19">
              <a:extLst>
                <a:ext uri="{FF2B5EF4-FFF2-40B4-BE49-F238E27FC236}">
                  <a16:creationId xmlns:a16="http://schemas.microsoft.com/office/drawing/2014/main" id="{D3FD0397-8E01-43E8-A33F-86AC676C5B7C}"/>
                </a:ext>
              </a:extLst>
            </p:cNvPr>
            <p:cNvSpPr/>
            <p:nvPr/>
          </p:nvSpPr>
          <p:spPr>
            <a:xfrm>
              <a:off x="2584589" y="3064002"/>
              <a:ext cx="2764536" cy="868680"/>
            </a:xfrm>
            <a:custGeom>
              <a:avLst/>
              <a:gdLst/>
              <a:ahLst/>
              <a:cxnLst/>
              <a:rect l="l" t="t" r="r" b="b"/>
              <a:pathLst>
                <a:path w="2764536" h="868680">
                  <a:moveTo>
                    <a:pt x="38100" y="19050"/>
                  </a:moveTo>
                  <a:lnTo>
                    <a:pt x="2726435" y="19049"/>
                  </a:lnTo>
                  <a:lnTo>
                    <a:pt x="2745485" y="38099"/>
                  </a:lnTo>
                  <a:lnTo>
                    <a:pt x="2745485" y="830580"/>
                  </a:lnTo>
                  <a:lnTo>
                    <a:pt x="2764536" y="868680"/>
                  </a:lnTo>
                  <a:lnTo>
                    <a:pt x="2764536" y="0"/>
                  </a:lnTo>
                  <a:lnTo>
                    <a:pt x="38100" y="19050"/>
                  </a:lnTo>
                  <a:close/>
                </a:path>
                <a:path w="2764536" h="868680">
                  <a:moveTo>
                    <a:pt x="0" y="868680"/>
                  </a:moveTo>
                  <a:lnTo>
                    <a:pt x="2764536" y="868680"/>
                  </a:lnTo>
                  <a:lnTo>
                    <a:pt x="2745485" y="830580"/>
                  </a:lnTo>
                  <a:lnTo>
                    <a:pt x="2745485" y="38099"/>
                  </a:lnTo>
                  <a:lnTo>
                    <a:pt x="2726435" y="19049"/>
                  </a:lnTo>
                  <a:lnTo>
                    <a:pt x="38100" y="19050"/>
                  </a:lnTo>
                  <a:lnTo>
                    <a:pt x="2764536" y="0"/>
                  </a:lnTo>
                  <a:lnTo>
                    <a:pt x="0" y="0"/>
                  </a:lnTo>
                  <a:lnTo>
                    <a:pt x="0" y="868680"/>
                  </a:lnTo>
                  <a:lnTo>
                    <a:pt x="19050" y="38100"/>
                  </a:lnTo>
                  <a:lnTo>
                    <a:pt x="2726435" y="38099"/>
                  </a:lnTo>
                  <a:lnTo>
                    <a:pt x="2726435" y="849630"/>
                  </a:lnTo>
                  <a:lnTo>
                    <a:pt x="38100" y="849630"/>
                  </a:lnTo>
                  <a:lnTo>
                    <a:pt x="19050" y="830580"/>
                  </a:lnTo>
                  <a:lnTo>
                    <a:pt x="0" y="868680"/>
                  </a:lnTo>
                  <a:close/>
                </a:path>
                <a:path w="2764536" h="868680">
                  <a:moveTo>
                    <a:pt x="2726435" y="849630"/>
                  </a:moveTo>
                  <a:lnTo>
                    <a:pt x="2726436" y="830580"/>
                  </a:lnTo>
                  <a:lnTo>
                    <a:pt x="38100" y="830580"/>
                  </a:lnTo>
                  <a:lnTo>
                    <a:pt x="38099" y="38099"/>
                  </a:lnTo>
                  <a:lnTo>
                    <a:pt x="19050" y="38100"/>
                  </a:lnTo>
                  <a:lnTo>
                    <a:pt x="0" y="868680"/>
                  </a:lnTo>
                  <a:lnTo>
                    <a:pt x="19050" y="830580"/>
                  </a:lnTo>
                  <a:lnTo>
                    <a:pt x="38100" y="849630"/>
                  </a:lnTo>
                  <a:lnTo>
                    <a:pt x="2726435" y="849630"/>
                  </a:lnTo>
                  <a:close/>
                </a:path>
              </a:pathLst>
            </a:custGeom>
            <a:solidFill>
              <a:srgbClr val="000000"/>
            </a:solidFill>
          </p:spPr>
          <p:txBody>
            <a:bodyPr wrap="square" lIns="0" tIns="0" rIns="0" bIns="0" rtlCol="0">
              <a:noAutofit/>
            </a:bodyPr>
            <a:lstStyle/>
            <a:p>
              <a:endParaRPr sz="2800" u="none">
                <a:latin typeface="+mn-lt"/>
              </a:endParaRPr>
            </a:p>
          </p:txBody>
        </p:sp>
        <p:sp>
          <p:nvSpPr>
            <p:cNvPr id="39" name="object 20">
              <a:extLst>
                <a:ext uri="{FF2B5EF4-FFF2-40B4-BE49-F238E27FC236}">
                  <a16:creationId xmlns:a16="http://schemas.microsoft.com/office/drawing/2014/main" id="{AA89FDE4-AF75-42CC-A243-AC6BE0E9409D}"/>
                </a:ext>
              </a:extLst>
            </p:cNvPr>
            <p:cNvSpPr/>
            <p:nvPr/>
          </p:nvSpPr>
          <p:spPr>
            <a:xfrm>
              <a:off x="5544197" y="3057905"/>
              <a:ext cx="2738628" cy="867918"/>
            </a:xfrm>
            <a:custGeom>
              <a:avLst/>
              <a:gdLst/>
              <a:ahLst/>
              <a:cxnLst/>
              <a:rect l="l" t="t" r="r" b="b"/>
              <a:pathLst>
                <a:path w="2738628" h="867918">
                  <a:moveTo>
                    <a:pt x="38100" y="19050"/>
                  </a:moveTo>
                  <a:lnTo>
                    <a:pt x="2700515" y="19050"/>
                  </a:lnTo>
                  <a:lnTo>
                    <a:pt x="2719565" y="38100"/>
                  </a:lnTo>
                  <a:lnTo>
                    <a:pt x="2719565" y="829817"/>
                  </a:lnTo>
                  <a:lnTo>
                    <a:pt x="2738628" y="867917"/>
                  </a:lnTo>
                  <a:lnTo>
                    <a:pt x="2738628" y="0"/>
                  </a:lnTo>
                  <a:lnTo>
                    <a:pt x="38100" y="19050"/>
                  </a:lnTo>
                  <a:close/>
                </a:path>
                <a:path w="2738628" h="867918">
                  <a:moveTo>
                    <a:pt x="0" y="867918"/>
                  </a:moveTo>
                  <a:lnTo>
                    <a:pt x="2738628" y="867917"/>
                  </a:lnTo>
                  <a:lnTo>
                    <a:pt x="2719565" y="829817"/>
                  </a:lnTo>
                  <a:lnTo>
                    <a:pt x="2719565" y="38100"/>
                  </a:lnTo>
                  <a:lnTo>
                    <a:pt x="2700515" y="19050"/>
                  </a:lnTo>
                  <a:lnTo>
                    <a:pt x="38100" y="19050"/>
                  </a:lnTo>
                  <a:lnTo>
                    <a:pt x="2738628" y="0"/>
                  </a:lnTo>
                  <a:lnTo>
                    <a:pt x="0" y="0"/>
                  </a:lnTo>
                  <a:lnTo>
                    <a:pt x="0" y="867918"/>
                  </a:lnTo>
                  <a:lnTo>
                    <a:pt x="19050" y="38100"/>
                  </a:lnTo>
                  <a:lnTo>
                    <a:pt x="2700515" y="38099"/>
                  </a:lnTo>
                  <a:lnTo>
                    <a:pt x="2700515" y="848867"/>
                  </a:lnTo>
                  <a:lnTo>
                    <a:pt x="38100" y="848868"/>
                  </a:lnTo>
                  <a:lnTo>
                    <a:pt x="19050" y="829818"/>
                  </a:lnTo>
                  <a:lnTo>
                    <a:pt x="0" y="867918"/>
                  </a:lnTo>
                  <a:close/>
                </a:path>
                <a:path w="2738628" h="867918">
                  <a:moveTo>
                    <a:pt x="2700515" y="848867"/>
                  </a:moveTo>
                  <a:lnTo>
                    <a:pt x="2700515" y="829817"/>
                  </a:lnTo>
                  <a:lnTo>
                    <a:pt x="38099" y="829817"/>
                  </a:lnTo>
                  <a:lnTo>
                    <a:pt x="38099" y="38099"/>
                  </a:lnTo>
                  <a:lnTo>
                    <a:pt x="19050" y="38100"/>
                  </a:lnTo>
                  <a:lnTo>
                    <a:pt x="0" y="867918"/>
                  </a:lnTo>
                  <a:lnTo>
                    <a:pt x="19050" y="829818"/>
                  </a:lnTo>
                  <a:lnTo>
                    <a:pt x="38100" y="848868"/>
                  </a:lnTo>
                  <a:lnTo>
                    <a:pt x="2700515" y="848867"/>
                  </a:lnTo>
                  <a:close/>
                </a:path>
              </a:pathLst>
            </a:custGeom>
            <a:solidFill>
              <a:srgbClr val="000000"/>
            </a:solidFill>
          </p:spPr>
          <p:txBody>
            <a:bodyPr wrap="square" lIns="0" tIns="0" rIns="0" bIns="0" rtlCol="0">
              <a:noAutofit/>
            </a:bodyPr>
            <a:lstStyle/>
            <a:p>
              <a:endParaRPr sz="2800" u="none">
                <a:latin typeface="+mn-lt"/>
              </a:endParaRPr>
            </a:p>
          </p:txBody>
        </p:sp>
        <p:sp>
          <p:nvSpPr>
            <p:cNvPr id="40" name="object 21">
              <a:extLst>
                <a:ext uri="{FF2B5EF4-FFF2-40B4-BE49-F238E27FC236}">
                  <a16:creationId xmlns:a16="http://schemas.microsoft.com/office/drawing/2014/main" id="{FE847E78-881D-490E-8C54-A8CA3812A7A5}"/>
                </a:ext>
              </a:extLst>
            </p:cNvPr>
            <p:cNvSpPr/>
            <p:nvPr/>
          </p:nvSpPr>
          <p:spPr>
            <a:xfrm>
              <a:off x="2375039" y="4014977"/>
              <a:ext cx="6086855" cy="867918"/>
            </a:xfrm>
            <a:custGeom>
              <a:avLst/>
              <a:gdLst/>
              <a:ahLst/>
              <a:cxnLst/>
              <a:rect l="l" t="t" r="r" b="b"/>
              <a:pathLst>
                <a:path w="6086855" h="867918">
                  <a:moveTo>
                    <a:pt x="38100" y="19050"/>
                  </a:moveTo>
                  <a:lnTo>
                    <a:pt x="6048756" y="19050"/>
                  </a:lnTo>
                  <a:lnTo>
                    <a:pt x="6067806" y="38100"/>
                  </a:lnTo>
                  <a:lnTo>
                    <a:pt x="6067806" y="829818"/>
                  </a:lnTo>
                  <a:lnTo>
                    <a:pt x="6086855" y="867918"/>
                  </a:lnTo>
                  <a:lnTo>
                    <a:pt x="6086855" y="0"/>
                  </a:lnTo>
                  <a:lnTo>
                    <a:pt x="38100" y="19050"/>
                  </a:lnTo>
                  <a:close/>
                </a:path>
                <a:path w="6086855" h="867918">
                  <a:moveTo>
                    <a:pt x="0" y="867918"/>
                  </a:moveTo>
                  <a:lnTo>
                    <a:pt x="6086855" y="867918"/>
                  </a:lnTo>
                  <a:lnTo>
                    <a:pt x="6067806" y="829818"/>
                  </a:lnTo>
                  <a:lnTo>
                    <a:pt x="6067806" y="38100"/>
                  </a:lnTo>
                  <a:lnTo>
                    <a:pt x="6048756" y="19050"/>
                  </a:lnTo>
                  <a:lnTo>
                    <a:pt x="38100" y="19050"/>
                  </a:lnTo>
                  <a:lnTo>
                    <a:pt x="6086855" y="0"/>
                  </a:lnTo>
                  <a:lnTo>
                    <a:pt x="0" y="0"/>
                  </a:lnTo>
                  <a:lnTo>
                    <a:pt x="0" y="867918"/>
                  </a:lnTo>
                  <a:lnTo>
                    <a:pt x="19050" y="38100"/>
                  </a:lnTo>
                  <a:lnTo>
                    <a:pt x="6048756" y="38100"/>
                  </a:lnTo>
                  <a:lnTo>
                    <a:pt x="6048756" y="848868"/>
                  </a:lnTo>
                  <a:lnTo>
                    <a:pt x="38100" y="848868"/>
                  </a:lnTo>
                  <a:lnTo>
                    <a:pt x="19050" y="829818"/>
                  </a:lnTo>
                  <a:lnTo>
                    <a:pt x="0" y="867918"/>
                  </a:lnTo>
                  <a:close/>
                </a:path>
                <a:path w="6086855" h="867918">
                  <a:moveTo>
                    <a:pt x="6048756" y="848868"/>
                  </a:moveTo>
                  <a:lnTo>
                    <a:pt x="6048755" y="829817"/>
                  </a:lnTo>
                  <a:lnTo>
                    <a:pt x="38099" y="829817"/>
                  </a:lnTo>
                  <a:lnTo>
                    <a:pt x="38100" y="38100"/>
                  </a:lnTo>
                  <a:lnTo>
                    <a:pt x="19050" y="38100"/>
                  </a:lnTo>
                  <a:lnTo>
                    <a:pt x="0" y="867918"/>
                  </a:lnTo>
                  <a:lnTo>
                    <a:pt x="19050" y="829818"/>
                  </a:lnTo>
                  <a:lnTo>
                    <a:pt x="38100" y="848868"/>
                  </a:lnTo>
                  <a:lnTo>
                    <a:pt x="6048756" y="848868"/>
                  </a:lnTo>
                  <a:close/>
                </a:path>
              </a:pathLst>
            </a:custGeom>
            <a:solidFill>
              <a:srgbClr val="000000"/>
            </a:solidFill>
          </p:spPr>
          <p:txBody>
            <a:bodyPr wrap="square" lIns="0" tIns="0" rIns="0" bIns="0" rtlCol="0">
              <a:noAutofit/>
            </a:bodyPr>
            <a:lstStyle/>
            <a:p>
              <a:endParaRPr sz="2800" u="none">
                <a:latin typeface="+mn-lt"/>
              </a:endParaRPr>
            </a:p>
          </p:txBody>
        </p:sp>
        <p:sp>
          <p:nvSpPr>
            <p:cNvPr id="41" name="object 27">
              <a:extLst>
                <a:ext uri="{FF2B5EF4-FFF2-40B4-BE49-F238E27FC236}">
                  <a16:creationId xmlns:a16="http://schemas.microsoft.com/office/drawing/2014/main" id="{26B60E7E-9686-455C-90F4-F2A2793FA750}"/>
                </a:ext>
              </a:extLst>
            </p:cNvPr>
            <p:cNvSpPr/>
            <p:nvPr/>
          </p:nvSpPr>
          <p:spPr>
            <a:xfrm>
              <a:off x="8263763" y="3477005"/>
              <a:ext cx="422148" cy="1039368"/>
            </a:xfrm>
            <a:custGeom>
              <a:avLst/>
              <a:gdLst/>
              <a:ahLst/>
              <a:cxnLst/>
              <a:rect l="l" t="t" r="r" b="b"/>
              <a:pathLst>
                <a:path w="422148" h="1039367">
                  <a:moveTo>
                    <a:pt x="416052" y="986790"/>
                  </a:moveTo>
                  <a:lnTo>
                    <a:pt x="422148" y="980694"/>
                  </a:lnTo>
                  <a:lnTo>
                    <a:pt x="422148" y="973074"/>
                  </a:lnTo>
                  <a:lnTo>
                    <a:pt x="407670" y="958596"/>
                  </a:lnTo>
                  <a:lnTo>
                    <a:pt x="407670" y="28193"/>
                  </a:lnTo>
                  <a:lnTo>
                    <a:pt x="393192" y="13715"/>
                  </a:lnTo>
                  <a:lnTo>
                    <a:pt x="422148" y="6095"/>
                  </a:lnTo>
                  <a:lnTo>
                    <a:pt x="416052" y="0"/>
                  </a:lnTo>
                  <a:lnTo>
                    <a:pt x="0" y="0"/>
                  </a:lnTo>
                  <a:lnTo>
                    <a:pt x="0" y="28194"/>
                  </a:lnTo>
                  <a:lnTo>
                    <a:pt x="393192" y="28193"/>
                  </a:lnTo>
                  <a:lnTo>
                    <a:pt x="393192" y="973074"/>
                  </a:lnTo>
                  <a:lnTo>
                    <a:pt x="259525" y="986790"/>
                  </a:lnTo>
                  <a:lnTo>
                    <a:pt x="416052" y="986790"/>
                  </a:lnTo>
                  <a:close/>
                </a:path>
                <a:path w="422148" h="1039367">
                  <a:moveTo>
                    <a:pt x="207264" y="958596"/>
                  </a:moveTo>
                  <a:lnTo>
                    <a:pt x="260142" y="958595"/>
                  </a:lnTo>
                  <a:lnTo>
                    <a:pt x="300228" y="934974"/>
                  </a:lnTo>
                  <a:lnTo>
                    <a:pt x="307086" y="931163"/>
                  </a:lnTo>
                  <a:lnTo>
                    <a:pt x="309372" y="922782"/>
                  </a:lnTo>
                  <a:lnTo>
                    <a:pt x="305562" y="915924"/>
                  </a:lnTo>
                  <a:lnTo>
                    <a:pt x="301752" y="909066"/>
                  </a:lnTo>
                  <a:lnTo>
                    <a:pt x="292608" y="906780"/>
                  </a:lnTo>
                  <a:lnTo>
                    <a:pt x="285750" y="910590"/>
                  </a:lnTo>
                  <a:lnTo>
                    <a:pt x="179070" y="973074"/>
                  </a:lnTo>
                  <a:lnTo>
                    <a:pt x="285750" y="1035558"/>
                  </a:lnTo>
                  <a:lnTo>
                    <a:pt x="207264" y="986790"/>
                  </a:lnTo>
                  <a:lnTo>
                    <a:pt x="214884" y="960882"/>
                  </a:lnTo>
                  <a:lnTo>
                    <a:pt x="260142" y="958595"/>
                  </a:lnTo>
                  <a:lnTo>
                    <a:pt x="207264" y="958596"/>
                  </a:lnTo>
                  <a:close/>
                </a:path>
                <a:path w="422148" h="1039367">
                  <a:moveTo>
                    <a:pt x="422148" y="6095"/>
                  </a:moveTo>
                  <a:lnTo>
                    <a:pt x="393192" y="13715"/>
                  </a:lnTo>
                  <a:lnTo>
                    <a:pt x="407670" y="28193"/>
                  </a:lnTo>
                  <a:lnTo>
                    <a:pt x="407670" y="958596"/>
                  </a:lnTo>
                  <a:lnTo>
                    <a:pt x="422148" y="973074"/>
                  </a:lnTo>
                  <a:lnTo>
                    <a:pt x="422148" y="6095"/>
                  </a:lnTo>
                  <a:close/>
                </a:path>
                <a:path w="422148" h="1039367">
                  <a:moveTo>
                    <a:pt x="307086" y="1014222"/>
                  </a:moveTo>
                  <a:lnTo>
                    <a:pt x="300228" y="1010412"/>
                  </a:lnTo>
                  <a:lnTo>
                    <a:pt x="259525" y="986790"/>
                  </a:lnTo>
                  <a:lnTo>
                    <a:pt x="214884" y="985266"/>
                  </a:lnTo>
                  <a:lnTo>
                    <a:pt x="235731" y="972980"/>
                  </a:lnTo>
                  <a:lnTo>
                    <a:pt x="393191" y="958595"/>
                  </a:lnTo>
                  <a:lnTo>
                    <a:pt x="260142" y="958595"/>
                  </a:lnTo>
                  <a:lnTo>
                    <a:pt x="214884" y="960882"/>
                  </a:lnTo>
                  <a:lnTo>
                    <a:pt x="207264" y="986790"/>
                  </a:lnTo>
                  <a:lnTo>
                    <a:pt x="285750" y="1035558"/>
                  </a:lnTo>
                  <a:lnTo>
                    <a:pt x="292608" y="1039368"/>
                  </a:lnTo>
                  <a:lnTo>
                    <a:pt x="301752" y="1037082"/>
                  </a:lnTo>
                  <a:lnTo>
                    <a:pt x="305562" y="1030224"/>
                  </a:lnTo>
                  <a:lnTo>
                    <a:pt x="309372" y="1023366"/>
                  </a:lnTo>
                  <a:lnTo>
                    <a:pt x="307086" y="1014222"/>
                  </a:lnTo>
                  <a:close/>
                </a:path>
                <a:path w="422148" h="1039367">
                  <a:moveTo>
                    <a:pt x="235731" y="972980"/>
                  </a:moveTo>
                  <a:lnTo>
                    <a:pt x="214884" y="985266"/>
                  </a:lnTo>
                  <a:lnTo>
                    <a:pt x="259525" y="986790"/>
                  </a:lnTo>
                  <a:lnTo>
                    <a:pt x="393192" y="973074"/>
                  </a:lnTo>
                  <a:lnTo>
                    <a:pt x="393191" y="958595"/>
                  </a:lnTo>
                  <a:lnTo>
                    <a:pt x="235731" y="972980"/>
                  </a:lnTo>
                  <a:close/>
                </a:path>
              </a:pathLst>
            </a:custGeom>
            <a:solidFill>
              <a:srgbClr val="000000"/>
            </a:solidFill>
          </p:spPr>
          <p:txBody>
            <a:bodyPr wrap="square" lIns="0" tIns="0" rIns="0" bIns="0" rtlCol="0">
              <a:noAutofit/>
            </a:bodyPr>
            <a:lstStyle/>
            <a:p>
              <a:endParaRPr sz="2800" u="none">
                <a:latin typeface="+mn-lt"/>
              </a:endParaRPr>
            </a:p>
          </p:txBody>
        </p:sp>
        <p:sp>
          <p:nvSpPr>
            <p:cNvPr id="42" name="object 28">
              <a:extLst>
                <a:ext uri="{FF2B5EF4-FFF2-40B4-BE49-F238E27FC236}">
                  <a16:creationId xmlns:a16="http://schemas.microsoft.com/office/drawing/2014/main" id="{9A81FECE-BC3E-4DD1-B527-2D4CB354C5EC}"/>
                </a:ext>
              </a:extLst>
            </p:cNvPr>
            <p:cNvSpPr/>
            <p:nvPr/>
          </p:nvSpPr>
          <p:spPr>
            <a:xfrm>
              <a:off x="2151773" y="3484626"/>
              <a:ext cx="451866" cy="1031747"/>
            </a:xfrm>
            <a:custGeom>
              <a:avLst/>
              <a:gdLst/>
              <a:ahLst/>
              <a:cxnLst/>
              <a:rect l="l" t="t" r="r" b="b"/>
              <a:pathLst>
                <a:path w="451865" h="1031748">
                  <a:moveTo>
                    <a:pt x="451865" y="28956"/>
                  </a:moveTo>
                  <a:lnTo>
                    <a:pt x="451865" y="0"/>
                  </a:lnTo>
                  <a:lnTo>
                    <a:pt x="6095" y="0"/>
                  </a:lnTo>
                  <a:lnTo>
                    <a:pt x="0" y="6096"/>
                  </a:lnTo>
                  <a:lnTo>
                    <a:pt x="28193" y="14478"/>
                  </a:lnTo>
                  <a:lnTo>
                    <a:pt x="28193" y="28956"/>
                  </a:lnTo>
                  <a:lnTo>
                    <a:pt x="451865" y="28956"/>
                  </a:lnTo>
                  <a:close/>
                </a:path>
                <a:path w="451865" h="1031748">
                  <a:moveTo>
                    <a:pt x="114299" y="923544"/>
                  </a:moveTo>
                  <a:lnTo>
                    <a:pt x="121157" y="927354"/>
                  </a:lnTo>
                  <a:lnTo>
                    <a:pt x="161601" y="950975"/>
                  </a:lnTo>
                  <a:lnTo>
                    <a:pt x="14477" y="950976"/>
                  </a:lnTo>
                  <a:lnTo>
                    <a:pt x="28193" y="28956"/>
                  </a:lnTo>
                  <a:lnTo>
                    <a:pt x="28193" y="14478"/>
                  </a:lnTo>
                  <a:lnTo>
                    <a:pt x="0" y="6096"/>
                  </a:lnTo>
                  <a:lnTo>
                    <a:pt x="0" y="14478"/>
                  </a:lnTo>
                  <a:lnTo>
                    <a:pt x="14477" y="28956"/>
                  </a:lnTo>
                  <a:lnTo>
                    <a:pt x="0" y="965454"/>
                  </a:lnTo>
                  <a:lnTo>
                    <a:pt x="0" y="973074"/>
                  </a:lnTo>
                  <a:lnTo>
                    <a:pt x="28193" y="965454"/>
                  </a:lnTo>
                  <a:lnTo>
                    <a:pt x="186230" y="965360"/>
                  </a:lnTo>
                  <a:lnTo>
                    <a:pt x="162223" y="979170"/>
                  </a:lnTo>
                  <a:lnTo>
                    <a:pt x="121157" y="1002791"/>
                  </a:lnTo>
                  <a:lnTo>
                    <a:pt x="114299" y="1006602"/>
                  </a:lnTo>
                  <a:lnTo>
                    <a:pt x="112013" y="1015746"/>
                  </a:lnTo>
                  <a:lnTo>
                    <a:pt x="116585" y="1022604"/>
                  </a:lnTo>
                  <a:lnTo>
                    <a:pt x="120395" y="1029462"/>
                  </a:lnTo>
                  <a:lnTo>
                    <a:pt x="128777" y="1031747"/>
                  </a:lnTo>
                  <a:lnTo>
                    <a:pt x="135635" y="1027938"/>
                  </a:lnTo>
                  <a:lnTo>
                    <a:pt x="214121" y="979169"/>
                  </a:lnTo>
                  <a:lnTo>
                    <a:pt x="207263" y="977646"/>
                  </a:lnTo>
                  <a:lnTo>
                    <a:pt x="207263" y="953262"/>
                  </a:lnTo>
                  <a:lnTo>
                    <a:pt x="214121" y="950976"/>
                  </a:lnTo>
                  <a:lnTo>
                    <a:pt x="135635" y="902969"/>
                  </a:lnTo>
                  <a:lnTo>
                    <a:pt x="128777" y="899160"/>
                  </a:lnTo>
                  <a:lnTo>
                    <a:pt x="120395" y="901446"/>
                  </a:lnTo>
                  <a:lnTo>
                    <a:pt x="116585" y="908304"/>
                  </a:lnTo>
                  <a:lnTo>
                    <a:pt x="112013" y="915162"/>
                  </a:lnTo>
                  <a:lnTo>
                    <a:pt x="114299" y="923544"/>
                  </a:lnTo>
                  <a:close/>
                </a:path>
                <a:path w="451865" h="1031748">
                  <a:moveTo>
                    <a:pt x="214121" y="979169"/>
                  </a:moveTo>
                  <a:lnTo>
                    <a:pt x="135635" y="1027938"/>
                  </a:lnTo>
                  <a:lnTo>
                    <a:pt x="243077" y="965454"/>
                  </a:lnTo>
                  <a:lnTo>
                    <a:pt x="135635" y="902969"/>
                  </a:lnTo>
                  <a:lnTo>
                    <a:pt x="214121" y="950976"/>
                  </a:lnTo>
                  <a:lnTo>
                    <a:pt x="207263" y="953262"/>
                  </a:lnTo>
                  <a:lnTo>
                    <a:pt x="207263" y="977646"/>
                  </a:lnTo>
                  <a:lnTo>
                    <a:pt x="214121" y="979169"/>
                  </a:lnTo>
                  <a:close/>
                </a:path>
                <a:path w="451865" h="1031748">
                  <a:moveTo>
                    <a:pt x="162223" y="979170"/>
                  </a:moveTo>
                  <a:lnTo>
                    <a:pt x="186230" y="965360"/>
                  </a:lnTo>
                  <a:lnTo>
                    <a:pt x="28193" y="965454"/>
                  </a:lnTo>
                  <a:lnTo>
                    <a:pt x="0" y="973074"/>
                  </a:lnTo>
                  <a:lnTo>
                    <a:pt x="6095" y="979169"/>
                  </a:lnTo>
                  <a:lnTo>
                    <a:pt x="162223" y="979170"/>
                  </a:lnTo>
                  <a:close/>
                </a:path>
                <a:path w="451865" h="1031748">
                  <a:moveTo>
                    <a:pt x="14477" y="28956"/>
                  </a:moveTo>
                  <a:lnTo>
                    <a:pt x="0" y="14478"/>
                  </a:lnTo>
                  <a:lnTo>
                    <a:pt x="0" y="965454"/>
                  </a:lnTo>
                  <a:lnTo>
                    <a:pt x="14477" y="28956"/>
                  </a:lnTo>
                  <a:close/>
                </a:path>
                <a:path w="451865" h="1031748">
                  <a:moveTo>
                    <a:pt x="28193" y="950976"/>
                  </a:moveTo>
                  <a:lnTo>
                    <a:pt x="28193" y="28956"/>
                  </a:lnTo>
                  <a:lnTo>
                    <a:pt x="14477" y="950976"/>
                  </a:lnTo>
                  <a:lnTo>
                    <a:pt x="28193" y="950976"/>
                  </a:lnTo>
                  <a:close/>
                </a:path>
              </a:pathLst>
            </a:custGeom>
            <a:solidFill>
              <a:srgbClr val="000000"/>
            </a:solidFill>
          </p:spPr>
          <p:txBody>
            <a:bodyPr wrap="square" lIns="0" tIns="0" rIns="0" bIns="0" rtlCol="0">
              <a:noAutofit/>
            </a:bodyPr>
            <a:lstStyle/>
            <a:p>
              <a:endParaRPr sz="2800" u="none">
                <a:latin typeface="+mn-lt"/>
              </a:endParaRPr>
            </a:p>
          </p:txBody>
        </p:sp>
        <p:sp>
          <p:nvSpPr>
            <p:cNvPr id="44" name="object 9">
              <a:extLst>
                <a:ext uri="{FF2B5EF4-FFF2-40B4-BE49-F238E27FC236}">
                  <a16:creationId xmlns:a16="http://schemas.microsoft.com/office/drawing/2014/main" id="{E9F10866-6EF6-43CC-A4C0-15D6EF2982CF}"/>
                </a:ext>
              </a:extLst>
            </p:cNvPr>
            <p:cNvSpPr txBox="1"/>
            <p:nvPr/>
          </p:nvSpPr>
          <p:spPr>
            <a:xfrm>
              <a:off x="5785176" y="3169411"/>
              <a:ext cx="2343261" cy="695960"/>
            </a:xfrm>
            <a:prstGeom prst="rect">
              <a:avLst/>
            </a:prstGeom>
          </p:spPr>
          <p:txBody>
            <a:bodyPr wrap="square" lIns="0" tIns="0" rIns="0" bIns="0" rtlCol="0">
              <a:noAutofit/>
            </a:bodyPr>
            <a:lstStyle/>
            <a:p>
              <a:pPr marL="12700" marR="45720" algn="ctr">
                <a:lnSpc>
                  <a:spcPts val="2545"/>
                </a:lnSpc>
                <a:spcBef>
                  <a:spcPts val="127"/>
                </a:spcBef>
              </a:pPr>
              <a:r>
                <a:rPr lang="es-ES" sz="2800" u="none" spc="-79" baseline="3413" dirty="0">
                  <a:latin typeface="+mn-lt"/>
                  <a:cs typeface="Calibri"/>
                </a:rPr>
                <a:t>E</a:t>
              </a:r>
              <a:r>
                <a:rPr lang="es-ES" sz="2800" u="none" spc="0" baseline="3413" dirty="0">
                  <a:latin typeface="+mn-lt"/>
                  <a:cs typeface="Calibri"/>
                </a:rPr>
                <a:t>FI</a:t>
              </a:r>
              <a:r>
                <a:rPr lang="es-ES" sz="2800" u="none" spc="-19" baseline="3413" dirty="0">
                  <a:latin typeface="+mn-lt"/>
                  <a:cs typeface="Calibri"/>
                </a:rPr>
                <a:t>C</a:t>
              </a:r>
              <a:r>
                <a:rPr lang="es-ES" sz="2800" u="none" spc="0" baseline="3413" dirty="0">
                  <a:latin typeface="+mn-lt"/>
                  <a:cs typeface="Calibri"/>
                </a:rPr>
                <a:t>ACIA</a:t>
              </a:r>
              <a:r>
                <a:rPr sz="2800" u="none" spc="0" baseline="3413" dirty="0">
                  <a:latin typeface="+mn-lt"/>
                  <a:cs typeface="Calibri"/>
                </a:rPr>
                <a:t> (fines)</a:t>
              </a:r>
              <a:endParaRPr sz="2800" u="none" dirty="0">
                <a:latin typeface="+mn-lt"/>
                <a:cs typeface="Calibri"/>
              </a:endParaRPr>
            </a:p>
            <a:p>
              <a:pPr marL="12700" algn="ctr">
                <a:lnSpc>
                  <a:spcPts val="2880"/>
                </a:lnSpc>
                <a:spcBef>
                  <a:spcPts val="16"/>
                </a:spcBef>
              </a:pPr>
              <a:r>
                <a:rPr sz="2800" u="none" spc="0" baseline="1137" dirty="0">
                  <a:latin typeface="+mn-lt"/>
                  <a:cs typeface="Calibri"/>
                </a:rPr>
                <a:t>Log</a:t>
              </a:r>
              <a:r>
                <a:rPr sz="2800" u="none" spc="-39" baseline="1137" dirty="0">
                  <a:latin typeface="+mn-lt"/>
                  <a:cs typeface="Calibri"/>
                </a:rPr>
                <a:t>r</a:t>
              </a:r>
              <a:r>
                <a:rPr sz="2800" u="none" spc="0" baseline="1137" dirty="0">
                  <a:latin typeface="+mn-lt"/>
                  <a:cs typeface="Calibri"/>
                </a:rPr>
                <a:t>o</a:t>
              </a:r>
              <a:r>
                <a:rPr sz="2800" u="none" spc="-9" baseline="1137" dirty="0">
                  <a:latin typeface="+mn-lt"/>
                  <a:cs typeface="Calibri"/>
                </a:rPr>
                <a:t> </a:t>
              </a:r>
              <a:r>
                <a:rPr sz="2800" u="none" spc="0" baseline="1137" dirty="0">
                  <a:latin typeface="+mn-lt"/>
                  <a:cs typeface="Calibri"/>
                </a:rPr>
                <a:t>obj</a:t>
              </a:r>
              <a:r>
                <a:rPr sz="2800" u="none" spc="-14" baseline="1137" dirty="0">
                  <a:latin typeface="+mn-lt"/>
                  <a:cs typeface="Calibri"/>
                </a:rPr>
                <a:t>e</a:t>
              </a:r>
              <a:r>
                <a:rPr sz="2800" u="none" spc="0" baseline="1137" dirty="0">
                  <a:latin typeface="+mn-lt"/>
                  <a:cs typeface="Calibri"/>
                </a:rPr>
                <a:t>ti</a:t>
              </a:r>
              <a:r>
                <a:rPr sz="2800" u="none" spc="-19" baseline="1137" dirty="0">
                  <a:latin typeface="+mn-lt"/>
                  <a:cs typeface="Calibri"/>
                </a:rPr>
                <a:t>v</a:t>
              </a:r>
              <a:r>
                <a:rPr sz="2800" u="none" spc="0" baseline="1137" dirty="0">
                  <a:latin typeface="+mn-lt"/>
                  <a:cs typeface="Calibri"/>
                </a:rPr>
                <a:t>os</a:t>
              </a:r>
              <a:endParaRPr sz="2800" u="none" dirty="0">
                <a:latin typeface="+mn-lt"/>
                <a:cs typeface="Calibri"/>
              </a:endParaRPr>
            </a:p>
          </p:txBody>
        </p:sp>
        <p:sp>
          <p:nvSpPr>
            <p:cNvPr id="46" name="object 8">
              <a:extLst>
                <a:ext uri="{FF2B5EF4-FFF2-40B4-BE49-F238E27FC236}">
                  <a16:creationId xmlns:a16="http://schemas.microsoft.com/office/drawing/2014/main" id="{74B22C89-6E9F-44E5-B21E-683F50B7E9FB}"/>
                </a:ext>
              </a:extLst>
            </p:cNvPr>
            <p:cNvSpPr txBox="1"/>
            <p:nvPr/>
          </p:nvSpPr>
          <p:spPr>
            <a:xfrm>
              <a:off x="2655829" y="3154033"/>
              <a:ext cx="2686107" cy="695960"/>
            </a:xfrm>
            <a:prstGeom prst="rect">
              <a:avLst/>
            </a:prstGeom>
          </p:spPr>
          <p:txBody>
            <a:bodyPr wrap="square" lIns="0" tIns="0" rIns="0" bIns="0" rtlCol="0">
              <a:noAutofit/>
            </a:bodyPr>
            <a:lstStyle/>
            <a:p>
              <a:pPr marL="12700" algn="ctr">
                <a:lnSpc>
                  <a:spcPts val="2545"/>
                </a:lnSpc>
                <a:spcBef>
                  <a:spcPts val="127"/>
                </a:spcBef>
              </a:pPr>
              <a:r>
                <a:rPr sz="2800" u="none" spc="-79" baseline="3413" dirty="0">
                  <a:latin typeface="+mn-lt"/>
                  <a:cs typeface="Calibri"/>
                </a:rPr>
                <a:t>E</a:t>
              </a:r>
              <a:r>
                <a:rPr lang="es-ES" sz="2800" u="none" spc="0" baseline="3413" dirty="0">
                  <a:latin typeface="+mn-lt"/>
                  <a:cs typeface="Calibri"/>
                </a:rPr>
                <a:t>FICIENCIA</a:t>
              </a:r>
              <a:r>
                <a:rPr sz="2800" u="none" spc="9" baseline="3413" dirty="0">
                  <a:latin typeface="+mn-lt"/>
                  <a:cs typeface="Calibri"/>
                </a:rPr>
                <a:t> </a:t>
              </a:r>
              <a:r>
                <a:rPr sz="2800" u="none" spc="0" baseline="3413" dirty="0">
                  <a:latin typeface="+mn-lt"/>
                  <a:cs typeface="Calibri"/>
                </a:rPr>
                <a:t>(medios)</a:t>
              </a:r>
              <a:endParaRPr sz="2800" u="none" dirty="0">
                <a:latin typeface="+mn-lt"/>
                <a:cs typeface="Calibri"/>
              </a:endParaRPr>
            </a:p>
            <a:p>
              <a:pPr marL="12700" marR="45720" algn="ctr">
                <a:lnSpc>
                  <a:spcPts val="2880"/>
                </a:lnSpc>
                <a:spcBef>
                  <a:spcPts val="16"/>
                </a:spcBef>
              </a:pPr>
              <a:r>
                <a:rPr sz="2800" u="none" spc="0" baseline="1137" dirty="0">
                  <a:latin typeface="+mn-lt"/>
                  <a:cs typeface="Calibri"/>
                </a:rPr>
                <a:t>Uso</a:t>
              </a:r>
              <a:r>
                <a:rPr sz="2800" u="none" spc="-9" baseline="1137" dirty="0">
                  <a:latin typeface="+mn-lt"/>
                  <a:cs typeface="Calibri"/>
                </a:rPr>
                <a:t> </a:t>
              </a:r>
              <a:r>
                <a:rPr sz="2800" u="none" spc="-29" baseline="1137" dirty="0">
                  <a:latin typeface="+mn-lt"/>
                  <a:cs typeface="Calibri"/>
                </a:rPr>
                <a:t>r</a:t>
              </a:r>
              <a:r>
                <a:rPr sz="2800" u="none" spc="0" baseline="1137" dirty="0">
                  <a:latin typeface="+mn-lt"/>
                  <a:cs typeface="Calibri"/>
                </a:rPr>
                <a:t>ecu</a:t>
              </a:r>
              <a:r>
                <a:rPr sz="2800" u="none" spc="-44" baseline="1137" dirty="0">
                  <a:latin typeface="+mn-lt"/>
                  <a:cs typeface="Calibri"/>
                </a:rPr>
                <a:t>r</a:t>
              </a:r>
              <a:r>
                <a:rPr sz="2800" u="none" spc="0" baseline="1137" dirty="0">
                  <a:latin typeface="+mn-lt"/>
                  <a:cs typeface="Calibri"/>
                </a:rPr>
                <a:t>sos</a:t>
              </a:r>
              <a:endParaRPr sz="2800" u="none" dirty="0">
                <a:latin typeface="+mn-lt"/>
                <a:cs typeface="Calibri"/>
              </a:endParaRPr>
            </a:p>
          </p:txBody>
        </p:sp>
        <p:sp>
          <p:nvSpPr>
            <p:cNvPr id="48" name="object 7">
              <a:extLst>
                <a:ext uri="{FF2B5EF4-FFF2-40B4-BE49-F238E27FC236}">
                  <a16:creationId xmlns:a16="http://schemas.microsoft.com/office/drawing/2014/main" id="{333F2AD6-AE11-499B-9918-6FCCC121A3D6}"/>
                </a:ext>
              </a:extLst>
            </p:cNvPr>
            <p:cNvSpPr txBox="1"/>
            <p:nvPr/>
          </p:nvSpPr>
          <p:spPr>
            <a:xfrm>
              <a:off x="2472822" y="4126483"/>
              <a:ext cx="5771586" cy="695960"/>
            </a:xfrm>
            <a:prstGeom prst="rect">
              <a:avLst/>
            </a:prstGeom>
          </p:spPr>
          <p:txBody>
            <a:bodyPr wrap="square" lIns="0" tIns="0" rIns="0" bIns="0" rtlCol="0">
              <a:noAutofit/>
            </a:bodyPr>
            <a:lstStyle/>
            <a:p>
              <a:pPr marL="12700" algn="ctr">
                <a:lnSpc>
                  <a:spcPts val="2545"/>
                </a:lnSpc>
                <a:spcBef>
                  <a:spcPts val="127"/>
                </a:spcBef>
              </a:pPr>
              <a:r>
                <a:rPr lang="es-ES" sz="2800" u="none" spc="0" baseline="3413" dirty="0">
                  <a:latin typeface="+mn-lt"/>
                  <a:cs typeface="Calibri"/>
                </a:rPr>
                <a:t>Buena</a:t>
              </a:r>
              <a:r>
                <a:rPr lang="es-ES" sz="2800" u="none" spc="0" dirty="0">
                  <a:latin typeface="+mn-lt"/>
                  <a:cs typeface="Calibri"/>
                </a:rPr>
                <a:t> </a:t>
              </a:r>
              <a:r>
                <a:rPr lang="es-ES" sz="2800" u="none" baseline="3413" dirty="0">
                  <a:latin typeface="+mn-lt"/>
                  <a:cs typeface="Calibri"/>
                </a:rPr>
                <a:t>utilización</a:t>
              </a:r>
              <a:r>
                <a:rPr lang="es-ES" sz="2800" u="none" spc="0" dirty="0">
                  <a:latin typeface="+mn-lt"/>
                  <a:cs typeface="Calibri"/>
                </a:rPr>
                <a:t> </a:t>
              </a:r>
              <a:r>
                <a:rPr sz="2800" u="none" spc="0" baseline="3413" dirty="0">
                  <a:latin typeface="+mn-lt"/>
                  <a:cs typeface="Calibri"/>
                </a:rPr>
                <a:t>de </a:t>
              </a:r>
              <a:r>
                <a:rPr sz="2800" u="none" spc="-29" baseline="3413" dirty="0">
                  <a:latin typeface="+mn-lt"/>
                  <a:cs typeface="Calibri"/>
                </a:rPr>
                <a:t>r</a:t>
              </a:r>
              <a:r>
                <a:rPr sz="2800" u="none" spc="0" baseline="3413" dirty="0">
                  <a:latin typeface="+mn-lt"/>
                  <a:cs typeface="Calibri"/>
                </a:rPr>
                <a:t>ecu</a:t>
              </a:r>
              <a:r>
                <a:rPr sz="2800" u="none" spc="-44" baseline="3413" dirty="0">
                  <a:latin typeface="+mn-lt"/>
                  <a:cs typeface="Calibri"/>
                </a:rPr>
                <a:t>r</a:t>
              </a:r>
              <a:r>
                <a:rPr sz="2800" u="none" spc="0" baseline="3413" dirty="0">
                  <a:latin typeface="+mn-lt"/>
                  <a:cs typeface="Calibri"/>
                </a:rPr>
                <a:t>sos: </a:t>
              </a:r>
              <a:r>
                <a:rPr lang="es-ES" sz="2800" u="none" spc="0" baseline="3413" dirty="0">
                  <a:latin typeface="+mn-lt"/>
                  <a:cs typeface="Calibri"/>
                </a:rPr>
                <a:t>al</a:t>
              </a:r>
              <a:r>
                <a:rPr lang="es-ES" sz="2800" u="none" spc="-29" baseline="3413" dirty="0">
                  <a:latin typeface="+mn-lt"/>
                  <a:cs typeface="Calibri"/>
                </a:rPr>
                <a:t>t</a:t>
              </a:r>
              <a:r>
                <a:rPr lang="es-ES" sz="2800" u="none" spc="0" baseline="3413" dirty="0">
                  <a:latin typeface="+mn-lt"/>
                  <a:cs typeface="Calibri"/>
                </a:rPr>
                <a:t>a eficiencia</a:t>
              </a:r>
              <a:endParaRPr sz="2800" u="none" dirty="0">
                <a:latin typeface="+mn-lt"/>
                <a:cs typeface="Calibri"/>
              </a:endParaRPr>
            </a:p>
            <a:p>
              <a:pPr marL="12700" marR="45720" algn="ctr">
                <a:lnSpc>
                  <a:spcPts val="2880"/>
                </a:lnSpc>
                <a:spcBef>
                  <a:spcPts val="16"/>
                </a:spcBef>
              </a:pPr>
              <a:r>
                <a:rPr sz="2800" u="none" spc="0" baseline="1137" dirty="0">
                  <a:latin typeface="+mn-lt"/>
                  <a:cs typeface="Calibri"/>
                </a:rPr>
                <a:t>Log</a:t>
              </a:r>
              <a:r>
                <a:rPr sz="2800" u="none" spc="-39" baseline="1137" dirty="0">
                  <a:latin typeface="+mn-lt"/>
                  <a:cs typeface="Calibri"/>
                </a:rPr>
                <a:t>r</a:t>
              </a:r>
              <a:r>
                <a:rPr sz="2800" u="none" spc="0" baseline="1137" dirty="0">
                  <a:latin typeface="+mn-lt"/>
                  <a:cs typeface="Calibri"/>
                </a:rPr>
                <a:t>o</a:t>
              </a:r>
              <a:r>
                <a:rPr sz="2800" u="none" spc="-4" baseline="1137" dirty="0">
                  <a:latin typeface="+mn-lt"/>
                  <a:cs typeface="Calibri"/>
                </a:rPr>
                <a:t> </a:t>
              </a:r>
              <a:r>
                <a:rPr sz="2800" u="none" spc="0" baseline="1137" dirty="0">
                  <a:latin typeface="+mn-lt"/>
                  <a:cs typeface="Calibri"/>
                </a:rPr>
                <a:t>al</a:t>
              </a:r>
              <a:r>
                <a:rPr sz="2800" u="none" spc="-25" baseline="1137" dirty="0">
                  <a:latin typeface="+mn-lt"/>
                  <a:cs typeface="Calibri"/>
                </a:rPr>
                <a:t>t</a:t>
              </a:r>
              <a:r>
                <a:rPr sz="2800" u="none" spc="0" baseline="1137" dirty="0">
                  <a:latin typeface="+mn-lt"/>
                  <a:cs typeface="Calibri"/>
                </a:rPr>
                <a:t>o</a:t>
              </a:r>
              <a:r>
                <a:rPr sz="2800" u="none" spc="-14" baseline="1137" dirty="0">
                  <a:latin typeface="+mn-lt"/>
                  <a:cs typeface="Calibri"/>
                </a:rPr>
                <a:t> </a:t>
              </a:r>
              <a:r>
                <a:rPr sz="2800" u="none" spc="0" baseline="1137" dirty="0">
                  <a:latin typeface="+mn-lt"/>
                  <a:cs typeface="Calibri"/>
                </a:rPr>
                <a:t>obj</a:t>
              </a:r>
              <a:r>
                <a:rPr sz="2800" u="none" spc="-14" baseline="1137" dirty="0">
                  <a:latin typeface="+mn-lt"/>
                  <a:cs typeface="Calibri"/>
                </a:rPr>
                <a:t>e</a:t>
              </a:r>
              <a:r>
                <a:rPr sz="2800" u="none" spc="0" baseline="1137" dirty="0">
                  <a:latin typeface="+mn-lt"/>
                  <a:cs typeface="Calibri"/>
                </a:rPr>
                <a:t>ti</a:t>
              </a:r>
              <a:r>
                <a:rPr sz="2800" u="none" spc="-19" baseline="1137" dirty="0">
                  <a:latin typeface="+mn-lt"/>
                  <a:cs typeface="Calibri"/>
                </a:rPr>
                <a:t>v</a:t>
              </a:r>
              <a:r>
                <a:rPr sz="2800" u="none" spc="0" baseline="1137" dirty="0">
                  <a:latin typeface="+mn-lt"/>
                  <a:cs typeface="Calibri"/>
                </a:rPr>
                <a:t>os:</a:t>
              </a:r>
              <a:r>
                <a:rPr sz="2800" u="none" spc="-9" baseline="1137" dirty="0">
                  <a:latin typeface="+mn-lt"/>
                  <a:cs typeface="Calibri"/>
                </a:rPr>
                <a:t> </a:t>
              </a:r>
              <a:r>
                <a:rPr sz="2800" u="none" spc="0" baseline="1137" dirty="0">
                  <a:latin typeface="+mn-lt"/>
                  <a:cs typeface="Calibri"/>
                </a:rPr>
                <a:t>al</a:t>
              </a:r>
              <a:r>
                <a:rPr sz="2800" u="none" spc="-29" baseline="1137" dirty="0">
                  <a:latin typeface="+mn-lt"/>
                  <a:cs typeface="Calibri"/>
                </a:rPr>
                <a:t>t</a:t>
              </a:r>
              <a:r>
                <a:rPr sz="2800" u="none" spc="0" baseline="1137" dirty="0">
                  <a:latin typeface="+mn-lt"/>
                  <a:cs typeface="Calibri"/>
                </a:rPr>
                <a:t>a</a:t>
              </a:r>
              <a:r>
                <a:rPr sz="2800" u="none" spc="-9" baseline="1137" dirty="0">
                  <a:latin typeface="+mn-lt"/>
                  <a:cs typeface="Calibri"/>
                </a:rPr>
                <a:t> </a:t>
              </a:r>
              <a:r>
                <a:rPr sz="2800" u="none" spc="-25" baseline="1137" dirty="0">
                  <a:latin typeface="+mn-lt"/>
                  <a:cs typeface="Calibri"/>
                </a:rPr>
                <a:t>e</a:t>
              </a:r>
              <a:r>
                <a:rPr sz="2800" u="none" spc="0" baseline="1137" dirty="0">
                  <a:latin typeface="+mn-lt"/>
                  <a:cs typeface="Calibri"/>
                </a:rPr>
                <a:t>fi</a:t>
              </a:r>
              <a:r>
                <a:rPr sz="2800" u="none" spc="-19" baseline="1137" dirty="0">
                  <a:latin typeface="+mn-lt"/>
                  <a:cs typeface="Calibri"/>
                </a:rPr>
                <a:t>c</a:t>
              </a:r>
              <a:r>
                <a:rPr sz="2800" u="none" spc="0" baseline="1137" dirty="0">
                  <a:latin typeface="+mn-lt"/>
                  <a:cs typeface="Calibri"/>
                </a:rPr>
                <a:t>acia</a:t>
              </a:r>
              <a:endParaRPr sz="2800" u="none" dirty="0">
                <a:latin typeface="+mn-lt"/>
                <a:cs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3"/>
          <p:cNvSpPr>
            <a:spLocks noChangeArrowheads="1"/>
          </p:cNvSpPr>
          <p:nvPr/>
        </p:nvSpPr>
        <p:spPr bwMode="auto">
          <a:xfrm>
            <a:off x="250825" y="1268413"/>
            <a:ext cx="8353425" cy="504403"/>
          </a:xfrm>
          <a:prstGeom prst="rect">
            <a:avLst/>
          </a:prstGeom>
          <a:noFill/>
          <a:ln w="9525">
            <a:noFill/>
            <a:miter lim="800000"/>
            <a:headEnd/>
            <a:tailEnd/>
          </a:ln>
        </p:spPr>
        <p:txBody>
          <a:bodyPr/>
          <a:lstStyle/>
          <a:p>
            <a:pPr marL="800100" lvl="1" indent="-342900">
              <a:spcBef>
                <a:spcPct val="20000"/>
              </a:spcBef>
              <a:buFont typeface="+mj-lt"/>
              <a:buAutoNum type="alphaLcParenR"/>
            </a:pPr>
            <a:r>
              <a:rPr lang="es-ES" b="1" u="sng" dirty="0">
                <a:solidFill>
                  <a:srgbClr val="CC0000"/>
                </a:solidFill>
                <a:latin typeface="+mn-lt"/>
              </a:rPr>
              <a:t>Por nivel jerárquico</a:t>
            </a:r>
            <a:endParaRPr lang="es-ES" dirty="0">
              <a:latin typeface="+mn-lt"/>
            </a:endParaRPr>
          </a:p>
        </p:txBody>
      </p:sp>
      <p:sp>
        <p:nvSpPr>
          <p:cNvPr id="68731" name="Rectangle 123"/>
          <p:cNvSpPr>
            <a:spLocks noChangeArrowheads="1"/>
          </p:cNvSpPr>
          <p:nvPr/>
        </p:nvSpPr>
        <p:spPr bwMode="auto">
          <a:xfrm>
            <a:off x="282480" y="5877272"/>
            <a:ext cx="3789820" cy="369332"/>
          </a:xfrm>
          <a:prstGeom prst="rect">
            <a:avLst/>
          </a:prstGeom>
          <a:noFill/>
          <a:ln w="9525">
            <a:noFill/>
            <a:miter lim="800000"/>
            <a:headEnd/>
            <a:tailEnd/>
          </a:ln>
          <a:effectLst/>
        </p:spPr>
        <p:txBody>
          <a:bodyPr wrap="none">
            <a:spAutoFit/>
          </a:bodyPr>
          <a:lstStyle/>
          <a:p>
            <a:pPr marL="800100" lvl="1" indent="-342900">
              <a:spcBef>
                <a:spcPct val="20000"/>
              </a:spcBef>
              <a:buFont typeface="+mj-lt"/>
              <a:buAutoNum type="alphaLcParenR" startAt="2"/>
            </a:pPr>
            <a:r>
              <a:rPr lang="es-ES" b="1" u="sng" dirty="0">
                <a:solidFill>
                  <a:srgbClr val="CC0000"/>
                </a:solidFill>
                <a:latin typeface="+mn-lt"/>
              </a:rPr>
              <a:t>Por dimensión horizontal</a:t>
            </a:r>
            <a:r>
              <a:rPr lang="es-ES" b="1" dirty="0">
                <a:solidFill>
                  <a:srgbClr val="CC0000"/>
                </a:solidFill>
                <a:latin typeface="+mn-lt"/>
              </a:rPr>
              <a:t>:</a:t>
            </a:r>
            <a:endParaRPr lang="es-ES" dirty="0">
              <a:latin typeface="+mn-lt"/>
            </a:endParaRPr>
          </a:p>
        </p:txBody>
      </p:sp>
      <p:sp>
        <p:nvSpPr>
          <p:cNvPr id="7" name="6 Marcador de número de diapositiva"/>
          <p:cNvSpPr>
            <a:spLocks noGrp="1"/>
          </p:cNvSpPr>
          <p:nvPr>
            <p:ph type="sldNum" sz="quarter" idx="12"/>
          </p:nvPr>
        </p:nvSpPr>
        <p:spPr>
          <a:prstGeom prst="rect">
            <a:avLst/>
          </a:prstGeom>
        </p:spPr>
        <p:txBody>
          <a:bodyPr/>
          <a:lstStyle/>
          <a:p>
            <a:fld id="{3A50B82F-E44A-4FE6-8B99-53CD253DED7E}" type="slidenum">
              <a:rPr lang="es-ES" smtClean="0"/>
              <a:pPr/>
              <a:t>7</a:t>
            </a:fld>
            <a:endParaRPr lang="es-ES" dirty="0"/>
          </a:p>
        </p:txBody>
      </p:sp>
      <p:grpSp>
        <p:nvGrpSpPr>
          <p:cNvPr id="8" name="Group 24"/>
          <p:cNvGrpSpPr>
            <a:grpSpLocks/>
          </p:cNvGrpSpPr>
          <p:nvPr/>
        </p:nvGrpSpPr>
        <p:grpSpPr bwMode="auto">
          <a:xfrm>
            <a:off x="144016" y="1700808"/>
            <a:ext cx="4644008" cy="4032448"/>
            <a:chOff x="2496" y="720"/>
            <a:chExt cx="3168" cy="3312"/>
          </a:xfrm>
        </p:grpSpPr>
        <p:grpSp>
          <p:nvGrpSpPr>
            <p:cNvPr id="9" name="Group 12"/>
            <p:cNvGrpSpPr>
              <a:grpSpLocks/>
            </p:cNvGrpSpPr>
            <p:nvPr/>
          </p:nvGrpSpPr>
          <p:grpSpPr bwMode="auto">
            <a:xfrm>
              <a:off x="2496" y="720"/>
              <a:ext cx="3168" cy="3312"/>
              <a:chOff x="2304" y="1008"/>
              <a:chExt cx="3168" cy="2496"/>
            </a:xfrm>
          </p:grpSpPr>
          <p:sp>
            <p:nvSpPr>
              <p:cNvPr id="13" name="AutoShape 4"/>
              <p:cNvSpPr>
                <a:spLocks noChangeArrowheads="1"/>
              </p:cNvSpPr>
              <p:nvPr/>
            </p:nvSpPr>
            <p:spPr bwMode="auto">
              <a:xfrm>
                <a:off x="2304" y="1008"/>
                <a:ext cx="3168" cy="2496"/>
              </a:xfrm>
              <a:prstGeom prst="triangle">
                <a:avLst>
                  <a:gd name="adj" fmla="val 50000"/>
                </a:avLst>
              </a:prstGeom>
              <a:noFill/>
              <a:ln w="28575">
                <a:solidFill>
                  <a:srgbClr val="0000CC"/>
                </a:solidFill>
                <a:miter lim="800000"/>
                <a:headEnd/>
                <a:tailEnd/>
              </a:ln>
            </p:spPr>
            <p:txBody>
              <a:bodyPr wrap="none" anchor="ctr"/>
              <a:lstStyle/>
              <a:p>
                <a:pPr>
                  <a:spcBef>
                    <a:spcPct val="0"/>
                  </a:spcBef>
                  <a:defRPr/>
                </a:pPr>
                <a:endParaRPr lang="es-ES" sz="2400">
                  <a:solidFill>
                    <a:schemeClr val="tx1"/>
                  </a:solidFill>
                  <a:latin typeface="+mn-lt"/>
                </a:endParaRPr>
              </a:p>
            </p:txBody>
          </p:sp>
          <p:sp>
            <p:nvSpPr>
              <p:cNvPr id="14" name="Line 5"/>
              <p:cNvSpPr>
                <a:spLocks noChangeShapeType="1"/>
              </p:cNvSpPr>
              <p:nvPr/>
            </p:nvSpPr>
            <p:spPr bwMode="auto">
              <a:xfrm>
                <a:off x="3408" y="1728"/>
                <a:ext cx="912" cy="0"/>
              </a:xfrm>
              <a:prstGeom prst="line">
                <a:avLst/>
              </a:prstGeom>
              <a:noFill/>
              <a:ln w="28575">
                <a:solidFill>
                  <a:srgbClr val="0000CC"/>
                </a:solidFill>
                <a:round/>
                <a:headEnd/>
                <a:tailEnd/>
              </a:ln>
            </p:spPr>
            <p:txBody>
              <a:bodyPr/>
              <a:lstStyle/>
              <a:p>
                <a:pPr>
                  <a:defRPr/>
                </a:pPr>
                <a:endParaRPr lang="es-ES">
                  <a:solidFill>
                    <a:schemeClr val="tx1"/>
                  </a:solidFill>
                  <a:latin typeface="+mn-lt"/>
                </a:endParaRPr>
              </a:p>
            </p:txBody>
          </p:sp>
          <p:sp>
            <p:nvSpPr>
              <p:cNvPr id="15" name="Line 7"/>
              <p:cNvSpPr>
                <a:spLocks noChangeShapeType="1"/>
              </p:cNvSpPr>
              <p:nvPr/>
            </p:nvSpPr>
            <p:spPr bwMode="auto">
              <a:xfrm>
                <a:off x="2832" y="2640"/>
                <a:ext cx="2112" cy="0"/>
              </a:xfrm>
              <a:prstGeom prst="line">
                <a:avLst/>
              </a:prstGeom>
              <a:noFill/>
              <a:ln w="28575">
                <a:solidFill>
                  <a:srgbClr val="0000CC"/>
                </a:solidFill>
                <a:round/>
                <a:headEnd/>
                <a:tailEnd/>
              </a:ln>
            </p:spPr>
            <p:txBody>
              <a:bodyPr/>
              <a:lstStyle/>
              <a:p>
                <a:pPr>
                  <a:defRPr/>
                </a:pPr>
                <a:endParaRPr lang="es-ES">
                  <a:solidFill>
                    <a:schemeClr val="tx1"/>
                  </a:solidFill>
                  <a:latin typeface="+mn-lt"/>
                </a:endParaRPr>
              </a:p>
            </p:txBody>
          </p:sp>
        </p:grpSp>
        <p:sp>
          <p:nvSpPr>
            <p:cNvPr id="10" name="Text Box 21"/>
            <p:cNvSpPr txBox="1">
              <a:spLocks noChangeArrowheads="1"/>
            </p:cNvSpPr>
            <p:nvPr/>
          </p:nvSpPr>
          <p:spPr bwMode="auto">
            <a:xfrm>
              <a:off x="3514" y="1051"/>
              <a:ext cx="1167" cy="556"/>
            </a:xfrm>
            <a:prstGeom prst="rect">
              <a:avLst/>
            </a:prstGeom>
            <a:noFill/>
            <a:ln w="9525">
              <a:noFill/>
              <a:miter lim="800000"/>
              <a:headEnd/>
              <a:tailEnd/>
            </a:ln>
          </p:spPr>
          <p:txBody>
            <a:bodyPr wrap="square">
              <a:spAutoFit/>
            </a:bodyPr>
            <a:lstStyle/>
            <a:p>
              <a:pPr algn="ctr">
                <a:defRPr/>
              </a:pPr>
              <a:r>
                <a:rPr lang="es-ES" sz="1900" b="1" dirty="0">
                  <a:solidFill>
                    <a:srgbClr val="FF0000"/>
                  </a:solidFill>
                  <a:latin typeface="+mn-lt"/>
                </a:rPr>
                <a:t>Alta Dirección</a:t>
              </a:r>
            </a:p>
          </p:txBody>
        </p:sp>
        <p:sp>
          <p:nvSpPr>
            <p:cNvPr id="11" name="Text Box 22"/>
            <p:cNvSpPr txBox="1">
              <a:spLocks noChangeArrowheads="1"/>
            </p:cNvSpPr>
            <p:nvPr/>
          </p:nvSpPr>
          <p:spPr bwMode="auto">
            <a:xfrm>
              <a:off x="3312" y="2016"/>
              <a:ext cx="1536" cy="796"/>
            </a:xfrm>
            <a:prstGeom prst="rect">
              <a:avLst/>
            </a:prstGeom>
            <a:noFill/>
            <a:ln w="9525">
              <a:noFill/>
              <a:miter lim="800000"/>
              <a:headEnd/>
              <a:tailEnd/>
            </a:ln>
          </p:spPr>
          <p:txBody>
            <a:bodyPr>
              <a:spAutoFit/>
            </a:bodyPr>
            <a:lstStyle/>
            <a:p>
              <a:pPr algn="ctr">
                <a:defRPr/>
              </a:pPr>
              <a:r>
                <a:rPr lang="es-ES" sz="1900" b="1" dirty="0">
                  <a:solidFill>
                    <a:schemeClr val="bg1">
                      <a:lumMod val="50000"/>
                    </a:schemeClr>
                  </a:solidFill>
                  <a:latin typeface="+mn-lt"/>
                </a:rPr>
                <a:t>Directivos de nivel medio. Dirección intermedia</a:t>
              </a:r>
            </a:p>
          </p:txBody>
        </p:sp>
        <p:sp>
          <p:nvSpPr>
            <p:cNvPr id="12" name="Text Box 23"/>
            <p:cNvSpPr txBox="1">
              <a:spLocks noChangeArrowheads="1"/>
            </p:cNvSpPr>
            <p:nvPr/>
          </p:nvSpPr>
          <p:spPr bwMode="auto">
            <a:xfrm>
              <a:off x="3264" y="3072"/>
              <a:ext cx="1536" cy="796"/>
            </a:xfrm>
            <a:prstGeom prst="rect">
              <a:avLst/>
            </a:prstGeom>
            <a:noFill/>
            <a:ln w="9525">
              <a:noFill/>
              <a:miter lim="800000"/>
              <a:headEnd/>
              <a:tailEnd/>
            </a:ln>
          </p:spPr>
          <p:txBody>
            <a:bodyPr>
              <a:spAutoFit/>
            </a:bodyPr>
            <a:lstStyle/>
            <a:p>
              <a:pPr algn="ctr">
                <a:defRPr/>
              </a:pPr>
              <a:r>
                <a:rPr lang="es-ES" sz="1900" b="1" dirty="0">
                  <a:solidFill>
                    <a:srgbClr val="7030A0"/>
                  </a:solidFill>
                  <a:latin typeface="+mn-lt"/>
                </a:rPr>
                <a:t>Supervisores de primera línea.</a:t>
              </a:r>
            </a:p>
            <a:p>
              <a:pPr algn="ctr">
                <a:defRPr/>
              </a:pPr>
              <a:r>
                <a:rPr lang="es-ES" sz="1900" b="1" dirty="0">
                  <a:solidFill>
                    <a:srgbClr val="7030A0"/>
                  </a:solidFill>
                </a:rPr>
                <a:t>Dirección operativa</a:t>
              </a:r>
              <a:endParaRPr lang="es-ES" sz="1900" b="1" dirty="0">
                <a:solidFill>
                  <a:srgbClr val="7030A0"/>
                </a:solidFill>
                <a:latin typeface="+mn-lt"/>
              </a:endParaRPr>
            </a:p>
          </p:txBody>
        </p:sp>
      </p:grpSp>
      <p:sp>
        <p:nvSpPr>
          <p:cNvPr id="19" name="18 CuadroTexto"/>
          <p:cNvSpPr txBox="1"/>
          <p:nvPr/>
        </p:nvSpPr>
        <p:spPr>
          <a:xfrm>
            <a:off x="561910" y="74129"/>
            <a:ext cx="7020780"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3200" dirty="0">
                <a:solidFill>
                  <a:schemeClr val="bg1"/>
                </a:solidFill>
              </a:rPr>
              <a:t>2.1.1. ¿</a:t>
            </a:r>
            <a:r>
              <a:rPr lang="en-US" sz="3200" dirty="0" err="1">
                <a:solidFill>
                  <a:schemeClr val="bg1"/>
                </a:solidFill>
              </a:rPr>
              <a:t>Qué</a:t>
            </a:r>
            <a:r>
              <a:rPr lang="en-US" sz="3200" dirty="0">
                <a:solidFill>
                  <a:schemeClr val="bg1"/>
                </a:solidFill>
              </a:rPr>
              <a:t> es un </a:t>
            </a:r>
            <a:r>
              <a:rPr lang="en-US" sz="3200" dirty="0" err="1">
                <a:solidFill>
                  <a:schemeClr val="bg1"/>
                </a:solidFill>
              </a:rPr>
              <a:t>directivo</a:t>
            </a:r>
            <a:r>
              <a:rPr lang="en-US" sz="3200" dirty="0">
                <a:solidFill>
                  <a:schemeClr val="bg1"/>
                </a:solidFill>
              </a:rPr>
              <a:t>?</a:t>
            </a:r>
            <a:endParaRPr lang="es-ES" sz="3200" dirty="0">
              <a:solidFill>
                <a:schemeClr val="bg1"/>
              </a:solidFill>
              <a:latin typeface="+mn-lt"/>
            </a:endParaRPr>
          </a:p>
        </p:txBody>
      </p:sp>
      <p:sp>
        <p:nvSpPr>
          <p:cNvPr id="21" name="Text Box 23"/>
          <p:cNvSpPr txBox="1">
            <a:spLocks noChangeArrowheads="1"/>
          </p:cNvSpPr>
          <p:nvPr/>
        </p:nvSpPr>
        <p:spPr bwMode="auto">
          <a:xfrm>
            <a:off x="3275856" y="2060848"/>
            <a:ext cx="5400600" cy="646331"/>
          </a:xfrm>
          <a:prstGeom prst="rect">
            <a:avLst/>
          </a:prstGeom>
          <a:noFill/>
          <a:ln w="28575">
            <a:noFill/>
            <a:miter lim="800000"/>
            <a:headEnd/>
            <a:tailEnd/>
          </a:ln>
        </p:spPr>
        <p:txBody>
          <a:bodyPr wrap="square">
            <a:spAutoFit/>
          </a:bodyPr>
          <a:lstStyle/>
          <a:p>
            <a:pPr algn="l">
              <a:spcBef>
                <a:spcPct val="20000"/>
              </a:spcBef>
              <a:buClr>
                <a:schemeClr val="tx1"/>
              </a:buClr>
              <a:buFont typeface="Wingdings" pitchFamily="2" charset="2"/>
              <a:buNone/>
              <a:defRPr/>
            </a:pPr>
            <a:r>
              <a:rPr lang="es-ES" dirty="0">
                <a:solidFill>
                  <a:srgbClr val="FF0000"/>
                </a:solidFill>
                <a:latin typeface="+mn-lt"/>
              </a:rPr>
              <a:t>Fijan objetivos y estrategias globales  a largo plazo</a:t>
            </a:r>
          </a:p>
        </p:txBody>
      </p:sp>
      <p:sp>
        <p:nvSpPr>
          <p:cNvPr id="25" name="Text Box 27"/>
          <p:cNvSpPr txBox="1">
            <a:spLocks noChangeArrowheads="1"/>
          </p:cNvSpPr>
          <p:nvPr/>
        </p:nvSpPr>
        <p:spPr bwMode="auto">
          <a:xfrm>
            <a:off x="3923928" y="3068960"/>
            <a:ext cx="4679950" cy="978729"/>
          </a:xfrm>
          <a:prstGeom prst="rect">
            <a:avLst/>
          </a:prstGeom>
          <a:noFill/>
          <a:ln w="28575">
            <a:noFill/>
            <a:miter lim="800000"/>
            <a:headEnd/>
            <a:tailEnd/>
          </a:ln>
        </p:spPr>
        <p:txBody>
          <a:bodyPr wrap="square">
            <a:spAutoFit/>
          </a:bodyPr>
          <a:lstStyle/>
          <a:p>
            <a:pPr algn="l">
              <a:spcBef>
                <a:spcPct val="20000"/>
              </a:spcBef>
              <a:buClr>
                <a:schemeClr val="tx1"/>
              </a:buClr>
              <a:buFont typeface="Wingdings" pitchFamily="2" charset="2"/>
              <a:buNone/>
              <a:defRPr/>
            </a:pPr>
            <a:r>
              <a:rPr lang="es-ES" dirty="0">
                <a:solidFill>
                  <a:schemeClr val="bg1">
                    <a:lumMod val="50000"/>
                  </a:schemeClr>
                </a:solidFill>
                <a:latin typeface="+mn-lt"/>
              </a:rPr>
              <a:t>Ponen en contacto a la AD y a los SPL</a:t>
            </a:r>
          </a:p>
          <a:p>
            <a:pPr algn="l">
              <a:spcBef>
                <a:spcPct val="20000"/>
              </a:spcBef>
              <a:buClr>
                <a:schemeClr val="tx1"/>
              </a:buClr>
              <a:buFont typeface="Wingdings" pitchFamily="2" charset="2"/>
              <a:buNone/>
              <a:defRPr/>
            </a:pPr>
            <a:r>
              <a:rPr lang="es-ES" dirty="0">
                <a:solidFill>
                  <a:schemeClr val="bg1">
                    <a:lumMod val="50000"/>
                  </a:schemeClr>
                </a:solidFill>
                <a:latin typeface="+mn-lt"/>
              </a:rPr>
              <a:t>Función principal: transmitir información hacia abajo y hacia arriba</a:t>
            </a:r>
          </a:p>
        </p:txBody>
      </p:sp>
      <p:sp>
        <p:nvSpPr>
          <p:cNvPr id="28" name="Text Box 30"/>
          <p:cNvSpPr txBox="1">
            <a:spLocks noChangeArrowheads="1"/>
          </p:cNvSpPr>
          <p:nvPr/>
        </p:nvSpPr>
        <p:spPr bwMode="auto">
          <a:xfrm>
            <a:off x="4716016" y="4509120"/>
            <a:ext cx="3844925" cy="923330"/>
          </a:xfrm>
          <a:prstGeom prst="rect">
            <a:avLst/>
          </a:prstGeom>
          <a:noFill/>
          <a:ln w="28575">
            <a:noFill/>
            <a:miter lim="800000"/>
            <a:headEnd/>
            <a:tailEnd/>
          </a:ln>
        </p:spPr>
        <p:txBody>
          <a:bodyPr>
            <a:spAutoFit/>
          </a:bodyPr>
          <a:lstStyle/>
          <a:p>
            <a:pPr algn="l">
              <a:spcBef>
                <a:spcPct val="20000"/>
              </a:spcBef>
              <a:buClr>
                <a:schemeClr val="tx1"/>
              </a:buClr>
              <a:buFont typeface="Wingdings" pitchFamily="2" charset="2"/>
              <a:buNone/>
              <a:defRPr/>
            </a:pPr>
            <a:r>
              <a:rPr lang="es-ES" dirty="0">
                <a:solidFill>
                  <a:srgbClr val="7030A0"/>
                </a:solidFill>
                <a:latin typeface="+mn-lt"/>
              </a:rPr>
              <a:t>Están en contacto directo con los trabajadores que realizan el proceso de producción</a:t>
            </a:r>
          </a:p>
        </p:txBody>
      </p:sp>
      <p:sp>
        <p:nvSpPr>
          <p:cNvPr id="20" name="Rectangle 123">
            <a:extLst>
              <a:ext uri="{FF2B5EF4-FFF2-40B4-BE49-F238E27FC236}">
                <a16:creationId xmlns:a16="http://schemas.microsoft.com/office/drawing/2014/main" id="{4ADBCBD9-744E-4BD9-A5CE-A08D29FACD61}"/>
              </a:ext>
            </a:extLst>
          </p:cNvPr>
          <p:cNvSpPr>
            <a:spLocks noChangeArrowheads="1"/>
          </p:cNvSpPr>
          <p:nvPr/>
        </p:nvSpPr>
        <p:spPr bwMode="auto">
          <a:xfrm>
            <a:off x="3463059" y="5885101"/>
            <a:ext cx="5610831" cy="369332"/>
          </a:xfrm>
          <a:prstGeom prst="rect">
            <a:avLst/>
          </a:prstGeom>
          <a:noFill/>
          <a:ln w="9525">
            <a:noFill/>
            <a:miter lim="800000"/>
            <a:headEnd/>
            <a:tailEnd/>
          </a:ln>
          <a:effectLst/>
        </p:spPr>
        <p:txBody>
          <a:bodyPr wrap="none">
            <a:spAutoFit/>
          </a:bodyPr>
          <a:lstStyle/>
          <a:p>
            <a:pPr lvl="1">
              <a:spcBef>
                <a:spcPct val="20000"/>
              </a:spcBef>
            </a:pPr>
            <a:r>
              <a:rPr lang="es-ES" dirty="0">
                <a:latin typeface="+mn-lt"/>
              </a:rPr>
              <a:t>directores generales / directores funcionales </a:t>
            </a:r>
          </a:p>
        </p:txBody>
      </p:sp>
      <p:sp>
        <p:nvSpPr>
          <p:cNvPr id="3" name="CuadroTexto 2">
            <a:extLst>
              <a:ext uri="{FF2B5EF4-FFF2-40B4-BE49-F238E27FC236}">
                <a16:creationId xmlns:a16="http://schemas.microsoft.com/office/drawing/2014/main" id="{BCD4F9EF-2898-4B6E-9E9B-0B79595B3DEF}"/>
              </a:ext>
            </a:extLst>
          </p:cNvPr>
          <p:cNvSpPr txBox="1"/>
          <p:nvPr/>
        </p:nvSpPr>
        <p:spPr>
          <a:xfrm>
            <a:off x="269178" y="772810"/>
            <a:ext cx="5022902" cy="523220"/>
          </a:xfrm>
          <a:prstGeom prst="rect">
            <a:avLst/>
          </a:prstGeom>
          <a:noFill/>
        </p:spPr>
        <p:txBody>
          <a:bodyPr wrap="square" rtlCol="0">
            <a:spAutoFit/>
          </a:bodyPr>
          <a:lstStyle/>
          <a:p>
            <a:r>
              <a:rPr lang="es-ES" sz="2800" dirty="0">
                <a:solidFill>
                  <a:schemeClr val="accent1">
                    <a:lumMod val="50000"/>
                  </a:schemeClr>
                </a:solidFill>
              </a:rPr>
              <a:t>Clasificación de los directivos</a:t>
            </a:r>
          </a:p>
        </p:txBody>
      </p:sp>
    </p:spTree>
    <p:extLst>
      <p:ext uri="{BB962C8B-B14F-4D97-AF65-F5344CB8AC3E}">
        <p14:creationId xmlns:p14="http://schemas.microsoft.com/office/powerpoint/2010/main" val="98453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5"/>
          <p:cNvSpPr>
            <a:spLocks noChangeArrowheads="1"/>
          </p:cNvSpPr>
          <p:nvPr/>
        </p:nvSpPr>
        <p:spPr bwMode="auto">
          <a:xfrm>
            <a:off x="2741584" y="4322361"/>
            <a:ext cx="6184671" cy="2031325"/>
          </a:xfrm>
          <a:prstGeom prst="rect">
            <a:avLst/>
          </a:prstGeom>
          <a:noFill/>
          <a:ln w="9525">
            <a:noFill/>
            <a:miter lim="800000"/>
            <a:headEnd/>
            <a:tailEnd/>
          </a:ln>
          <a:effectLst/>
        </p:spPr>
        <p:txBody>
          <a:bodyPr wrap="square">
            <a:spAutoFit/>
          </a:bodyPr>
          <a:lstStyle/>
          <a:p>
            <a:pPr lvl="7" algn="just"/>
            <a:endParaRPr lang="es-ES" b="1" u="none" dirty="0">
              <a:solidFill>
                <a:srgbClr val="990000"/>
              </a:solidFill>
              <a:latin typeface="+mn-lt"/>
            </a:endParaRPr>
          </a:p>
          <a:p>
            <a:pPr algn="just"/>
            <a:endParaRPr lang="es-ES" u="none" dirty="0">
              <a:latin typeface="+mn-lt"/>
              <a:sym typeface="Wingdings 3" pitchFamily="18" charset="2"/>
            </a:endParaRPr>
          </a:p>
          <a:p>
            <a:pPr algn="ctr"/>
            <a:r>
              <a:rPr lang="es-ES" b="1" u="none" dirty="0">
                <a:latin typeface="+mn-lt"/>
                <a:sym typeface="Wingdings 3" pitchFamily="18" charset="2"/>
              </a:rPr>
              <a:t>LA GESTIÓN ESTÁ VINCULADA Y SUBORDINADA A LA DIRECCIÓN</a:t>
            </a:r>
          </a:p>
          <a:p>
            <a:pPr algn="ctr"/>
            <a:endParaRPr lang="es-ES" b="1" u="none" dirty="0">
              <a:latin typeface="+mn-lt"/>
              <a:sym typeface="Wingdings 3" pitchFamily="18" charset="2"/>
            </a:endParaRPr>
          </a:p>
          <a:p>
            <a:pPr algn="ctr"/>
            <a:r>
              <a:rPr lang="es-ES" u="none" dirty="0">
                <a:solidFill>
                  <a:srgbClr val="990000"/>
                </a:solidFill>
                <a:latin typeface="+mn-lt"/>
                <a:sym typeface="Wingdings 3" pitchFamily="18" charset="2"/>
              </a:rPr>
              <a:t>La dirección orienta el comportamiento previo de la empresa mientras que la gestión interpreta esta orientación y la ejecuta.</a:t>
            </a:r>
          </a:p>
        </p:txBody>
      </p:sp>
      <p:sp>
        <p:nvSpPr>
          <p:cNvPr id="13" name="Título 12">
            <a:extLst>
              <a:ext uri="{FF2B5EF4-FFF2-40B4-BE49-F238E27FC236}">
                <a16:creationId xmlns:a16="http://schemas.microsoft.com/office/drawing/2014/main" id="{56E156D8-DB54-42F6-AE18-BCDFAFAB5E67}"/>
              </a:ext>
            </a:extLst>
          </p:cNvPr>
          <p:cNvSpPr>
            <a:spLocks noGrp="1"/>
          </p:cNvSpPr>
          <p:nvPr>
            <p:ph type="title"/>
          </p:nvPr>
        </p:nvSpPr>
        <p:spPr>
          <a:xfrm>
            <a:off x="-42782" y="1123838"/>
            <a:ext cx="2657661" cy="4601183"/>
          </a:xfrm>
        </p:spPr>
        <p:txBody>
          <a:bodyPr anchor="t"/>
          <a:lstStyle/>
          <a:p>
            <a:r>
              <a:rPr lang="es-ES_tradnl" dirty="0">
                <a:solidFill>
                  <a:schemeClr val="tx1"/>
                </a:solidFill>
              </a:rPr>
              <a:t>2.1.2. Administración: niveles de actuación</a:t>
            </a:r>
            <a:br>
              <a:rPr lang="es-ES" dirty="0"/>
            </a:br>
            <a:endParaRPr lang="es-ES" dirty="0"/>
          </a:p>
        </p:txBody>
      </p:sp>
      <p:sp>
        <p:nvSpPr>
          <p:cNvPr id="5" name="4 Marcador de número de diapositiva"/>
          <p:cNvSpPr>
            <a:spLocks noGrp="1"/>
          </p:cNvSpPr>
          <p:nvPr>
            <p:ph type="sldNum" sz="quarter" idx="12"/>
          </p:nvPr>
        </p:nvSpPr>
        <p:spPr>
          <a:prstGeom prst="rect">
            <a:avLst/>
          </a:prstGeom>
        </p:spPr>
        <p:txBody>
          <a:bodyPr/>
          <a:lstStyle/>
          <a:p>
            <a:fld id="{3A50B82F-E44A-4FE6-8B99-53CD253DED7E}" type="slidenum">
              <a:rPr lang="es-ES" smtClean="0"/>
              <a:pPr/>
              <a:t>8</a:t>
            </a:fld>
            <a:endParaRPr lang="es-ES" dirty="0"/>
          </a:p>
        </p:txBody>
      </p:sp>
      <p:grpSp>
        <p:nvGrpSpPr>
          <p:cNvPr id="7" name="Grupo 6">
            <a:extLst>
              <a:ext uri="{FF2B5EF4-FFF2-40B4-BE49-F238E27FC236}">
                <a16:creationId xmlns:a16="http://schemas.microsoft.com/office/drawing/2014/main" id="{E011AAC3-85EC-4935-A9D7-E77DFA4F5D66}"/>
              </a:ext>
            </a:extLst>
          </p:cNvPr>
          <p:cNvGrpSpPr/>
          <p:nvPr/>
        </p:nvGrpSpPr>
        <p:grpSpPr>
          <a:xfrm>
            <a:off x="0" y="3565549"/>
            <a:ext cx="2916832" cy="1828433"/>
            <a:chOff x="214066" y="2708026"/>
            <a:chExt cx="3168352" cy="1971559"/>
          </a:xfrm>
        </p:grpSpPr>
        <p:sp>
          <p:nvSpPr>
            <p:cNvPr id="8" name="object 22"/>
            <p:cNvSpPr/>
            <p:nvPr/>
          </p:nvSpPr>
          <p:spPr>
            <a:xfrm>
              <a:off x="214066" y="2735369"/>
              <a:ext cx="3168352" cy="1944216"/>
            </a:xfrm>
            <a:custGeom>
              <a:avLst/>
              <a:gdLst/>
              <a:ahLst/>
              <a:cxnLst/>
              <a:rect l="l" t="t" r="r" b="b"/>
              <a:pathLst>
                <a:path w="3990594" h="2189226">
                  <a:moveTo>
                    <a:pt x="28194" y="1094232"/>
                  </a:moveTo>
                  <a:lnTo>
                    <a:pt x="31241" y="1040130"/>
                  </a:lnTo>
                  <a:lnTo>
                    <a:pt x="38099" y="986790"/>
                  </a:lnTo>
                  <a:lnTo>
                    <a:pt x="54150" y="921881"/>
                  </a:lnTo>
                  <a:lnTo>
                    <a:pt x="76623" y="859605"/>
                  </a:lnTo>
                  <a:lnTo>
                    <a:pt x="104920" y="799996"/>
                  </a:lnTo>
                  <a:lnTo>
                    <a:pt x="138447" y="743088"/>
                  </a:lnTo>
                  <a:lnTo>
                    <a:pt x="176607" y="688914"/>
                  </a:lnTo>
                  <a:lnTo>
                    <a:pt x="218805" y="637509"/>
                  </a:lnTo>
                  <a:lnTo>
                    <a:pt x="264444" y="588906"/>
                  </a:lnTo>
                  <a:lnTo>
                    <a:pt x="312929" y="543138"/>
                  </a:lnTo>
                  <a:lnTo>
                    <a:pt x="363664" y="500241"/>
                  </a:lnTo>
                  <a:lnTo>
                    <a:pt x="416052" y="460248"/>
                  </a:lnTo>
                  <a:lnTo>
                    <a:pt x="474726" y="419862"/>
                  </a:lnTo>
                  <a:lnTo>
                    <a:pt x="536177" y="381194"/>
                  </a:lnTo>
                  <a:lnTo>
                    <a:pt x="599544" y="344794"/>
                  </a:lnTo>
                  <a:lnTo>
                    <a:pt x="664675" y="310621"/>
                  </a:lnTo>
                  <a:lnTo>
                    <a:pt x="731417" y="278632"/>
                  </a:lnTo>
                  <a:lnTo>
                    <a:pt x="799617" y="248787"/>
                  </a:lnTo>
                  <a:lnTo>
                    <a:pt x="869121" y="221045"/>
                  </a:lnTo>
                  <a:lnTo>
                    <a:pt x="939778" y="195366"/>
                  </a:lnTo>
                  <a:lnTo>
                    <a:pt x="1011433" y="171707"/>
                  </a:lnTo>
                  <a:lnTo>
                    <a:pt x="1083935" y="150028"/>
                  </a:lnTo>
                  <a:lnTo>
                    <a:pt x="1157130" y="130287"/>
                  </a:lnTo>
                  <a:lnTo>
                    <a:pt x="1230865" y="112444"/>
                  </a:lnTo>
                  <a:lnTo>
                    <a:pt x="1304988" y="96458"/>
                  </a:lnTo>
                  <a:lnTo>
                    <a:pt x="1379345" y="82288"/>
                  </a:lnTo>
                  <a:lnTo>
                    <a:pt x="1223536" y="84817"/>
                  </a:lnTo>
                  <a:lnTo>
                    <a:pt x="1152528" y="102015"/>
                  </a:lnTo>
                  <a:lnTo>
                    <a:pt x="1081949" y="120977"/>
                  </a:lnTo>
                  <a:lnTo>
                    <a:pt x="1011928" y="141740"/>
                  </a:lnTo>
                  <a:lnTo>
                    <a:pt x="942595" y="164343"/>
                  </a:lnTo>
                  <a:lnTo>
                    <a:pt x="874079" y="188826"/>
                  </a:lnTo>
                  <a:lnTo>
                    <a:pt x="806510" y="215226"/>
                  </a:lnTo>
                  <a:lnTo>
                    <a:pt x="740018" y="243582"/>
                  </a:lnTo>
                  <a:lnTo>
                    <a:pt x="674732" y="273933"/>
                  </a:lnTo>
                  <a:lnTo>
                    <a:pt x="610782" y="306317"/>
                  </a:lnTo>
                  <a:lnTo>
                    <a:pt x="548297" y="340772"/>
                  </a:lnTo>
                  <a:lnTo>
                    <a:pt x="487408" y="377337"/>
                  </a:lnTo>
                  <a:lnTo>
                    <a:pt x="428244" y="416052"/>
                  </a:lnTo>
                  <a:lnTo>
                    <a:pt x="399288" y="437388"/>
                  </a:lnTo>
                  <a:lnTo>
                    <a:pt x="371093" y="457962"/>
                  </a:lnTo>
                  <a:lnTo>
                    <a:pt x="320291" y="499113"/>
                  </a:lnTo>
                  <a:lnTo>
                    <a:pt x="271475" y="542624"/>
                  </a:lnTo>
                  <a:lnTo>
                    <a:pt x="225125" y="588549"/>
                  </a:lnTo>
                  <a:lnTo>
                    <a:pt x="181719" y="636944"/>
                  </a:lnTo>
                  <a:lnTo>
                    <a:pt x="141736" y="687862"/>
                  </a:lnTo>
                  <a:lnTo>
                    <a:pt x="105654" y="741358"/>
                  </a:lnTo>
                  <a:lnTo>
                    <a:pt x="73952" y="797487"/>
                  </a:lnTo>
                  <a:lnTo>
                    <a:pt x="47107" y="856303"/>
                  </a:lnTo>
                  <a:lnTo>
                    <a:pt x="25599" y="917862"/>
                  </a:lnTo>
                  <a:lnTo>
                    <a:pt x="9905" y="982218"/>
                  </a:lnTo>
                  <a:lnTo>
                    <a:pt x="2285" y="1038606"/>
                  </a:lnTo>
                  <a:lnTo>
                    <a:pt x="0" y="1094994"/>
                  </a:lnTo>
                  <a:lnTo>
                    <a:pt x="762" y="1123950"/>
                  </a:lnTo>
                  <a:lnTo>
                    <a:pt x="6096" y="1180338"/>
                  </a:lnTo>
                  <a:lnTo>
                    <a:pt x="16002" y="1235964"/>
                  </a:lnTo>
                  <a:lnTo>
                    <a:pt x="35642" y="1302960"/>
                  </a:lnTo>
                  <a:lnTo>
                    <a:pt x="61718" y="1367031"/>
                  </a:lnTo>
                  <a:lnTo>
                    <a:pt x="93622" y="1428174"/>
                  </a:lnTo>
                  <a:lnTo>
                    <a:pt x="130745" y="1486386"/>
                  </a:lnTo>
                  <a:lnTo>
                    <a:pt x="172478" y="1541664"/>
                  </a:lnTo>
                  <a:lnTo>
                    <a:pt x="218214" y="1594004"/>
                  </a:lnTo>
                  <a:lnTo>
                    <a:pt x="267343" y="1643405"/>
                  </a:lnTo>
                  <a:lnTo>
                    <a:pt x="319257" y="1689862"/>
                  </a:lnTo>
                  <a:lnTo>
                    <a:pt x="373347" y="1733373"/>
                  </a:lnTo>
                  <a:lnTo>
                    <a:pt x="429006" y="1773936"/>
                  </a:lnTo>
                  <a:lnTo>
                    <a:pt x="489966" y="1814322"/>
                  </a:lnTo>
                  <a:lnTo>
                    <a:pt x="556029" y="1853605"/>
                  </a:lnTo>
                  <a:lnTo>
                    <a:pt x="623950" y="1890462"/>
                  </a:lnTo>
                  <a:lnTo>
                    <a:pt x="693580" y="1924935"/>
                  </a:lnTo>
                  <a:lnTo>
                    <a:pt x="764771" y="1957070"/>
                  </a:lnTo>
                  <a:lnTo>
                    <a:pt x="837376" y="1986911"/>
                  </a:lnTo>
                  <a:lnTo>
                    <a:pt x="911246" y="2014501"/>
                  </a:lnTo>
                  <a:lnTo>
                    <a:pt x="986236" y="2039885"/>
                  </a:lnTo>
                  <a:lnTo>
                    <a:pt x="1062196" y="2063108"/>
                  </a:lnTo>
                  <a:lnTo>
                    <a:pt x="1138979" y="2084212"/>
                  </a:lnTo>
                  <a:lnTo>
                    <a:pt x="1216437" y="2103243"/>
                  </a:lnTo>
                  <a:lnTo>
                    <a:pt x="1294423" y="2120245"/>
                  </a:lnTo>
                  <a:lnTo>
                    <a:pt x="1372789" y="2135261"/>
                  </a:lnTo>
                  <a:lnTo>
                    <a:pt x="1451388" y="2148337"/>
                  </a:lnTo>
                  <a:lnTo>
                    <a:pt x="1530071" y="2159515"/>
                  </a:lnTo>
                  <a:lnTo>
                    <a:pt x="1608691" y="2168841"/>
                  </a:lnTo>
                  <a:lnTo>
                    <a:pt x="1687100" y="2176358"/>
                  </a:lnTo>
                  <a:lnTo>
                    <a:pt x="1765151" y="2182111"/>
                  </a:lnTo>
                  <a:lnTo>
                    <a:pt x="1842696" y="2186144"/>
                  </a:lnTo>
                  <a:lnTo>
                    <a:pt x="1919588" y="2188501"/>
                  </a:lnTo>
                  <a:lnTo>
                    <a:pt x="1995677" y="2189226"/>
                  </a:lnTo>
                  <a:lnTo>
                    <a:pt x="2097786" y="2187702"/>
                  </a:lnTo>
                  <a:lnTo>
                    <a:pt x="2199132" y="2183892"/>
                  </a:lnTo>
                  <a:lnTo>
                    <a:pt x="2298192" y="2177034"/>
                  </a:lnTo>
                  <a:lnTo>
                    <a:pt x="2396490" y="2167128"/>
                  </a:lnTo>
                  <a:lnTo>
                    <a:pt x="2459456" y="2159477"/>
                  </a:lnTo>
                  <a:lnTo>
                    <a:pt x="2523011" y="2150558"/>
                  </a:lnTo>
                  <a:lnTo>
                    <a:pt x="2587025" y="2140333"/>
                  </a:lnTo>
                  <a:lnTo>
                    <a:pt x="2651367" y="2128765"/>
                  </a:lnTo>
                  <a:lnTo>
                    <a:pt x="2715908" y="2115819"/>
                  </a:lnTo>
                  <a:lnTo>
                    <a:pt x="2780518" y="2101456"/>
                  </a:lnTo>
                  <a:lnTo>
                    <a:pt x="2845066" y="2085642"/>
                  </a:lnTo>
                  <a:lnTo>
                    <a:pt x="2909424" y="2068339"/>
                  </a:lnTo>
                  <a:lnTo>
                    <a:pt x="2973460" y="2049510"/>
                  </a:lnTo>
                  <a:lnTo>
                    <a:pt x="3037046" y="2029120"/>
                  </a:lnTo>
                  <a:lnTo>
                    <a:pt x="3100050" y="2007131"/>
                  </a:lnTo>
                  <a:lnTo>
                    <a:pt x="3162343" y="1983507"/>
                  </a:lnTo>
                  <a:lnTo>
                    <a:pt x="3223796" y="1958211"/>
                  </a:lnTo>
                  <a:lnTo>
                    <a:pt x="3284277" y="1931207"/>
                  </a:lnTo>
                  <a:lnTo>
                    <a:pt x="3343658" y="1902459"/>
                  </a:lnTo>
                  <a:lnTo>
                    <a:pt x="3401808" y="1871929"/>
                  </a:lnTo>
                  <a:lnTo>
                    <a:pt x="3458597" y="1839581"/>
                  </a:lnTo>
                  <a:lnTo>
                    <a:pt x="3513895" y="1805378"/>
                  </a:lnTo>
                  <a:lnTo>
                    <a:pt x="3567573" y="1769285"/>
                  </a:lnTo>
                  <a:lnTo>
                    <a:pt x="3619500" y="1731264"/>
                  </a:lnTo>
                  <a:lnTo>
                    <a:pt x="3673602" y="1687830"/>
                  </a:lnTo>
                  <a:lnTo>
                    <a:pt x="3720972" y="1645720"/>
                  </a:lnTo>
                  <a:lnTo>
                    <a:pt x="3766235" y="1600686"/>
                  </a:lnTo>
                  <a:lnTo>
                    <a:pt x="3808856" y="1552864"/>
                  </a:lnTo>
                  <a:lnTo>
                    <a:pt x="3848300" y="1502389"/>
                  </a:lnTo>
                  <a:lnTo>
                    <a:pt x="3884033" y="1449395"/>
                  </a:lnTo>
                  <a:lnTo>
                    <a:pt x="3915519" y="1394018"/>
                  </a:lnTo>
                  <a:lnTo>
                    <a:pt x="3942224" y="1336393"/>
                  </a:lnTo>
                  <a:lnTo>
                    <a:pt x="3963614" y="1276656"/>
                  </a:lnTo>
                  <a:lnTo>
                    <a:pt x="3979153" y="1214940"/>
                  </a:lnTo>
                  <a:lnTo>
                    <a:pt x="3988308" y="1151382"/>
                  </a:lnTo>
                  <a:lnTo>
                    <a:pt x="3990594" y="1094232"/>
                  </a:lnTo>
                  <a:lnTo>
                    <a:pt x="3989832" y="1066038"/>
                  </a:lnTo>
                  <a:lnTo>
                    <a:pt x="3984498" y="1009650"/>
                  </a:lnTo>
                  <a:lnTo>
                    <a:pt x="3973134" y="949356"/>
                  </a:lnTo>
                  <a:lnTo>
                    <a:pt x="3954843" y="886911"/>
                  </a:lnTo>
                  <a:lnTo>
                    <a:pt x="3930729" y="826852"/>
                  </a:lnTo>
                  <a:lnTo>
                    <a:pt x="3901340" y="769233"/>
                  </a:lnTo>
                  <a:lnTo>
                    <a:pt x="3867223" y="714109"/>
                  </a:lnTo>
                  <a:lnTo>
                    <a:pt x="3828923" y="661534"/>
                  </a:lnTo>
                  <a:lnTo>
                    <a:pt x="3786990" y="611564"/>
                  </a:lnTo>
                  <a:lnTo>
                    <a:pt x="3741969" y="564252"/>
                  </a:lnTo>
                  <a:lnTo>
                    <a:pt x="3694408" y="519653"/>
                  </a:lnTo>
                  <a:lnTo>
                    <a:pt x="3644853" y="477822"/>
                  </a:lnTo>
                  <a:lnTo>
                    <a:pt x="3591305" y="436626"/>
                  </a:lnTo>
                  <a:lnTo>
                    <a:pt x="3503189" y="377452"/>
                  </a:lnTo>
                  <a:lnTo>
                    <a:pt x="3442820" y="340961"/>
                  </a:lnTo>
                  <a:lnTo>
                    <a:pt x="3380639" y="306547"/>
                  </a:lnTo>
                  <a:lnTo>
                    <a:pt x="3316803" y="274173"/>
                  </a:lnTo>
                  <a:lnTo>
                    <a:pt x="3251467" y="243807"/>
                  </a:lnTo>
                  <a:lnTo>
                    <a:pt x="3184790" y="215415"/>
                  </a:lnTo>
                  <a:lnTo>
                    <a:pt x="3116928" y="188962"/>
                  </a:lnTo>
                  <a:lnTo>
                    <a:pt x="3048039" y="164415"/>
                  </a:lnTo>
                  <a:lnTo>
                    <a:pt x="2978279" y="141739"/>
                  </a:lnTo>
                  <a:lnTo>
                    <a:pt x="2907806" y="120900"/>
                  </a:lnTo>
                  <a:lnTo>
                    <a:pt x="2836776" y="101865"/>
                  </a:lnTo>
                  <a:lnTo>
                    <a:pt x="2765346" y="84600"/>
                  </a:lnTo>
                  <a:lnTo>
                    <a:pt x="2693674" y="69070"/>
                  </a:lnTo>
                  <a:lnTo>
                    <a:pt x="2621917" y="55241"/>
                  </a:lnTo>
                  <a:lnTo>
                    <a:pt x="2550231" y="43080"/>
                  </a:lnTo>
                  <a:lnTo>
                    <a:pt x="2478773" y="32552"/>
                  </a:lnTo>
                  <a:lnTo>
                    <a:pt x="2407701" y="23624"/>
                  </a:lnTo>
                  <a:lnTo>
                    <a:pt x="2337172" y="16261"/>
                  </a:lnTo>
                  <a:lnTo>
                    <a:pt x="2267343" y="10430"/>
                  </a:lnTo>
                  <a:lnTo>
                    <a:pt x="2198370" y="6096"/>
                  </a:lnTo>
                  <a:lnTo>
                    <a:pt x="2097786" y="1524"/>
                  </a:lnTo>
                  <a:lnTo>
                    <a:pt x="1994916" y="0"/>
                  </a:lnTo>
                  <a:lnTo>
                    <a:pt x="1892808" y="1524"/>
                  </a:lnTo>
                  <a:lnTo>
                    <a:pt x="1791462" y="6096"/>
                  </a:lnTo>
                  <a:lnTo>
                    <a:pt x="1721694" y="10573"/>
                  </a:lnTo>
                  <a:lnTo>
                    <a:pt x="1651317" y="16505"/>
                  </a:lnTo>
                  <a:lnTo>
                    <a:pt x="1580462" y="23931"/>
                  </a:lnTo>
                  <a:lnTo>
                    <a:pt x="1509257" y="32890"/>
                  </a:lnTo>
                  <a:lnTo>
                    <a:pt x="1995677" y="28956"/>
                  </a:lnTo>
                  <a:lnTo>
                    <a:pt x="2097024" y="30480"/>
                  </a:lnTo>
                  <a:lnTo>
                    <a:pt x="2197608" y="34290"/>
                  </a:lnTo>
                  <a:lnTo>
                    <a:pt x="2295906" y="41148"/>
                  </a:lnTo>
                  <a:lnTo>
                    <a:pt x="2361499" y="47323"/>
                  </a:lnTo>
                  <a:lnTo>
                    <a:pt x="2427697" y="54812"/>
                  </a:lnTo>
                  <a:lnTo>
                    <a:pt x="2494370" y="63656"/>
                  </a:lnTo>
                  <a:lnTo>
                    <a:pt x="2561388" y="73894"/>
                  </a:lnTo>
                  <a:lnTo>
                    <a:pt x="2628620" y="85567"/>
                  </a:lnTo>
                  <a:lnTo>
                    <a:pt x="2695937" y="98715"/>
                  </a:lnTo>
                  <a:lnTo>
                    <a:pt x="2763209" y="113378"/>
                  </a:lnTo>
                  <a:lnTo>
                    <a:pt x="2830306" y="129597"/>
                  </a:lnTo>
                  <a:lnTo>
                    <a:pt x="2897098" y="147412"/>
                  </a:lnTo>
                  <a:lnTo>
                    <a:pt x="2963456" y="166863"/>
                  </a:lnTo>
                  <a:lnTo>
                    <a:pt x="3029248" y="187991"/>
                  </a:lnTo>
                  <a:lnTo>
                    <a:pt x="3094347" y="210836"/>
                  </a:lnTo>
                  <a:lnTo>
                    <a:pt x="3158621" y="235439"/>
                  </a:lnTo>
                  <a:lnTo>
                    <a:pt x="3221940" y="261839"/>
                  </a:lnTo>
                  <a:lnTo>
                    <a:pt x="3284175" y="290077"/>
                  </a:lnTo>
                  <a:lnTo>
                    <a:pt x="3345197" y="320193"/>
                  </a:lnTo>
                  <a:lnTo>
                    <a:pt x="3404874" y="352228"/>
                  </a:lnTo>
                  <a:lnTo>
                    <a:pt x="3463077" y="386222"/>
                  </a:lnTo>
                  <a:lnTo>
                    <a:pt x="3519676" y="422215"/>
                  </a:lnTo>
                  <a:lnTo>
                    <a:pt x="3574541" y="460248"/>
                  </a:lnTo>
                  <a:lnTo>
                    <a:pt x="3629405" y="502158"/>
                  </a:lnTo>
                  <a:lnTo>
                    <a:pt x="3676432" y="541970"/>
                  </a:lnTo>
                  <a:lnTo>
                    <a:pt x="3721784" y="584584"/>
                  </a:lnTo>
                  <a:lnTo>
                    <a:pt x="3764896" y="629898"/>
                  </a:lnTo>
                  <a:lnTo>
                    <a:pt x="3805199" y="677812"/>
                  </a:lnTo>
                  <a:lnTo>
                    <a:pt x="3842127" y="728224"/>
                  </a:lnTo>
                  <a:lnTo>
                    <a:pt x="3875114" y="781033"/>
                  </a:lnTo>
                  <a:lnTo>
                    <a:pt x="3903592" y="836138"/>
                  </a:lnTo>
                  <a:lnTo>
                    <a:pt x="3926994" y="893439"/>
                  </a:lnTo>
                  <a:lnTo>
                    <a:pt x="3944753" y="952834"/>
                  </a:lnTo>
                  <a:lnTo>
                    <a:pt x="3956304" y="1014222"/>
                  </a:lnTo>
                  <a:lnTo>
                    <a:pt x="3961638" y="1068324"/>
                  </a:lnTo>
                  <a:lnTo>
                    <a:pt x="3962400" y="1094994"/>
                  </a:lnTo>
                  <a:lnTo>
                    <a:pt x="3961638" y="1122426"/>
                  </a:lnTo>
                  <a:lnTo>
                    <a:pt x="3956304" y="1176528"/>
                  </a:lnTo>
                  <a:lnTo>
                    <a:pt x="3944422" y="1237906"/>
                  </a:lnTo>
                  <a:lnTo>
                    <a:pt x="3926483" y="1297275"/>
                  </a:lnTo>
                  <a:lnTo>
                    <a:pt x="3903018" y="1354532"/>
                  </a:lnTo>
                  <a:lnTo>
                    <a:pt x="3874557" y="1409579"/>
                  </a:lnTo>
                  <a:lnTo>
                    <a:pt x="3841632" y="1462316"/>
                  </a:lnTo>
                  <a:lnTo>
                    <a:pt x="3804775" y="1512641"/>
                  </a:lnTo>
                  <a:lnTo>
                    <a:pt x="3764516" y="1560455"/>
                  </a:lnTo>
                  <a:lnTo>
                    <a:pt x="3721387" y="1605658"/>
                  </a:lnTo>
                  <a:lnTo>
                    <a:pt x="3675919" y="1648149"/>
                  </a:lnTo>
                  <a:lnTo>
                    <a:pt x="3628644" y="1687830"/>
                  </a:lnTo>
                  <a:lnTo>
                    <a:pt x="3574541" y="1729740"/>
                  </a:lnTo>
                  <a:lnTo>
                    <a:pt x="3519113" y="1768003"/>
                  </a:lnTo>
                  <a:lnTo>
                    <a:pt x="3462138" y="1804148"/>
                  </a:lnTo>
                  <a:lnTo>
                    <a:pt x="3403723" y="1838222"/>
                  </a:lnTo>
                  <a:lnTo>
                    <a:pt x="3343979" y="1870275"/>
                  </a:lnTo>
                  <a:lnTo>
                    <a:pt x="3283013" y="1900358"/>
                  </a:lnTo>
                  <a:lnTo>
                    <a:pt x="3220934" y="1928520"/>
                  </a:lnTo>
                  <a:lnTo>
                    <a:pt x="3157852" y="1954810"/>
                  </a:lnTo>
                  <a:lnTo>
                    <a:pt x="3093875" y="1979279"/>
                  </a:lnTo>
                  <a:lnTo>
                    <a:pt x="3029111" y="2001974"/>
                  </a:lnTo>
                  <a:lnTo>
                    <a:pt x="2963670" y="2022948"/>
                  </a:lnTo>
                  <a:lnTo>
                    <a:pt x="2897660" y="2042247"/>
                  </a:lnTo>
                  <a:lnTo>
                    <a:pt x="2831189" y="2059924"/>
                  </a:lnTo>
                  <a:lnTo>
                    <a:pt x="2764367" y="2076026"/>
                  </a:lnTo>
                  <a:lnTo>
                    <a:pt x="2697303" y="2090604"/>
                  </a:lnTo>
                  <a:lnTo>
                    <a:pt x="2630104" y="2103708"/>
                  </a:lnTo>
                  <a:lnTo>
                    <a:pt x="2562880" y="2115386"/>
                  </a:lnTo>
                  <a:lnTo>
                    <a:pt x="2495739" y="2125689"/>
                  </a:lnTo>
                  <a:lnTo>
                    <a:pt x="2428791" y="2134665"/>
                  </a:lnTo>
                  <a:lnTo>
                    <a:pt x="2362143" y="2142366"/>
                  </a:lnTo>
                  <a:lnTo>
                    <a:pt x="2295906" y="2148840"/>
                  </a:lnTo>
                  <a:lnTo>
                    <a:pt x="2196846" y="2155698"/>
                  </a:lnTo>
                  <a:lnTo>
                    <a:pt x="2097024" y="2159508"/>
                  </a:lnTo>
                  <a:lnTo>
                    <a:pt x="1994916" y="2161032"/>
                  </a:lnTo>
                  <a:lnTo>
                    <a:pt x="1893570" y="2159508"/>
                  </a:lnTo>
                  <a:lnTo>
                    <a:pt x="1821574" y="2156800"/>
                  </a:lnTo>
                  <a:lnTo>
                    <a:pt x="1748824" y="2152577"/>
                  </a:lnTo>
                  <a:lnTo>
                    <a:pt x="1675463" y="2146798"/>
                  </a:lnTo>
                  <a:lnTo>
                    <a:pt x="1601636" y="2139421"/>
                  </a:lnTo>
                  <a:lnTo>
                    <a:pt x="1527484" y="2130404"/>
                  </a:lnTo>
                  <a:lnTo>
                    <a:pt x="1453153" y="2119707"/>
                  </a:lnTo>
                  <a:lnTo>
                    <a:pt x="1378785" y="2107286"/>
                  </a:lnTo>
                  <a:lnTo>
                    <a:pt x="1304524" y="2093101"/>
                  </a:lnTo>
                  <a:lnTo>
                    <a:pt x="1230513" y="2077110"/>
                  </a:lnTo>
                  <a:lnTo>
                    <a:pt x="1156896" y="2059271"/>
                  </a:lnTo>
                  <a:lnTo>
                    <a:pt x="1083817" y="2039544"/>
                  </a:lnTo>
                  <a:lnTo>
                    <a:pt x="1011419" y="2017885"/>
                  </a:lnTo>
                  <a:lnTo>
                    <a:pt x="939844" y="1994255"/>
                  </a:lnTo>
                  <a:lnTo>
                    <a:pt x="869238" y="1968610"/>
                  </a:lnTo>
                  <a:lnTo>
                    <a:pt x="799744" y="1940911"/>
                  </a:lnTo>
                  <a:lnTo>
                    <a:pt x="731504" y="1911114"/>
                  </a:lnTo>
                  <a:lnTo>
                    <a:pt x="664662" y="1879178"/>
                  </a:lnTo>
                  <a:lnTo>
                    <a:pt x="599363" y="1845063"/>
                  </a:lnTo>
                  <a:lnTo>
                    <a:pt x="535749" y="1808726"/>
                  </a:lnTo>
                  <a:lnTo>
                    <a:pt x="473964" y="1770126"/>
                  </a:lnTo>
                  <a:lnTo>
                    <a:pt x="416052" y="1729740"/>
                  </a:lnTo>
                  <a:lnTo>
                    <a:pt x="366259" y="1691950"/>
                  </a:lnTo>
                  <a:lnTo>
                    <a:pt x="317638" y="1651112"/>
                  </a:lnTo>
                  <a:lnTo>
                    <a:pt x="270798" y="1607346"/>
                  </a:lnTo>
                  <a:lnTo>
                    <a:pt x="226353" y="1560773"/>
                  </a:lnTo>
                  <a:lnTo>
                    <a:pt x="184913" y="1511512"/>
                  </a:lnTo>
                  <a:lnTo>
                    <a:pt x="147090" y="1459684"/>
                  </a:lnTo>
                  <a:lnTo>
                    <a:pt x="113495" y="1405409"/>
                  </a:lnTo>
                  <a:lnTo>
                    <a:pt x="84740" y="1348808"/>
                  </a:lnTo>
                  <a:lnTo>
                    <a:pt x="61436" y="1290000"/>
                  </a:lnTo>
                  <a:lnTo>
                    <a:pt x="44196" y="1229106"/>
                  </a:lnTo>
                  <a:lnTo>
                    <a:pt x="30480" y="1149096"/>
                  </a:lnTo>
                  <a:lnTo>
                    <a:pt x="28956" y="1121664"/>
                  </a:lnTo>
                  <a:lnTo>
                    <a:pt x="28194" y="1094232"/>
                  </a:lnTo>
                  <a:close/>
                </a:path>
                <a:path w="3990594" h="2189226">
                  <a:moveTo>
                    <a:pt x="1676062" y="42940"/>
                  </a:moveTo>
                  <a:lnTo>
                    <a:pt x="1749298" y="37231"/>
                  </a:lnTo>
                  <a:lnTo>
                    <a:pt x="1821852" y="33091"/>
                  </a:lnTo>
                  <a:lnTo>
                    <a:pt x="1893570" y="30480"/>
                  </a:lnTo>
                  <a:lnTo>
                    <a:pt x="1995677" y="28956"/>
                  </a:lnTo>
                  <a:lnTo>
                    <a:pt x="1509257" y="32890"/>
                  </a:lnTo>
                  <a:lnTo>
                    <a:pt x="1437832" y="43419"/>
                  </a:lnTo>
                  <a:lnTo>
                    <a:pt x="1366317" y="55558"/>
                  </a:lnTo>
                  <a:lnTo>
                    <a:pt x="1294842" y="69344"/>
                  </a:lnTo>
                  <a:lnTo>
                    <a:pt x="1223536" y="84817"/>
                  </a:lnTo>
                  <a:lnTo>
                    <a:pt x="1379345" y="82288"/>
                  </a:lnTo>
                  <a:lnTo>
                    <a:pt x="1453784" y="69892"/>
                  </a:lnTo>
                  <a:lnTo>
                    <a:pt x="1528152" y="59229"/>
                  </a:lnTo>
                  <a:lnTo>
                    <a:pt x="1602295" y="50259"/>
                  </a:lnTo>
                  <a:lnTo>
                    <a:pt x="1676062" y="42940"/>
                  </a:lnTo>
                  <a:close/>
                </a:path>
              </a:pathLst>
            </a:custGeom>
            <a:solidFill>
              <a:srgbClr val="000000"/>
            </a:solidFill>
          </p:spPr>
          <p:txBody>
            <a:bodyPr wrap="square" lIns="0" tIns="0" rIns="0" bIns="0" rtlCol="0">
              <a:noAutofit/>
            </a:bodyPr>
            <a:lstStyle/>
            <a:p>
              <a:endParaRPr sz="1600" u="none">
                <a:latin typeface="+mn-lt"/>
              </a:endParaRPr>
            </a:p>
          </p:txBody>
        </p:sp>
        <p:sp>
          <p:nvSpPr>
            <p:cNvPr id="9" name="object 23"/>
            <p:cNvSpPr/>
            <p:nvPr/>
          </p:nvSpPr>
          <p:spPr>
            <a:xfrm>
              <a:off x="382171" y="3110466"/>
              <a:ext cx="2672257" cy="1218096"/>
            </a:xfrm>
            <a:custGeom>
              <a:avLst/>
              <a:gdLst/>
              <a:ahLst/>
              <a:cxnLst/>
              <a:rect l="l" t="t" r="r" b="b"/>
              <a:pathLst>
                <a:path w="3365754" h="1371600">
                  <a:moveTo>
                    <a:pt x="0" y="685800"/>
                  </a:moveTo>
                  <a:lnTo>
                    <a:pt x="5579" y="742040"/>
                  </a:lnTo>
                  <a:lnTo>
                    <a:pt x="22030" y="797029"/>
                  </a:lnTo>
                  <a:lnTo>
                    <a:pt x="48917" y="850591"/>
                  </a:lnTo>
                  <a:lnTo>
                    <a:pt x="85807" y="902549"/>
                  </a:lnTo>
                  <a:lnTo>
                    <a:pt x="132266" y="952726"/>
                  </a:lnTo>
                  <a:lnTo>
                    <a:pt x="187861" y="1000945"/>
                  </a:lnTo>
                  <a:lnTo>
                    <a:pt x="252157" y="1047031"/>
                  </a:lnTo>
                  <a:lnTo>
                    <a:pt x="324721" y="1090806"/>
                  </a:lnTo>
                  <a:lnTo>
                    <a:pt x="405120" y="1132093"/>
                  </a:lnTo>
                  <a:lnTo>
                    <a:pt x="492918" y="1170717"/>
                  </a:lnTo>
                  <a:lnTo>
                    <a:pt x="587684" y="1206501"/>
                  </a:lnTo>
                  <a:lnTo>
                    <a:pt x="688982" y="1239268"/>
                  </a:lnTo>
                  <a:lnTo>
                    <a:pt x="796379" y="1268841"/>
                  </a:lnTo>
                  <a:lnTo>
                    <a:pt x="909441" y="1295044"/>
                  </a:lnTo>
                  <a:lnTo>
                    <a:pt x="1027735" y="1317700"/>
                  </a:lnTo>
                  <a:lnTo>
                    <a:pt x="1150827" y="1336633"/>
                  </a:lnTo>
                  <a:lnTo>
                    <a:pt x="1278282" y="1351666"/>
                  </a:lnTo>
                  <a:lnTo>
                    <a:pt x="1409668" y="1362622"/>
                  </a:lnTo>
                  <a:lnTo>
                    <a:pt x="1544551" y="1369326"/>
                  </a:lnTo>
                  <a:lnTo>
                    <a:pt x="1682495" y="1371600"/>
                  </a:lnTo>
                  <a:lnTo>
                    <a:pt x="1820549" y="1369326"/>
                  </a:lnTo>
                  <a:lnTo>
                    <a:pt x="1955529" y="1362622"/>
                  </a:lnTo>
                  <a:lnTo>
                    <a:pt x="2087003" y="1351666"/>
                  </a:lnTo>
                  <a:lnTo>
                    <a:pt x="2214536" y="1336633"/>
                  </a:lnTo>
                  <a:lnTo>
                    <a:pt x="2337696" y="1317700"/>
                  </a:lnTo>
                  <a:lnTo>
                    <a:pt x="2456050" y="1295044"/>
                  </a:lnTo>
                  <a:lnTo>
                    <a:pt x="2569165" y="1268841"/>
                  </a:lnTo>
                  <a:lnTo>
                    <a:pt x="2676607" y="1239268"/>
                  </a:lnTo>
                  <a:lnTo>
                    <a:pt x="2777943" y="1206501"/>
                  </a:lnTo>
                  <a:lnTo>
                    <a:pt x="2872740" y="1170717"/>
                  </a:lnTo>
                  <a:lnTo>
                    <a:pt x="2960564" y="1132093"/>
                  </a:lnTo>
                  <a:lnTo>
                    <a:pt x="3040983" y="1090806"/>
                  </a:lnTo>
                  <a:lnTo>
                    <a:pt x="3113563" y="1047031"/>
                  </a:lnTo>
                  <a:lnTo>
                    <a:pt x="3177872" y="1000945"/>
                  </a:lnTo>
                  <a:lnTo>
                    <a:pt x="3233475" y="952726"/>
                  </a:lnTo>
                  <a:lnTo>
                    <a:pt x="3279940" y="902549"/>
                  </a:lnTo>
                  <a:lnTo>
                    <a:pt x="3316834" y="850591"/>
                  </a:lnTo>
                  <a:lnTo>
                    <a:pt x="3343723" y="797029"/>
                  </a:lnTo>
                  <a:lnTo>
                    <a:pt x="3360174" y="742040"/>
                  </a:lnTo>
                  <a:lnTo>
                    <a:pt x="3365754" y="685799"/>
                  </a:lnTo>
                  <a:lnTo>
                    <a:pt x="3360174" y="629559"/>
                  </a:lnTo>
                  <a:lnTo>
                    <a:pt x="3343723" y="574570"/>
                  </a:lnTo>
                  <a:lnTo>
                    <a:pt x="3316834" y="521008"/>
                  </a:lnTo>
                  <a:lnTo>
                    <a:pt x="3279940" y="469050"/>
                  </a:lnTo>
                  <a:lnTo>
                    <a:pt x="3233475" y="418873"/>
                  </a:lnTo>
                  <a:lnTo>
                    <a:pt x="3177872" y="370654"/>
                  </a:lnTo>
                  <a:lnTo>
                    <a:pt x="3113563" y="324568"/>
                  </a:lnTo>
                  <a:lnTo>
                    <a:pt x="3040983" y="280793"/>
                  </a:lnTo>
                  <a:lnTo>
                    <a:pt x="2960564" y="239506"/>
                  </a:lnTo>
                  <a:lnTo>
                    <a:pt x="2872739" y="200882"/>
                  </a:lnTo>
                  <a:lnTo>
                    <a:pt x="2777943" y="165098"/>
                  </a:lnTo>
                  <a:lnTo>
                    <a:pt x="2676607" y="132331"/>
                  </a:lnTo>
                  <a:lnTo>
                    <a:pt x="2569165" y="102758"/>
                  </a:lnTo>
                  <a:lnTo>
                    <a:pt x="2456050" y="76555"/>
                  </a:lnTo>
                  <a:lnTo>
                    <a:pt x="2337696" y="53899"/>
                  </a:lnTo>
                  <a:lnTo>
                    <a:pt x="2214536" y="34966"/>
                  </a:lnTo>
                  <a:lnTo>
                    <a:pt x="2087003" y="19933"/>
                  </a:lnTo>
                  <a:lnTo>
                    <a:pt x="1955529" y="8977"/>
                  </a:lnTo>
                  <a:lnTo>
                    <a:pt x="1820549" y="2273"/>
                  </a:lnTo>
                  <a:lnTo>
                    <a:pt x="1682495" y="0"/>
                  </a:lnTo>
                  <a:lnTo>
                    <a:pt x="1544551" y="2273"/>
                  </a:lnTo>
                  <a:lnTo>
                    <a:pt x="1409668" y="8977"/>
                  </a:lnTo>
                  <a:lnTo>
                    <a:pt x="1278282" y="19933"/>
                  </a:lnTo>
                  <a:lnTo>
                    <a:pt x="1150827" y="34966"/>
                  </a:lnTo>
                  <a:lnTo>
                    <a:pt x="1027735" y="53899"/>
                  </a:lnTo>
                  <a:lnTo>
                    <a:pt x="909441" y="76555"/>
                  </a:lnTo>
                  <a:lnTo>
                    <a:pt x="796379" y="102758"/>
                  </a:lnTo>
                  <a:lnTo>
                    <a:pt x="688982" y="132331"/>
                  </a:lnTo>
                  <a:lnTo>
                    <a:pt x="587684" y="165098"/>
                  </a:lnTo>
                  <a:lnTo>
                    <a:pt x="492918" y="200882"/>
                  </a:lnTo>
                  <a:lnTo>
                    <a:pt x="405120" y="239506"/>
                  </a:lnTo>
                  <a:lnTo>
                    <a:pt x="324721" y="280793"/>
                  </a:lnTo>
                  <a:lnTo>
                    <a:pt x="252157" y="324568"/>
                  </a:lnTo>
                  <a:lnTo>
                    <a:pt x="187861" y="370654"/>
                  </a:lnTo>
                  <a:lnTo>
                    <a:pt x="132266" y="418873"/>
                  </a:lnTo>
                  <a:lnTo>
                    <a:pt x="85807" y="469050"/>
                  </a:lnTo>
                  <a:lnTo>
                    <a:pt x="48917" y="521008"/>
                  </a:lnTo>
                  <a:lnTo>
                    <a:pt x="22030" y="574570"/>
                  </a:lnTo>
                  <a:lnTo>
                    <a:pt x="5579" y="629559"/>
                  </a:lnTo>
                  <a:lnTo>
                    <a:pt x="0" y="685800"/>
                  </a:lnTo>
                  <a:close/>
                </a:path>
              </a:pathLst>
            </a:custGeom>
            <a:solidFill>
              <a:srgbClr val="BF0000"/>
            </a:solidFill>
          </p:spPr>
          <p:txBody>
            <a:bodyPr wrap="square" lIns="0" tIns="0" rIns="0" bIns="0" rtlCol="0">
              <a:noAutofit/>
            </a:bodyPr>
            <a:lstStyle/>
            <a:p>
              <a:endParaRPr sz="1600" u="none">
                <a:latin typeface="+mn-lt"/>
              </a:endParaRPr>
            </a:p>
          </p:txBody>
        </p:sp>
        <p:sp>
          <p:nvSpPr>
            <p:cNvPr id="10" name="object 24"/>
            <p:cNvSpPr/>
            <p:nvPr/>
          </p:nvSpPr>
          <p:spPr>
            <a:xfrm>
              <a:off x="770577" y="3611239"/>
              <a:ext cx="1879110" cy="744392"/>
            </a:xfrm>
            <a:custGeom>
              <a:avLst/>
              <a:gdLst/>
              <a:ahLst/>
              <a:cxnLst/>
              <a:rect l="l" t="t" r="r" b="b"/>
              <a:pathLst>
                <a:path w="2366772" h="838200">
                  <a:moveTo>
                    <a:pt x="0" y="419100"/>
                  </a:moveTo>
                  <a:lnTo>
                    <a:pt x="3921" y="453394"/>
                  </a:lnTo>
                  <a:lnTo>
                    <a:pt x="15482" y="486940"/>
                  </a:lnTo>
                  <a:lnTo>
                    <a:pt x="60307" y="551346"/>
                  </a:lnTo>
                  <a:lnTo>
                    <a:pt x="92963" y="581989"/>
                  </a:lnTo>
                  <a:lnTo>
                    <a:pt x="132043" y="611446"/>
                  </a:lnTo>
                  <a:lnTo>
                    <a:pt x="177243" y="639608"/>
                  </a:lnTo>
                  <a:lnTo>
                    <a:pt x="228258" y="666365"/>
                  </a:lnTo>
                  <a:lnTo>
                    <a:pt x="284785" y="691610"/>
                  </a:lnTo>
                  <a:lnTo>
                    <a:pt x="346519" y="715232"/>
                  </a:lnTo>
                  <a:lnTo>
                    <a:pt x="413157" y="737122"/>
                  </a:lnTo>
                  <a:lnTo>
                    <a:pt x="484394" y="757171"/>
                  </a:lnTo>
                  <a:lnTo>
                    <a:pt x="559926" y="775271"/>
                  </a:lnTo>
                  <a:lnTo>
                    <a:pt x="639450" y="791311"/>
                  </a:lnTo>
                  <a:lnTo>
                    <a:pt x="722661" y="805183"/>
                  </a:lnTo>
                  <a:lnTo>
                    <a:pt x="809256" y="816778"/>
                  </a:lnTo>
                  <a:lnTo>
                    <a:pt x="898929" y="825986"/>
                  </a:lnTo>
                  <a:lnTo>
                    <a:pt x="991378" y="832699"/>
                  </a:lnTo>
                  <a:lnTo>
                    <a:pt x="1086298" y="836806"/>
                  </a:lnTo>
                  <a:lnTo>
                    <a:pt x="1183386" y="838200"/>
                  </a:lnTo>
                  <a:lnTo>
                    <a:pt x="1280370" y="836806"/>
                  </a:lnTo>
                  <a:lnTo>
                    <a:pt x="1375208" y="832699"/>
                  </a:lnTo>
                  <a:lnTo>
                    <a:pt x="1467594" y="825986"/>
                  </a:lnTo>
                  <a:lnTo>
                    <a:pt x="1557223" y="816778"/>
                  </a:lnTo>
                  <a:lnTo>
                    <a:pt x="1643788" y="805183"/>
                  </a:lnTo>
                  <a:lnTo>
                    <a:pt x="1726985" y="791311"/>
                  </a:lnTo>
                  <a:lnTo>
                    <a:pt x="1806507" y="775271"/>
                  </a:lnTo>
                  <a:lnTo>
                    <a:pt x="1882048" y="757171"/>
                  </a:lnTo>
                  <a:lnTo>
                    <a:pt x="1953303" y="737122"/>
                  </a:lnTo>
                  <a:lnTo>
                    <a:pt x="2019966" y="715232"/>
                  </a:lnTo>
                  <a:lnTo>
                    <a:pt x="2081732" y="691610"/>
                  </a:lnTo>
                  <a:lnTo>
                    <a:pt x="2138293" y="666365"/>
                  </a:lnTo>
                  <a:lnTo>
                    <a:pt x="2189346" y="639608"/>
                  </a:lnTo>
                  <a:lnTo>
                    <a:pt x="2234584" y="611446"/>
                  </a:lnTo>
                  <a:lnTo>
                    <a:pt x="2273700" y="581989"/>
                  </a:lnTo>
                  <a:lnTo>
                    <a:pt x="2306391" y="551346"/>
                  </a:lnTo>
                  <a:lnTo>
                    <a:pt x="2332349" y="519627"/>
                  </a:lnTo>
                  <a:lnTo>
                    <a:pt x="2362845" y="453394"/>
                  </a:lnTo>
                  <a:lnTo>
                    <a:pt x="2366772" y="419099"/>
                  </a:lnTo>
                  <a:lnTo>
                    <a:pt x="2362845" y="384702"/>
                  </a:lnTo>
                  <a:lnTo>
                    <a:pt x="2332349" y="318325"/>
                  </a:lnTo>
                  <a:lnTo>
                    <a:pt x="2306391" y="286560"/>
                  </a:lnTo>
                  <a:lnTo>
                    <a:pt x="2273700" y="255889"/>
                  </a:lnTo>
                  <a:lnTo>
                    <a:pt x="2234584" y="226417"/>
                  </a:lnTo>
                  <a:lnTo>
                    <a:pt x="2189346" y="198253"/>
                  </a:lnTo>
                  <a:lnTo>
                    <a:pt x="2138293" y="171504"/>
                  </a:lnTo>
                  <a:lnTo>
                    <a:pt x="2081732" y="146278"/>
                  </a:lnTo>
                  <a:lnTo>
                    <a:pt x="2019966" y="122681"/>
                  </a:lnTo>
                  <a:lnTo>
                    <a:pt x="1953303" y="100822"/>
                  </a:lnTo>
                  <a:lnTo>
                    <a:pt x="1882048" y="80808"/>
                  </a:lnTo>
                  <a:lnTo>
                    <a:pt x="1806507" y="62746"/>
                  </a:lnTo>
                  <a:lnTo>
                    <a:pt x="1726985" y="46744"/>
                  </a:lnTo>
                  <a:lnTo>
                    <a:pt x="1643788" y="32908"/>
                  </a:lnTo>
                  <a:lnTo>
                    <a:pt x="1557223" y="21348"/>
                  </a:lnTo>
                  <a:lnTo>
                    <a:pt x="1467594" y="12169"/>
                  </a:lnTo>
                  <a:lnTo>
                    <a:pt x="1375208" y="5480"/>
                  </a:lnTo>
                  <a:lnTo>
                    <a:pt x="1280370" y="1387"/>
                  </a:lnTo>
                  <a:lnTo>
                    <a:pt x="1183386" y="0"/>
                  </a:lnTo>
                  <a:lnTo>
                    <a:pt x="1086298" y="1387"/>
                  </a:lnTo>
                  <a:lnTo>
                    <a:pt x="991378" y="5480"/>
                  </a:lnTo>
                  <a:lnTo>
                    <a:pt x="898929" y="12169"/>
                  </a:lnTo>
                  <a:lnTo>
                    <a:pt x="809256" y="21348"/>
                  </a:lnTo>
                  <a:lnTo>
                    <a:pt x="722661" y="32908"/>
                  </a:lnTo>
                  <a:lnTo>
                    <a:pt x="639450" y="46744"/>
                  </a:lnTo>
                  <a:lnTo>
                    <a:pt x="559926" y="62746"/>
                  </a:lnTo>
                  <a:lnTo>
                    <a:pt x="484394" y="80808"/>
                  </a:lnTo>
                  <a:lnTo>
                    <a:pt x="413157" y="100822"/>
                  </a:lnTo>
                  <a:lnTo>
                    <a:pt x="346519" y="122682"/>
                  </a:lnTo>
                  <a:lnTo>
                    <a:pt x="284785" y="146278"/>
                  </a:lnTo>
                  <a:lnTo>
                    <a:pt x="228258" y="171504"/>
                  </a:lnTo>
                  <a:lnTo>
                    <a:pt x="177243" y="198253"/>
                  </a:lnTo>
                  <a:lnTo>
                    <a:pt x="132043" y="226417"/>
                  </a:lnTo>
                  <a:lnTo>
                    <a:pt x="92963" y="255889"/>
                  </a:lnTo>
                  <a:lnTo>
                    <a:pt x="60307" y="286560"/>
                  </a:lnTo>
                  <a:lnTo>
                    <a:pt x="34379" y="318325"/>
                  </a:lnTo>
                  <a:lnTo>
                    <a:pt x="3921" y="384702"/>
                  </a:lnTo>
                  <a:lnTo>
                    <a:pt x="0" y="419100"/>
                  </a:lnTo>
                  <a:close/>
                </a:path>
              </a:pathLst>
            </a:custGeom>
            <a:solidFill>
              <a:srgbClr val="000000"/>
            </a:solidFill>
          </p:spPr>
          <p:txBody>
            <a:bodyPr wrap="none" lIns="0" tIns="0" rIns="0" bIns="0" rtlCol="0">
              <a:noAutofit/>
            </a:bodyPr>
            <a:lstStyle/>
            <a:p>
              <a:endParaRPr sz="1600" u="none" dirty="0">
                <a:solidFill>
                  <a:schemeClr val="accent1"/>
                </a:solidFill>
                <a:latin typeface="+mn-lt"/>
              </a:endParaRPr>
            </a:p>
          </p:txBody>
        </p:sp>
        <p:sp>
          <p:nvSpPr>
            <p:cNvPr id="11" name="object 5"/>
            <p:cNvSpPr txBox="1"/>
            <p:nvPr/>
          </p:nvSpPr>
          <p:spPr>
            <a:xfrm>
              <a:off x="779338" y="2708026"/>
              <a:ext cx="2072719" cy="895288"/>
            </a:xfrm>
            <a:prstGeom prst="rect">
              <a:avLst/>
            </a:prstGeom>
          </p:spPr>
          <p:txBody>
            <a:bodyPr wrap="square" lIns="0" tIns="0" rIns="0" bIns="0" rtlCol="0">
              <a:noAutofit/>
            </a:bodyPr>
            <a:lstStyle/>
            <a:p>
              <a:pPr marL="12700">
                <a:lnSpc>
                  <a:spcPts val="2545"/>
                </a:lnSpc>
                <a:spcBef>
                  <a:spcPts val="127"/>
                </a:spcBef>
              </a:pPr>
              <a:r>
                <a:rPr sz="2400" b="1" u="none" spc="0" baseline="3413" dirty="0">
                  <a:latin typeface="+mn-lt"/>
                  <a:cs typeface="Calibri"/>
                </a:rPr>
                <a:t>A</a:t>
              </a:r>
              <a:r>
                <a:rPr lang="es-ES" sz="2400" b="1" u="none" baseline="3413" dirty="0">
                  <a:latin typeface="+mn-lt"/>
                  <a:cs typeface="Calibri"/>
                </a:rPr>
                <a:t>DMINISTRACIÓN</a:t>
              </a:r>
              <a:endParaRPr sz="2400" u="none" dirty="0">
                <a:latin typeface="+mn-lt"/>
                <a:cs typeface="Calibri"/>
              </a:endParaRPr>
            </a:p>
            <a:p>
              <a:pPr marL="256540" marR="45720">
                <a:lnSpc>
                  <a:spcPct val="95825"/>
                </a:lnSpc>
                <a:spcBef>
                  <a:spcPts val="1613"/>
                </a:spcBef>
              </a:pPr>
              <a:r>
                <a:rPr sz="1600" b="1" u="none" spc="0" dirty="0" err="1">
                  <a:solidFill>
                    <a:srgbClr val="FFFFFF"/>
                  </a:solidFill>
                  <a:latin typeface="+mn-lt"/>
                  <a:cs typeface="Arial"/>
                </a:rPr>
                <a:t>Dirección</a:t>
              </a:r>
              <a:endParaRPr sz="1600" u="none" dirty="0">
                <a:latin typeface="+mn-lt"/>
                <a:cs typeface="Arial"/>
              </a:endParaRPr>
            </a:p>
          </p:txBody>
        </p:sp>
        <p:sp>
          <p:nvSpPr>
            <p:cNvPr id="12" name="object 4"/>
            <p:cNvSpPr txBox="1"/>
            <p:nvPr/>
          </p:nvSpPr>
          <p:spPr>
            <a:xfrm>
              <a:off x="1365268" y="3835918"/>
              <a:ext cx="830468" cy="241154"/>
            </a:xfrm>
            <a:prstGeom prst="rect">
              <a:avLst/>
            </a:prstGeom>
          </p:spPr>
          <p:txBody>
            <a:bodyPr wrap="square" lIns="0" tIns="0" rIns="0" bIns="0" rtlCol="0">
              <a:noAutofit/>
            </a:bodyPr>
            <a:lstStyle/>
            <a:p>
              <a:pPr marL="12700">
                <a:lnSpc>
                  <a:spcPts val="1939"/>
                </a:lnSpc>
                <a:spcBef>
                  <a:spcPts val="97"/>
                </a:spcBef>
              </a:pPr>
              <a:r>
                <a:rPr sz="1600" b="1" u="none" spc="0" dirty="0">
                  <a:solidFill>
                    <a:srgbClr val="FFFFFF"/>
                  </a:solidFill>
                  <a:latin typeface="+mn-lt"/>
                  <a:cs typeface="Arial"/>
                </a:rPr>
                <a:t>Gestión</a:t>
              </a:r>
              <a:endParaRPr sz="1600" u="none" dirty="0">
                <a:latin typeface="+mn-lt"/>
                <a:cs typeface="Arial"/>
              </a:endParaRPr>
            </a:p>
          </p:txBody>
        </p:sp>
      </p:grpSp>
      <p:sp>
        <p:nvSpPr>
          <p:cNvPr id="14" name="13 Rectángulo"/>
          <p:cNvSpPr/>
          <p:nvPr/>
        </p:nvSpPr>
        <p:spPr>
          <a:xfrm>
            <a:off x="2682872" y="364882"/>
            <a:ext cx="6281616" cy="1384995"/>
          </a:xfrm>
          <a:prstGeom prst="rect">
            <a:avLst/>
          </a:prstGeom>
        </p:spPr>
        <p:txBody>
          <a:bodyPr wrap="square">
            <a:spAutoFit/>
          </a:bodyPr>
          <a:lstStyle/>
          <a:p>
            <a:pPr algn="just"/>
            <a:r>
              <a:rPr lang="es-ES" sz="2400" b="1" dirty="0">
                <a:solidFill>
                  <a:srgbClr val="990000"/>
                </a:solidFill>
                <a:latin typeface="+mn-lt"/>
                <a:sym typeface="Wingdings 3" pitchFamily="18" charset="2"/>
              </a:rPr>
              <a:t>ADMINISTRACIÓN:</a:t>
            </a:r>
            <a:r>
              <a:rPr lang="es-ES" dirty="0">
                <a:latin typeface="+mn-lt"/>
                <a:sym typeface="Wingdings 3" pitchFamily="18" charset="2"/>
              </a:rPr>
              <a:t> </a:t>
            </a:r>
            <a:r>
              <a:rPr lang="es-ES" sz="2000" dirty="0">
                <a:latin typeface="+mn-lt"/>
                <a:sym typeface="Wingdings 3" pitchFamily="18" charset="2"/>
              </a:rPr>
              <a:t>proceso por el cual los distintos elementos de una empresa son integrados en un sistema total para el cumplimiento de determinados objetivos </a:t>
            </a:r>
            <a:r>
              <a:rPr lang="es-ES" sz="2000" dirty="0">
                <a:latin typeface="+mn-lt"/>
                <a:sym typeface="Wingdings" pitchFamily="2" charset="2"/>
              </a:rPr>
              <a:t> DOS NIVELES DE ACTUACIÓN:</a:t>
            </a:r>
            <a:endParaRPr lang="es-ES" sz="2000" dirty="0">
              <a:latin typeface="+mn-lt"/>
              <a:sym typeface="Wingdings 3" pitchFamily="18" charset="2"/>
            </a:endParaRPr>
          </a:p>
        </p:txBody>
      </p:sp>
      <p:sp>
        <p:nvSpPr>
          <p:cNvPr id="15" name="Rectangle 5"/>
          <p:cNvSpPr>
            <a:spLocks noChangeArrowheads="1"/>
          </p:cNvSpPr>
          <p:nvPr/>
        </p:nvSpPr>
        <p:spPr bwMode="auto">
          <a:xfrm>
            <a:off x="2666460" y="1777524"/>
            <a:ext cx="6298028" cy="1200329"/>
          </a:xfrm>
          <a:prstGeom prst="rect">
            <a:avLst/>
          </a:prstGeom>
          <a:noFill/>
          <a:ln w="9525">
            <a:noFill/>
            <a:miter lim="800000"/>
            <a:headEnd/>
            <a:tailEnd/>
          </a:ln>
          <a:effectLst/>
        </p:spPr>
        <p:txBody>
          <a:bodyPr wrap="square">
            <a:spAutoFit/>
          </a:bodyPr>
          <a:lstStyle/>
          <a:p>
            <a:pPr lvl="7" algn="just"/>
            <a:endParaRPr lang="es-ES" b="1" u="none" dirty="0">
              <a:solidFill>
                <a:srgbClr val="990000"/>
              </a:solidFill>
              <a:latin typeface="+mn-lt"/>
            </a:endParaRPr>
          </a:p>
          <a:p>
            <a:pPr algn="just"/>
            <a:r>
              <a:rPr lang="es-ES" b="1" u="none" dirty="0">
                <a:solidFill>
                  <a:srgbClr val="990000"/>
                </a:solidFill>
                <a:latin typeface="+mn-lt"/>
              </a:rPr>
              <a:t>Dirección:</a:t>
            </a:r>
            <a:r>
              <a:rPr lang="es-ES" u="none" dirty="0">
                <a:latin typeface="+mn-lt"/>
              </a:rPr>
              <a:t> primer nivel de actuación de la administración. </a:t>
            </a:r>
            <a:r>
              <a:rPr lang="es-ES" b="1" u="none" dirty="0">
                <a:latin typeface="+mn-lt"/>
              </a:rPr>
              <a:t>Objetivo</a:t>
            </a:r>
            <a:r>
              <a:rPr lang="es-ES" u="none" dirty="0">
                <a:latin typeface="+mn-lt"/>
              </a:rPr>
              <a:t>: fijar objetivos y estrategias para orientar el comportamiento empresarial y controlarlo.</a:t>
            </a:r>
            <a:endParaRPr lang="es-ES" u="none" dirty="0">
              <a:latin typeface="+mn-lt"/>
              <a:sym typeface="Wingdings 3" pitchFamily="18" charset="2"/>
            </a:endParaRPr>
          </a:p>
        </p:txBody>
      </p:sp>
      <p:sp>
        <p:nvSpPr>
          <p:cNvPr id="16" name="Rectangle 5"/>
          <p:cNvSpPr>
            <a:spLocks noChangeArrowheads="1"/>
          </p:cNvSpPr>
          <p:nvPr/>
        </p:nvSpPr>
        <p:spPr bwMode="auto">
          <a:xfrm>
            <a:off x="2666460" y="2965384"/>
            <a:ext cx="6009996" cy="1200329"/>
          </a:xfrm>
          <a:prstGeom prst="rect">
            <a:avLst/>
          </a:prstGeom>
          <a:noFill/>
          <a:ln w="9525">
            <a:noFill/>
            <a:miter lim="800000"/>
            <a:headEnd/>
            <a:tailEnd/>
          </a:ln>
          <a:effectLst/>
        </p:spPr>
        <p:txBody>
          <a:bodyPr wrap="square">
            <a:spAutoFit/>
          </a:bodyPr>
          <a:lstStyle/>
          <a:p>
            <a:pPr algn="just"/>
            <a:r>
              <a:rPr lang="es-ES" b="1" u="none" dirty="0">
                <a:solidFill>
                  <a:srgbClr val="990000"/>
                </a:solidFill>
                <a:latin typeface="+mn-lt"/>
                <a:sym typeface="Wingdings 3" pitchFamily="18" charset="2"/>
              </a:rPr>
              <a:t>Gestión:</a:t>
            </a:r>
            <a:r>
              <a:rPr lang="es-ES" u="none" dirty="0">
                <a:latin typeface="+mn-lt"/>
                <a:sym typeface="Wingdings 3" pitchFamily="18" charset="2"/>
              </a:rPr>
              <a:t> segundo nivel de actuación de la administración, función esencialmente táctica en el proceso ejecutivo y de control, llevan a cabo actividades para conseguir los objetivos previamente establecidos por la dirección.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758951"/>
            <a:ext cx="2583180" cy="5331460"/>
          </a:xfrm>
          <a:custGeom>
            <a:avLst/>
            <a:gdLst/>
            <a:ahLst/>
            <a:cxnLst/>
            <a:rect l="l" t="t" r="r" b="b"/>
            <a:pathLst>
              <a:path w="2583180" h="5331460">
                <a:moveTo>
                  <a:pt x="2583180" y="0"/>
                </a:moveTo>
                <a:lnTo>
                  <a:pt x="0" y="0"/>
                </a:lnTo>
                <a:lnTo>
                  <a:pt x="0" y="5330952"/>
                </a:lnTo>
                <a:lnTo>
                  <a:pt x="2583180" y="5330952"/>
                </a:lnTo>
                <a:lnTo>
                  <a:pt x="2583180" y="0"/>
                </a:lnTo>
                <a:close/>
              </a:path>
            </a:pathLst>
          </a:custGeom>
          <a:solidFill>
            <a:srgbClr val="40B9D2"/>
          </a:solidFill>
        </p:spPr>
        <p:txBody>
          <a:bodyPr wrap="square" lIns="0" tIns="0" rIns="0" bIns="0" rtlCol="0"/>
          <a:lstStyle/>
          <a:p>
            <a:endParaRPr/>
          </a:p>
        </p:txBody>
      </p:sp>
      <p:sp>
        <p:nvSpPr>
          <p:cNvPr id="3" name="object 3"/>
          <p:cNvSpPr/>
          <p:nvPr/>
        </p:nvSpPr>
        <p:spPr>
          <a:xfrm>
            <a:off x="8862059" y="758951"/>
            <a:ext cx="281940" cy="5331460"/>
          </a:xfrm>
          <a:custGeom>
            <a:avLst/>
            <a:gdLst/>
            <a:ahLst/>
            <a:cxnLst/>
            <a:rect l="l" t="t" r="r" b="b"/>
            <a:pathLst>
              <a:path w="281940" h="5331460">
                <a:moveTo>
                  <a:pt x="0" y="5330952"/>
                </a:moveTo>
                <a:lnTo>
                  <a:pt x="281939" y="5330952"/>
                </a:lnTo>
                <a:lnTo>
                  <a:pt x="281939" y="0"/>
                </a:lnTo>
                <a:lnTo>
                  <a:pt x="0" y="0"/>
                </a:lnTo>
                <a:lnTo>
                  <a:pt x="0" y="5330952"/>
                </a:lnTo>
                <a:close/>
              </a:path>
            </a:pathLst>
          </a:custGeom>
          <a:solidFill>
            <a:srgbClr val="C7C7C7">
              <a:alpha val="49803"/>
            </a:srgbClr>
          </a:solidFill>
        </p:spPr>
        <p:txBody>
          <a:bodyPr wrap="square" lIns="0" tIns="0" rIns="0" bIns="0" rtlCol="0"/>
          <a:lstStyle/>
          <a:p>
            <a:endParaRPr/>
          </a:p>
        </p:txBody>
      </p:sp>
      <p:sp>
        <p:nvSpPr>
          <p:cNvPr id="4" name="object 4"/>
          <p:cNvSpPr txBox="1"/>
          <p:nvPr/>
        </p:nvSpPr>
        <p:spPr>
          <a:xfrm>
            <a:off x="106781" y="1086992"/>
            <a:ext cx="2433320" cy="1717675"/>
          </a:xfrm>
          <a:prstGeom prst="rect">
            <a:avLst/>
          </a:prstGeom>
        </p:spPr>
        <p:txBody>
          <a:bodyPr vert="horz" wrap="square" lIns="0" tIns="12700" rIns="0" bIns="0" rtlCol="0">
            <a:spAutoFit/>
          </a:bodyPr>
          <a:lstStyle/>
          <a:p>
            <a:pPr marL="12700">
              <a:lnSpc>
                <a:spcPts val="3420"/>
              </a:lnSpc>
              <a:spcBef>
                <a:spcPts val="100"/>
              </a:spcBef>
            </a:pPr>
            <a:r>
              <a:rPr sz="3000" b="1" spc="-55" dirty="0">
                <a:latin typeface="Corbel"/>
                <a:cs typeface="Corbel"/>
              </a:rPr>
              <a:t>2.1.2.</a:t>
            </a:r>
            <a:endParaRPr sz="3000" dirty="0">
              <a:latin typeface="Corbel"/>
              <a:cs typeface="Corbel"/>
            </a:endParaRPr>
          </a:p>
          <a:p>
            <a:pPr marL="12700">
              <a:lnSpc>
                <a:spcPts val="3240"/>
              </a:lnSpc>
            </a:pPr>
            <a:r>
              <a:rPr sz="3000" b="1" spc="-60" dirty="0">
                <a:latin typeface="Corbel"/>
                <a:cs typeface="Corbel"/>
              </a:rPr>
              <a:t>Administración</a:t>
            </a:r>
            <a:endParaRPr sz="3000" dirty="0">
              <a:latin typeface="Corbel"/>
              <a:cs typeface="Corbel"/>
            </a:endParaRPr>
          </a:p>
          <a:p>
            <a:pPr marL="12700" marR="680085">
              <a:lnSpc>
                <a:spcPts val="3240"/>
              </a:lnSpc>
              <a:spcBef>
                <a:spcPts val="225"/>
              </a:spcBef>
            </a:pPr>
            <a:r>
              <a:rPr sz="3000" b="1" dirty="0">
                <a:latin typeface="Corbel"/>
                <a:cs typeface="Corbel"/>
              </a:rPr>
              <a:t>:</a:t>
            </a:r>
            <a:r>
              <a:rPr sz="3000" b="1" spc="-130" dirty="0">
                <a:latin typeface="Corbel"/>
                <a:cs typeface="Corbel"/>
              </a:rPr>
              <a:t> </a:t>
            </a:r>
            <a:r>
              <a:rPr sz="3000" b="1" spc="-60" dirty="0">
                <a:latin typeface="Corbel"/>
                <a:cs typeface="Corbel"/>
              </a:rPr>
              <a:t>n</a:t>
            </a:r>
            <a:r>
              <a:rPr sz="3000" b="1" spc="-65" dirty="0">
                <a:latin typeface="Corbel"/>
                <a:cs typeface="Corbel"/>
              </a:rPr>
              <a:t>i</a:t>
            </a:r>
            <a:r>
              <a:rPr sz="3000" b="1" spc="-60" dirty="0">
                <a:latin typeface="Corbel"/>
                <a:cs typeface="Corbel"/>
              </a:rPr>
              <a:t>v</a:t>
            </a:r>
            <a:r>
              <a:rPr sz="3000" b="1" spc="-65" dirty="0">
                <a:latin typeface="Corbel"/>
                <a:cs typeface="Corbel"/>
              </a:rPr>
              <a:t>ele</a:t>
            </a:r>
            <a:r>
              <a:rPr sz="3000" b="1" dirty="0">
                <a:latin typeface="Corbel"/>
                <a:cs typeface="Corbel"/>
              </a:rPr>
              <a:t>s</a:t>
            </a:r>
            <a:r>
              <a:rPr sz="3000" b="1" spc="-114" dirty="0">
                <a:latin typeface="Corbel"/>
                <a:cs typeface="Corbel"/>
              </a:rPr>
              <a:t> </a:t>
            </a:r>
            <a:r>
              <a:rPr sz="3000" b="1" spc="-65" dirty="0">
                <a:latin typeface="Corbel"/>
                <a:cs typeface="Corbel"/>
              </a:rPr>
              <a:t>d</a:t>
            </a:r>
            <a:r>
              <a:rPr sz="3000" b="1" dirty="0">
                <a:latin typeface="Corbel"/>
                <a:cs typeface="Corbel"/>
              </a:rPr>
              <a:t>e  </a:t>
            </a:r>
            <a:r>
              <a:rPr sz="3000" b="1" spc="-60" dirty="0">
                <a:latin typeface="Corbel"/>
                <a:cs typeface="Corbel"/>
              </a:rPr>
              <a:t>actuación</a:t>
            </a:r>
            <a:endParaRPr sz="3000" dirty="0">
              <a:latin typeface="Corbel"/>
              <a:cs typeface="Corbel"/>
            </a:endParaRPr>
          </a:p>
        </p:txBody>
      </p:sp>
      <p:sp>
        <p:nvSpPr>
          <p:cNvPr id="5" name="object 5"/>
          <p:cNvSpPr txBox="1"/>
          <p:nvPr/>
        </p:nvSpPr>
        <p:spPr>
          <a:xfrm>
            <a:off x="8880475" y="6434734"/>
            <a:ext cx="166370" cy="193675"/>
          </a:xfrm>
          <a:prstGeom prst="rect">
            <a:avLst/>
          </a:prstGeom>
        </p:spPr>
        <p:txBody>
          <a:bodyPr vert="horz" wrap="square" lIns="0" tIns="12700" rIns="0" bIns="0" rtlCol="0">
            <a:spAutoFit/>
          </a:bodyPr>
          <a:lstStyle/>
          <a:p>
            <a:pPr marL="12700">
              <a:lnSpc>
                <a:spcPct val="100000"/>
              </a:lnSpc>
              <a:spcBef>
                <a:spcPts val="100"/>
              </a:spcBef>
            </a:pPr>
            <a:r>
              <a:rPr sz="1100" b="1" spc="5" dirty="0">
                <a:solidFill>
                  <a:srgbClr val="40B9D2"/>
                </a:solidFill>
                <a:latin typeface="Corbel"/>
                <a:cs typeface="Corbel"/>
              </a:rPr>
              <a:t>12</a:t>
            </a:r>
            <a:endParaRPr sz="1100">
              <a:latin typeface="Corbel"/>
              <a:cs typeface="Corbel"/>
            </a:endParaRPr>
          </a:p>
        </p:txBody>
      </p:sp>
      <p:grpSp>
        <p:nvGrpSpPr>
          <p:cNvPr id="6" name="object 6"/>
          <p:cNvGrpSpPr/>
          <p:nvPr/>
        </p:nvGrpSpPr>
        <p:grpSpPr>
          <a:xfrm>
            <a:off x="0" y="3669791"/>
            <a:ext cx="2917190" cy="1803400"/>
            <a:chOff x="0" y="3669791"/>
            <a:chExt cx="2917190" cy="1803400"/>
          </a:xfrm>
        </p:grpSpPr>
        <p:sp>
          <p:nvSpPr>
            <p:cNvPr id="7" name="object 7"/>
            <p:cNvSpPr/>
            <p:nvPr/>
          </p:nvSpPr>
          <p:spPr>
            <a:xfrm>
              <a:off x="0" y="3669791"/>
              <a:ext cx="2917190" cy="1803400"/>
            </a:xfrm>
            <a:custGeom>
              <a:avLst/>
              <a:gdLst/>
              <a:ahLst/>
              <a:cxnLst/>
              <a:rect l="l" t="t" r="r" b="b"/>
              <a:pathLst>
                <a:path w="2917190" h="1803400">
                  <a:moveTo>
                    <a:pt x="2916936" y="901192"/>
                  </a:moveTo>
                  <a:lnTo>
                    <a:pt x="2916428" y="877951"/>
                  </a:lnTo>
                  <a:lnTo>
                    <a:pt x="2912491" y="831469"/>
                  </a:lnTo>
                  <a:lnTo>
                    <a:pt x="2904236" y="781812"/>
                  </a:lnTo>
                  <a:lnTo>
                    <a:pt x="2896362" y="751738"/>
                  </a:lnTo>
                  <a:lnTo>
                    <a:pt x="2896362" y="901700"/>
                  </a:lnTo>
                  <a:lnTo>
                    <a:pt x="2895727" y="924306"/>
                  </a:lnTo>
                  <a:lnTo>
                    <a:pt x="2891917" y="968883"/>
                  </a:lnTo>
                  <a:lnTo>
                    <a:pt x="2883154" y="1019429"/>
                  </a:lnTo>
                  <a:lnTo>
                    <a:pt x="2870073" y="1068324"/>
                  </a:lnTo>
                  <a:lnTo>
                    <a:pt x="2852928" y="1115441"/>
                  </a:lnTo>
                  <a:lnTo>
                    <a:pt x="2832100" y="1160780"/>
                  </a:lnTo>
                  <a:lnTo>
                    <a:pt x="2808097" y="1204214"/>
                  </a:lnTo>
                  <a:lnTo>
                    <a:pt x="2781173" y="1245743"/>
                  </a:lnTo>
                  <a:lnTo>
                    <a:pt x="2751709" y="1285113"/>
                  </a:lnTo>
                  <a:lnTo>
                    <a:pt x="2720213" y="1322324"/>
                  </a:lnTo>
                  <a:lnTo>
                    <a:pt x="2686939" y="1357249"/>
                  </a:lnTo>
                  <a:lnTo>
                    <a:pt x="2652395" y="1390015"/>
                  </a:lnTo>
                  <a:lnTo>
                    <a:pt x="2612771" y="1424432"/>
                  </a:lnTo>
                  <a:lnTo>
                    <a:pt x="2572258" y="1456055"/>
                  </a:lnTo>
                  <a:lnTo>
                    <a:pt x="2530602" y="1485773"/>
                  </a:lnTo>
                  <a:lnTo>
                    <a:pt x="2487930" y="1513840"/>
                  </a:lnTo>
                  <a:lnTo>
                    <a:pt x="2444242" y="1540268"/>
                  </a:lnTo>
                  <a:lnTo>
                    <a:pt x="2399665" y="1565021"/>
                  </a:lnTo>
                  <a:lnTo>
                    <a:pt x="2354326" y="1588135"/>
                  </a:lnTo>
                  <a:lnTo>
                    <a:pt x="2308225" y="1609852"/>
                  </a:lnTo>
                  <a:lnTo>
                    <a:pt x="2261489" y="1630045"/>
                  </a:lnTo>
                  <a:lnTo>
                    <a:pt x="2214118" y="1648714"/>
                  </a:lnTo>
                  <a:lnTo>
                    <a:pt x="2166366" y="1665986"/>
                  </a:lnTo>
                  <a:lnTo>
                    <a:pt x="2118106" y="1681861"/>
                  </a:lnTo>
                  <a:lnTo>
                    <a:pt x="2069465" y="1696466"/>
                  </a:lnTo>
                  <a:lnTo>
                    <a:pt x="2020570" y="1709674"/>
                  </a:lnTo>
                  <a:lnTo>
                    <a:pt x="1971548" y="1721612"/>
                  </a:lnTo>
                  <a:lnTo>
                    <a:pt x="1922526" y="1732407"/>
                  </a:lnTo>
                  <a:lnTo>
                    <a:pt x="1873377" y="1742059"/>
                  </a:lnTo>
                  <a:lnTo>
                    <a:pt x="1824228" y="1750568"/>
                  </a:lnTo>
                  <a:lnTo>
                    <a:pt x="1775333" y="1757934"/>
                  </a:lnTo>
                  <a:lnTo>
                    <a:pt x="1726565" y="1764284"/>
                  </a:lnTo>
                  <a:lnTo>
                    <a:pt x="1678178" y="1769618"/>
                  </a:lnTo>
                  <a:lnTo>
                    <a:pt x="1605788" y="1775333"/>
                  </a:lnTo>
                  <a:lnTo>
                    <a:pt x="1532763" y="1778381"/>
                  </a:lnTo>
                  <a:lnTo>
                    <a:pt x="1458214" y="1779651"/>
                  </a:lnTo>
                  <a:lnTo>
                    <a:pt x="1384173" y="1778381"/>
                  </a:lnTo>
                  <a:lnTo>
                    <a:pt x="1331468" y="1776222"/>
                  </a:lnTo>
                  <a:lnTo>
                    <a:pt x="1278255" y="1772666"/>
                  </a:lnTo>
                  <a:lnTo>
                    <a:pt x="1224686" y="1767967"/>
                  </a:lnTo>
                  <a:lnTo>
                    <a:pt x="1170724" y="1761871"/>
                  </a:lnTo>
                  <a:lnTo>
                    <a:pt x="1116520" y="1754505"/>
                  </a:lnTo>
                  <a:lnTo>
                    <a:pt x="1062189" y="1745615"/>
                  </a:lnTo>
                  <a:lnTo>
                    <a:pt x="1007821" y="1735455"/>
                  </a:lnTo>
                  <a:lnTo>
                    <a:pt x="953541" y="1723771"/>
                  </a:lnTo>
                  <a:lnTo>
                    <a:pt x="899452" y="1710563"/>
                  </a:lnTo>
                  <a:lnTo>
                    <a:pt x="845642" y="1695831"/>
                  </a:lnTo>
                  <a:lnTo>
                    <a:pt x="792213" y="1679575"/>
                  </a:lnTo>
                  <a:lnTo>
                    <a:pt x="739305" y="1661795"/>
                  </a:lnTo>
                  <a:lnTo>
                    <a:pt x="686981" y="1642364"/>
                  </a:lnTo>
                  <a:lnTo>
                    <a:pt x="635368" y="1621155"/>
                  </a:lnTo>
                  <a:lnTo>
                    <a:pt x="584581" y="1598422"/>
                  </a:lnTo>
                  <a:lnTo>
                    <a:pt x="534695" y="1573911"/>
                  </a:lnTo>
                  <a:lnTo>
                    <a:pt x="485838" y="1547495"/>
                  </a:lnTo>
                  <a:lnTo>
                    <a:pt x="438111" y="1519428"/>
                  </a:lnTo>
                  <a:lnTo>
                    <a:pt x="391604" y="1489583"/>
                  </a:lnTo>
                  <a:lnTo>
                    <a:pt x="346443" y="1457706"/>
                  </a:lnTo>
                  <a:lnTo>
                    <a:pt x="304114" y="1424432"/>
                  </a:lnTo>
                  <a:lnTo>
                    <a:pt x="267716" y="1393317"/>
                  </a:lnTo>
                  <a:lnTo>
                    <a:pt x="232181" y="1359789"/>
                  </a:lnTo>
                  <a:lnTo>
                    <a:pt x="197942" y="1323721"/>
                  </a:lnTo>
                  <a:lnTo>
                    <a:pt x="165455" y="1285367"/>
                  </a:lnTo>
                  <a:lnTo>
                    <a:pt x="135166" y="1244727"/>
                  </a:lnTo>
                  <a:lnTo>
                    <a:pt x="107505" y="1202055"/>
                  </a:lnTo>
                  <a:lnTo>
                    <a:pt x="82956" y="1157351"/>
                  </a:lnTo>
                  <a:lnTo>
                    <a:pt x="61937" y="1110742"/>
                  </a:lnTo>
                  <a:lnTo>
                    <a:pt x="44907" y="1062355"/>
                  </a:lnTo>
                  <a:lnTo>
                    <a:pt x="32296" y="1012190"/>
                  </a:lnTo>
                  <a:lnTo>
                    <a:pt x="22275" y="946277"/>
                  </a:lnTo>
                  <a:lnTo>
                    <a:pt x="20599" y="901192"/>
                  </a:lnTo>
                  <a:lnTo>
                    <a:pt x="22834" y="856615"/>
                  </a:lnTo>
                  <a:lnTo>
                    <a:pt x="27838" y="812673"/>
                  </a:lnTo>
                  <a:lnTo>
                    <a:pt x="39573" y="759206"/>
                  </a:lnTo>
                  <a:lnTo>
                    <a:pt x="56007" y="707898"/>
                  </a:lnTo>
                  <a:lnTo>
                    <a:pt x="76682" y="658876"/>
                  </a:lnTo>
                  <a:lnTo>
                    <a:pt x="101193" y="612013"/>
                  </a:lnTo>
                  <a:lnTo>
                    <a:pt x="129095" y="567309"/>
                  </a:lnTo>
                  <a:lnTo>
                    <a:pt x="159931" y="525018"/>
                  </a:lnTo>
                  <a:lnTo>
                    <a:pt x="193294" y="485013"/>
                  </a:lnTo>
                  <a:lnTo>
                    <a:pt x="228739" y="447294"/>
                  </a:lnTo>
                  <a:lnTo>
                    <a:pt x="265823" y="411988"/>
                  </a:lnTo>
                  <a:lnTo>
                    <a:pt x="304114" y="378968"/>
                  </a:lnTo>
                  <a:lnTo>
                    <a:pt x="347002" y="345821"/>
                  </a:lnTo>
                  <a:lnTo>
                    <a:pt x="391922" y="313944"/>
                  </a:lnTo>
                  <a:lnTo>
                    <a:pt x="438238" y="283972"/>
                  </a:lnTo>
                  <a:lnTo>
                    <a:pt x="485851" y="255778"/>
                  </a:lnTo>
                  <a:lnTo>
                    <a:pt x="534631" y="229489"/>
                  </a:lnTo>
                  <a:lnTo>
                    <a:pt x="584479" y="204851"/>
                  </a:lnTo>
                  <a:lnTo>
                    <a:pt x="635292" y="181991"/>
                  </a:lnTo>
                  <a:lnTo>
                    <a:pt x="686930" y="160909"/>
                  </a:lnTo>
                  <a:lnTo>
                    <a:pt x="739305" y="141351"/>
                  </a:lnTo>
                  <a:lnTo>
                    <a:pt x="792302" y="123571"/>
                  </a:lnTo>
                  <a:lnTo>
                    <a:pt x="845807" y="107315"/>
                  </a:lnTo>
                  <a:lnTo>
                    <a:pt x="899706" y="92583"/>
                  </a:lnTo>
                  <a:lnTo>
                    <a:pt x="953884" y="79375"/>
                  </a:lnTo>
                  <a:lnTo>
                    <a:pt x="1008240" y="67818"/>
                  </a:lnTo>
                  <a:lnTo>
                    <a:pt x="1062647" y="57531"/>
                  </a:lnTo>
                  <a:lnTo>
                    <a:pt x="1117003" y="48768"/>
                  </a:lnTo>
                  <a:lnTo>
                    <a:pt x="1171206" y="41402"/>
                  </a:lnTo>
                  <a:lnTo>
                    <a:pt x="1225118" y="35306"/>
                  </a:lnTo>
                  <a:lnTo>
                    <a:pt x="1278636" y="30607"/>
                  </a:lnTo>
                  <a:lnTo>
                    <a:pt x="1331722" y="27305"/>
                  </a:lnTo>
                  <a:lnTo>
                    <a:pt x="1384173" y="25146"/>
                  </a:lnTo>
                  <a:lnTo>
                    <a:pt x="1458722" y="23876"/>
                  </a:lnTo>
                  <a:lnTo>
                    <a:pt x="1532763" y="25146"/>
                  </a:lnTo>
                  <a:lnTo>
                    <a:pt x="1606296" y="28194"/>
                  </a:lnTo>
                  <a:lnTo>
                    <a:pt x="1678178" y="33909"/>
                  </a:lnTo>
                  <a:lnTo>
                    <a:pt x="1726184" y="38989"/>
                  </a:lnTo>
                  <a:lnTo>
                    <a:pt x="1774571" y="45085"/>
                  </a:lnTo>
                  <a:lnTo>
                    <a:pt x="1823212" y="52451"/>
                  </a:lnTo>
                  <a:lnTo>
                    <a:pt x="1872234" y="60833"/>
                  </a:lnTo>
                  <a:lnTo>
                    <a:pt x="1921383" y="70485"/>
                  </a:lnTo>
                  <a:lnTo>
                    <a:pt x="1970659" y="81280"/>
                  </a:lnTo>
                  <a:lnTo>
                    <a:pt x="2019808" y="93345"/>
                  </a:lnTo>
                  <a:lnTo>
                    <a:pt x="2068830" y="106680"/>
                  </a:lnTo>
                  <a:lnTo>
                    <a:pt x="2117598" y="121412"/>
                  </a:lnTo>
                  <a:lnTo>
                    <a:pt x="2166112" y="137414"/>
                  </a:lnTo>
                  <a:lnTo>
                    <a:pt x="2214245" y="154813"/>
                  </a:lnTo>
                  <a:lnTo>
                    <a:pt x="2261870" y="173609"/>
                  </a:lnTo>
                  <a:lnTo>
                    <a:pt x="2308860" y="193929"/>
                  </a:lnTo>
                  <a:lnTo>
                    <a:pt x="2355088" y="215646"/>
                  </a:lnTo>
                  <a:lnTo>
                    <a:pt x="2400554" y="238887"/>
                  </a:lnTo>
                  <a:lnTo>
                    <a:pt x="2445131" y="263652"/>
                  </a:lnTo>
                  <a:lnTo>
                    <a:pt x="2488819" y="290068"/>
                  </a:lnTo>
                  <a:lnTo>
                    <a:pt x="2531364" y="318008"/>
                  </a:lnTo>
                  <a:lnTo>
                    <a:pt x="2572766" y="347726"/>
                  </a:lnTo>
                  <a:lnTo>
                    <a:pt x="2612771" y="378968"/>
                  </a:lnTo>
                  <a:lnTo>
                    <a:pt x="2652903" y="413512"/>
                  </a:lnTo>
                  <a:lnTo>
                    <a:pt x="2687320" y="446278"/>
                  </a:lnTo>
                  <a:lnTo>
                    <a:pt x="2720467" y="481457"/>
                  </a:lnTo>
                  <a:lnTo>
                    <a:pt x="2751963" y="518795"/>
                  </a:lnTo>
                  <a:lnTo>
                    <a:pt x="2781427" y="558165"/>
                  </a:lnTo>
                  <a:lnTo>
                    <a:pt x="2808351" y="599694"/>
                  </a:lnTo>
                  <a:lnTo>
                    <a:pt x="2832481" y="643255"/>
                  </a:lnTo>
                  <a:lnTo>
                    <a:pt x="2853309" y="688594"/>
                  </a:lnTo>
                  <a:lnTo>
                    <a:pt x="2870454" y="735711"/>
                  </a:lnTo>
                  <a:lnTo>
                    <a:pt x="2883408" y="784733"/>
                  </a:lnTo>
                  <a:lnTo>
                    <a:pt x="2891917" y="835279"/>
                  </a:lnTo>
                  <a:lnTo>
                    <a:pt x="2895727" y="879856"/>
                  </a:lnTo>
                  <a:lnTo>
                    <a:pt x="2896362" y="901700"/>
                  </a:lnTo>
                  <a:lnTo>
                    <a:pt x="2896362" y="751738"/>
                  </a:lnTo>
                  <a:lnTo>
                    <a:pt x="2873121" y="680974"/>
                  </a:lnTo>
                  <a:lnTo>
                    <a:pt x="2851658" y="633476"/>
                  </a:lnTo>
                  <a:lnTo>
                    <a:pt x="2826766" y="588137"/>
                  </a:lnTo>
                  <a:lnTo>
                    <a:pt x="2798699" y="544830"/>
                  </a:lnTo>
                  <a:lnTo>
                    <a:pt x="2768092" y="503682"/>
                  </a:lnTo>
                  <a:lnTo>
                    <a:pt x="2735199" y="464693"/>
                  </a:lnTo>
                  <a:lnTo>
                    <a:pt x="2700401" y="427990"/>
                  </a:lnTo>
                  <a:lnTo>
                    <a:pt x="2664206" y="393446"/>
                  </a:lnTo>
                  <a:lnTo>
                    <a:pt x="2625090" y="359537"/>
                  </a:lnTo>
                  <a:lnTo>
                    <a:pt x="2560701" y="310896"/>
                  </a:lnTo>
                  <a:lnTo>
                    <a:pt x="2516505" y="280797"/>
                  </a:lnTo>
                  <a:lnTo>
                    <a:pt x="2471039" y="252476"/>
                  </a:lnTo>
                  <a:lnTo>
                    <a:pt x="2424430" y="225806"/>
                  </a:lnTo>
                  <a:lnTo>
                    <a:pt x="2376678" y="200787"/>
                  </a:lnTo>
                  <a:lnTo>
                    <a:pt x="2327910" y="177419"/>
                  </a:lnTo>
                  <a:lnTo>
                    <a:pt x="2278380" y="155575"/>
                  </a:lnTo>
                  <a:lnTo>
                    <a:pt x="2227961" y="135382"/>
                  </a:lnTo>
                  <a:lnTo>
                    <a:pt x="2177034" y="116713"/>
                  </a:lnTo>
                  <a:lnTo>
                    <a:pt x="2125472" y="99568"/>
                  </a:lnTo>
                  <a:lnTo>
                    <a:pt x="2073529" y="83947"/>
                  </a:lnTo>
                  <a:lnTo>
                    <a:pt x="2021332" y="69723"/>
                  </a:lnTo>
                  <a:lnTo>
                    <a:pt x="1969008" y="56896"/>
                  </a:lnTo>
                  <a:lnTo>
                    <a:pt x="1916557" y="45466"/>
                  </a:lnTo>
                  <a:lnTo>
                    <a:pt x="1864106" y="35433"/>
                  </a:lnTo>
                  <a:lnTo>
                    <a:pt x="1811909" y="26797"/>
                  </a:lnTo>
                  <a:lnTo>
                    <a:pt x="1759966" y="19431"/>
                  </a:lnTo>
                  <a:lnTo>
                    <a:pt x="1708404" y="13335"/>
                  </a:lnTo>
                  <a:lnTo>
                    <a:pt x="1657350" y="8636"/>
                  </a:lnTo>
                  <a:lnTo>
                    <a:pt x="1606931" y="5080"/>
                  </a:lnTo>
                  <a:lnTo>
                    <a:pt x="1533398" y="1270"/>
                  </a:lnTo>
                  <a:lnTo>
                    <a:pt x="1458214" y="0"/>
                  </a:lnTo>
                  <a:lnTo>
                    <a:pt x="1383538" y="1270"/>
                  </a:lnTo>
                  <a:lnTo>
                    <a:pt x="1309497" y="5080"/>
                  </a:lnTo>
                  <a:lnTo>
                    <a:pt x="1258481" y="8763"/>
                  </a:lnTo>
                  <a:lnTo>
                    <a:pt x="1207033" y="13589"/>
                  </a:lnTo>
                  <a:lnTo>
                    <a:pt x="1155242" y="19685"/>
                  </a:lnTo>
                  <a:lnTo>
                    <a:pt x="1103198" y="27051"/>
                  </a:lnTo>
                  <a:lnTo>
                    <a:pt x="1050988" y="35814"/>
                  </a:lnTo>
                  <a:lnTo>
                    <a:pt x="998715" y="45720"/>
                  </a:lnTo>
                  <a:lnTo>
                    <a:pt x="946467" y="57150"/>
                  </a:lnTo>
                  <a:lnTo>
                    <a:pt x="894346" y="69850"/>
                  </a:lnTo>
                  <a:lnTo>
                    <a:pt x="842441" y="84074"/>
                  </a:lnTo>
                  <a:lnTo>
                    <a:pt x="790854" y="99568"/>
                  </a:lnTo>
                  <a:lnTo>
                    <a:pt x="739673" y="116713"/>
                  </a:lnTo>
                  <a:lnTo>
                    <a:pt x="688987" y="135382"/>
                  </a:lnTo>
                  <a:lnTo>
                    <a:pt x="638911" y="155448"/>
                  </a:lnTo>
                  <a:lnTo>
                    <a:pt x="589521" y="177292"/>
                  </a:lnTo>
                  <a:lnTo>
                    <a:pt x="540918" y="200660"/>
                  </a:lnTo>
                  <a:lnTo>
                    <a:pt x="493191" y="225552"/>
                  </a:lnTo>
                  <a:lnTo>
                    <a:pt x="446455" y="252222"/>
                  </a:lnTo>
                  <a:lnTo>
                    <a:pt x="400773" y="280670"/>
                  </a:lnTo>
                  <a:lnTo>
                    <a:pt x="356273" y="310769"/>
                  </a:lnTo>
                  <a:lnTo>
                    <a:pt x="313029" y="342646"/>
                  </a:lnTo>
                  <a:lnTo>
                    <a:pt x="271246" y="377190"/>
                  </a:lnTo>
                  <a:lnTo>
                    <a:pt x="234111" y="410972"/>
                  </a:lnTo>
                  <a:lnTo>
                    <a:pt x="198437" y="446913"/>
                  </a:lnTo>
                  <a:lnTo>
                    <a:pt x="164553" y="484632"/>
                  </a:lnTo>
                  <a:lnTo>
                    <a:pt x="132829" y="524510"/>
                  </a:lnTo>
                  <a:lnTo>
                    <a:pt x="103593" y="566420"/>
                  </a:lnTo>
                  <a:lnTo>
                    <a:pt x="77228" y="610489"/>
                  </a:lnTo>
                  <a:lnTo>
                    <a:pt x="54051" y="656717"/>
                  </a:lnTo>
                  <a:lnTo>
                    <a:pt x="34429" y="705231"/>
                  </a:lnTo>
                  <a:lnTo>
                    <a:pt x="18707" y="755904"/>
                  </a:lnTo>
                  <a:lnTo>
                    <a:pt x="7239" y="808863"/>
                  </a:lnTo>
                  <a:lnTo>
                    <a:pt x="1663" y="855345"/>
                  </a:lnTo>
                  <a:lnTo>
                    <a:pt x="0" y="901700"/>
                  </a:lnTo>
                  <a:lnTo>
                    <a:pt x="546" y="925576"/>
                  </a:lnTo>
                  <a:lnTo>
                    <a:pt x="4445" y="972058"/>
                  </a:lnTo>
                  <a:lnTo>
                    <a:pt x="11696" y="1017905"/>
                  </a:lnTo>
                  <a:lnTo>
                    <a:pt x="26047" y="1073023"/>
                  </a:lnTo>
                  <a:lnTo>
                    <a:pt x="45110" y="1125728"/>
                  </a:lnTo>
                  <a:lnTo>
                    <a:pt x="68427" y="1176147"/>
                  </a:lnTo>
                  <a:lnTo>
                    <a:pt x="95567" y="1224026"/>
                  </a:lnTo>
                  <a:lnTo>
                    <a:pt x="126072" y="1269619"/>
                  </a:lnTo>
                  <a:lnTo>
                    <a:pt x="159499" y="1312672"/>
                  </a:lnTo>
                  <a:lnTo>
                    <a:pt x="195414" y="1353439"/>
                  </a:lnTo>
                  <a:lnTo>
                    <a:pt x="233362" y="1391666"/>
                  </a:lnTo>
                  <a:lnTo>
                    <a:pt x="272897" y="1427480"/>
                  </a:lnTo>
                  <a:lnTo>
                    <a:pt x="313588" y="1460881"/>
                  </a:lnTo>
                  <a:lnTo>
                    <a:pt x="358140" y="1494155"/>
                  </a:lnTo>
                  <a:lnTo>
                    <a:pt x="406425" y="1526540"/>
                  </a:lnTo>
                  <a:lnTo>
                    <a:pt x="456082" y="1556905"/>
                  </a:lnTo>
                  <a:lnTo>
                    <a:pt x="506971" y="1585214"/>
                  </a:lnTo>
                  <a:lnTo>
                    <a:pt x="559015" y="1611757"/>
                  </a:lnTo>
                  <a:lnTo>
                    <a:pt x="612076" y="1636268"/>
                  </a:lnTo>
                  <a:lnTo>
                    <a:pt x="666076" y="1659001"/>
                  </a:lnTo>
                  <a:lnTo>
                    <a:pt x="720890" y="1679956"/>
                  </a:lnTo>
                  <a:lnTo>
                    <a:pt x="776414" y="1699006"/>
                  </a:lnTo>
                  <a:lnTo>
                    <a:pt x="832535" y="1716405"/>
                  </a:lnTo>
                  <a:lnTo>
                    <a:pt x="889152" y="1732026"/>
                  </a:lnTo>
                  <a:lnTo>
                    <a:pt x="946162" y="1746123"/>
                  </a:lnTo>
                  <a:lnTo>
                    <a:pt x="1003439" y="1758442"/>
                  </a:lnTo>
                  <a:lnTo>
                    <a:pt x="1060894" y="1769237"/>
                  </a:lnTo>
                  <a:lnTo>
                    <a:pt x="1118412" y="1778381"/>
                  </a:lnTo>
                  <a:lnTo>
                    <a:pt x="1175880" y="1786128"/>
                  </a:lnTo>
                  <a:lnTo>
                    <a:pt x="1233195" y="1792351"/>
                  </a:lnTo>
                  <a:lnTo>
                    <a:pt x="1290193" y="1797050"/>
                  </a:lnTo>
                  <a:lnTo>
                    <a:pt x="1346962" y="1800352"/>
                  </a:lnTo>
                  <a:lnTo>
                    <a:pt x="1403096" y="1802257"/>
                  </a:lnTo>
                  <a:lnTo>
                    <a:pt x="1458722" y="1802892"/>
                  </a:lnTo>
                  <a:lnTo>
                    <a:pt x="1533398" y="1801622"/>
                  </a:lnTo>
                  <a:lnTo>
                    <a:pt x="1607439" y="1798447"/>
                  </a:lnTo>
                  <a:lnTo>
                    <a:pt x="1679829" y="1792859"/>
                  </a:lnTo>
                  <a:lnTo>
                    <a:pt x="1751711" y="1784731"/>
                  </a:lnTo>
                  <a:lnTo>
                    <a:pt x="1797685" y="1778381"/>
                  </a:lnTo>
                  <a:lnTo>
                    <a:pt x="1844167" y="1771015"/>
                  </a:lnTo>
                  <a:lnTo>
                    <a:pt x="1891030" y="1762633"/>
                  </a:lnTo>
                  <a:lnTo>
                    <a:pt x="1938020" y="1753108"/>
                  </a:lnTo>
                  <a:lnTo>
                    <a:pt x="1985264" y="1742440"/>
                  </a:lnTo>
                  <a:lnTo>
                    <a:pt x="2032381" y="1730629"/>
                  </a:lnTo>
                  <a:lnTo>
                    <a:pt x="2079625" y="1717548"/>
                  </a:lnTo>
                  <a:lnTo>
                    <a:pt x="2126615" y="1703324"/>
                  </a:lnTo>
                  <a:lnTo>
                    <a:pt x="2173478" y="1687830"/>
                  </a:lnTo>
                  <a:lnTo>
                    <a:pt x="2219960" y="1671066"/>
                  </a:lnTo>
                  <a:lnTo>
                    <a:pt x="2265934" y="1652905"/>
                  </a:lnTo>
                  <a:lnTo>
                    <a:pt x="2311527" y="1633474"/>
                  </a:lnTo>
                  <a:lnTo>
                    <a:pt x="2356485" y="1612646"/>
                  </a:lnTo>
                  <a:lnTo>
                    <a:pt x="2400681" y="1590421"/>
                  </a:lnTo>
                  <a:lnTo>
                    <a:pt x="2444115" y="1566672"/>
                  </a:lnTo>
                  <a:lnTo>
                    <a:pt x="2486533" y="1541526"/>
                  </a:lnTo>
                  <a:lnTo>
                    <a:pt x="2528062" y="1514983"/>
                  </a:lnTo>
                  <a:lnTo>
                    <a:pt x="2568448" y="1486789"/>
                  </a:lnTo>
                  <a:lnTo>
                    <a:pt x="2607691" y="1457071"/>
                  </a:lnTo>
                  <a:lnTo>
                    <a:pt x="2645664" y="1425702"/>
                  </a:lnTo>
                  <a:lnTo>
                    <a:pt x="2685288" y="1390015"/>
                  </a:lnTo>
                  <a:lnTo>
                    <a:pt x="2719832" y="1355344"/>
                  </a:lnTo>
                  <a:lnTo>
                    <a:pt x="2752979" y="1318260"/>
                  </a:lnTo>
                  <a:lnTo>
                    <a:pt x="2784094" y="1278890"/>
                  </a:lnTo>
                  <a:lnTo>
                    <a:pt x="2812923" y="1237234"/>
                  </a:lnTo>
                  <a:lnTo>
                    <a:pt x="2839085" y="1193673"/>
                  </a:lnTo>
                  <a:lnTo>
                    <a:pt x="2862072" y="1147953"/>
                  </a:lnTo>
                  <a:lnTo>
                    <a:pt x="2881630" y="1100582"/>
                  </a:lnTo>
                  <a:lnTo>
                    <a:pt x="2897251" y="1051306"/>
                  </a:lnTo>
                  <a:lnTo>
                    <a:pt x="2908554" y="1000506"/>
                  </a:lnTo>
                  <a:lnTo>
                    <a:pt x="2915285" y="948182"/>
                  </a:lnTo>
                  <a:lnTo>
                    <a:pt x="2916936" y="901192"/>
                  </a:lnTo>
                  <a:close/>
                </a:path>
              </a:pathLst>
            </a:custGeom>
            <a:solidFill>
              <a:srgbClr val="000000"/>
            </a:solidFill>
          </p:spPr>
          <p:txBody>
            <a:bodyPr wrap="square" lIns="0" tIns="0" rIns="0" bIns="0" rtlCol="0"/>
            <a:lstStyle/>
            <a:p>
              <a:endParaRPr/>
            </a:p>
          </p:txBody>
        </p:sp>
        <p:sp>
          <p:nvSpPr>
            <p:cNvPr id="8" name="object 8"/>
            <p:cNvSpPr/>
            <p:nvPr/>
          </p:nvSpPr>
          <p:spPr>
            <a:xfrm>
              <a:off x="155447" y="4017263"/>
              <a:ext cx="2459990" cy="1129665"/>
            </a:xfrm>
            <a:custGeom>
              <a:avLst/>
              <a:gdLst/>
              <a:ahLst/>
              <a:cxnLst/>
              <a:rect l="l" t="t" r="r" b="b"/>
              <a:pathLst>
                <a:path w="2459990" h="1129664">
                  <a:moveTo>
                    <a:pt x="1229614" y="0"/>
                  </a:moveTo>
                  <a:lnTo>
                    <a:pt x="1128776" y="1905"/>
                  </a:lnTo>
                  <a:lnTo>
                    <a:pt x="1030198" y="7366"/>
                  </a:lnTo>
                  <a:lnTo>
                    <a:pt x="934186" y="16383"/>
                  </a:lnTo>
                  <a:lnTo>
                    <a:pt x="841044" y="28829"/>
                  </a:lnTo>
                  <a:lnTo>
                    <a:pt x="751077" y="44323"/>
                  </a:lnTo>
                  <a:lnTo>
                    <a:pt x="664629" y="62992"/>
                  </a:lnTo>
                  <a:lnTo>
                    <a:pt x="582002" y="84581"/>
                  </a:lnTo>
                  <a:lnTo>
                    <a:pt x="503516" y="108966"/>
                  </a:lnTo>
                  <a:lnTo>
                    <a:pt x="429488" y="135890"/>
                  </a:lnTo>
                  <a:lnTo>
                    <a:pt x="360235" y="165354"/>
                  </a:lnTo>
                  <a:lnTo>
                    <a:pt x="296062" y="197231"/>
                  </a:lnTo>
                  <a:lnTo>
                    <a:pt x="237312" y="231140"/>
                  </a:lnTo>
                  <a:lnTo>
                    <a:pt x="184277" y="267208"/>
                  </a:lnTo>
                  <a:lnTo>
                    <a:pt x="137287" y="305181"/>
                  </a:lnTo>
                  <a:lnTo>
                    <a:pt x="96659" y="344931"/>
                  </a:lnTo>
                  <a:lnTo>
                    <a:pt x="62712" y="386206"/>
                  </a:lnTo>
                  <a:lnTo>
                    <a:pt x="35750" y="429006"/>
                  </a:lnTo>
                  <a:lnTo>
                    <a:pt x="16103" y="473075"/>
                  </a:lnTo>
                  <a:lnTo>
                    <a:pt x="4076" y="518287"/>
                  </a:lnTo>
                  <a:lnTo>
                    <a:pt x="0" y="564642"/>
                  </a:lnTo>
                  <a:lnTo>
                    <a:pt x="4076" y="610997"/>
                  </a:lnTo>
                  <a:lnTo>
                    <a:pt x="16103" y="656209"/>
                  </a:lnTo>
                  <a:lnTo>
                    <a:pt x="35750" y="700278"/>
                  </a:lnTo>
                  <a:lnTo>
                    <a:pt x="62712" y="743077"/>
                  </a:lnTo>
                  <a:lnTo>
                    <a:pt x="96659" y="784352"/>
                  </a:lnTo>
                  <a:lnTo>
                    <a:pt x="137287" y="824103"/>
                  </a:lnTo>
                  <a:lnTo>
                    <a:pt x="184277" y="862076"/>
                  </a:lnTo>
                  <a:lnTo>
                    <a:pt x="237312" y="898144"/>
                  </a:lnTo>
                  <a:lnTo>
                    <a:pt x="296062" y="932053"/>
                  </a:lnTo>
                  <a:lnTo>
                    <a:pt x="360235" y="963930"/>
                  </a:lnTo>
                  <a:lnTo>
                    <a:pt x="429488" y="993394"/>
                  </a:lnTo>
                  <a:lnTo>
                    <a:pt x="503516" y="1020318"/>
                  </a:lnTo>
                  <a:lnTo>
                    <a:pt x="582002" y="1044702"/>
                  </a:lnTo>
                  <a:lnTo>
                    <a:pt x="664629" y="1066292"/>
                  </a:lnTo>
                  <a:lnTo>
                    <a:pt x="751077" y="1084961"/>
                  </a:lnTo>
                  <a:lnTo>
                    <a:pt x="841044" y="1100455"/>
                  </a:lnTo>
                  <a:lnTo>
                    <a:pt x="934186" y="1112901"/>
                  </a:lnTo>
                  <a:lnTo>
                    <a:pt x="1030198" y="1121918"/>
                  </a:lnTo>
                  <a:lnTo>
                    <a:pt x="1128776" y="1127379"/>
                  </a:lnTo>
                  <a:lnTo>
                    <a:pt x="1229614" y="1129284"/>
                  </a:lnTo>
                  <a:lnTo>
                    <a:pt x="1330452" y="1127379"/>
                  </a:lnTo>
                  <a:lnTo>
                    <a:pt x="1429131" y="1121918"/>
                  </a:lnTo>
                  <a:lnTo>
                    <a:pt x="1525270" y="1112901"/>
                  </a:lnTo>
                  <a:lnTo>
                    <a:pt x="1618361" y="1100455"/>
                  </a:lnTo>
                  <a:lnTo>
                    <a:pt x="1708403" y="1084961"/>
                  </a:lnTo>
                  <a:lnTo>
                    <a:pt x="1794890" y="1066292"/>
                  </a:lnTo>
                  <a:lnTo>
                    <a:pt x="1877568" y="1044702"/>
                  </a:lnTo>
                  <a:lnTo>
                    <a:pt x="1956053" y="1020318"/>
                  </a:lnTo>
                  <a:lnTo>
                    <a:pt x="2030095" y="993394"/>
                  </a:lnTo>
                  <a:lnTo>
                    <a:pt x="2099437" y="963930"/>
                  </a:lnTo>
                  <a:lnTo>
                    <a:pt x="2163572" y="932053"/>
                  </a:lnTo>
                  <a:lnTo>
                    <a:pt x="2222372" y="898144"/>
                  </a:lnTo>
                  <a:lnTo>
                    <a:pt x="2275459" y="862076"/>
                  </a:lnTo>
                  <a:lnTo>
                    <a:pt x="2322449" y="824103"/>
                  </a:lnTo>
                  <a:lnTo>
                    <a:pt x="2363089" y="784352"/>
                  </a:lnTo>
                  <a:lnTo>
                    <a:pt x="2396997" y="743077"/>
                  </a:lnTo>
                  <a:lnTo>
                    <a:pt x="2423922" y="700278"/>
                  </a:lnTo>
                  <a:lnTo>
                    <a:pt x="2443607" y="656209"/>
                  </a:lnTo>
                  <a:lnTo>
                    <a:pt x="2455672" y="610997"/>
                  </a:lnTo>
                  <a:lnTo>
                    <a:pt x="2459735" y="564642"/>
                  </a:lnTo>
                  <a:lnTo>
                    <a:pt x="2455672" y="518287"/>
                  </a:lnTo>
                  <a:lnTo>
                    <a:pt x="2443607" y="473075"/>
                  </a:lnTo>
                  <a:lnTo>
                    <a:pt x="2423922" y="429006"/>
                  </a:lnTo>
                  <a:lnTo>
                    <a:pt x="2396997" y="386206"/>
                  </a:lnTo>
                  <a:lnTo>
                    <a:pt x="2363089" y="344931"/>
                  </a:lnTo>
                  <a:lnTo>
                    <a:pt x="2322449" y="305181"/>
                  </a:lnTo>
                  <a:lnTo>
                    <a:pt x="2275459" y="267208"/>
                  </a:lnTo>
                  <a:lnTo>
                    <a:pt x="2222372" y="231140"/>
                  </a:lnTo>
                  <a:lnTo>
                    <a:pt x="2163572" y="197231"/>
                  </a:lnTo>
                  <a:lnTo>
                    <a:pt x="2099437" y="165354"/>
                  </a:lnTo>
                  <a:lnTo>
                    <a:pt x="2030095" y="135890"/>
                  </a:lnTo>
                  <a:lnTo>
                    <a:pt x="1956053" y="108966"/>
                  </a:lnTo>
                  <a:lnTo>
                    <a:pt x="1877568" y="84581"/>
                  </a:lnTo>
                  <a:lnTo>
                    <a:pt x="1794890" y="62992"/>
                  </a:lnTo>
                  <a:lnTo>
                    <a:pt x="1708403" y="44323"/>
                  </a:lnTo>
                  <a:lnTo>
                    <a:pt x="1618361" y="28829"/>
                  </a:lnTo>
                  <a:lnTo>
                    <a:pt x="1525270" y="16383"/>
                  </a:lnTo>
                  <a:lnTo>
                    <a:pt x="1429131" y="7366"/>
                  </a:lnTo>
                  <a:lnTo>
                    <a:pt x="1330452" y="1905"/>
                  </a:lnTo>
                  <a:lnTo>
                    <a:pt x="1229614" y="0"/>
                  </a:lnTo>
                  <a:close/>
                </a:path>
              </a:pathLst>
            </a:custGeom>
            <a:solidFill>
              <a:srgbClr val="BE0000"/>
            </a:solidFill>
          </p:spPr>
          <p:txBody>
            <a:bodyPr wrap="square" lIns="0" tIns="0" rIns="0" bIns="0" rtlCol="0"/>
            <a:lstStyle/>
            <a:p>
              <a:endParaRPr/>
            </a:p>
          </p:txBody>
        </p:sp>
        <p:sp>
          <p:nvSpPr>
            <p:cNvPr id="9" name="object 9"/>
            <p:cNvSpPr/>
            <p:nvPr/>
          </p:nvSpPr>
          <p:spPr>
            <a:xfrm>
              <a:off x="512063" y="4482083"/>
              <a:ext cx="1729739" cy="690880"/>
            </a:xfrm>
            <a:custGeom>
              <a:avLst/>
              <a:gdLst/>
              <a:ahLst/>
              <a:cxnLst/>
              <a:rect l="l" t="t" r="r" b="b"/>
              <a:pathLst>
                <a:path w="1729739" h="690879">
                  <a:moveTo>
                    <a:pt x="864869" y="0"/>
                  </a:moveTo>
                  <a:lnTo>
                    <a:pt x="793877" y="1143"/>
                  </a:lnTo>
                  <a:lnTo>
                    <a:pt x="724547" y="4572"/>
                  </a:lnTo>
                  <a:lnTo>
                    <a:pt x="656971" y="10033"/>
                  </a:lnTo>
                  <a:lnTo>
                    <a:pt x="591439" y="17526"/>
                  </a:lnTo>
                  <a:lnTo>
                    <a:pt x="528154" y="27051"/>
                  </a:lnTo>
                  <a:lnTo>
                    <a:pt x="467334" y="38481"/>
                  </a:lnTo>
                  <a:lnTo>
                    <a:pt x="409219" y="51689"/>
                  </a:lnTo>
                  <a:lnTo>
                    <a:pt x="354012" y="66548"/>
                  </a:lnTo>
                  <a:lnTo>
                    <a:pt x="301955" y="83058"/>
                  </a:lnTo>
                  <a:lnTo>
                    <a:pt x="253250" y="101092"/>
                  </a:lnTo>
                  <a:lnTo>
                    <a:pt x="208127" y="120523"/>
                  </a:lnTo>
                  <a:lnTo>
                    <a:pt x="166814" y="141224"/>
                  </a:lnTo>
                  <a:lnTo>
                    <a:pt x="129540" y="163322"/>
                  </a:lnTo>
                  <a:lnTo>
                    <a:pt x="96507" y="186436"/>
                  </a:lnTo>
                  <a:lnTo>
                    <a:pt x="44068" y="235966"/>
                  </a:lnTo>
                  <a:lnTo>
                    <a:pt x="2870" y="316865"/>
                  </a:lnTo>
                  <a:lnTo>
                    <a:pt x="0" y="345186"/>
                  </a:lnTo>
                  <a:lnTo>
                    <a:pt x="2870" y="373380"/>
                  </a:lnTo>
                  <a:lnTo>
                    <a:pt x="44068" y="454152"/>
                  </a:lnTo>
                  <a:lnTo>
                    <a:pt x="96507" y="503555"/>
                  </a:lnTo>
                  <a:lnTo>
                    <a:pt x="129540" y="526796"/>
                  </a:lnTo>
                  <a:lnTo>
                    <a:pt x="166814" y="548894"/>
                  </a:lnTo>
                  <a:lnTo>
                    <a:pt x="208127" y="569595"/>
                  </a:lnTo>
                  <a:lnTo>
                    <a:pt x="253250" y="589153"/>
                  </a:lnTo>
                  <a:lnTo>
                    <a:pt x="301955" y="607060"/>
                  </a:lnTo>
                  <a:lnTo>
                    <a:pt x="354012" y="623570"/>
                  </a:lnTo>
                  <a:lnTo>
                    <a:pt x="409219" y="638556"/>
                  </a:lnTo>
                  <a:lnTo>
                    <a:pt x="467334" y="651764"/>
                  </a:lnTo>
                  <a:lnTo>
                    <a:pt x="528154" y="663194"/>
                  </a:lnTo>
                  <a:lnTo>
                    <a:pt x="591439" y="672719"/>
                  </a:lnTo>
                  <a:lnTo>
                    <a:pt x="656971" y="680339"/>
                  </a:lnTo>
                  <a:lnTo>
                    <a:pt x="724547" y="685800"/>
                  </a:lnTo>
                  <a:lnTo>
                    <a:pt x="793877" y="689229"/>
                  </a:lnTo>
                  <a:lnTo>
                    <a:pt x="864869" y="690372"/>
                  </a:lnTo>
                  <a:lnTo>
                    <a:pt x="935736" y="689229"/>
                  </a:lnTo>
                  <a:lnTo>
                    <a:pt x="1005077" y="685800"/>
                  </a:lnTo>
                  <a:lnTo>
                    <a:pt x="1072642" y="680339"/>
                  </a:lnTo>
                  <a:lnTo>
                    <a:pt x="1138047" y="672719"/>
                  </a:lnTo>
                  <a:lnTo>
                    <a:pt x="1201293" y="663194"/>
                  </a:lnTo>
                  <a:lnTo>
                    <a:pt x="1262126" y="651764"/>
                  </a:lnTo>
                  <a:lnTo>
                    <a:pt x="1320292" y="638556"/>
                  </a:lnTo>
                  <a:lnTo>
                    <a:pt x="1375537" y="623570"/>
                  </a:lnTo>
                  <a:lnTo>
                    <a:pt x="1427607" y="607060"/>
                  </a:lnTo>
                  <a:lnTo>
                    <a:pt x="1476248" y="589153"/>
                  </a:lnTo>
                  <a:lnTo>
                    <a:pt x="1521460" y="569595"/>
                  </a:lnTo>
                  <a:lnTo>
                    <a:pt x="1562735" y="548894"/>
                  </a:lnTo>
                  <a:lnTo>
                    <a:pt x="1600073" y="526796"/>
                  </a:lnTo>
                  <a:lnTo>
                    <a:pt x="1633093" y="503555"/>
                  </a:lnTo>
                  <a:lnTo>
                    <a:pt x="1685671" y="454152"/>
                  </a:lnTo>
                  <a:lnTo>
                    <a:pt x="1726819" y="373380"/>
                  </a:lnTo>
                  <a:lnTo>
                    <a:pt x="1729740" y="345186"/>
                  </a:lnTo>
                  <a:lnTo>
                    <a:pt x="1726819" y="316865"/>
                  </a:lnTo>
                  <a:lnTo>
                    <a:pt x="1704594" y="262128"/>
                  </a:lnTo>
                  <a:lnTo>
                    <a:pt x="1661668" y="210820"/>
                  </a:lnTo>
                  <a:lnTo>
                    <a:pt x="1600073" y="163322"/>
                  </a:lnTo>
                  <a:lnTo>
                    <a:pt x="1562735" y="141224"/>
                  </a:lnTo>
                  <a:lnTo>
                    <a:pt x="1521460" y="120523"/>
                  </a:lnTo>
                  <a:lnTo>
                    <a:pt x="1476248" y="101092"/>
                  </a:lnTo>
                  <a:lnTo>
                    <a:pt x="1427607" y="83058"/>
                  </a:lnTo>
                  <a:lnTo>
                    <a:pt x="1375537" y="66548"/>
                  </a:lnTo>
                  <a:lnTo>
                    <a:pt x="1320292" y="51689"/>
                  </a:lnTo>
                  <a:lnTo>
                    <a:pt x="1262126" y="38481"/>
                  </a:lnTo>
                  <a:lnTo>
                    <a:pt x="1201293" y="27051"/>
                  </a:lnTo>
                  <a:lnTo>
                    <a:pt x="1138047" y="17526"/>
                  </a:lnTo>
                  <a:lnTo>
                    <a:pt x="1072642" y="10033"/>
                  </a:lnTo>
                  <a:lnTo>
                    <a:pt x="1005077" y="4572"/>
                  </a:lnTo>
                  <a:lnTo>
                    <a:pt x="935736" y="1143"/>
                  </a:lnTo>
                  <a:lnTo>
                    <a:pt x="864869" y="0"/>
                  </a:lnTo>
                  <a:close/>
                </a:path>
              </a:pathLst>
            </a:custGeom>
            <a:solidFill>
              <a:srgbClr val="000000"/>
            </a:solidFill>
          </p:spPr>
          <p:txBody>
            <a:bodyPr wrap="square" lIns="0" tIns="0" rIns="0" bIns="0" rtlCol="0"/>
            <a:lstStyle/>
            <a:p>
              <a:endParaRPr/>
            </a:p>
          </p:txBody>
        </p:sp>
      </p:grpSp>
      <p:sp>
        <p:nvSpPr>
          <p:cNvPr id="10" name="object 10"/>
          <p:cNvSpPr txBox="1"/>
          <p:nvPr/>
        </p:nvSpPr>
        <p:spPr>
          <a:xfrm>
            <a:off x="635609" y="3727221"/>
            <a:ext cx="1689735" cy="565150"/>
          </a:xfrm>
          <a:prstGeom prst="rect">
            <a:avLst/>
          </a:prstGeom>
        </p:spPr>
        <p:txBody>
          <a:bodyPr vert="horz" wrap="square" lIns="0" tIns="38735" rIns="0" bIns="0" rtlCol="0">
            <a:spAutoFit/>
          </a:bodyPr>
          <a:lstStyle/>
          <a:p>
            <a:pPr marL="12700">
              <a:lnSpc>
                <a:spcPct val="100000"/>
              </a:lnSpc>
              <a:spcBef>
                <a:spcPts val="305"/>
              </a:spcBef>
            </a:pPr>
            <a:r>
              <a:rPr sz="1600" b="1" spc="-5" dirty="0">
                <a:latin typeface="Corbel"/>
                <a:cs typeface="Corbel"/>
              </a:rPr>
              <a:t>ADMINISTRACIÓN</a:t>
            </a:r>
            <a:endParaRPr sz="1600" dirty="0">
              <a:latin typeface="Corbel"/>
              <a:cs typeface="Corbel"/>
            </a:endParaRPr>
          </a:p>
          <a:p>
            <a:pPr marL="256540">
              <a:lnSpc>
                <a:spcPct val="100000"/>
              </a:lnSpc>
              <a:spcBef>
                <a:spcPts val="200"/>
              </a:spcBef>
            </a:pPr>
            <a:r>
              <a:rPr sz="1600" b="1" spc="-5" dirty="0">
                <a:solidFill>
                  <a:srgbClr val="FFFFFF"/>
                </a:solidFill>
                <a:latin typeface="Corbel"/>
                <a:cs typeface="Corbel"/>
              </a:rPr>
              <a:t>Dirección</a:t>
            </a:r>
            <a:endParaRPr sz="1600" dirty="0">
              <a:latin typeface="Corbel"/>
              <a:cs typeface="Corbel"/>
            </a:endParaRPr>
          </a:p>
        </p:txBody>
      </p:sp>
      <p:sp>
        <p:nvSpPr>
          <p:cNvPr id="11" name="object 11"/>
          <p:cNvSpPr txBox="1"/>
          <p:nvPr/>
        </p:nvSpPr>
        <p:spPr>
          <a:xfrm>
            <a:off x="1059586" y="4662932"/>
            <a:ext cx="701675"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FFFFFF"/>
                </a:solidFill>
                <a:latin typeface="Corbel"/>
                <a:cs typeface="Corbel"/>
              </a:rPr>
              <a:t>Gestión</a:t>
            </a:r>
            <a:endParaRPr sz="1600">
              <a:latin typeface="Corbel"/>
              <a:cs typeface="Corbel"/>
            </a:endParaRPr>
          </a:p>
        </p:txBody>
      </p:sp>
      <p:sp>
        <p:nvSpPr>
          <p:cNvPr id="12" name="object 12"/>
          <p:cNvSpPr txBox="1">
            <a:spLocks noGrp="1"/>
          </p:cNvSpPr>
          <p:nvPr>
            <p:ph type="title"/>
          </p:nvPr>
        </p:nvSpPr>
        <p:spPr>
          <a:xfrm>
            <a:off x="2917190" y="469337"/>
            <a:ext cx="5859017" cy="627736"/>
          </a:xfrm>
          <a:prstGeom prst="rect">
            <a:avLst/>
          </a:prstGeom>
        </p:spPr>
        <p:txBody>
          <a:bodyPr vert="horz" wrap="square" lIns="0" tIns="12065" rIns="0" bIns="0" rtlCol="0">
            <a:spAutoFit/>
          </a:bodyPr>
          <a:lstStyle/>
          <a:p>
            <a:pPr marL="12700">
              <a:lnSpc>
                <a:spcPct val="100000"/>
              </a:lnSpc>
              <a:spcBef>
                <a:spcPts val="95"/>
              </a:spcBef>
            </a:pPr>
            <a:r>
              <a:rPr sz="2000" b="0" spc="-5" dirty="0">
                <a:solidFill>
                  <a:srgbClr val="000000"/>
                </a:solidFill>
                <a:latin typeface="Corbel"/>
                <a:cs typeface="Corbel"/>
              </a:rPr>
              <a:t>Ahora</a:t>
            </a:r>
            <a:r>
              <a:rPr sz="2000" b="0" spc="5" dirty="0">
                <a:solidFill>
                  <a:srgbClr val="000000"/>
                </a:solidFill>
                <a:latin typeface="Corbel"/>
                <a:cs typeface="Corbel"/>
              </a:rPr>
              <a:t> </a:t>
            </a:r>
            <a:r>
              <a:rPr sz="2000" b="0" spc="-5" dirty="0">
                <a:solidFill>
                  <a:srgbClr val="000000"/>
                </a:solidFill>
                <a:latin typeface="Corbel"/>
                <a:cs typeface="Corbel"/>
              </a:rPr>
              <a:t>que</a:t>
            </a:r>
            <a:r>
              <a:rPr sz="2000" b="0" dirty="0">
                <a:solidFill>
                  <a:srgbClr val="000000"/>
                </a:solidFill>
                <a:latin typeface="Corbel"/>
                <a:cs typeface="Corbel"/>
              </a:rPr>
              <a:t> </a:t>
            </a:r>
            <a:r>
              <a:rPr sz="2000" b="0" spc="-10" dirty="0">
                <a:solidFill>
                  <a:srgbClr val="000000"/>
                </a:solidFill>
                <a:latin typeface="Corbel"/>
                <a:cs typeface="Corbel"/>
              </a:rPr>
              <a:t>sabemos</a:t>
            </a:r>
            <a:r>
              <a:rPr sz="2000" b="0" spc="40" dirty="0">
                <a:solidFill>
                  <a:srgbClr val="000000"/>
                </a:solidFill>
                <a:latin typeface="Corbel"/>
                <a:cs typeface="Corbel"/>
              </a:rPr>
              <a:t> </a:t>
            </a:r>
            <a:r>
              <a:rPr sz="2000" b="0" spc="-5" dirty="0">
                <a:solidFill>
                  <a:srgbClr val="000000"/>
                </a:solidFill>
                <a:latin typeface="Corbel"/>
                <a:cs typeface="Corbel"/>
              </a:rPr>
              <a:t>lo que</a:t>
            </a:r>
            <a:r>
              <a:rPr sz="2000" b="0" dirty="0">
                <a:solidFill>
                  <a:srgbClr val="000000"/>
                </a:solidFill>
                <a:latin typeface="Corbel"/>
                <a:cs typeface="Corbel"/>
              </a:rPr>
              <a:t> </a:t>
            </a:r>
            <a:r>
              <a:rPr sz="2000" b="0" spc="-5" dirty="0">
                <a:solidFill>
                  <a:srgbClr val="000000"/>
                </a:solidFill>
                <a:latin typeface="Corbel"/>
                <a:cs typeface="Corbel"/>
              </a:rPr>
              <a:t>es</a:t>
            </a:r>
            <a:r>
              <a:rPr sz="2000" b="0" spc="10" dirty="0">
                <a:solidFill>
                  <a:srgbClr val="000000"/>
                </a:solidFill>
                <a:latin typeface="Corbel"/>
                <a:cs typeface="Corbel"/>
              </a:rPr>
              <a:t> </a:t>
            </a:r>
            <a:r>
              <a:rPr sz="2000" b="0" spc="-5" dirty="0">
                <a:solidFill>
                  <a:srgbClr val="000000"/>
                </a:solidFill>
                <a:latin typeface="Corbel"/>
                <a:cs typeface="Corbel"/>
              </a:rPr>
              <a:t>un</a:t>
            </a:r>
            <a:r>
              <a:rPr sz="2000" b="0" spc="5" dirty="0">
                <a:solidFill>
                  <a:srgbClr val="000000"/>
                </a:solidFill>
                <a:latin typeface="Corbel"/>
                <a:cs typeface="Corbel"/>
              </a:rPr>
              <a:t> </a:t>
            </a:r>
            <a:r>
              <a:rPr sz="2000" b="0" spc="-5" dirty="0">
                <a:solidFill>
                  <a:srgbClr val="000000"/>
                </a:solidFill>
                <a:latin typeface="Corbel"/>
                <a:cs typeface="Corbel"/>
              </a:rPr>
              <a:t>directivo,</a:t>
            </a:r>
            <a:endParaRPr sz="2000" dirty="0">
              <a:latin typeface="Corbel"/>
              <a:cs typeface="Corbel"/>
            </a:endParaRPr>
          </a:p>
          <a:p>
            <a:pPr marL="12700">
              <a:lnSpc>
                <a:spcPct val="100000"/>
              </a:lnSpc>
              <a:spcBef>
                <a:spcPts val="5"/>
              </a:spcBef>
            </a:pPr>
            <a:r>
              <a:rPr sz="2000" b="0" spc="-145" dirty="0">
                <a:solidFill>
                  <a:schemeClr val="accent6"/>
                </a:solidFill>
                <a:latin typeface="Wingdings"/>
                <a:cs typeface="Wingdings"/>
              </a:rPr>
              <a:t></a:t>
            </a:r>
            <a:r>
              <a:rPr sz="2000" b="0" spc="-165" dirty="0">
                <a:solidFill>
                  <a:srgbClr val="000000"/>
                </a:solidFill>
                <a:latin typeface="Times New Roman"/>
                <a:cs typeface="Times New Roman"/>
              </a:rPr>
              <a:t> </a:t>
            </a:r>
            <a:r>
              <a:rPr sz="2000" dirty="0">
                <a:solidFill>
                  <a:srgbClr val="000000"/>
                </a:solidFill>
              </a:rPr>
              <a:t>E</a:t>
            </a:r>
            <a:r>
              <a:rPr sz="2000" spc="-5" dirty="0">
                <a:solidFill>
                  <a:srgbClr val="000000"/>
                </a:solidFill>
              </a:rPr>
              <a:t>s</a:t>
            </a:r>
            <a:r>
              <a:rPr sz="2000" spc="-15" dirty="0">
                <a:solidFill>
                  <a:srgbClr val="000000"/>
                </a:solidFill>
              </a:rPr>
              <a:t> </a:t>
            </a:r>
            <a:r>
              <a:rPr sz="2000" spc="-5" dirty="0">
                <a:solidFill>
                  <a:srgbClr val="000000"/>
                </a:solidFill>
              </a:rPr>
              <a:t>i</a:t>
            </a:r>
            <a:r>
              <a:rPr sz="2000" spc="-10" dirty="0">
                <a:solidFill>
                  <a:srgbClr val="000000"/>
                </a:solidFill>
              </a:rPr>
              <a:t>m</a:t>
            </a:r>
            <a:r>
              <a:rPr sz="2000" spc="-5" dirty="0">
                <a:solidFill>
                  <a:srgbClr val="000000"/>
                </a:solidFill>
              </a:rPr>
              <a:t>po</a:t>
            </a:r>
            <a:r>
              <a:rPr sz="2000" dirty="0">
                <a:solidFill>
                  <a:srgbClr val="000000"/>
                </a:solidFill>
              </a:rPr>
              <a:t>r</a:t>
            </a:r>
            <a:r>
              <a:rPr sz="2000" spc="-15" dirty="0">
                <a:solidFill>
                  <a:srgbClr val="000000"/>
                </a:solidFill>
              </a:rPr>
              <a:t>ta</a:t>
            </a:r>
            <a:r>
              <a:rPr sz="2000" spc="-5" dirty="0">
                <a:solidFill>
                  <a:srgbClr val="000000"/>
                </a:solidFill>
              </a:rPr>
              <a:t>nte</a:t>
            </a:r>
            <a:r>
              <a:rPr sz="2000" spc="50" dirty="0">
                <a:solidFill>
                  <a:srgbClr val="000000"/>
                </a:solidFill>
              </a:rPr>
              <a:t> </a:t>
            </a:r>
            <a:r>
              <a:rPr sz="2000" spc="-5" dirty="0">
                <a:solidFill>
                  <a:srgbClr val="000000"/>
                </a:solidFill>
              </a:rPr>
              <a:t>q</a:t>
            </a:r>
            <a:r>
              <a:rPr sz="2000" spc="-15" dirty="0">
                <a:solidFill>
                  <a:srgbClr val="000000"/>
                </a:solidFill>
              </a:rPr>
              <a:t>u</a:t>
            </a:r>
            <a:r>
              <a:rPr sz="2000" spc="-5" dirty="0">
                <a:solidFill>
                  <a:srgbClr val="000000"/>
                </a:solidFill>
              </a:rPr>
              <a:t>é</a:t>
            </a:r>
            <a:r>
              <a:rPr sz="2000" dirty="0">
                <a:solidFill>
                  <a:srgbClr val="000000"/>
                </a:solidFill>
              </a:rPr>
              <a:t> </a:t>
            </a:r>
            <a:r>
              <a:rPr sz="2000" spc="-5" dirty="0">
                <a:solidFill>
                  <a:srgbClr val="000000"/>
                </a:solidFill>
              </a:rPr>
              <a:t>en</a:t>
            </a:r>
            <a:r>
              <a:rPr sz="2000" spc="-10" dirty="0">
                <a:solidFill>
                  <a:srgbClr val="000000"/>
                </a:solidFill>
              </a:rPr>
              <a:t>t</a:t>
            </a:r>
            <a:r>
              <a:rPr sz="2000" spc="-5" dirty="0">
                <a:solidFill>
                  <a:srgbClr val="000000"/>
                </a:solidFill>
              </a:rPr>
              <a:t>end</a:t>
            </a:r>
            <a:r>
              <a:rPr sz="2000" spc="-15" dirty="0">
                <a:solidFill>
                  <a:srgbClr val="000000"/>
                </a:solidFill>
              </a:rPr>
              <a:t>e</a:t>
            </a:r>
            <a:r>
              <a:rPr sz="2000" spc="-10" dirty="0">
                <a:solidFill>
                  <a:srgbClr val="000000"/>
                </a:solidFill>
              </a:rPr>
              <a:t>mo</a:t>
            </a:r>
            <a:r>
              <a:rPr sz="2000" spc="-5" dirty="0">
                <a:solidFill>
                  <a:srgbClr val="000000"/>
                </a:solidFill>
              </a:rPr>
              <a:t>s</a:t>
            </a:r>
            <a:r>
              <a:rPr sz="2000" spc="35" dirty="0">
                <a:solidFill>
                  <a:srgbClr val="000000"/>
                </a:solidFill>
              </a:rPr>
              <a:t> </a:t>
            </a:r>
            <a:r>
              <a:rPr sz="2000" spc="-5" dirty="0">
                <a:solidFill>
                  <a:srgbClr val="000000"/>
                </a:solidFill>
              </a:rPr>
              <a:t>p</a:t>
            </a:r>
            <a:r>
              <a:rPr sz="2000" dirty="0">
                <a:solidFill>
                  <a:srgbClr val="000000"/>
                </a:solidFill>
              </a:rPr>
              <a:t>o</a:t>
            </a:r>
            <a:r>
              <a:rPr sz="2000" spc="-5" dirty="0">
                <a:solidFill>
                  <a:srgbClr val="000000"/>
                </a:solidFill>
              </a:rPr>
              <a:t>r </a:t>
            </a:r>
            <a:r>
              <a:rPr sz="2000" spc="-5" dirty="0">
                <a:solidFill>
                  <a:schemeClr val="accent6"/>
                </a:solidFill>
              </a:rPr>
              <a:t>dire</a:t>
            </a:r>
            <a:r>
              <a:rPr sz="2000" spc="-30" dirty="0">
                <a:solidFill>
                  <a:schemeClr val="accent6"/>
                </a:solidFill>
              </a:rPr>
              <a:t>c</a:t>
            </a:r>
            <a:r>
              <a:rPr sz="2000" spc="-5" dirty="0">
                <a:solidFill>
                  <a:schemeClr val="accent6"/>
                </a:solidFill>
              </a:rPr>
              <a:t>ción</a:t>
            </a:r>
            <a:r>
              <a:rPr sz="2000" spc="-5" dirty="0">
                <a:solidFill>
                  <a:srgbClr val="000000"/>
                </a:solidFill>
              </a:rPr>
              <a:t>.</a:t>
            </a:r>
            <a:endParaRPr sz="2000" dirty="0">
              <a:latin typeface="Times New Roman"/>
              <a:cs typeface="Times New Roman"/>
            </a:endParaRPr>
          </a:p>
        </p:txBody>
      </p:sp>
      <p:sp>
        <p:nvSpPr>
          <p:cNvPr id="13" name="object 13"/>
          <p:cNvSpPr txBox="1"/>
          <p:nvPr/>
        </p:nvSpPr>
        <p:spPr>
          <a:xfrm>
            <a:off x="2910242" y="1776822"/>
            <a:ext cx="5614035" cy="1612621"/>
          </a:xfrm>
          <a:prstGeom prst="rect">
            <a:avLst/>
          </a:prstGeom>
        </p:spPr>
        <p:txBody>
          <a:bodyPr vert="horz" wrap="square" lIns="0" tIns="12065" rIns="0" bIns="0" rtlCol="0">
            <a:spAutoFit/>
          </a:bodyPr>
          <a:lstStyle/>
          <a:p>
            <a:pPr marL="12700" marR="5080" algn="just">
              <a:lnSpc>
                <a:spcPct val="100000"/>
              </a:lnSpc>
              <a:spcBef>
                <a:spcPts val="95"/>
              </a:spcBef>
            </a:pPr>
            <a:r>
              <a:rPr sz="2000" spc="-5" dirty="0">
                <a:latin typeface="Corbel"/>
                <a:cs typeface="Corbel"/>
              </a:rPr>
              <a:t>Según Menguzzato y </a:t>
            </a:r>
            <a:r>
              <a:rPr sz="2000" spc="-15" dirty="0">
                <a:latin typeface="Corbel"/>
                <a:cs typeface="Corbel"/>
              </a:rPr>
              <a:t>Renau </a:t>
            </a:r>
            <a:r>
              <a:rPr sz="2000" spc="-5" dirty="0">
                <a:latin typeface="Corbel"/>
                <a:cs typeface="Corbel"/>
              </a:rPr>
              <a:t>(1991) </a:t>
            </a:r>
            <a:r>
              <a:rPr sz="2000" b="1" spc="-10" dirty="0">
                <a:solidFill>
                  <a:schemeClr val="accent1">
                    <a:lumMod val="75000"/>
                  </a:schemeClr>
                </a:solidFill>
                <a:latin typeface="Corbel"/>
                <a:cs typeface="Corbel"/>
              </a:rPr>
              <a:t>la </a:t>
            </a:r>
            <a:r>
              <a:rPr sz="2000" b="1" spc="-5" dirty="0">
                <a:solidFill>
                  <a:schemeClr val="accent1">
                    <a:lumMod val="75000"/>
                  </a:schemeClr>
                </a:solidFill>
                <a:latin typeface="Corbel"/>
                <a:cs typeface="Corbel"/>
              </a:rPr>
              <a:t>dirección de empresa </a:t>
            </a:r>
            <a:r>
              <a:rPr sz="2000" spc="5" dirty="0">
                <a:latin typeface="Corbel"/>
                <a:cs typeface="Corbel"/>
              </a:rPr>
              <a:t>“tiene </a:t>
            </a:r>
            <a:r>
              <a:rPr sz="2000" spc="10" dirty="0">
                <a:latin typeface="Corbel"/>
                <a:cs typeface="Corbel"/>
              </a:rPr>
              <a:t> </a:t>
            </a:r>
            <a:r>
              <a:rPr sz="2000" spc="-10" dirty="0">
                <a:latin typeface="Corbel"/>
                <a:cs typeface="Corbel"/>
              </a:rPr>
              <a:t>como</a:t>
            </a:r>
            <a:r>
              <a:rPr sz="2000" spc="-5" dirty="0">
                <a:latin typeface="Corbel"/>
                <a:cs typeface="Corbel"/>
              </a:rPr>
              <a:t> función</a:t>
            </a:r>
            <a:r>
              <a:rPr sz="2000" dirty="0">
                <a:latin typeface="Corbel"/>
                <a:cs typeface="Corbel"/>
              </a:rPr>
              <a:t> general</a:t>
            </a:r>
            <a:r>
              <a:rPr sz="2000" spc="5" dirty="0">
                <a:latin typeface="Corbel"/>
                <a:cs typeface="Corbel"/>
              </a:rPr>
              <a:t> </a:t>
            </a:r>
            <a:r>
              <a:rPr sz="2000" spc="-5" dirty="0">
                <a:latin typeface="Corbel"/>
                <a:cs typeface="Corbel"/>
              </a:rPr>
              <a:t>la</a:t>
            </a:r>
            <a:r>
              <a:rPr sz="2000" dirty="0">
                <a:latin typeface="Corbel"/>
                <a:cs typeface="Corbel"/>
              </a:rPr>
              <a:t> </a:t>
            </a:r>
            <a:r>
              <a:rPr sz="2000" spc="-5" dirty="0">
                <a:latin typeface="Corbel"/>
                <a:cs typeface="Corbel"/>
              </a:rPr>
              <a:t>de</a:t>
            </a:r>
            <a:r>
              <a:rPr sz="2000" dirty="0">
                <a:latin typeface="Corbel"/>
                <a:cs typeface="Corbel"/>
              </a:rPr>
              <a:t> </a:t>
            </a:r>
            <a:r>
              <a:rPr sz="2400" b="1" dirty="0">
                <a:solidFill>
                  <a:schemeClr val="accent1">
                    <a:lumMod val="75000"/>
                  </a:schemeClr>
                </a:solidFill>
                <a:latin typeface="Corbel"/>
                <a:cs typeface="Corbel"/>
              </a:rPr>
              <a:t>integrar</a:t>
            </a:r>
            <a:r>
              <a:rPr sz="2000" spc="5" dirty="0">
                <a:latin typeface="Corbel"/>
                <a:cs typeface="Corbel"/>
              </a:rPr>
              <a:t> </a:t>
            </a:r>
            <a:r>
              <a:rPr sz="2000" spc="-5" dirty="0">
                <a:latin typeface="Corbel"/>
                <a:cs typeface="Corbel"/>
              </a:rPr>
              <a:t>las</a:t>
            </a:r>
            <a:r>
              <a:rPr sz="2000" dirty="0">
                <a:latin typeface="Corbel"/>
                <a:cs typeface="Corbel"/>
              </a:rPr>
              <a:t> </a:t>
            </a:r>
            <a:r>
              <a:rPr sz="2000" spc="-5" dirty="0">
                <a:latin typeface="Corbel"/>
                <a:cs typeface="Corbel"/>
              </a:rPr>
              <a:t>distintas</a:t>
            </a:r>
            <a:r>
              <a:rPr sz="2000" dirty="0">
                <a:latin typeface="Corbel"/>
                <a:cs typeface="Corbel"/>
              </a:rPr>
              <a:t> </a:t>
            </a:r>
            <a:r>
              <a:rPr sz="2000" spc="-5" dirty="0">
                <a:latin typeface="Corbel"/>
                <a:cs typeface="Corbel"/>
              </a:rPr>
              <a:t>partes</a:t>
            </a:r>
            <a:r>
              <a:rPr sz="2000" spc="315" dirty="0">
                <a:latin typeface="Corbel"/>
                <a:cs typeface="Corbel"/>
              </a:rPr>
              <a:t> </a:t>
            </a:r>
            <a:r>
              <a:rPr sz="2000" spc="-5" dirty="0">
                <a:latin typeface="Corbel"/>
                <a:cs typeface="Corbel"/>
              </a:rPr>
              <a:t>y </a:t>
            </a:r>
            <a:r>
              <a:rPr sz="2000" dirty="0">
                <a:latin typeface="Corbel"/>
                <a:cs typeface="Corbel"/>
              </a:rPr>
              <a:t> </a:t>
            </a:r>
            <a:r>
              <a:rPr sz="2000" spc="-5" dirty="0">
                <a:latin typeface="Corbel"/>
                <a:cs typeface="Corbel"/>
              </a:rPr>
              <a:t>elementos</a:t>
            </a:r>
            <a:r>
              <a:rPr sz="2000" dirty="0">
                <a:latin typeface="Corbel"/>
                <a:cs typeface="Corbel"/>
              </a:rPr>
              <a:t> </a:t>
            </a:r>
            <a:r>
              <a:rPr sz="2000" spc="-5" dirty="0">
                <a:latin typeface="Corbel"/>
                <a:cs typeface="Corbel"/>
              </a:rPr>
              <a:t>de</a:t>
            </a:r>
            <a:r>
              <a:rPr sz="2000" dirty="0">
                <a:latin typeface="Corbel"/>
                <a:cs typeface="Corbel"/>
              </a:rPr>
              <a:t> </a:t>
            </a:r>
            <a:r>
              <a:rPr sz="2000" spc="-5" dirty="0">
                <a:latin typeface="Corbel"/>
                <a:cs typeface="Corbel"/>
              </a:rPr>
              <a:t>la</a:t>
            </a:r>
            <a:r>
              <a:rPr sz="2000" dirty="0">
                <a:latin typeface="Corbel"/>
                <a:cs typeface="Corbel"/>
              </a:rPr>
              <a:t> </a:t>
            </a:r>
            <a:r>
              <a:rPr sz="2000" spc="-5" dirty="0">
                <a:latin typeface="Corbel"/>
                <a:cs typeface="Corbel"/>
              </a:rPr>
              <a:t>empresa</a:t>
            </a:r>
            <a:r>
              <a:rPr sz="2000" dirty="0">
                <a:latin typeface="Corbel"/>
                <a:cs typeface="Corbel"/>
              </a:rPr>
              <a:t> </a:t>
            </a:r>
            <a:r>
              <a:rPr sz="2000" spc="-5" dirty="0">
                <a:latin typeface="Corbel"/>
                <a:cs typeface="Corbel"/>
              </a:rPr>
              <a:t>entre</a:t>
            </a:r>
            <a:r>
              <a:rPr sz="2000" dirty="0">
                <a:latin typeface="Corbel"/>
                <a:cs typeface="Corbel"/>
              </a:rPr>
              <a:t> </a:t>
            </a:r>
            <a:r>
              <a:rPr sz="2000" spc="-5" dirty="0">
                <a:latin typeface="Corbel"/>
                <a:cs typeface="Corbel"/>
              </a:rPr>
              <a:t>sí,</a:t>
            </a:r>
            <a:r>
              <a:rPr sz="2000" dirty="0">
                <a:latin typeface="Corbel"/>
                <a:cs typeface="Corbel"/>
              </a:rPr>
              <a:t> así</a:t>
            </a:r>
            <a:r>
              <a:rPr sz="2000" spc="5" dirty="0">
                <a:latin typeface="Corbel"/>
                <a:cs typeface="Corbel"/>
              </a:rPr>
              <a:t> </a:t>
            </a:r>
            <a:r>
              <a:rPr sz="2000" spc="-10" dirty="0">
                <a:latin typeface="Corbel"/>
                <a:cs typeface="Corbel"/>
              </a:rPr>
              <a:t>como</a:t>
            </a:r>
            <a:r>
              <a:rPr sz="2000" spc="-5" dirty="0">
                <a:latin typeface="Corbel"/>
                <a:cs typeface="Corbel"/>
              </a:rPr>
              <a:t> la</a:t>
            </a:r>
            <a:r>
              <a:rPr sz="2000" dirty="0">
                <a:latin typeface="Corbel"/>
                <a:cs typeface="Corbel"/>
              </a:rPr>
              <a:t> </a:t>
            </a:r>
            <a:r>
              <a:rPr sz="2000" spc="-5" dirty="0">
                <a:latin typeface="Corbel"/>
                <a:cs typeface="Corbel"/>
              </a:rPr>
              <a:t>de</a:t>
            </a:r>
            <a:r>
              <a:rPr sz="2000" dirty="0">
                <a:latin typeface="Corbel"/>
                <a:cs typeface="Corbel"/>
              </a:rPr>
              <a:t> </a:t>
            </a:r>
            <a:r>
              <a:rPr sz="2000" spc="-5" dirty="0">
                <a:latin typeface="Corbel"/>
                <a:cs typeface="Corbel"/>
              </a:rPr>
              <a:t>integrar</a:t>
            </a:r>
            <a:r>
              <a:rPr sz="2000" dirty="0">
                <a:latin typeface="Corbel"/>
                <a:cs typeface="Corbel"/>
              </a:rPr>
              <a:t> </a:t>
            </a:r>
            <a:r>
              <a:rPr sz="2000" spc="-5" dirty="0">
                <a:latin typeface="Corbel"/>
                <a:cs typeface="Corbel"/>
              </a:rPr>
              <a:t>a</a:t>
            </a:r>
            <a:r>
              <a:rPr sz="2000" dirty="0">
                <a:latin typeface="Corbel"/>
                <a:cs typeface="Corbel"/>
              </a:rPr>
              <a:t> </a:t>
            </a:r>
            <a:r>
              <a:rPr sz="2000" spc="5" dirty="0">
                <a:latin typeface="Corbel"/>
                <a:cs typeface="Corbel"/>
              </a:rPr>
              <a:t>la </a:t>
            </a:r>
            <a:r>
              <a:rPr sz="2000" spc="10" dirty="0">
                <a:latin typeface="Corbel"/>
                <a:cs typeface="Corbel"/>
              </a:rPr>
              <a:t> </a:t>
            </a:r>
            <a:r>
              <a:rPr sz="2000" spc="-5" dirty="0">
                <a:latin typeface="Corbel"/>
                <a:cs typeface="Corbel"/>
              </a:rPr>
              <a:t>empresa</a:t>
            </a:r>
            <a:r>
              <a:rPr sz="2000" spc="15" dirty="0">
                <a:latin typeface="Corbel"/>
                <a:cs typeface="Corbel"/>
              </a:rPr>
              <a:t> </a:t>
            </a:r>
            <a:r>
              <a:rPr sz="2000" spc="-5" dirty="0">
                <a:latin typeface="Corbel"/>
                <a:cs typeface="Corbel"/>
              </a:rPr>
              <a:t>con</a:t>
            </a:r>
            <a:r>
              <a:rPr sz="2000" spc="5" dirty="0">
                <a:latin typeface="Corbel"/>
                <a:cs typeface="Corbel"/>
              </a:rPr>
              <a:t> </a:t>
            </a:r>
            <a:r>
              <a:rPr sz="2000" spc="-5" dirty="0" err="1">
                <a:latin typeface="Corbel"/>
                <a:cs typeface="Corbel"/>
              </a:rPr>
              <a:t>su</a:t>
            </a:r>
            <a:r>
              <a:rPr sz="2000" spc="5" dirty="0">
                <a:latin typeface="Corbel"/>
                <a:cs typeface="Corbel"/>
              </a:rPr>
              <a:t> </a:t>
            </a:r>
            <a:r>
              <a:rPr sz="2000" spc="-10" dirty="0" err="1">
                <a:latin typeface="Corbel"/>
                <a:cs typeface="Corbel"/>
              </a:rPr>
              <a:t>entorno</a:t>
            </a:r>
            <a:r>
              <a:rPr lang="es-ES" sz="2000" spc="-10" dirty="0">
                <a:latin typeface="Corbel"/>
                <a:cs typeface="Corbel"/>
              </a:rPr>
              <a:t>“.</a:t>
            </a:r>
            <a:endParaRPr sz="2000" dirty="0">
              <a:latin typeface="Corbel"/>
              <a:cs typeface="Corbel"/>
            </a:endParaRPr>
          </a:p>
        </p:txBody>
      </p:sp>
      <p:sp>
        <p:nvSpPr>
          <p:cNvPr id="14" name="object 14"/>
          <p:cNvSpPr txBox="1"/>
          <p:nvPr/>
        </p:nvSpPr>
        <p:spPr>
          <a:xfrm>
            <a:off x="2925823" y="4827523"/>
            <a:ext cx="5893310" cy="609782"/>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12065" rIns="0" bIns="0" rtlCol="0">
            <a:spAutoFit/>
          </a:bodyPr>
          <a:lstStyle/>
          <a:p>
            <a:pPr marL="12700" marR="5080" algn="just">
              <a:lnSpc>
                <a:spcPct val="100000"/>
              </a:lnSpc>
              <a:spcBef>
                <a:spcPts val="95"/>
              </a:spcBef>
            </a:pPr>
            <a:r>
              <a:rPr lang="es-ES" sz="1900" spc="-5" dirty="0">
                <a:latin typeface="Corbel"/>
                <a:cs typeface="Corbel"/>
              </a:rPr>
              <a:t>Separación Dirección – Propiedad: en el s. XX (Administración General e Industrial, Henry Fayol).</a:t>
            </a:r>
            <a:endParaRPr sz="1900" dirty="0">
              <a:latin typeface="Corbel"/>
              <a:cs typeface="Corbel"/>
            </a:endParaRPr>
          </a:p>
        </p:txBody>
      </p:sp>
      <p:sp>
        <p:nvSpPr>
          <p:cNvPr id="15" name="Marcador de número de diapositiva 14">
            <a:extLst>
              <a:ext uri="{FF2B5EF4-FFF2-40B4-BE49-F238E27FC236}">
                <a16:creationId xmlns:a16="http://schemas.microsoft.com/office/drawing/2014/main" id="{E64F9D02-66F6-2849-2550-B9438BE32A98}"/>
              </a:ext>
            </a:extLst>
          </p:cNvPr>
          <p:cNvSpPr>
            <a:spLocks noGrp="1"/>
          </p:cNvSpPr>
          <p:nvPr>
            <p:ph type="sldNum" sz="quarter" idx="12"/>
          </p:nvPr>
        </p:nvSpPr>
        <p:spPr/>
        <p:txBody>
          <a:bodyPr/>
          <a:lstStyle/>
          <a:p>
            <a:fld id="{5263617F-1627-43AB-9FC2-D1A40487E69C}" type="slidenum">
              <a:rPr lang="es-ES" smtClean="0"/>
              <a:t>9</a:t>
            </a:fld>
            <a:endParaRPr lang="es-E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xfrm>
            <a:off x="395536" y="260648"/>
            <a:ext cx="7913330" cy="488647"/>
          </a:xfrm>
        </p:spPr>
        <p:txBody>
          <a:bodyPr>
            <a:normAutofit fontScale="90000"/>
          </a:bodyPr>
          <a:lstStyle/>
          <a:p>
            <a:pPr algn="l" defTabSz="886968"/>
            <a:r>
              <a:rPr lang="es-ES" sz="2910" kern="1200" spc="-58" baseline="0">
                <a:solidFill>
                  <a:schemeClr val="tx2"/>
                </a:solidFill>
                <a:latin typeface="+mj-lt"/>
                <a:ea typeface="+mj-ea"/>
                <a:cs typeface="+mj-cs"/>
              </a:rPr>
              <a:t>2.4. Las funciones directivas</a:t>
            </a:r>
            <a:endParaRPr lang="es-ES" dirty="0"/>
          </a:p>
        </p:txBody>
      </p:sp>
      <p:sp>
        <p:nvSpPr>
          <p:cNvPr id="3" name="2 Marcador de número de diapositiva"/>
          <p:cNvSpPr>
            <a:spLocks noGrp="1"/>
          </p:cNvSpPr>
          <p:nvPr>
            <p:ph type="sldNum" sz="quarter" idx="4"/>
          </p:nvPr>
        </p:nvSpPr>
        <p:spPr>
          <a:xfrm>
            <a:off x="43001" y="6239839"/>
            <a:ext cx="705069" cy="357513"/>
          </a:xfrm>
        </p:spPr>
        <p:txBody>
          <a:bodyPr/>
          <a:lstStyle/>
          <a:p>
            <a:pPr defTabSz="443484">
              <a:spcAft>
                <a:spcPts val="600"/>
              </a:spcAft>
            </a:pPr>
            <a:fld id="{3A50B82F-E44A-4FE6-8B99-53CD253DED7E}" type="slidenum">
              <a:rPr lang="es-ES" sz="1358" b="1" u="none" kern="1200" smtClean="0">
                <a:solidFill>
                  <a:srgbClr val="C00000"/>
                </a:solidFill>
                <a:latin typeface="+mj-lt"/>
                <a:ea typeface="+mn-ea"/>
                <a:cs typeface="+mn-cs"/>
              </a:rPr>
              <a:pPr defTabSz="443484">
                <a:spcAft>
                  <a:spcPts val="600"/>
                </a:spcAft>
              </a:pPr>
              <a:t>10</a:t>
            </a:fld>
            <a:endParaRPr lang="es-ES" dirty="0"/>
          </a:p>
        </p:txBody>
      </p:sp>
      <p:graphicFrame>
        <p:nvGraphicFramePr>
          <p:cNvPr id="5" name="4 Diagrama"/>
          <p:cNvGraphicFramePr/>
          <p:nvPr>
            <p:extLst>
              <p:ext uri="{D42A27DB-BD31-4B8C-83A1-F6EECF244321}">
                <p14:modId xmlns:p14="http://schemas.microsoft.com/office/powerpoint/2010/main" val="368526575"/>
              </p:ext>
            </p:extLst>
          </p:nvPr>
        </p:nvGraphicFramePr>
        <p:xfrm>
          <a:off x="835134" y="750181"/>
          <a:ext cx="7826265" cy="50059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uadroTexto 3">
            <a:extLst>
              <a:ext uri="{FF2B5EF4-FFF2-40B4-BE49-F238E27FC236}">
                <a16:creationId xmlns:a16="http://schemas.microsoft.com/office/drawing/2014/main" id="{C495F341-B8E7-43E9-AA31-BF61E2579CC6}"/>
              </a:ext>
            </a:extLst>
          </p:cNvPr>
          <p:cNvSpPr txBox="1"/>
          <p:nvPr/>
        </p:nvSpPr>
        <p:spPr>
          <a:xfrm>
            <a:off x="3059832" y="5644212"/>
            <a:ext cx="4968552" cy="400110"/>
          </a:xfrm>
          <a:prstGeom prst="rect">
            <a:avLst/>
          </a:prstGeom>
          <a:noFill/>
        </p:spPr>
        <p:txBody>
          <a:bodyPr wrap="square" rtlCol="0">
            <a:spAutoFit/>
          </a:bodyPr>
          <a:lstStyle/>
          <a:p>
            <a:pPr defTabSz="443484">
              <a:spcAft>
                <a:spcPts val="600"/>
              </a:spcAft>
            </a:pPr>
            <a:r>
              <a:rPr lang="es-ES" sz="2000" b="1" kern="1200" dirty="0">
                <a:solidFill>
                  <a:schemeClr val="accent6"/>
                </a:solidFill>
                <a:latin typeface="+mj-lt"/>
                <a:ea typeface="+mn-ea"/>
                <a:cs typeface="+mn-cs"/>
              </a:rPr>
              <a:t>FUNCIONES DE LA ADMINISTRACIÓN</a:t>
            </a:r>
            <a:endParaRPr lang="es-ES" sz="2400" b="1" u="none" dirty="0">
              <a:solidFill>
                <a:schemeClr val="accent6"/>
              </a:solidFill>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758951"/>
            <a:ext cx="2583180" cy="5331460"/>
          </a:xfrm>
          <a:custGeom>
            <a:avLst/>
            <a:gdLst/>
            <a:ahLst/>
            <a:cxnLst/>
            <a:rect l="l" t="t" r="r" b="b"/>
            <a:pathLst>
              <a:path w="2583180" h="5331460">
                <a:moveTo>
                  <a:pt x="2583180" y="0"/>
                </a:moveTo>
                <a:lnTo>
                  <a:pt x="0" y="0"/>
                </a:lnTo>
                <a:lnTo>
                  <a:pt x="0" y="5330952"/>
                </a:lnTo>
                <a:lnTo>
                  <a:pt x="2583180" y="5330952"/>
                </a:lnTo>
                <a:lnTo>
                  <a:pt x="2583180" y="0"/>
                </a:lnTo>
                <a:close/>
              </a:path>
            </a:pathLst>
          </a:custGeom>
          <a:solidFill>
            <a:srgbClr val="40B9D2"/>
          </a:solidFill>
        </p:spPr>
        <p:txBody>
          <a:bodyPr wrap="square" lIns="0" tIns="0" rIns="0" bIns="0" rtlCol="0"/>
          <a:lstStyle/>
          <a:p>
            <a:endParaRPr/>
          </a:p>
        </p:txBody>
      </p:sp>
      <p:sp>
        <p:nvSpPr>
          <p:cNvPr id="3" name="object 3"/>
          <p:cNvSpPr/>
          <p:nvPr/>
        </p:nvSpPr>
        <p:spPr>
          <a:xfrm>
            <a:off x="8862059" y="758951"/>
            <a:ext cx="281940" cy="5331460"/>
          </a:xfrm>
          <a:custGeom>
            <a:avLst/>
            <a:gdLst/>
            <a:ahLst/>
            <a:cxnLst/>
            <a:rect l="l" t="t" r="r" b="b"/>
            <a:pathLst>
              <a:path w="281940" h="5331460">
                <a:moveTo>
                  <a:pt x="0" y="5330952"/>
                </a:moveTo>
                <a:lnTo>
                  <a:pt x="281939" y="5330952"/>
                </a:lnTo>
                <a:lnTo>
                  <a:pt x="281939" y="0"/>
                </a:lnTo>
                <a:lnTo>
                  <a:pt x="0" y="0"/>
                </a:lnTo>
                <a:lnTo>
                  <a:pt x="0" y="5330952"/>
                </a:lnTo>
                <a:close/>
              </a:path>
            </a:pathLst>
          </a:custGeom>
          <a:solidFill>
            <a:srgbClr val="C7C7C7">
              <a:alpha val="49803"/>
            </a:srgbClr>
          </a:solidFill>
        </p:spPr>
        <p:txBody>
          <a:bodyPr wrap="square" lIns="0" tIns="0" rIns="0" bIns="0" rtlCol="0"/>
          <a:lstStyle/>
          <a:p>
            <a:endParaRPr/>
          </a:p>
        </p:txBody>
      </p:sp>
      <p:sp>
        <p:nvSpPr>
          <p:cNvPr id="4" name="object 4"/>
          <p:cNvSpPr txBox="1">
            <a:spLocks noGrp="1"/>
          </p:cNvSpPr>
          <p:nvPr>
            <p:ph type="title"/>
          </p:nvPr>
        </p:nvSpPr>
        <p:spPr>
          <a:xfrm>
            <a:off x="52831" y="1016584"/>
            <a:ext cx="2379980" cy="895350"/>
          </a:xfrm>
          <a:prstGeom prst="rect">
            <a:avLst/>
          </a:prstGeom>
        </p:spPr>
        <p:txBody>
          <a:bodyPr vert="horz" wrap="square" lIns="0" tIns="64769" rIns="0" bIns="0" rtlCol="0">
            <a:spAutoFit/>
          </a:bodyPr>
          <a:lstStyle/>
          <a:p>
            <a:pPr marL="12700" marR="5080">
              <a:lnSpc>
                <a:spcPts val="3240"/>
              </a:lnSpc>
              <a:spcBef>
                <a:spcPts val="509"/>
              </a:spcBef>
            </a:pPr>
            <a:r>
              <a:rPr sz="3000" spc="-65" dirty="0">
                <a:solidFill>
                  <a:srgbClr val="000000"/>
                </a:solidFill>
              </a:rPr>
              <a:t>Ni</a:t>
            </a:r>
            <a:r>
              <a:rPr sz="3000" spc="-60" dirty="0">
                <a:solidFill>
                  <a:srgbClr val="000000"/>
                </a:solidFill>
              </a:rPr>
              <a:t>v</a:t>
            </a:r>
            <a:r>
              <a:rPr sz="3000" spc="-65" dirty="0">
                <a:solidFill>
                  <a:srgbClr val="000000"/>
                </a:solidFill>
              </a:rPr>
              <a:t>ele</a:t>
            </a:r>
            <a:r>
              <a:rPr sz="3000" dirty="0">
                <a:solidFill>
                  <a:srgbClr val="000000"/>
                </a:solidFill>
              </a:rPr>
              <a:t>s</a:t>
            </a:r>
            <a:r>
              <a:rPr sz="3000" spc="-105" dirty="0">
                <a:solidFill>
                  <a:srgbClr val="000000"/>
                </a:solidFill>
              </a:rPr>
              <a:t> </a:t>
            </a:r>
            <a:r>
              <a:rPr sz="3000" spc="-65" dirty="0">
                <a:solidFill>
                  <a:srgbClr val="000000"/>
                </a:solidFill>
              </a:rPr>
              <a:t>d</a:t>
            </a:r>
            <a:r>
              <a:rPr sz="3000" dirty="0">
                <a:solidFill>
                  <a:srgbClr val="000000"/>
                </a:solidFill>
              </a:rPr>
              <a:t>e  </a:t>
            </a:r>
            <a:r>
              <a:rPr sz="3000" spc="-60" dirty="0">
                <a:solidFill>
                  <a:srgbClr val="000000"/>
                </a:solidFill>
              </a:rPr>
              <a:t>a</a:t>
            </a:r>
            <a:r>
              <a:rPr sz="3000" spc="-65" dirty="0">
                <a:solidFill>
                  <a:srgbClr val="000000"/>
                </a:solidFill>
              </a:rPr>
              <a:t>dmi</a:t>
            </a:r>
            <a:r>
              <a:rPr sz="3000" spc="-60" dirty="0">
                <a:solidFill>
                  <a:srgbClr val="000000"/>
                </a:solidFill>
              </a:rPr>
              <a:t>n</a:t>
            </a:r>
            <a:r>
              <a:rPr sz="3000" spc="-65" dirty="0">
                <a:solidFill>
                  <a:srgbClr val="000000"/>
                </a:solidFill>
              </a:rPr>
              <a:t>i</a:t>
            </a:r>
            <a:r>
              <a:rPr sz="3000" spc="-60" dirty="0">
                <a:solidFill>
                  <a:srgbClr val="000000"/>
                </a:solidFill>
              </a:rPr>
              <a:t>st</a:t>
            </a:r>
            <a:r>
              <a:rPr sz="3000" spc="-65" dirty="0">
                <a:solidFill>
                  <a:srgbClr val="000000"/>
                </a:solidFill>
              </a:rPr>
              <a:t>r</a:t>
            </a:r>
            <a:r>
              <a:rPr sz="3000" spc="-60" dirty="0">
                <a:solidFill>
                  <a:srgbClr val="000000"/>
                </a:solidFill>
              </a:rPr>
              <a:t>a</a:t>
            </a:r>
            <a:r>
              <a:rPr sz="3000" spc="-65" dirty="0">
                <a:solidFill>
                  <a:srgbClr val="000000"/>
                </a:solidFill>
              </a:rPr>
              <a:t>ci</a:t>
            </a:r>
            <a:r>
              <a:rPr sz="3000" spc="-70" dirty="0">
                <a:solidFill>
                  <a:srgbClr val="000000"/>
                </a:solidFill>
              </a:rPr>
              <a:t>ó</a:t>
            </a:r>
            <a:r>
              <a:rPr sz="3000" dirty="0">
                <a:solidFill>
                  <a:srgbClr val="000000"/>
                </a:solidFill>
              </a:rPr>
              <a:t>n</a:t>
            </a:r>
            <a:endParaRPr sz="3000"/>
          </a:p>
        </p:txBody>
      </p:sp>
      <p:pic>
        <p:nvPicPr>
          <p:cNvPr id="5" name="object 5"/>
          <p:cNvPicPr/>
          <p:nvPr/>
        </p:nvPicPr>
        <p:blipFill>
          <a:blip r:embed="rId2" cstate="print"/>
          <a:stretch>
            <a:fillRect/>
          </a:stretch>
        </p:blipFill>
        <p:spPr>
          <a:xfrm>
            <a:off x="2037333" y="728662"/>
            <a:ext cx="3624072" cy="4796028"/>
          </a:xfrm>
          <a:prstGeom prst="rect">
            <a:avLst/>
          </a:prstGeom>
        </p:spPr>
      </p:pic>
      <p:sp>
        <p:nvSpPr>
          <p:cNvPr id="6" name="object 6"/>
          <p:cNvSpPr txBox="1"/>
          <p:nvPr/>
        </p:nvSpPr>
        <p:spPr>
          <a:xfrm>
            <a:off x="3067557" y="5559044"/>
            <a:ext cx="1624330" cy="239395"/>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Personal</a:t>
            </a:r>
            <a:r>
              <a:rPr sz="1400" b="1" spc="-60" dirty="0">
                <a:latin typeface="Arial"/>
                <a:cs typeface="Arial"/>
              </a:rPr>
              <a:t> </a:t>
            </a:r>
            <a:r>
              <a:rPr sz="1400" b="1" spc="-5" dirty="0">
                <a:latin typeface="Arial"/>
                <a:cs typeface="Arial"/>
              </a:rPr>
              <a:t>operativo</a:t>
            </a:r>
            <a:endParaRPr sz="1400">
              <a:latin typeface="Arial"/>
              <a:cs typeface="Arial"/>
            </a:endParaRPr>
          </a:p>
        </p:txBody>
      </p:sp>
      <p:sp>
        <p:nvSpPr>
          <p:cNvPr id="7" name="object 7"/>
          <p:cNvSpPr txBox="1"/>
          <p:nvPr/>
        </p:nvSpPr>
        <p:spPr>
          <a:xfrm>
            <a:off x="4579365" y="1683257"/>
            <a:ext cx="1861820" cy="239395"/>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Arial"/>
                <a:cs typeface="Arial"/>
              </a:rPr>
              <a:t>N</a:t>
            </a:r>
            <a:r>
              <a:rPr sz="1400" b="1" dirty="0">
                <a:latin typeface="Arial"/>
                <a:cs typeface="Arial"/>
              </a:rPr>
              <a:t>IVEL</a:t>
            </a:r>
            <a:r>
              <a:rPr sz="1400" b="1" spc="-40" dirty="0">
                <a:latin typeface="Arial"/>
                <a:cs typeface="Arial"/>
              </a:rPr>
              <a:t> </a:t>
            </a:r>
            <a:r>
              <a:rPr sz="1400" b="1" dirty="0">
                <a:latin typeface="Arial"/>
                <a:cs typeface="Arial"/>
              </a:rPr>
              <a:t>ES</a:t>
            </a:r>
            <a:r>
              <a:rPr sz="1400" b="1" spc="-10" dirty="0">
                <a:latin typeface="Arial"/>
                <a:cs typeface="Arial"/>
              </a:rPr>
              <a:t>TR</a:t>
            </a:r>
            <a:r>
              <a:rPr sz="1400" b="1" spc="-155" dirty="0">
                <a:latin typeface="Arial"/>
                <a:cs typeface="Arial"/>
              </a:rPr>
              <a:t>A</a:t>
            </a:r>
            <a:r>
              <a:rPr sz="1400" b="1" spc="-10" dirty="0">
                <a:latin typeface="Arial"/>
                <a:cs typeface="Arial"/>
              </a:rPr>
              <a:t>T</a:t>
            </a:r>
            <a:r>
              <a:rPr sz="1400" b="1" dirty="0">
                <a:latin typeface="Arial"/>
                <a:cs typeface="Arial"/>
              </a:rPr>
              <a:t>ÉGI</a:t>
            </a:r>
            <a:r>
              <a:rPr sz="1400" b="1" spc="-10" dirty="0">
                <a:latin typeface="Arial"/>
                <a:cs typeface="Arial"/>
              </a:rPr>
              <a:t>C</a:t>
            </a:r>
            <a:r>
              <a:rPr sz="1400" b="1" dirty="0">
                <a:latin typeface="Arial"/>
                <a:cs typeface="Arial"/>
              </a:rPr>
              <a:t>O</a:t>
            </a:r>
            <a:endParaRPr sz="1400">
              <a:latin typeface="Arial"/>
              <a:cs typeface="Arial"/>
            </a:endParaRPr>
          </a:p>
        </p:txBody>
      </p:sp>
      <p:sp>
        <p:nvSpPr>
          <p:cNvPr id="8" name="object 8"/>
          <p:cNvSpPr txBox="1"/>
          <p:nvPr/>
        </p:nvSpPr>
        <p:spPr>
          <a:xfrm>
            <a:off x="5228590" y="3315461"/>
            <a:ext cx="1694814"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NIVEL</a:t>
            </a:r>
            <a:r>
              <a:rPr sz="1400" b="1" spc="-75" dirty="0">
                <a:latin typeface="Arial"/>
                <a:cs typeface="Arial"/>
              </a:rPr>
              <a:t> </a:t>
            </a:r>
            <a:r>
              <a:rPr sz="1400" b="1" spc="-5" dirty="0">
                <a:latin typeface="Arial"/>
                <a:cs typeface="Arial"/>
              </a:rPr>
              <a:t>DE</a:t>
            </a:r>
            <a:r>
              <a:rPr sz="1400" b="1" spc="-35" dirty="0">
                <a:latin typeface="Arial"/>
                <a:cs typeface="Arial"/>
              </a:rPr>
              <a:t> </a:t>
            </a:r>
            <a:r>
              <a:rPr sz="1400" b="1" dirty="0">
                <a:latin typeface="Arial"/>
                <a:cs typeface="Arial"/>
              </a:rPr>
              <a:t>GESTIÓN</a:t>
            </a:r>
            <a:endParaRPr sz="1400">
              <a:latin typeface="Arial"/>
              <a:cs typeface="Arial"/>
            </a:endParaRPr>
          </a:p>
        </p:txBody>
      </p:sp>
      <p:sp>
        <p:nvSpPr>
          <p:cNvPr id="9" name="object 9"/>
          <p:cNvSpPr txBox="1"/>
          <p:nvPr/>
        </p:nvSpPr>
        <p:spPr>
          <a:xfrm>
            <a:off x="5996432" y="4624577"/>
            <a:ext cx="162560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NIVEL</a:t>
            </a:r>
            <a:r>
              <a:rPr sz="1400" b="1" spc="-90" dirty="0">
                <a:latin typeface="Arial"/>
                <a:cs typeface="Arial"/>
              </a:rPr>
              <a:t> </a:t>
            </a:r>
            <a:r>
              <a:rPr sz="1400" b="1" spc="-20" dirty="0">
                <a:latin typeface="Arial"/>
                <a:cs typeface="Arial"/>
              </a:rPr>
              <a:t>OPERATIVO</a:t>
            </a:r>
            <a:endParaRPr sz="1400">
              <a:latin typeface="Arial"/>
              <a:cs typeface="Arial"/>
            </a:endParaRPr>
          </a:p>
        </p:txBody>
      </p:sp>
      <p:grpSp>
        <p:nvGrpSpPr>
          <p:cNvPr id="10" name="object 10"/>
          <p:cNvGrpSpPr/>
          <p:nvPr/>
        </p:nvGrpSpPr>
        <p:grpSpPr>
          <a:xfrm>
            <a:off x="4245037" y="2139390"/>
            <a:ext cx="4392295" cy="3355975"/>
            <a:chOff x="4284726" y="2134361"/>
            <a:chExt cx="4392295" cy="3355975"/>
          </a:xfrm>
        </p:grpSpPr>
        <p:sp>
          <p:nvSpPr>
            <p:cNvPr id="11" name="object 11"/>
            <p:cNvSpPr/>
            <p:nvPr/>
          </p:nvSpPr>
          <p:spPr>
            <a:xfrm>
              <a:off x="4284726" y="2134361"/>
              <a:ext cx="4392295" cy="3355975"/>
            </a:xfrm>
            <a:custGeom>
              <a:avLst/>
              <a:gdLst/>
              <a:ahLst/>
              <a:cxnLst/>
              <a:rect l="l" t="t" r="r" b="b"/>
              <a:pathLst>
                <a:path w="4392295" h="3355975">
                  <a:moveTo>
                    <a:pt x="0" y="0"/>
                  </a:moveTo>
                  <a:lnTo>
                    <a:pt x="4319524" y="0"/>
                  </a:lnTo>
                </a:path>
                <a:path w="4392295" h="3355975">
                  <a:moveTo>
                    <a:pt x="719327" y="1726692"/>
                  </a:moveTo>
                  <a:lnTo>
                    <a:pt x="4319778" y="1726692"/>
                  </a:lnTo>
                </a:path>
                <a:path w="4392295" h="3355975">
                  <a:moveTo>
                    <a:pt x="1391412" y="3355848"/>
                  </a:moveTo>
                  <a:lnTo>
                    <a:pt x="4391787" y="3355848"/>
                  </a:lnTo>
                </a:path>
              </a:pathLst>
            </a:custGeom>
            <a:ln w="19050">
              <a:solidFill>
                <a:srgbClr val="000000"/>
              </a:solidFill>
            </a:ln>
          </p:spPr>
          <p:txBody>
            <a:bodyPr wrap="square" lIns="0" tIns="0" rIns="0" bIns="0" rtlCol="0"/>
            <a:lstStyle/>
            <a:p>
              <a:endParaRPr/>
            </a:p>
          </p:txBody>
        </p:sp>
        <p:sp>
          <p:nvSpPr>
            <p:cNvPr id="12" name="object 12"/>
            <p:cNvSpPr/>
            <p:nvPr/>
          </p:nvSpPr>
          <p:spPr>
            <a:xfrm>
              <a:off x="7783002" y="2271843"/>
              <a:ext cx="96078" cy="1369060"/>
            </a:xfrm>
            <a:custGeom>
              <a:avLst/>
              <a:gdLst/>
              <a:ahLst/>
              <a:cxnLst/>
              <a:rect l="l" t="t" r="r" b="b"/>
              <a:pathLst>
                <a:path w="132715" h="1369060">
                  <a:moveTo>
                    <a:pt x="15875" y="1238250"/>
                  </a:moveTo>
                  <a:lnTo>
                    <a:pt x="9143" y="1242187"/>
                  </a:lnTo>
                  <a:lnTo>
                    <a:pt x="2285" y="1246124"/>
                  </a:lnTo>
                  <a:lnTo>
                    <a:pt x="0" y="1254887"/>
                  </a:lnTo>
                  <a:lnTo>
                    <a:pt x="3936" y="1261744"/>
                  </a:lnTo>
                  <a:lnTo>
                    <a:pt x="66293" y="1368678"/>
                  </a:lnTo>
                  <a:lnTo>
                    <a:pt x="82883" y="1340230"/>
                  </a:lnTo>
                  <a:lnTo>
                    <a:pt x="51942" y="1340230"/>
                  </a:lnTo>
                  <a:lnTo>
                    <a:pt x="51942" y="1287428"/>
                  </a:lnTo>
                  <a:lnTo>
                    <a:pt x="28575" y="1247393"/>
                  </a:lnTo>
                  <a:lnTo>
                    <a:pt x="24637" y="1240536"/>
                  </a:lnTo>
                  <a:lnTo>
                    <a:pt x="15875" y="1238250"/>
                  </a:lnTo>
                  <a:close/>
                </a:path>
                <a:path w="132715" h="1369060">
                  <a:moveTo>
                    <a:pt x="51942" y="1287428"/>
                  </a:moveTo>
                  <a:lnTo>
                    <a:pt x="51942" y="1340230"/>
                  </a:lnTo>
                  <a:lnTo>
                    <a:pt x="80517" y="1340230"/>
                  </a:lnTo>
                  <a:lnTo>
                    <a:pt x="80517" y="1333118"/>
                  </a:lnTo>
                  <a:lnTo>
                    <a:pt x="53975" y="1333118"/>
                  </a:lnTo>
                  <a:lnTo>
                    <a:pt x="66294" y="1312014"/>
                  </a:lnTo>
                  <a:lnTo>
                    <a:pt x="51942" y="1287428"/>
                  </a:lnTo>
                  <a:close/>
                </a:path>
                <a:path w="132715" h="1369060">
                  <a:moveTo>
                    <a:pt x="116712" y="1238250"/>
                  </a:moveTo>
                  <a:lnTo>
                    <a:pt x="107950" y="1240536"/>
                  </a:lnTo>
                  <a:lnTo>
                    <a:pt x="104012" y="1247393"/>
                  </a:lnTo>
                  <a:lnTo>
                    <a:pt x="80517" y="1287645"/>
                  </a:lnTo>
                  <a:lnTo>
                    <a:pt x="80517" y="1340230"/>
                  </a:lnTo>
                  <a:lnTo>
                    <a:pt x="82883" y="1340230"/>
                  </a:lnTo>
                  <a:lnTo>
                    <a:pt x="128650" y="1261744"/>
                  </a:lnTo>
                  <a:lnTo>
                    <a:pt x="132587" y="1254887"/>
                  </a:lnTo>
                  <a:lnTo>
                    <a:pt x="130301" y="1246124"/>
                  </a:lnTo>
                  <a:lnTo>
                    <a:pt x="123443" y="1242187"/>
                  </a:lnTo>
                  <a:lnTo>
                    <a:pt x="116712" y="1238250"/>
                  </a:lnTo>
                  <a:close/>
                </a:path>
                <a:path w="132715" h="1369060">
                  <a:moveTo>
                    <a:pt x="66294" y="1312014"/>
                  </a:moveTo>
                  <a:lnTo>
                    <a:pt x="53975" y="1333118"/>
                  </a:lnTo>
                  <a:lnTo>
                    <a:pt x="78612" y="1333118"/>
                  </a:lnTo>
                  <a:lnTo>
                    <a:pt x="66294" y="1312014"/>
                  </a:lnTo>
                  <a:close/>
                </a:path>
                <a:path w="132715" h="1369060">
                  <a:moveTo>
                    <a:pt x="80517" y="1287645"/>
                  </a:moveTo>
                  <a:lnTo>
                    <a:pt x="66294" y="1312014"/>
                  </a:lnTo>
                  <a:lnTo>
                    <a:pt x="78612" y="1333118"/>
                  </a:lnTo>
                  <a:lnTo>
                    <a:pt x="80517" y="1333118"/>
                  </a:lnTo>
                  <a:lnTo>
                    <a:pt x="80517" y="1287645"/>
                  </a:lnTo>
                  <a:close/>
                </a:path>
                <a:path w="132715" h="1369060">
                  <a:moveTo>
                    <a:pt x="66294" y="56664"/>
                  </a:moveTo>
                  <a:lnTo>
                    <a:pt x="51942" y="81250"/>
                  </a:lnTo>
                  <a:lnTo>
                    <a:pt x="51942" y="1287428"/>
                  </a:lnTo>
                  <a:lnTo>
                    <a:pt x="66294" y="1312014"/>
                  </a:lnTo>
                  <a:lnTo>
                    <a:pt x="80517" y="1287645"/>
                  </a:lnTo>
                  <a:lnTo>
                    <a:pt x="80517" y="81033"/>
                  </a:lnTo>
                  <a:lnTo>
                    <a:pt x="66294" y="56664"/>
                  </a:lnTo>
                  <a:close/>
                </a:path>
                <a:path w="132715" h="1369060">
                  <a:moveTo>
                    <a:pt x="66293" y="0"/>
                  </a:moveTo>
                  <a:lnTo>
                    <a:pt x="3936" y="106934"/>
                  </a:lnTo>
                  <a:lnTo>
                    <a:pt x="0" y="113791"/>
                  </a:lnTo>
                  <a:lnTo>
                    <a:pt x="2285" y="122554"/>
                  </a:lnTo>
                  <a:lnTo>
                    <a:pt x="9143" y="126491"/>
                  </a:lnTo>
                  <a:lnTo>
                    <a:pt x="15875" y="130428"/>
                  </a:lnTo>
                  <a:lnTo>
                    <a:pt x="24637" y="128142"/>
                  </a:lnTo>
                  <a:lnTo>
                    <a:pt x="28575" y="121285"/>
                  </a:lnTo>
                  <a:lnTo>
                    <a:pt x="51942" y="81250"/>
                  </a:lnTo>
                  <a:lnTo>
                    <a:pt x="51942" y="28448"/>
                  </a:lnTo>
                  <a:lnTo>
                    <a:pt x="82883" y="28448"/>
                  </a:lnTo>
                  <a:lnTo>
                    <a:pt x="66293" y="0"/>
                  </a:lnTo>
                  <a:close/>
                </a:path>
                <a:path w="132715" h="1369060">
                  <a:moveTo>
                    <a:pt x="82883" y="28448"/>
                  </a:moveTo>
                  <a:lnTo>
                    <a:pt x="80517" y="28448"/>
                  </a:lnTo>
                  <a:lnTo>
                    <a:pt x="80517" y="81033"/>
                  </a:lnTo>
                  <a:lnTo>
                    <a:pt x="104012" y="121285"/>
                  </a:lnTo>
                  <a:lnTo>
                    <a:pt x="107950" y="128142"/>
                  </a:lnTo>
                  <a:lnTo>
                    <a:pt x="116712" y="130428"/>
                  </a:lnTo>
                  <a:lnTo>
                    <a:pt x="123443" y="126491"/>
                  </a:lnTo>
                  <a:lnTo>
                    <a:pt x="130301" y="122554"/>
                  </a:lnTo>
                  <a:lnTo>
                    <a:pt x="132587" y="113791"/>
                  </a:lnTo>
                  <a:lnTo>
                    <a:pt x="128650" y="106934"/>
                  </a:lnTo>
                  <a:lnTo>
                    <a:pt x="82883" y="28448"/>
                  </a:lnTo>
                  <a:close/>
                </a:path>
                <a:path w="132715" h="1369060">
                  <a:moveTo>
                    <a:pt x="80517" y="28448"/>
                  </a:moveTo>
                  <a:lnTo>
                    <a:pt x="51942" y="28448"/>
                  </a:lnTo>
                  <a:lnTo>
                    <a:pt x="51942" y="81250"/>
                  </a:lnTo>
                  <a:lnTo>
                    <a:pt x="66294" y="56664"/>
                  </a:lnTo>
                  <a:lnTo>
                    <a:pt x="53975" y="35560"/>
                  </a:lnTo>
                  <a:lnTo>
                    <a:pt x="80517" y="35560"/>
                  </a:lnTo>
                  <a:lnTo>
                    <a:pt x="80517" y="28448"/>
                  </a:lnTo>
                  <a:close/>
                </a:path>
                <a:path w="132715" h="1369060">
                  <a:moveTo>
                    <a:pt x="80517" y="35560"/>
                  </a:moveTo>
                  <a:lnTo>
                    <a:pt x="78612" y="35560"/>
                  </a:lnTo>
                  <a:lnTo>
                    <a:pt x="66294" y="56664"/>
                  </a:lnTo>
                  <a:lnTo>
                    <a:pt x="80517" y="81033"/>
                  </a:lnTo>
                  <a:lnTo>
                    <a:pt x="80517" y="35560"/>
                  </a:lnTo>
                  <a:close/>
                </a:path>
                <a:path w="132715" h="1369060">
                  <a:moveTo>
                    <a:pt x="78612" y="35560"/>
                  </a:moveTo>
                  <a:lnTo>
                    <a:pt x="53975" y="35560"/>
                  </a:lnTo>
                  <a:lnTo>
                    <a:pt x="66294" y="56664"/>
                  </a:lnTo>
                  <a:lnTo>
                    <a:pt x="78612" y="35560"/>
                  </a:lnTo>
                  <a:close/>
                </a:path>
              </a:pathLst>
            </a:custGeom>
            <a:solidFill>
              <a:srgbClr val="000000"/>
            </a:solidFill>
          </p:spPr>
          <p:txBody>
            <a:bodyPr wrap="square" lIns="0" tIns="0" rIns="0" bIns="0" rtlCol="0"/>
            <a:lstStyle/>
            <a:p>
              <a:endParaRPr/>
            </a:p>
          </p:txBody>
        </p:sp>
      </p:grpSp>
      <p:sp>
        <p:nvSpPr>
          <p:cNvPr id="13" name="object 13"/>
          <p:cNvSpPr txBox="1"/>
          <p:nvPr/>
        </p:nvSpPr>
        <p:spPr>
          <a:xfrm>
            <a:off x="250240" y="6475501"/>
            <a:ext cx="217170" cy="152400"/>
          </a:xfrm>
          <a:prstGeom prst="rect">
            <a:avLst/>
          </a:prstGeom>
        </p:spPr>
        <p:txBody>
          <a:bodyPr vert="horz" wrap="square" lIns="0" tIns="0" rIns="0" bIns="0" rtlCol="0">
            <a:spAutoFit/>
          </a:bodyPr>
          <a:lstStyle/>
          <a:p>
            <a:pPr marL="38100">
              <a:lnSpc>
                <a:spcPts val="1045"/>
              </a:lnSpc>
            </a:pPr>
            <a:fld id="{81D60167-4931-47E6-BA6A-407CBD079E47}" type="slidenum">
              <a:rPr sz="1000" spc="-5" dirty="0">
                <a:latin typeface="Calibri"/>
                <a:cs typeface="Calibri"/>
              </a:rPr>
              <a:t>11</a:t>
            </a:fld>
            <a:endParaRPr sz="1000">
              <a:latin typeface="Calibri"/>
              <a:cs typeface="Calibri"/>
            </a:endParaRPr>
          </a:p>
        </p:txBody>
      </p:sp>
      <p:sp>
        <p:nvSpPr>
          <p:cNvPr id="14" name="object 12">
            <a:extLst>
              <a:ext uri="{FF2B5EF4-FFF2-40B4-BE49-F238E27FC236}">
                <a16:creationId xmlns:a16="http://schemas.microsoft.com/office/drawing/2014/main" id="{F01C6CAC-63D6-62BB-9713-7EB3B82D5F44}"/>
              </a:ext>
            </a:extLst>
          </p:cNvPr>
          <p:cNvSpPr/>
          <p:nvPr/>
        </p:nvSpPr>
        <p:spPr>
          <a:xfrm>
            <a:off x="7758075" y="3940047"/>
            <a:ext cx="96078" cy="1369060"/>
          </a:xfrm>
          <a:custGeom>
            <a:avLst/>
            <a:gdLst/>
            <a:ahLst/>
            <a:cxnLst/>
            <a:rect l="l" t="t" r="r" b="b"/>
            <a:pathLst>
              <a:path w="132715" h="1369060">
                <a:moveTo>
                  <a:pt x="15875" y="1238250"/>
                </a:moveTo>
                <a:lnTo>
                  <a:pt x="9143" y="1242187"/>
                </a:lnTo>
                <a:lnTo>
                  <a:pt x="2285" y="1246124"/>
                </a:lnTo>
                <a:lnTo>
                  <a:pt x="0" y="1254887"/>
                </a:lnTo>
                <a:lnTo>
                  <a:pt x="3936" y="1261744"/>
                </a:lnTo>
                <a:lnTo>
                  <a:pt x="66293" y="1368678"/>
                </a:lnTo>
                <a:lnTo>
                  <a:pt x="82883" y="1340230"/>
                </a:lnTo>
                <a:lnTo>
                  <a:pt x="51942" y="1340230"/>
                </a:lnTo>
                <a:lnTo>
                  <a:pt x="51942" y="1287428"/>
                </a:lnTo>
                <a:lnTo>
                  <a:pt x="28575" y="1247393"/>
                </a:lnTo>
                <a:lnTo>
                  <a:pt x="24637" y="1240536"/>
                </a:lnTo>
                <a:lnTo>
                  <a:pt x="15875" y="1238250"/>
                </a:lnTo>
                <a:close/>
              </a:path>
              <a:path w="132715" h="1369060">
                <a:moveTo>
                  <a:pt x="51942" y="1287428"/>
                </a:moveTo>
                <a:lnTo>
                  <a:pt x="51942" y="1340230"/>
                </a:lnTo>
                <a:lnTo>
                  <a:pt x="80517" y="1340230"/>
                </a:lnTo>
                <a:lnTo>
                  <a:pt x="80517" y="1333118"/>
                </a:lnTo>
                <a:lnTo>
                  <a:pt x="53975" y="1333118"/>
                </a:lnTo>
                <a:lnTo>
                  <a:pt x="66294" y="1312014"/>
                </a:lnTo>
                <a:lnTo>
                  <a:pt x="51942" y="1287428"/>
                </a:lnTo>
                <a:close/>
              </a:path>
              <a:path w="132715" h="1369060">
                <a:moveTo>
                  <a:pt x="116712" y="1238250"/>
                </a:moveTo>
                <a:lnTo>
                  <a:pt x="107950" y="1240536"/>
                </a:lnTo>
                <a:lnTo>
                  <a:pt x="104012" y="1247393"/>
                </a:lnTo>
                <a:lnTo>
                  <a:pt x="80517" y="1287645"/>
                </a:lnTo>
                <a:lnTo>
                  <a:pt x="80517" y="1340230"/>
                </a:lnTo>
                <a:lnTo>
                  <a:pt x="82883" y="1340230"/>
                </a:lnTo>
                <a:lnTo>
                  <a:pt x="128650" y="1261744"/>
                </a:lnTo>
                <a:lnTo>
                  <a:pt x="132587" y="1254887"/>
                </a:lnTo>
                <a:lnTo>
                  <a:pt x="130301" y="1246124"/>
                </a:lnTo>
                <a:lnTo>
                  <a:pt x="123443" y="1242187"/>
                </a:lnTo>
                <a:lnTo>
                  <a:pt x="116712" y="1238250"/>
                </a:lnTo>
                <a:close/>
              </a:path>
              <a:path w="132715" h="1369060">
                <a:moveTo>
                  <a:pt x="66294" y="1312014"/>
                </a:moveTo>
                <a:lnTo>
                  <a:pt x="53975" y="1333118"/>
                </a:lnTo>
                <a:lnTo>
                  <a:pt x="78612" y="1333118"/>
                </a:lnTo>
                <a:lnTo>
                  <a:pt x="66294" y="1312014"/>
                </a:lnTo>
                <a:close/>
              </a:path>
              <a:path w="132715" h="1369060">
                <a:moveTo>
                  <a:pt x="80517" y="1287645"/>
                </a:moveTo>
                <a:lnTo>
                  <a:pt x="66294" y="1312014"/>
                </a:lnTo>
                <a:lnTo>
                  <a:pt x="78612" y="1333118"/>
                </a:lnTo>
                <a:lnTo>
                  <a:pt x="80517" y="1333118"/>
                </a:lnTo>
                <a:lnTo>
                  <a:pt x="80517" y="1287645"/>
                </a:lnTo>
                <a:close/>
              </a:path>
              <a:path w="132715" h="1369060">
                <a:moveTo>
                  <a:pt x="66294" y="56664"/>
                </a:moveTo>
                <a:lnTo>
                  <a:pt x="51942" y="81250"/>
                </a:lnTo>
                <a:lnTo>
                  <a:pt x="51942" y="1287428"/>
                </a:lnTo>
                <a:lnTo>
                  <a:pt x="66294" y="1312014"/>
                </a:lnTo>
                <a:lnTo>
                  <a:pt x="80517" y="1287645"/>
                </a:lnTo>
                <a:lnTo>
                  <a:pt x="80517" y="81033"/>
                </a:lnTo>
                <a:lnTo>
                  <a:pt x="66294" y="56664"/>
                </a:lnTo>
                <a:close/>
              </a:path>
              <a:path w="132715" h="1369060">
                <a:moveTo>
                  <a:pt x="66293" y="0"/>
                </a:moveTo>
                <a:lnTo>
                  <a:pt x="3936" y="106934"/>
                </a:lnTo>
                <a:lnTo>
                  <a:pt x="0" y="113791"/>
                </a:lnTo>
                <a:lnTo>
                  <a:pt x="2285" y="122554"/>
                </a:lnTo>
                <a:lnTo>
                  <a:pt x="9143" y="126491"/>
                </a:lnTo>
                <a:lnTo>
                  <a:pt x="15875" y="130428"/>
                </a:lnTo>
                <a:lnTo>
                  <a:pt x="24637" y="128142"/>
                </a:lnTo>
                <a:lnTo>
                  <a:pt x="28575" y="121285"/>
                </a:lnTo>
                <a:lnTo>
                  <a:pt x="51942" y="81250"/>
                </a:lnTo>
                <a:lnTo>
                  <a:pt x="51942" y="28448"/>
                </a:lnTo>
                <a:lnTo>
                  <a:pt x="82883" y="28448"/>
                </a:lnTo>
                <a:lnTo>
                  <a:pt x="66293" y="0"/>
                </a:lnTo>
                <a:close/>
              </a:path>
              <a:path w="132715" h="1369060">
                <a:moveTo>
                  <a:pt x="82883" y="28448"/>
                </a:moveTo>
                <a:lnTo>
                  <a:pt x="80517" y="28448"/>
                </a:lnTo>
                <a:lnTo>
                  <a:pt x="80517" y="81033"/>
                </a:lnTo>
                <a:lnTo>
                  <a:pt x="104012" y="121285"/>
                </a:lnTo>
                <a:lnTo>
                  <a:pt x="107950" y="128142"/>
                </a:lnTo>
                <a:lnTo>
                  <a:pt x="116712" y="130428"/>
                </a:lnTo>
                <a:lnTo>
                  <a:pt x="123443" y="126491"/>
                </a:lnTo>
                <a:lnTo>
                  <a:pt x="130301" y="122554"/>
                </a:lnTo>
                <a:lnTo>
                  <a:pt x="132587" y="113791"/>
                </a:lnTo>
                <a:lnTo>
                  <a:pt x="128650" y="106934"/>
                </a:lnTo>
                <a:lnTo>
                  <a:pt x="82883" y="28448"/>
                </a:lnTo>
                <a:close/>
              </a:path>
              <a:path w="132715" h="1369060">
                <a:moveTo>
                  <a:pt x="80517" y="28448"/>
                </a:moveTo>
                <a:lnTo>
                  <a:pt x="51942" y="28448"/>
                </a:lnTo>
                <a:lnTo>
                  <a:pt x="51942" y="81250"/>
                </a:lnTo>
                <a:lnTo>
                  <a:pt x="66294" y="56664"/>
                </a:lnTo>
                <a:lnTo>
                  <a:pt x="53975" y="35560"/>
                </a:lnTo>
                <a:lnTo>
                  <a:pt x="80517" y="35560"/>
                </a:lnTo>
                <a:lnTo>
                  <a:pt x="80517" y="28448"/>
                </a:lnTo>
                <a:close/>
              </a:path>
              <a:path w="132715" h="1369060">
                <a:moveTo>
                  <a:pt x="80517" y="35560"/>
                </a:moveTo>
                <a:lnTo>
                  <a:pt x="78612" y="35560"/>
                </a:lnTo>
                <a:lnTo>
                  <a:pt x="66294" y="56664"/>
                </a:lnTo>
                <a:lnTo>
                  <a:pt x="80517" y="81033"/>
                </a:lnTo>
                <a:lnTo>
                  <a:pt x="80517" y="35560"/>
                </a:lnTo>
                <a:close/>
              </a:path>
              <a:path w="132715" h="1369060">
                <a:moveTo>
                  <a:pt x="78612" y="35560"/>
                </a:moveTo>
                <a:lnTo>
                  <a:pt x="53975" y="35560"/>
                </a:lnTo>
                <a:lnTo>
                  <a:pt x="66294" y="56664"/>
                </a:lnTo>
                <a:lnTo>
                  <a:pt x="78612" y="35560"/>
                </a:lnTo>
                <a:close/>
              </a:path>
            </a:pathLst>
          </a:custGeom>
          <a:solidFill>
            <a:srgbClr val="000000"/>
          </a:solidFill>
        </p:spPr>
        <p:txBody>
          <a:bodyPr wrap="square" lIns="0" tIns="0" rIns="0" bIns="0" rtlCol="0"/>
          <a:lstStyle/>
          <a:p>
            <a:endParaRPr/>
          </a:p>
        </p:txBody>
      </p:sp>
      <p:sp>
        <p:nvSpPr>
          <p:cNvPr id="15" name="Marcador de número de diapositiva 14">
            <a:extLst>
              <a:ext uri="{FF2B5EF4-FFF2-40B4-BE49-F238E27FC236}">
                <a16:creationId xmlns:a16="http://schemas.microsoft.com/office/drawing/2014/main" id="{BB8BC9DA-3FA1-A6A5-B0FF-35BDC9814308}"/>
              </a:ext>
            </a:extLst>
          </p:cNvPr>
          <p:cNvSpPr>
            <a:spLocks noGrp="1"/>
          </p:cNvSpPr>
          <p:nvPr>
            <p:ph type="sldNum" sz="quarter" idx="12"/>
          </p:nvPr>
        </p:nvSpPr>
        <p:spPr/>
        <p:txBody>
          <a:bodyPr/>
          <a:lstStyle/>
          <a:p>
            <a:fld id="{5263617F-1627-43AB-9FC2-D1A40487E69C}" type="slidenum">
              <a:rPr lang="es-ES" smtClean="0"/>
              <a:t>11</a:t>
            </a:fld>
            <a:endParaRPr lang="es-E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758951"/>
            <a:ext cx="2583180" cy="5331460"/>
          </a:xfrm>
          <a:custGeom>
            <a:avLst/>
            <a:gdLst/>
            <a:ahLst/>
            <a:cxnLst/>
            <a:rect l="l" t="t" r="r" b="b"/>
            <a:pathLst>
              <a:path w="2583180" h="5331460">
                <a:moveTo>
                  <a:pt x="2583180" y="0"/>
                </a:moveTo>
                <a:lnTo>
                  <a:pt x="0" y="0"/>
                </a:lnTo>
                <a:lnTo>
                  <a:pt x="0" y="5330952"/>
                </a:lnTo>
                <a:lnTo>
                  <a:pt x="2583180" y="5330952"/>
                </a:lnTo>
                <a:lnTo>
                  <a:pt x="2583180" y="0"/>
                </a:lnTo>
                <a:close/>
              </a:path>
            </a:pathLst>
          </a:custGeom>
          <a:solidFill>
            <a:srgbClr val="40B9D2"/>
          </a:solidFill>
        </p:spPr>
        <p:txBody>
          <a:bodyPr wrap="square" lIns="0" tIns="0" rIns="0" bIns="0" rtlCol="0"/>
          <a:lstStyle/>
          <a:p>
            <a:endParaRPr/>
          </a:p>
        </p:txBody>
      </p:sp>
      <p:sp>
        <p:nvSpPr>
          <p:cNvPr id="3" name="object 3"/>
          <p:cNvSpPr/>
          <p:nvPr/>
        </p:nvSpPr>
        <p:spPr>
          <a:xfrm>
            <a:off x="8862059" y="758951"/>
            <a:ext cx="281940" cy="5331460"/>
          </a:xfrm>
          <a:custGeom>
            <a:avLst/>
            <a:gdLst/>
            <a:ahLst/>
            <a:cxnLst/>
            <a:rect l="l" t="t" r="r" b="b"/>
            <a:pathLst>
              <a:path w="281940" h="5331460">
                <a:moveTo>
                  <a:pt x="0" y="5330952"/>
                </a:moveTo>
                <a:lnTo>
                  <a:pt x="281939" y="5330952"/>
                </a:lnTo>
                <a:lnTo>
                  <a:pt x="281939" y="0"/>
                </a:lnTo>
                <a:lnTo>
                  <a:pt x="0" y="0"/>
                </a:lnTo>
                <a:lnTo>
                  <a:pt x="0" y="5330952"/>
                </a:lnTo>
                <a:close/>
              </a:path>
            </a:pathLst>
          </a:custGeom>
          <a:solidFill>
            <a:srgbClr val="C7C7C7">
              <a:alpha val="49803"/>
            </a:srgbClr>
          </a:solidFill>
        </p:spPr>
        <p:txBody>
          <a:bodyPr wrap="square" lIns="0" tIns="0" rIns="0" bIns="0" rtlCol="0"/>
          <a:lstStyle/>
          <a:p>
            <a:endParaRPr/>
          </a:p>
        </p:txBody>
      </p:sp>
      <p:sp>
        <p:nvSpPr>
          <p:cNvPr id="4" name="object 4"/>
          <p:cNvSpPr txBox="1"/>
          <p:nvPr/>
        </p:nvSpPr>
        <p:spPr>
          <a:xfrm>
            <a:off x="275640" y="4158233"/>
            <a:ext cx="2220595" cy="1717675"/>
          </a:xfrm>
          <a:prstGeom prst="rect">
            <a:avLst/>
          </a:prstGeom>
        </p:spPr>
        <p:txBody>
          <a:bodyPr vert="horz" wrap="square" lIns="0" tIns="64135" rIns="0" bIns="0" rtlCol="0">
            <a:spAutoFit/>
          </a:bodyPr>
          <a:lstStyle/>
          <a:p>
            <a:pPr marL="12700" marR="5080">
              <a:lnSpc>
                <a:spcPts val="3240"/>
              </a:lnSpc>
              <a:spcBef>
                <a:spcPts val="505"/>
              </a:spcBef>
            </a:pPr>
            <a:r>
              <a:rPr sz="3000" b="1" spc="-60" dirty="0">
                <a:solidFill>
                  <a:srgbClr val="0D0D0D"/>
                </a:solidFill>
                <a:latin typeface="Corbel"/>
                <a:cs typeface="Corbel"/>
              </a:rPr>
              <a:t>Principales </a:t>
            </a:r>
            <a:r>
              <a:rPr sz="3000" b="1" spc="-55" dirty="0">
                <a:solidFill>
                  <a:srgbClr val="0D0D0D"/>
                </a:solidFill>
                <a:latin typeface="Corbel"/>
                <a:cs typeface="Corbel"/>
              </a:rPr>
              <a:t> </a:t>
            </a:r>
            <a:r>
              <a:rPr sz="3000" b="1" spc="-65" dirty="0">
                <a:solidFill>
                  <a:srgbClr val="0D0D0D"/>
                </a:solidFill>
                <a:latin typeface="Corbel"/>
                <a:cs typeface="Corbel"/>
              </a:rPr>
              <a:t>c</a:t>
            </a:r>
            <a:r>
              <a:rPr sz="3000" b="1" spc="-60" dirty="0">
                <a:solidFill>
                  <a:srgbClr val="0D0D0D"/>
                </a:solidFill>
                <a:latin typeface="Corbel"/>
                <a:cs typeface="Corbel"/>
              </a:rPr>
              <a:t>at</a:t>
            </a:r>
            <a:r>
              <a:rPr sz="3000" b="1" spc="-65" dirty="0">
                <a:solidFill>
                  <a:srgbClr val="0D0D0D"/>
                </a:solidFill>
                <a:latin typeface="Corbel"/>
                <a:cs typeface="Corbel"/>
              </a:rPr>
              <a:t>e</a:t>
            </a:r>
            <a:r>
              <a:rPr sz="3000" b="1" spc="-70" dirty="0">
                <a:solidFill>
                  <a:srgbClr val="0D0D0D"/>
                </a:solidFill>
                <a:latin typeface="Corbel"/>
                <a:cs typeface="Corbel"/>
              </a:rPr>
              <a:t>go</a:t>
            </a:r>
            <a:r>
              <a:rPr sz="3000" b="1" spc="-65" dirty="0">
                <a:solidFill>
                  <a:srgbClr val="0D0D0D"/>
                </a:solidFill>
                <a:latin typeface="Corbel"/>
                <a:cs typeface="Corbel"/>
              </a:rPr>
              <a:t>rí</a:t>
            </a:r>
            <a:r>
              <a:rPr sz="3000" b="1" spc="-60" dirty="0">
                <a:solidFill>
                  <a:srgbClr val="0D0D0D"/>
                </a:solidFill>
                <a:latin typeface="Corbel"/>
                <a:cs typeface="Corbel"/>
              </a:rPr>
              <a:t>a</a:t>
            </a:r>
            <a:r>
              <a:rPr sz="3000" b="1" dirty="0">
                <a:solidFill>
                  <a:srgbClr val="0D0D0D"/>
                </a:solidFill>
                <a:latin typeface="Corbel"/>
                <a:cs typeface="Corbel"/>
              </a:rPr>
              <a:t>s</a:t>
            </a:r>
            <a:r>
              <a:rPr sz="3000" b="1" spc="-90" dirty="0">
                <a:solidFill>
                  <a:srgbClr val="0D0D0D"/>
                </a:solidFill>
                <a:latin typeface="Corbel"/>
                <a:cs typeface="Corbel"/>
              </a:rPr>
              <a:t> </a:t>
            </a:r>
            <a:r>
              <a:rPr sz="3000" b="1" spc="-65" dirty="0">
                <a:solidFill>
                  <a:srgbClr val="0D0D0D"/>
                </a:solidFill>
                <a:latin typeface="Corbel"/>
                <a:cs typeface="Corbel"/>
              </a:rPr>
              <a:t>de</a:t>
            </a:r>
            <a:r>
              <a:rPr sz="3000" b="1" dirty="0">
                <a:solidFill>
                  <a:srgbClr val="0D0D0D"/>
                </a:solidFill>
                <a:latin typeface="Corbel"/>
                <a:cs typeface="Corbel"/>
              </a:rPr>
              <a:t>l  </a:t>
            </a:r>
            <a:r>
              <a:rPr sz="3000" b="1" spc="-70" dirty="0">
                <a:solidFill>
                  <a:srgbClr val="0D0D0D"/>
                </a:solidFill>
                <a:latin typeface="Corbel"/>
                <a:cs typeface="Corbel"/>
              </a:rPr>
              <a:t>p</a:t>
            </a:r>
            <a:r>
              <a:rPr sz="3000" b="1" spc="-65" dirty="0">
                <a:solidFill>
                  <a:srgbClr val="0D0D0D"/>
                </a:solidFill>
                <a:latin typeface="Corbel"/>
                <a:cs typeface="Corbel"/>
              </a:rPr>
              <a:t>er</a:t>
            </a:r>
            <a:r>
              <a:rPr sz="3000" b="1" spc="-60" dirty="0">
                <a:solidFill>
                  <a:srgbClr val="0D0D0D"/>
                </a:solidFill>
                <a:latin typeface="Corbel"/>
                <a:cs typeface="Corbel"/>
              </a:rPr>
              <a:t>s</a:t>
            </a:r>
            <a:r>
              <a:rPr sz="3000" b="1" spc="-70" dirty="0">
                <a:solidFill>
                  <a:srgbClr val="0D0D0D"/>
                </a:solidFill>
                <a:latin typeface="Corbel"/>
                <a:cs typeface="Corbel"/>
              </a:rPr>
              <a:t>o</a:t>
            </a:r>
            <a:r>
              <a:rPr sz="3000" b="1" spc="-60" dirty="0">
                <a:solidFill>
                  <a:srgbClr val="0D0D0D"/>
                </a:solidFill>
                <a:latin typeface="Corbel"/>
                <a:cs typeface="Corbel"/>
              </a:rPr>
              <a:t>na</a:t>
            </a:r>
            <a:r>
              <a:rPr sz="3000" b="1" dirty="0">
                <a:solidFill>
                  <a:srgbClr val="0D0D0D"/>
                </a:solidFill>
                <a:latin typeface="Corbel"/>
                <a:cs typeface="Corbel"/>
              </a:rPr>
              <a:t>l</a:t>
            </a:r>
            <a:r>
              <a:rPr sz="3000" b="1" spc="-105" dirty="0">
                <a:solidFill>
                  <a:srgbClr val="0D0D0D"/>
                </a:solidFill>
                <a:latin typeface="Corbel"/>
                <a:cs typeface="Corbel"/>
              </a:rPr>
              <a:t> </a:t>
            </a:r>
            <a:r>
              <a:rPr sz="3000" b="1" spc="-65" dirty="0">
                <a:solidFill>
                  <a:srgbClr val="0D0D0D"/>
                </a:solidFill>
                <a:latin typeface="Corbel"/>
                <a:cs typeface="Corbel"/>
              </a:rPr>
              <a:t>d</a:t>
            </a:r>
            <a:r>
              <a:rPr sz="3000" b="1" dirty="0">
                <a:solidFill>
                  <a:srgbClr val="0D0D0D"/>
                </a:solidFill>
                <a:latin typeface="Corbel"/>
                <a:cs typeface="Corbel"/>
              </a:rPr>
              <a:t>e</a:t>
            </a:r>
            <a:r>
              <a:rPr sz="3000" b="1" spc="-120" dirty="0">
                <a:solidFill>
                  <a:srgbClr val="0D0D0D"/>
                </a:solidFill>
                <a:latin typeface="Corbel"/>
                <a:cs typeface="Corbel"/>
              </a:rPr>
              <a:t> </a:t>
            </a:r>
            <a:r>
              <a:rPr sz="3000" b="1" spc="-65" dirty="0">
                <a:solidFill>
                  <a:srgbClr val="0D0D0D"/>
                </a:solidFill>
                <a:latin typeface="Corbel"/>
                <a:cs typeface="Corbel"/>
              </a:rPr>
              <a:t>l</a:t>
            </a:r>
            <a:r>
              <a:rPr sz="3000" b="1" dirty="0">
                <a:solidFill>
                  <a:srgbClr val="0D0D0D"/>
                </a:solidFill>
                <a:latin typeface="Corbel"/>
                <a:cs typeface="Corbel"/>
              </a:rPr>
              <a:t>a  </a:t>
            </a:r>
            <a:r>
              <a:rPr sz="3000" b="1" spc="-55" dirty="0">
                <a:solidFill>
                  <a:srgbClr val="0D0D0D"/>
                </a:solidFill>
                <a:latin typeface="Corbel"/>
                <a:cs typeface="Corbel"/>
              </a:rPr>
              <a:t>empresa</a:t>
            </a:r>
            <a:endParaRPr sz="3000">
              <a:latin typeface="Corbel"/>
              <a:cs typeface="Corbel"/>
            </a:endParaRPr>
          </a:p>
        </p:txBody>
      </p:sp>
      <p:sp>
        <p:nvSpPr>
          <p:cNvPr id="5" name="object 5"/>
          <p:cNvSpPr txBox="1"/>
          <p:nvPr/>
        </p:nvSpPr>
        <p:spPr>
          <a:xfrm>
            <a:off x="1050442" y="2026158"/>
            <a:ext cx="1349375" cy="299720"/>
          </a:xfrm>
          <a:prstGeom prst="rect">
            <a:avLst/>
          </a:prstGeom>
        </p:spPr>
        <p:txBody>
          <a:bodyPr vert="horz" wrap="square" lIns="0" tIns="12700" rIns="0" bIns="0" rtlCol="0">
            <a:spAutoFit/>
          </a:bodyPr>
          <a:lstStyle/>
          <a:p>
            <a:pPr marL="12700">
              <a:lnSpc>
                <a:spcPct val="100000"/>
              </a:lnSpc>
              <a:spcBef>
                <a:spcPts val="100"/>
              </a:spcBef>
            </a:pPr>
            <a:r>
              <a:rPr sz="1800" b="1" spc="-25" dirty="0">
                <a:solidFill>
                  <a:srgbClr val="C00000"/>
                </a:solidFill>
                <a:latin typeface="Arial"/>
                <a:cs typeface="Arial"/>
              </a:rPr>
              <a:t>OPERATIVO</a:t>
            </a:r>
            <a:endParaRPr sz="1800">
              <a:latin typeface="Arial"/>
              <a:cs typeface="Arial"/>
            </a:endParaRPr>
          </a:p>
        </p:txBody>
      </p:sp>
      <p:grpSp>
        <p:nvGrpSpPr>
          <p:cNvPr id="6" name="object 6"/>
          <p:cNvGrpSpPr/>
          <p:nvPr/>
        </p:nvGrpSpPr>
        <p:grpSpPr>
          <a:xfrm>
            <a:off x="2479134" y="1190408"/>
            <a:ext cx="5724525" cy="1326515"/>
            <a:chOff x="2481262" y="1336484"/>
            <a:chExt cx="5724525" cy="1326515"/>
          </a:xfrm>
        </p:grpSpPr>
        <p:sp>
          <p:nvSpPr>
            <p:cNvPr id="7" name="object 7"/>
            <p:cNvSpPr/>
            <p:nvPr/>
          </p:nvSpPr>
          <p:spPr>
            <a:xfrm>
              <a:off x="2486660" y="1341882"/>
              <a:ext cx="5713730" cy="1315720"/>
            </a:xfrm>
            <a:custGeom>
              <a:avLst/>
              <a:gdLst/>
              <a:ahLst/>
              <a:cxnLst/>
              <a:rect l="l" t="t" r="r" b="b"/>
              <a:pathLst>
                <a:path w="5713730" h="1315720">
                  <a:moveTo>
                    <a:pt x="5713221" y="0"/>
                  </a:moveTo>
                  <a:lnTo>
                    <a:pt x="501141" y="0"/>
                  </a:lnTo>
                  <a:lnTo>
                    <a:pt x="501141" y="767206"/>
                  </a:lnTo>
                  <a:lnTo>
                    <a:pt x="0" y="801877"/>
                  </a:lnTo>
                  <a:lnTo>
                    <a:pt x="501141" y="1096009"/>
                  </a:lnTo>
                  <a:lnTo>
                    <a:pt x="501141" y="1315212"/>
                  </a:lnTo>
                  <a:lnTo>
                    <a:pt x="5713221" y="1315212"/>
                  </a:lnTo>
                  <a:lnTo>
                    <a:pt x="5713221" y="0"/>
                  </a:lnTo>
                  <a:close/>
                </a:path>
              </a:pathLst>
            </a:custGeom>
            <a:solidFill>
              <a:srgbClr val="F1F1F1"/>
            </a:solidFill>
          </p:spPr>
          <p:txBody>
            <a:bodyPr wrap="square" lIns="0" tIns="0" rIns="0" bIns="0" rtlCol="0"/>
            <a:lstStyle/>
            <a:p>
              <a:endParaRPr/>
            </a:p>
          </p:txBody>
        </p:sp>
        <p:sp>
          <p:nvSpPr>
            <p:cNvPr id="8" name="object 8"/>
            <p:cNvSpPr/>
            <p:nvPr/>
          </p:nvSpPr>
          <p:spPr>
            <a:xfrm>
              <a:off x="2486660" y="1341882"/>
              <a:ext cx="5713730" cy="1315720"/>
            </a:xfrm>
            <a:custGeom>
              <a:avLst/>
              <a:gdLst/>
              <a:ahLst/>
              <a:cxnLst/>
              <a:rect l="l" t="t" r="r" b="b"/>
              <a:pathLst>
                <a:path w="5713730" h="1315720">
                  <a:moveTo>
                    <a:pt x="501141" y="0"/>
                  </a:moveTo>
                  <a:lnTo>
                    <a:pt x="1369822" y="0"/>
                  </a:lnTo>
                  <a:lnTo>
                    <a:pt x="2672841" y="0"/>
                  </a:lnTo>
                  <a:lnTo>
                    <a:pt x="5713221" y="0"/>
                  </a:lnTo>
                  <a:lnTo>
                    <a:pt x="5713221" y="767206"/>
                  </a:lnTo>
                  <a:lnTo>
                    <a:pt x="5713221" y="1096009"/>
                  </a:lnTo>
                  <a:lnTo>
                    <a:pt x="5713221" y="1315212"/>
                  </a:lnTo>
                  <a:lnTo>
                    <a:pt x="2672841" y="1315212"/>
                  </a:lnTo>
                  <a:lnTo>
                    <a:pt x="1369822" y="1315212"/>
                  </a:lnTo>
                  <a:lnTo>
                    <a:pt x="501141" y="1315212"/>
                  </a:lnTo>
                  <a:lnTo>
                    <a:pt x="501141" y="1096009"/>
                  </a:lnTo>
                  <a:lnTo>
                    <a:pt x="0" y="801877"/>
                  </a:lnTo>
                  <a:lnTo>
                    <a:pt x="501141" y="767206"/>
                  </a:lnTo>
                  <a:lnTo>
                    <a:pt x="501141" y="0"/>
                  </a:lnTo>
                  <a:close/>
                </a:path>
              </a:pathLst>
            </a:custGeom>
            <a:ln w="10794">
              <a:solidFill>
                <a:srgbClr val="000000"/>
              </a:solidFill>
            </a:ln>
          </p:spPr>
          <p:txBody>
            <a:bodyPr wrap="square" lIns="0" tIns="0" rIns="0" bIns="0" rtlCol="0"/>
            <a:lstStyle/>
            <a:p>
              <a:endParaRPr/>
            </a:p>
          </p:txBody>
        </p:sp>
      </p:grpSp>
      <p:sp>
        <p:nvSpPr>
          <p:cNvPr id="10" name="object 10"/>
          <p:cNvSpPr txBox="1"/>
          <p:nvPr/>
        </p:nvSpPr>
        <p:spPr>
          <a:xfrm>
            <a:off x="1050442" y="3474211"/>
            <a:ext cx="127000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0000"/>
                </a:solidFill>
                <a:latin typeface="Arial"/>
                <a:cs typeface="Arial"/>
              </a:rPr>
              <a:t>DIRECTIVO</a:t>
            </a:r>
            <a:endParaRPr sz="1800">
              <a:latin typeface="Arial"/>
              <a:cs typeface="Arial"/>
            </a:endParaRPr>
          </a:p>
        </p:txBody>
      </p:sp>
      <p:grpSp>
        <p:nvGrpSpPr>
          <p:cNvPr id="11" name="object 11"/>
          <p:cNvGrpSpPr/>
          <p:nvPr/>
        </p:nvGrpSpPr>
        <p:grpSpPr>
          <a:xfrm>
            <a:off x="2485961" y="2758376"/>
            <a:ext cx="5836920" cy="1324610"/>
            <a:chOff x="2485961" y="2758376"/>
            <a:chExt cx="5836920" cy="1324610"/>
          </a:xfrm>
        </p:grpSpPr>
        <p:sp>
          <p:nvSpPr>
            <p:cNvPr id="12" name="object 12"/>
            <p:cNvSpPr/>
            <p:nvPr/>
          </p:nvSpPr>
          <p:spPr>
            <a:xfrm>
              <a:off x="2491358" y="2763774"/>
              <a:ext cx="5826125" cy="1313815"/>
            </a:xfrm>
            <a:custGeom>
              <a:avLst/>
              <a:gdLst/>
              <a:ahLst/>
              <a:cxnLst/>
              <a:rect l="l" t="t" r="r" b="b"/>
              <a:pathLst>
                <a:path w="5826125" h="1313814">
                  <a:moveTo>
                    <a:pt x="5825871" y="0"/>
                  </a:moveTo>
                  <a:lnTo>
                    <a:pt x="615315" y="0"/>
                  </a:lnTo>
                  <a:lnTo>
                    <a:pt x="615315" y="766317"/>
                  </a:lnTo>
                  <a:lnTo>
                    <a:pt x="0" y="800988"/>
                  </a:lnTo>
                  <a:lnTo>
                    <a:pt x="615315" y="1094739"/>
                  </a:lnTo>
                  <a:lnTo>
                    <a:pt x="615315" y="1313688"/>
                  </a:lnTo>
                  <a:lnTo>
                    <a:pt x="5825871" y="1313688"/>
                  </a:lnTo>
                  <a:lnTo>
                    <a:pt x="5825871" y="0"/>
                  </a:lnTo>
                  <a:close/>
                </a:path>
              </a:pathLst>
            </a:custGeom>
            <a:solidFill>
              <a:srgbClr val="F1F1F1"/>
            </a:solidFill>
          </p:spPr>
          <p:txBody>
            <a:bodyPr wrap="square" lIns="0" tIns="0" rIns="0" bIns="0" rtlCol="0"/>
            <a:lstStyle/>
            <a:p>
              <a:endParaRPr/>
            </a:p>
          </p:txBody>
        </p:sp>
        <p:sp>
          <p:nvSpPr>
            <p:cNvPr id="13" name="object 13"/>
            <p:cNvSpPr/>
            <p:nvPr/>
          </p:nvSpPr>
          <p:spPr>
            <a:xfrm>
              <a:off x="2491358" y="2763774"/>
              <a:ext cx="5826125" cy="1313815"/>
            </a:xfrm>
            <a:custGeom>
              <a:avLst/>
              <a:gdLst/>
              <a:ahLst/>
              <a:cxnLst/>
              <a:rect l="l" t="t" r="r" b="b"/>
              <a:pathLst>
                <a:path w="5826125" h="1313814">
                  <a:moveTo>
                    <a:pt x="615315" y="0"/>
                  </a:moveTo>
                  <a:lnTo>
                    <a:pt x="1483741" y="0"/>
                  </a:lnTo>
                  <a:lnTo>
                    <a:pt x="2786380" y="0"/>
                  </a:lnTo>
                  <a:lnTo>
                    <a:pt x="5825871" y="0"/>
                  </a:lnTo>
                  <a:lnTo>
                    <a:pt x="5825871" y="766317"/>
                  </a:lnTo>
                  <a:lnTo>
                    <a:pt x="5825871" y="1094739"/>
                  </a:lnTo>
                  <a:lnTo>
                    <a:pt x="5825871" y="1313688"/>
                  </a:lnTo>
                  <a:lnTo>
                    <a:pt x="2786380" y="1313688"/>
                  </a:lnTo>
                  <a:lnTo>
                    <a:pt x="1483741" y="1313688"/>
                  </a:lnTo>
                  <a:lnTo>
                    <a:pt x="615315" y="1313688"/>
                  </a:lnTo>
                  <a:lnTo>
                    <a:pt x="615315" y="1094739"/>
                  </a:lnTo>
                  <a:lnTo>
                    <a:pt x="0" y="800988"/>
                  </a:lnTo>
                  <a:lnTo>
                    <a:pt x="615315" y="766317"/>
                  </a:lnTo>
                  <a:lnTo>
                    <a:pt x="615315" y="0"/>
                  </a:lnTo>
                  <a:close/>
                </a:path>
              </a:pathLst>
            </a:custGeom>
            <a:ln w="10794">
              <a:solidFill>
                <a:srgbClr val="000000"/>
              </a:solidFill>
            </a:ln>
          </p:spPr>
          <p:txBody>
            <a:bodyPr wrap="square" lIns="0" tIns="0" rIns="0" bIns="0" rtlCol="0"/>
            <a:lstStyle/>
            <a:p>
              <a:endParaRPr/>
            </a:p>
          </p:txBody>
        </p:sp>
      </p:grpSp>
      <p:sp>
        <p:nvSpPr>
          <p:cNvPr id="15" name="object 15"/>
          <p:cNvSpPr txBox="1"/>
          <p:nvPr/>
        </p:nvSpPr>
        <p:spPr>
          <a:xfrm>
            <a:off x="3417570" y="4869941"/>
            <a:ext cx="2865120" cy="368935"/>
          </a:xfrm>
          <a:prstGeom prst="rect">
            <a:avLst/>
          </a:prstGeom>
          <a:ln w="38100">
            <a:solidFill>
              <a:srgbClr val="000000"/>
            </a:solidFill>
          </a:ln>
        </p:spPr>
        <p:txBody>
          <a:bodyPr vert="horz" wrap="square" lIns="0" tIns="39370" rIns="0" bIns="0" rtlCol="0">
            <a:spAutoFit/>
          </a:bodyPr>
          <a:lstStyle/>
          <a:p>
            <a:pPr marL="90170">
              <a:lnSpc>
                <a:spcPct val="100000"/>
              </a:lnSpc>
              <a:spcBef>
                <a:spcPts val="310"/>
              </a:spcBef>
            </a:pPr>
            <a:r>
              <a:rPr sz="1800" dirty="0">
                <a:latin typeface="Arial"/>
                <a:cs typeface="Arial"/>
              </a:rPr>
              <a:t>DIRECTIVO</a:t>
            </a:r>
            <a:r>
              <a:rPr sz="1800" spc="-45" dirty="0">
                <a:latin typeface="Arial"/>
                <a:cs typeface="Arial"/>
              </a:rPr>
              <a:t> </a:t>
            </a:r>
            <a:r>
              <a:rPr sz="1800" dirty="0">
                <a:latin typeface="Arial"/>
                <a:cs typeface="Arial"/>
              </a:rPr>
              <a:t>O</a:t>
            </a:r>
            <a:r>
              <a:rPr sz="1800" spc="-25" dirty="0">
                <a:latin typeface="Arial"/>
                <a:cs typeface="Arial"/>
              </a:rPr>
              <a:t> </a:t>
            </a:r>
            <a:r>
              <a:rPr sz="1800" dirty="0">
                <a:latin typeface="Arial"/>
                <a:cs typeface="Arial"/>
              </a:rPr>
              <a:t>GERENTE</a:t>
            </a:r>
            <a:endParaRPr sz="1800">
              <a:latin typeface="Arial"/>
              <a:cs typeface="Arial"/>
            </a:endParaRPr>
          </a:p>
        </p:txBody>
      </p:sp>
      <p:sp>
        <p:nvSpPr>
          <p:cNvPr id="16" name="object 16"/>
          <p:cNvSpPr txBox="1"/>
          <p:nvPr/>
        </p:nvSpPr>
        <p:spPr>
          <a:xfrm>
            <a:off x="4039361" y="5732526"/>
            <a:ext cx="1621790" cy="370840"/>
          </a:xfrm>
          <a:prstGeom prst="rect">
            <a:avLst/>
          </a:prstGeom>
          <a:ln w="38100">
            <a:solidFill>
              <a:srgbClr val="000000"/>
            </a:solidFill>
          </a:ln>
        </p:spPr>
        <p:txBody>
          <a:bodyPr vert="horz" wrap="square" lIns="0" tIns="40640" rIns="0" bIns="0" rtlCol="0">
            <a:spAutoFit/>
          </a:bodyPr>
          <a:lstStyle/>
          <a:p>
            <a:pPr marL="91440">
              <a:lnSpc>
                <a:spcPct val="100000"/>
              </a:lnSpc>
              <a:spcBef>
                <a:spcPts val="320"/>
              </a:spcBef>
            </a:pPr>
            <a:r>
              <a:rPr sz="1800" spc="-5" dirty="0">
                <a:latin typeface="Arial"/>
                <a:cs typeface="Arial"/>
              </a:rPr>
              <a:t>EMPLEADOS</a:t>
            </a:r>
            <a:endParaRPr sz="1800">
              <a:latin typeface="Arial"/>
              <a:cs typeface="Arial"/>
            </a:endParaRPr>
          </a:p>
        </p:txBody>
      </p:sp>
      <p:sp>
        <p:nvSpPr>
          <p:cNvPr id="17" name="object 17"/>
          <p:cNvSpPr/>
          <p:nvPr/>
        </p:nvSpPr>
        <p:spPr>
          <a:xfrm>
            <a:off x="4761301" y="5240146"/>
            <a:ext cx="177165" cy="422909"/>
          </a:xfrm>
          <a:custGeom>
            <a:avLst/>
            <a:gdLst/>
            <a:ahLst/>
            <a:cxnLst/>
            <a:rect l="l" t="t" r="r" b="b"/>
            <a:pathLst>
              <a:path w="177164" h="422910">
                <a:moveTo>
                  <a:pt x="21407" y="255039"/>
                </a:moveTo>
                <a:lnTo>
                  <a:pt x="14406" y="257809"/>
                </a:lnTo>
                <a:lnTo>
                  <a:pt x="8979" y="263151"/>
                </a:lnTo>
                <a:lnTo>
                  <a:pt x="6135" y="269874"/>
                </a:lnTo>
                <a:lnTo>
                  <a:pt x="6030" y="277169"/>
                </a:lnTo>
                <a:lnTo>
                  <a:pt x="8818" y="284225"/>
                </a:lnTo>
                <a:lnTo>
                  <a:pt x="98861" y="422490"/>
                </a:lnTo>
                <a:lnTo>
                  <a:pt x="118000" y="385660"/>
                </a:lnTo>
                <a:lnTo>
                  <a:pt x="77906" y="385660"/>
                </a:lnTo>
                <a:lnTo>
                  <a:pt x="74478" y="315260"/>
                </a:lnTo>
                <a:lnTo>
                  <a:pt x="40695" y="263397"/>
                </a:lnTo>
                <a:lnTo>
                  <a:pt x="35409" y="258024"/>
                </a:lnTo>
                <a:lnTo>
                  <a:pt x="28694" y="255174"/>
                </a:lnTo>
                <a:lnTo>
                  <a:pt x="21407" y="255039"/>
                </a:lnTo>
                <a:close/>
              </a:path>
              <a:path w="177164" h="422910">
                <a:moveTo>
                  <a:pt x="74478" y="315260"/>
                </a:moveTo>
                <a:lnTo>
                  <a:pt x="77906" y="385660"/>
                </a:lnTo>
                <a:lnTo>
                  <a:pt x="116006" y="383793"/>
                </a:lnTo>
                <a:lnTo>
                  <a:pt x="115621" y="375945"/>
                </a:lnTo>
                <a:lnTo>
                  <a:pt x="80065" y="375945"/>
                </a:lnTo>
                <a:lnTo>
                  <a:pt x="95123" y="346952"/>
                </a:lnTo>
                <a:lnTo>
                  <a:pt x="74478" y="315260"/>
                </a:lnTo>
                <a:close/>
              </a:path>
              <a:path w="177164" h="422910">
                <a:moveTo>
                  <a:pt x="159510" y="248302"/>
                </a:moveTo>
                <a:lnTo>
                  <a:pt x="152249" y="249126"/>
                </a:lnTo>
                <a:lnTo>
                  <a:pt x="145821" y="252640"/>
                </a:lnTo>
                <a:lnTo>
                  <a:pt x="141025" y="258571"/>
                </a:lnTo>
                <a:lnTo>
                  <a:pt x="112553" y="313392"/>
                </a:lnTo>
                <a:lnTo>
                  <a:pt x="116006" y="383793"/>
                </a:lnTo>
                <a:lnTo>
                  <a:pt x="77906" y="385660"/>
                </a:lnTo>
                <a:lnTo>
                  <a:pt x="118000" y="385660"/>
                </a:lnTo>
                <a:lnTo>
                  <a:pt x="174934" y="276097"/>
                </a:lnTo>
                <a:lnTo>
                  <a:pt x="177004" y="268803"/>
                </a:lnTo>
                <a:lnTo>
                  <a:pt x="176156" y="261556"/>
                </a:lnTo>
                <a:lnTo>
                  <a:pt x="172666" y="255166"/>
                </a:lnTo>
                <a:lnTo>
                  <a:pt x="166806" y="250443"/>
                </a:lnTo>
                <a:lnTo>
                  <a:pt x="159510" y="248302"/>
                </a:lnTo>
                <a:close/>
              </a:path>
              <a:path w="177164" h="422910">
                <a:moveTo>
                  <a:pt x="95123" y="346952"/>
                </a:moveTo>
                <a:lnTo>
                  <a:pt x="80065" y="375945"/>
                </a:lnTo>
                <a:lnTo>
                  <a:pt x="112958" y="374332"/>
                </a:lnTo>
                <a:lnTo>
                  <a:pt x="95123" y="346952"/>
                </a:lnTo>
                <a:close/>
              </a:path>
              <a:path w="177164" h="422910">
                <a:moveTo>
                  <a:pt x="112553" y="313392"/>
                </a:moveTo>
                <a:lnTo>
                  <a:pt x="95123" y="346952"/>
                </a:lnTo>
                <a:lnTo>
                  <a:pt x="112958" y="374332"/>
                </a:lnTo>
                <a:lnTo>
                  <a:pt x="80065" y="375945"/>
                </a:lnTo>
                <a:lnTo>
                  <a:pt x="115621" y="375945"/>
                </a:lnTo>
                <a:lnTo>
                  <a:pt x="112553" y="313392"/>
                </a:lnTo>
                <a:close/>
              </a:path>
              <a:path w="177164" h="422910">
                <a:moveTo>
                  <a:pt x="81886" y="75558"/>
                </a:moveTo>
                <a:lnTo>
                  <a:pt x="64440" y="109072"/>
                </a:lnTo>
                <a:lnTo>
                  <a:pt x="74478" y="315260"/>
                </a:lnTo>
                <a:lnTo>
                  <a:pt x="95123" y="346952"/>
                </a:lnTo>
                <a:lnTo>
                  <a:pt x="112553" y="313392"/>
                </a:lnTo>
                <a:lnTo>
                  <a:pt x="102439" y="107182"/>
                </a:lnTo>
                <a:lnTo>
                  <a:pt x="81886" y="75558"/>
                </a:lnTo>
                <a:close/>
              </a:path>
              <a:path w="177164" h="422910">
                <a:moveTo>
                  <a:pt x="78160" y="0"/>
                </a:moveTo>
                <a:lnTo>
                  <a:pt x="2087" y="146430"/>
                </a:lnTo>
                <a:lnTo>
                  <a:pt x="0" y="153725"/>
                </a:lnTo>
                <a:lnTo>
                  <a:pt x="817" y="160972"/>
                </a:lnTo>
                <a:lnTo>
                  <a:pt x="4302" y="167362"/>
                </a:lnTo>
                <a:lnTo>
                  <a:pt x="10215" y="172084"/>
                </a:lnTo>
                <a:lnTo>
                  <a:pt x="17456" y="174172"/>
                </a:lnTo>
                <a:lnTo>
                  <a:pt x="24709" y="173354"/>
                </a:lnTo>
                <a:lnTo>
                  <a:pt x="31128" y="169870"/>
                </a:lnTo>
                <a:lnTo>
                  <a:pt x="35869" y="163956"/>
                </a:lnTo>
                <a:lnTo>
                  <a:pt x="64440" y="109072"/>
                </a:lnTo>
                <a:lnTo>
                  <a:pt x="61015" y="38734"/>
                </a:lnTo>
                <a:lnTo>
                  <a:pt x="98988" y="36829"/>
                </a:lnTo>
                <a:lnTo>
                  <a:pt x="102138" y="36829"/>
                </a:lnTo>
                <a:lnTo>
                  <a:pt x="78160" y="0"/>
                </a:lnTo>
                <a:close/>
              </a:path>
              <a:path w="177164" h="422910">
                <a:moveTo>
                  <a:pt x="102138" y="36829"/>
                </a:moveTo>
                <a:lnTo>
                  <a:pt x="98988" y="36829"/>
                </a:lnTo>
                <a:lnTo>
                  <a:pt x="102439" y="107182"/>
                </a:lnTo>
                <a:lnTo>
                  <a:pt x="136199" y="159130"/>
                </a:lnTo>
                <a:lnTo>
                  <a:pt x="141487" y="164504"/>
                </a:lnTo>
                <a:lnTo>
                  <a:pt x="148216" y="167354"/>
                </a:lnTo>
                <a:lnTo>
                  <a:pt x="155541" y="167489"/>
                </a:lnTo>
                <a:lnTo>
                  <a:pt x="162615" y="164718"/>
                </a:lnTo>
                <a:lnTo>
                  <a:pt x="167989" y="159377"/>
                </a:lnTo>
                <a:lnTo>
                  <a:pt x="170838" y="152653"/>
                </a:lnTo>
                <a:lnTo>
                  <a:pt x="170973" y="145359"/>
                </a:lnTo>
                <a:lnTo>
                  <a:pt x="168203" y="138302"/>
                </a:lnTo>
                <a:lnTo>
                  <a:pt x="102138" y="36829"/>
                </a:lnTo>
                <a:close/>
              </a:path>
              <a:path w="177164" h="422910">
                <a:moveTo>
                  <a:pt x="98988" y="36829"/>
                </a:moveTo>
                <a:lnTo>
                  <a:pt x="61015" y="38734"/>
                </a:lnTo>
                <a:lnTo>
                  <a:pt x="64440" y="109072"/>
                </a:lnTo>
                <a:lnTo>
                  <a:pt x="81886" y="75558"/>
                </a:lnTo>
                <a:lnTo>
                  <a:pt x="64063" y="48132"/>
                </a:lnTo>
                <a:lnTo>
                  <a:pt x="96956" y="46608"/>
                </a:lnTo>
                <a:lnTo>
                  <a:pt x="99468" y="46608"/>
                </a:lnTo>
                <a:lnTo>
                  <a:pt x="98988" y="36829"/>
                </a:lnTo>
                <a:close/>
              </a:path>
              <a:path w="177164" h="422910">
                <a:moveTo>
                  <a:pt x="99468" y="46608"/>
                </a:moveTo>
                <a:lnTo>
                  <a:pt x="96956" y="46608"/>
                </a:lnTo>
                <a:lnTo>
                  <a:pt x="81886" y="75558"/>
                </a:lnTo>
                <a:lnTo>
                  <a:pt x="102439" y="107182"/>
                </a:lnTo>
                <a:lnTo>
                  <a:pt x="99468" y="46608"/>
                </a:lnTo>
                <a:close/>
              </a:path>
              <a:path w="177164" h="422910">
                <a:moveTo>
                  <a:pt x="96956" y="46608"/>
                </a:moveTo>
                <a:lnTo>
                  <a:pt x="64063" y="48132"/>
                </a:lnTo>
                <a:lnTo>
                  <a:pt x="81886" y="75558"/>
                </a:lnTo>
                <a:lnTo>
                  <a:pt x="96956" y="46608"/>
                </a:lnTo>
                <a:close/>
              </a:path>
            </a:pathLst>
          </a:custGeom>
          <a:solidFill>
            <a:srgbClr val="000000"/>
          </a:solidFill>
        </p:spPr>
        <p:txBody>
          <a:bodyPr wrap="square" lIns="0" tIns="0" rIns="0" bIns="0" rtlCol="0"/>
          <a:lstStyle/>
          <a:p>
            <a:endParaRPr/>
          </a:p>
        </p:txBody>
      </p:sp>
      <p:sp>
        <p:nvSpPr>
          <p:cNvPr id="20" name="object 20"/>
          <p:cNvSpPr txBox="1"/>
          <p:nvPr/>
        </p:nvSpPr>
        <p:spPr>
          <a:xfrm>
            <a:off x="250240" y="6475501"/>
            <a:ext cx="217170" cy="152400"/>
          </a:xfrm>
          <a:prstGeom prst="rect">
            <a:avLst/>
          </a:prstGeom>
        </p:spPr>
        <p:txBody>
          <a:bodyPr vert="horz" wrap="square" lIns="0" tIns="0" rIns="0" bIns="0" rtlCol="0">
            <a:spAutoFit/>
          </a:bodyPr>
          <a:lstStyle/>
          <a:p>
            <a:pPr marL="38100">
              <a:lnSpc>
                <a:spcPts val="1045"/>
              </a:lnSpc>
            </a:pPr>
            <a:fld id="{81D60167-4931-47E6-BA6A-407CBD079E47}" type="slidenum">
              <a:rPr sz="1000" spc="-5" dirty="0">
                <a:latin typeface="Calibri"/>
                <a:cs typeface="Calibri"/>
              </a:rPr>
              <a:t>12</a:t>
            </a:fld>
            <a:endParaRPr sz="1000">
              <a:latin typeface="Calibri"/>
              <a:cs typeface="Calibri"/>
            </a:endParaRPr>
          </a:p>
        </p:txBody>
      </p:sp>
      <p:sp>
        <p:nvSpPr>
          <p:cNvPr id="18" name="Rectángulo 17">
            <a:extLst>
              <a:ext uri="{FF2B5EF4-FFF2-40B4-BE49-F238E27FC236}">
                <a16:creationId xmlns:a16="http://schemas.microsoft.com/office/drawing/2014/main" id="{365A8A1D-E0D6-B581-0C82-19E5FB600B30}"/>
              </a:ext>
            </a:extLst>
          </p:cNvPr>
          <p:cNvSpPr/>
          <p:nvPr/>
        </p:nvSpPr>
        <p:spPr>
          <a:xfrm>
            <a:off x="3198685" y="1268760"/>
            <a:ext cx="4894873" cy="11919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sz="2000" dirty="0"/>
              <a:t>Trabajan en una/varias tareas y carecen de responsabilidad respecto a terceras personas, tienen tareas de gestión.</a:t>
            </a:r>
          </a:p>
        </p:txBody>
      </p:sp>
      <p:sp>
        <p:nvSpPr>
          <p:cNvPr id="19" name="Rectángulo 18">
            <a:extLst>
              <a:ext uri="{FF2B5EF4-FFF2-40B4-BE49-F238E27FC236}">
                <a16:creationId xmlns:a16="http://schemas.microsoft.com/office/drawing/2014/main" id="{8D9579F6-C534-D40F-C748-E6237EF0D83A}"/>
              </a:ext>
            </a:extLst>
          </p:cNvPr>
          <p:cNvSpPr/>
          <p:nvPr/>
        </p:nvSpPr>
        <p:spPr>
          <a:xfrm>
            <a:off x="3246977" y="2811547"/>
            <a:ext cx="4894873" cy="11919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sz="2000" dirty="0"/>
              <a:t>Dirigen actividades de otras personas y llevan a cabo tareas de administración.</a:t>
            </a:r>
          </a:p>
        </p:txBody>
      </p:sp>
      <p:sp>
        <p:nvSpPr>
          <p:cNvPr id="9" name="Marcador de número de diapositiva 8">
            <a:extLst>
              <a:ext uri="{FF2B5EF4-FFF2-40B4-BE49-F238E27FC236}">
                <a16:creationId xmlns:a16="http://schemas.microsoft.com/office/drawing/2014/main" id="{26FBB348-D939-42B9-18A8-08C252EE2A5D}"/>
              </a:ext>
            </a:extLst>
          </p:cNvPr>
          <p:cNvSpPr>
            <a:spLocks noGrp="1"/>
          </p:cNvSpPr>
          <p:nvPr>
            <p:ph type="sldNum" sz="quarter" idx="7"/>
          </p:nvPr>
        </p:nvSpPr>
        <p:spPr/>
        <p:txBody>
          <a:bodyPr/>
          <a:lstStyle/>
          <a:p>
            <a:pPr marL="191770">
              <a:lnSpc>
                <a:spcPts val="1140"/>
              </a:lnSpc>
            </a:pPr>
            <a:fld id="{81D60167-4931-47E6-BA6A-407CBD079E47}" type="slidenum">
              <a:rPr lang="es-ES" sz="1100" smtClean="0">
                <a:solidFill>
                  <a:srgbClr val="40B9D2"/>
                </a:solidFill>
                <a:latin typeface="Corbel"/>
                <a:cs typeface="Corbel"/>
              </a:rPr>
              <a:t>12</a:t>
            </a:fld>
            <a:endParaRPr lang="es-ES" sz="1100">
              <a:latin typeface="Corbel"/>
              <a:cs typeface="Corbe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21 Grupo"/>
          <p:cNvGrpSpPr/>
          <p:nvPr/>
        </p:nvGrpSpPr>
        <p:grpSpPr>
          <a:xfrm>
            <a:off x="-108520" y="765442"/>
            <a:ext cx="6040607" cy="5270647"/>
            <a:chOff x="-296864" y="846138"/>
            <a:chExt cx="6186488" cy="5402262"/>
          </a:xfrm>
        </p:grpSpPr>
        <p:grpSp>
          <p:nvGrpSpPr>
            <p:cNvPr id="20" name="Group 26"/>
            <p:cNvGrpSpPr>
              <a:grpSpLocks/>
            </p:cNvGrpSpPr>
            <p:nvPr/>
          </p:nvGrpSpPr>
          <p:grpSpPr bwMode="auto">
            <a:xfrm>
              <a:off x="-296864" y="846138"/>
              <a:ext cx="6186488" cy="2085975"/>
              <a:chOff x="-187" y="533"/>
              <a:chExt cx="3897" cy="1314"/>
            </a:xfrm>
          </p:grpSpPr>
          <p:sp>
            <p:nvSpPr>
              <p:cNvPr id="27" name="AutoShape 8"/>
              <p:cNvSpPr>
                <a:spLocks/>
              </p:cNvSpPr>
              <p:nvPr/>
            </p:nvSpPr>
            <p:spPr bwMode="auto">
              <a:xfrm>
                <a:off x="1160" y="718"/>
                <a:ext cx="384" cy="912"/>
              </a:xfrm>
              <a:prstGeom prst="leftBracket">
                <a:avLst>
                  <a:gd name="adj" fmla="val 25355"/>
                </a:avLst>
              </a:prstGeom>
              <a:noFill/>
              <a:ln w="28575">
                <a:solidFill>
                  <a:srgbClr val="0000CC"/>
                </a:solidFill>
                <a:round/>
                <a:headEnd/>
                <a:tailEnd/>
              </a:ln>
            </p:spPr>
            <p:txBody>
              <a:bodyPr wrap="none" anchor="ctr"/>
              <a:lstStyle/>
              <a:p>
                <a:pPr>
                  <a:defRPr/>
                </a:pPr>
                <a:endParaRPr lang="es-ES">
                  <a:solidFill>
                    <a:schemeClr val="tx1"/>
                  </a:solidFill>
                  <a:latin typeface="+mn-lt"/>
                </a:endParaRPr>
              </a:p>
            </p:txBody>
          </p:sp>
          <p:grpSp>
            <p:nvGrpSpPr>
              <p:cNvPr id="28" name="Group 25"/>
              <p:cNvGrpSpPr>
                <a:grpSpLocks/>
              </p:cNvGrpSpPr>
              <p:nvPr/>
            </p:nvGrpSpPr>
            <p:grpSpPr bwMode="auto">
              <a:xfrm>
                <a:off x="-187" y="533"/>
                <a:ext cx="3897" cy="1314"/>
                <a:chOff x="-187" y="533"/>
                <a:chExt cx="3897" cy="1314"/>
              </a:xfrm>
            </p:grpSpPr>
            <p:sp>
              <p:nvSpPr>
                <p:cNvPr id="29" name="Rectangle 11"/>
                <p:cNvSpPr>
                  <a:spLocks noChangeArrowheads="1"/>
                </p:cNvSpPr>
                <p:nvPr/>
              </p:nvSpPr>
              <p:spPr bwMode="auto">
                <a:xfrm>
                  <a:off x="1254" y="533"/>
                  <a:ext cx="2456" cy="1314"/>
                </a:xfrm>
                <a:prstGeom prst="rect">
                  <a:avLst/>
                </a:prstGeom>
                <a:noFill/>
                <a:ln w="9525">
                  <a:noFill/>
                  <a:miter lim="800000"/>
                  <a:headEnd/>
                  <a:tailEnd/>
                </a:ln>
              </p:spPr>
              <p:txBody>
                <a:bodyPr anchor="ctr"/>
                <a:lstStyle/>
                <a:p>
                  <a:pPr algn="ctr">
                    <a:spcBef>
                      <a:spcPct val="0"/>
                    </a:spcBef>
                    <a:defRPr/>
                  </a:pPr>
                  <a:r>
                    <a:rPr lang="es-ES" dirty="0">
                      <a:solidFill>
                        <a:schemeClr val="tx1"/>
                      </a:solidFill>
                      <a:latin typeface="+mn-lt"/>
                    </a:rPr>
                    <a:t>Objetivos </a:t>
                  </a:r>
                </a:p>
                <a:p>
                  <a:pPr algn="ctr">
                    <a:spcBef>
                      <a:spcPct val="0"/>
                    </a:spcBef>
                    <a:defRPr/>
                  </a:pPr>
                  <a:r>
                    <a:rPr lang="es-ES" dirty="0">
                      <a:solidFill>
                        <a:schemeClr val="tx1"/>
                      </a:solidFill>
                      <a:latin typeface="+mn-lt"/>
                    </a:rPr>
                    <a:t>Estrategias</a:t>
                  </a:r>
                </a:p>
                <a:p>
                  <a:pPr algn="ctr">
                    <a:spcBef>
                      <a:spcPct val="0"/>
                    </a:spcBef>
                    <a:defRPr/>
                  </a:pPr>
                  <a:r>
                    <a:rPr lang="es-ES" dirty="0">
                      <a:solidFill>
                        <a:schemeClr val="tx1"/>
                      </a:solidFill>
                      <a:latin typeface="+mn-lt"/>
                    </a:rPr>
                    <a:t>Orientación comportamiento</a:t>
                  </a:r>
                </a:p>
                <a:p>
                  <a:pPr algn="ctr">
                    <a:spcBef>
                      <a:spcPct val="0"/>
                    </a:spcBef>
                    <a:defRPr/>
                  </a:pPr>
                  <a:r>
                    <a:rPr lang="es-ES" dirty="0">
                      <a:solidFill>
                        <a:schemeClr val="tx1"/>
                      </a:solidFill>
                      <a:latin typeface="+mn-lt"/>
                    </a:rPr>
                    <a:t>Control</a:t>
                  </a:r>
                </a:p>
              </p:txBody>
            </p:sp>
            <p:sp>
              <p:nvSpPr>
                <p:cNvPr id="30" name="Rectangle 17"/>
                <p:cNvSpPr>
                  <a:spLocks noChangeArrowheads="1"/>
                </p:cNvSpPr>
                <p:nvPr/>
              </p:nvSpPr>
              <p:spPr bwMode="auto">
                <a:xfrm>
                  <a:off x="-187" y="816"/>
                  <a:ext cx="1488" cy="960"/>
                </a:xfrm>
                <a:prstGeom prst="rect">
                  <a:avLst/>
                </a:prstGeom>
                <a:noFill/>
                <a:ln w="9525">
                  <a:noFill/>
                  <a:miter lim="800000"/>
                  <a:headEnd/>
                  <a:tailEnd/>
                </a:ln>
              </p:spPr>
              <p:txBody>
                <a:bodyPr anchor="ctr"/>
                <a:lstStyle/>
                <a:p>
                  <a:pPr algn="ctr">
                    <a:spcBef>
                      <a:spcPct val="0"/>
                    </a:spcBef>
                    <a:defRPr/>
                  </a:pPr>
                  <a:r>
                    <a:rPr lang="es-ES" sz="2000" dirty="0">
                      <a:solidFill>
                        <a:srgbClr val="990000"/>
                      </a:solidFill>
                      <a:latin typeface="+mj-lt"/>
                      <a:sym typeface="Wingdings 3" pitchFamily="18" charset="2"/>
                    </a:rPr>
                    <a:t>Primer nivel </a:t>
                  </a:r>
                  <a:r>
                    <a:rPr lang="es-ES" sz="2000" dirty="0">
                      <a:solidFill>
                        <a:srgbClr val="990000"/>
                      </a:solidFill>
                      <a:latin typeface="+mj-lt"/>
                    </a:rPr>
                    <a:t>de actuación = </a:t>
                  </a:r>
                  <a:r>
                    <a:rPr lang="es-ES" sz="2000" b="1" dirty="0">
                      <a:solidFill>
                        <a:srgbClr val="990000"/>
                      </a:solidFill>
                      <a:latin typeface="+mj-lt"/>
                    </a:rPr>
                    <a:t>DIRECCIÓN</a:t>
                  </a:r>
                  <a:endParaRPr lang="es-ES" sz="2000" dirty="0">
                    <a:solidFill>
                      <a:srgbClr val="990000"/>
                    </a:solidFill>
                    <a:latin typeface="+mj-lt"/>
                  </a:endParaRPr>
                </a:p>
              </p:txBody>
            </p:sp>
          </p:grpSp>
        </p:grpSp>
        <p:grpSp>
          <p:nvGrpSpPr>
            <p:cNvPr id="21" name="Group 27"/>
            <p:cNvGrpSpPr>
              <a:grpSpLocks/>
            </p:cNvGrpSpPr>
            <p:nvPr/>
          </p:nvGrpSpPr>
          <p:grpSpPr bwMode="auto">
            <a:xfrm>
              <a:off x="-141287" y="2743200"/>
              <a:ext cx="5180013" cy="3505200"/>
              <a:chOff x="-89" y="1728"/>
              <a:chExt cx="3263" cy="2208"/>
            </a:xfrm>
          </p:grpSpPr>
          <p:sp>
            <p:nvSpPr>
              <p:cNvPr id="22" name="AutoShape 10"/>
              <p:cNvSpPr>
                <a:spLocks/>
              </p:cNvSpPr>
              <p:nvPr/>
            </p:nvSpPr>
            <p:spPr bwMode="auto">
              <a:xfrm>
                <a:off x="1208" y="1728"/>
                <a:ext cx="336" cy="2208"/>
              </a:xfrm>
              <a:prstGeom prst="leftBracket">
                <a:avLst>
                  <a:gd name="adj" fmla="val 54762"/>
                </a:avLst>
              </a:prstGeom>
              <a:noFill/>
              <a:ln w="28575">
                <a:solidFill>
                  <a:srgbClr val="0000CC"/>
                </a:solidFill>
                <a:round/>
                <a:headEnd/>
                <a:tailEnd/>
              </a:ln>
            </p:spPr>
            <p:txBody>
              <a:bodyPr wrap="none" anchor="ctr"/>
              <a:lstStyle/>
              <a:p>
                <a:pPr>
                  <a:defRPr/>
                </a:pPr>
                <a:endParaRPr lang="es-ES">
                  <a:solidFill>
                    <a:schemeClr val="tx1"/>
                  </a:solidFill>
                  <a:latin typeface="+mn-lt"/>
                </a:endParaRPr>
              </a:p>
            </p:txBody>
          </p:sp>
          <p:grpSp>
            <p:nvGrpSpPr>
              <p:cNvPr id="23" name="Group 16"/>
              <p:cNvGrpSpPr>
                <a:grpSpLocks/>
              </p:cNvGrpSpPr>
              <p:nvPr/>
            </p:nvGrpSpPr>
            <p:grpSpPr bwMode="auto">
              <a:xfrm>
                <a:off x="1160" y="1918"/>
                <a:ext cx="2014" cy="1729"/>
                <a:chOff x="2790" y="1918"/>
                <a:chExt cx="2014" cy="1729"/>
              </a:xfrm>
            </p:grpSpPr>
            <p:sp>
              <p:nvSpPr>
                <p:cNvPr id="25" name="Rectangle 13"/>
                <p:cNvSpPr>
                  <a:spLocks noChangeArrowheads="1"/>
                </p:cNvSpPr>
                <p:nvPr/>
              </p:nvSpPr>
              <p:spPr bwMode="auto">
                <a:xfrm>
                  <a:off x="2790" y="1918"/>
                  <a:ext cx="2014" cy="1729"/>
                </a:xfrm>
                <a:prstGeom prst="rect">
                  <a:avLst/>
                </a:prstGeom>
                <a:noFill/>
                <a:ln w="9525">
                  <a:noFill/>
                  <a:miter lim="800000"/>
                  <a:headEnd/>
                  <a:tailEnd/>
                </a:ln>
              </p:spPr>
              <p:txBody>
                <a:bodyPr anchor="ctr">
                  <a:spAutoFit/>
                </a:bodyPr>
                <a:lstStyle/>
                <a:p>
                  <a:pPr algn="ctr">
                    <a:spcBef>
                      <a:spcPct val="0"/>
                    </a:spcBef>
                    <a:defRPr/>
                  </a:pPr>
                  <a:r>
                    <a:rPr lang="es-ES" dirty="0">
                      <a:solidFill>
                        <a:schemeClr val="tx1"/>
                      </a:solidFill>
                      <a:latin typeface="+mn-lt"/>
                    </a:rPr>
                    <a:t>Funciones tácticas en el </a:t>
                  </a:r>
                </a:p>
                <a:p>
                  <a:pPr algn="ctr">
                    <a:spcBef>
                      <a:spcPct val="0"/>
                    </a:spcBef>
                    <a:defRPr/>
                  </a:pPr>
                  <a:r>
                    <a:rPr lang="es-ES" dirty="0">
                      <a:latin typeface="+mn-lt"/>
                    </a:rPr>
                    <a:t>p</a:t>
                  </a:r>
                  <a:r>
                    <a:rPr lang="es-ES" dirty="0">
                      <a:solidFill>
                        <a:schemeClr val="tx1"/>
                      </a:solidFill>
                      <a:latin typeface="+mn-lt"/>
                    </a:rPr>
                    <a:t>roceso ejecutivo </a:t>
                  </a:r>
                </a:p>
                <a:p>
                  <a:pPr algn="ctr">
                    <a:spcBef>
                      <a:spcPct val="0"/>
                    </a:spcBef>
                    <a:defRPr/>
                  </a:pPr>
                  <a:r>
                    <a:rPr lang="es-ES" dirty="0">
                      <a:solidFill>
                        <a:schemeClr val="tx1"/>
                      </a:solidFill>
                      <a:latin typeface="+mn-lt"/>
                    </a:rPr>
                    <a:t>Control </a:t>
                  </a:r>
                </a:p>
                <a:p>
                  <a:pPr>
                    <a:spcBef>
                      <a:spcPct val="0"/>
                    </a:spcBef>
                    <a:defRPr/>
                  </a:pPr>
                  <a:endParaRPr lang="es-ES" sz="2000" dirty="0">
                    <a:solidFill>
                      <a:schemeClr val="tx1"/>
                    </a:solidFill>
                    <a:latin typeface="+mn-lt"/>
                  </a:endParaRPr>
                </a:p>
                <a:p>
                  <a:pPr>
                    <a:spcBef>
                      <a:spcPct val="0"/>
                    </a:spcBef>
                    <a:defRPr/>
                  </a:pPr>
                  <a:endParaRPr lang="es-ES" sz="2000" dirty="0">
                    <a:solidFill>
                      <a:schemeClr val="tx1"/>
                    </a:solidFill>
                    <a:latin typeface="+mn-lt"/>
                  </a:endParaRPr>
                </a:p>
                <a:p>
                  <a:pPr>
                    <a:spcBef>
                      <a:spcPct val="0"/>
                    </a:spcBef>
                    <a:defRPr/>
                  </a:pPr>
                  <a:endParaRPr lang="es-ES" sz="2000" dirty="0">
                    <a:solidFill>
                      <a:schemeClr val="tx1"/>
                    </a:solidFill>
                    <a:latin typeface="+mn-lt"/>
                  </a:endParaRPr>
                </a:p>
                <a:p>
                  <a:pPr algn="ctr">
                    <a:spcBef>
                      <a:spcPct val="0"/>
                    </a:spcBef>
                    <a:defRPr/>
                  </a:pPr>
                  <a:r>
                    <a:rPr lang="es-ES" dirty="0">
                      <a:solidFill>
                        <a:schemeClr val="tx1"/>
                      </a:solidFill>
                      <a:latin typeface="+mn-lt"/>
                    </a:rPr>
                    <a:t>Actividades para alcanzar los</a:t>
                  </a:r>
                </a:p>
                <a:p>
                  <a:pPr algn="ctr">
                    <a:spcBef>
                      <a:spcPct val="0"/>
                    </a:spcBef>
                    <a:defRPr/>
                  </a:pPr>
                  <a:r>
                    <a:rPr lang="es-ES" dirty="0">
                      <a:solidFill>
                        <a:schemeClr val="tx1"/>
                      </a:solidFill>
                      <a:latin typeface="+mn-lt"/>
                    </a:rPr>
                    <a:t> objetivos</a:t>
                  </a:r>
                </a:p>
              </p:txBody>
            </p:sp>
            <p:sp>
              <p:nvSpPr>
                <p:cNvPr id="26" name="Line 14"/>
                <p:cNvSpPr>
                  <a:spLocks noChangeShapeType="1"/>
                </p:cNvSpPr>
                <p:nvPr/>
              </p:nvSpPr>
              <p:spPr bwMode="auto">
                <a:xfrm>
                  <a:off x="3798" y="2736"/>
                  <a:ext cx="0" cy="336"/>
                </a:xfrm>
                <a:prstGeom prst="line">
                  <a:avLst/>
                </a:prstGeom>
                <a:noFill/>
                <a:ln w="57150">
                  <a:solidFill>
                    <a:srgbClr val="0000CC"/>
                  </a:solidFill>
                  <a:round/>
                  <a:headEnd/>
                  <a:tailEnd type="triangle" w="med" len="med"/>
                </a:ln>
              </p:spPr>
              <p:txBody>
                <a:bodyPr/>
                <a:lstStyle/>
                <a:p>
                  <a:pPr>
                    <a:defRPr/>
                  </a:pPr>
                  <a:endParaRPr lang="es-ES">
                    <a:solidFill>
                      <a:schemeClr val="tx1"/>
                    </a:solidFill>
                    <a:latin typeface="+mn-lt"/>
                  </a:endParaRPr>
                </a:p>
              </p:txBody>
            </p:sp>
          </p:grpSp>
          <p:sp>
            <p:nvSpPr>
              <p:cNvPr id="24" name="Rectangle 18"/>
              <p:cNvSpPr>
                <a:spLocks noChangeArrowheads="1"/>
              </p:cNvSpPr>
              <p:nvPr/>
            </p:nvSpPr>
            <p:spPr bwMode="auto">
              <a:xfrm>
                <a:off x="-89" y="2400"/>
                <a:ext cx="1296" cy="960"/>
              </a:xfrm>
              <a:prstGeom prst="rect">
                <a:avLst/>
              </a:prstGeom>
              <a:noFill/>
              <a:ln w="9525">
                <a:noFill/>
                <a:miter lim="800000"/>
                <a:headEnd/>
                <a:tailEnd/>
              </a:ln>
            </p:spPr>
            <p:txBody>
              <a:bodyPr anchor="ctr"/>
              <a:lstStyle/>
              <a:p>
                <a:pPr algn="ctr">
                  <a:defRPr/>
                </a:pPr>
                <a:r>
                  <a:rPr lang="es-ES" sz="2000" dirty="0">
                    <a:solidFill>
                      <a:srgbClr val="990000"/>
                    </a:solidFill>
                    <a:latin typeface="+mn-lt"/>
                    <a:sym typeface="Wingdings 3" pitchFamily="18" charset="2"/>
                  </a:rPr>
                  <a:t>Segundo nivel de actuación = </a:t>
                </a:r>
                <a:r>
                  <a:rPr lang="es-ES" sz="2000" b="1" dirty="0">
                    <a:solidFill>
                      <a:srgbClr val="990000"/>
                    </a:solidFill>
                    <a:latin typeface="+mn-lt"/>
                    <a:sym typeface="Wingdings 3" pitchFamily="18" charset="2"/>
                  </a:rPr>
                  <a:t>GESTIÓN</a:t>
                </a:r>
              </a:p>
            </p:txBody>
          </p:sp>
        </p:grpSp>
      </p:grpSp>
      <p:grpSp>
        <p:nvGrpSpPr>
          <p:cNvPr id="12" name="Group 24"/>
          <p:cNvGrpSpPr>
            <a:grpSpLocks/>
          </p:cNvGrpSpPr>
          <p:nvPr/>
        </p:nvGrpSpPr>
        <p:grpSpPr bwMode="auto">
          <a:xfrm>
            <a:off x="4165013" y="1055072"/>
            <a:ext cx="4910608" cy="5129704"/>
            <a:chOff x="2496" y="720"/>
            <a:chExt cx="3168" cy="3312"/>
          </a:xfrm>
        </p:grpSpPr>
        <p:grpSp>
          <p:nvGrpSpPr>
            <p:cNvPr id="13" name="Group 12"/>
            <p:cNvGrpSpPr>
              <a:grpSpLocks/>
            </p:cNvGrpSpPr>
            <p:nvPr/>
          </p:nvGrpSpPr>
          <p:grpSpPr bwMode="auto">
            <a:xfrm>
              <a:off x="2496" y="720"/>
              <a:ext cx="3168" cy="3312"/>
              <a:chOff x="2304" y="1008"/>
              <a:chExt cx="3168" cy="2496"/>
            </a:xfrm>
          </p:grpSpPr>
          <p:sp>
            <p:nvSpPr>
              <p:cNvPr id="17" name="AutoShape 4"/>
              <p:cNvSpPr>
                <a:spLocks noChangeArrowheads="1"/>
              </p:cNvSpPr>
              <p:nvPr/>
            </p:nvSpPr>
            <p:spPr bwMode="auto">
              <a:xfrm>
                <a:off x="2304" y="1008"/>
                <a:ext cx="3168" cy="2496"/>
              </a:xfrm>
              <a:prstGeom prst="triangle">
                <a:avLst>
                  <a:gd name="adj" fmla="val 50000"/>
                </a:avLst>
              </a:prstGeom>
              <a:noFill/>
              <a:ln w="28575">
                <a:solidFill>
                  <a:srgbClr val="0000CC"/>
                </a:solidFill>
                <a:miter lim="800000"/>
                <a:headEnd/>
                <a:tailEnd/>
              </a:ln>
            </p:spPr>
            <p:txBody>
              <a:bodyPr wrap="none" anchor="ctr"/>
              <a:lstStyle/>
              <a:p>
                <a:pPr>
                  <a:spcBef>
                    <a:spcPct val="0"/>
                  </a:spcBef>
                  <a:defRPr/>
                </a:pPr>
                <a:endParaRPr lang="es-ES" sz="2400">
                  <a:solidFill>
                    <a:schemeClr val="tx1"/>
                  </a:solidFill>
                  <a:latin typeface="+mn-lt"/>
                </a:endParaRPr>
              </a:p>
            </p:txBody>
          </p:sp>
          <p:sp>
            <p:nvSpPr>
              <p:cNvPr id="18" name="Line 5"/>
              <p:cNvSpPr>
                <a:spLocks noChangeShapeType="1"/>
              </p:cNvSpPr>
              <p:nvPr/>
            </p:nvSpPr>
            <p:spPr bwMode="auto">
              <a:xfrm>
                <a:off x="3408" y="1728"/>
                <a:ext cx="912" cy="0"/>
              </a:xfrm>
              <a:prstGeom prst="line">
                <a:avLst/>
              </a:prstGeom>
              <a:noFill/>
              <a:ln w="28575">
                <a:solidFill>
                  <a:srgbClr val="0000CC"/>
                </a:solidFill>
                <a:round/>
                <a:headEnd/>
                <a:tailEnd/>
              </a:ln>
            </p:spPr>
            <p:txBody>
              <a:bodyPr/>
              <a:lstStyle/>
              <a:p>
                <a:pPr>
                  <a:defRPr/>
                </a:pPr>
                <a:endParaRPr lang="es-ES">
                  <a:solidFill>
                    <a:schemeClr val="tx1"/>
                  </a:solidFill>
                  <a:latin typeface="+mn-lt"/>
                </a:endParaRPr>
              </a:p>
            </p:txBody>
          </p:sp>
          <p:sp>
            <p:nvSpPr>
              <p:cNvPr id="19" name="Line 7"/>
              <p:cNvSpPr>
                <a:spLocks noChangeShapeType="1"/>
              </p:cNvSpPr>
              <p:nvPr/>
            </p:nvSpPr>
            <p:spPr bwMode="auto">
              <a:xfrm>
                <a:off x="2832" y="2640"/>
                <a:ext cx="2112" cy="0"/>
              </a:xfrm>
              <a:prstGeom prst="line">
                <a:avLst/>
              </a:prstGeom>
              <a:noFill/>
              <a:ln w="28575">
                <a:solidFill>
                  <a:srgbClr val="0000CC"/>
                </a:solidFill>
                <a:round/>
                <a:headEnd/>
                <a:tailEnd/>
              </a:ln>
            </p:spPr>
            <p:txBody>
              <a:bodyPr/>
              <a:lstStyle/>
              <a:p>
                <a:pPr>
                  <a:defRPr/>
                </a:pPr>
                <a:endParaRPr lang="es-ES">
                  <a:solidFill>
                    <a:schemeClr val="tx1"/>
                  </a:solidFill>
                  <a:latin typeface="+mn-lt"/>
                </a:endParaRPr>
              </a:p>
            </p:txBody>
          </p:sp>
        </p:grpSp>
        <p:sp>
          <p:nvSpPr>
            <p:cNvPr id="14" name="Text Box 21"/>
            <p:cNvSpPr txBox="1">
              <a:spLocks noChangeArrowheads="1"/>
            </p:cNvSpPr>
            <p:nvPr/>
          </p:nvSpPr>
          <p:spPr bwMode="auto">
            <a:xfrm>
              <a:off x="3648" y="1200"/>
              <a:ext cx="912" cy="417"/>
            </a:xfrm>
            <a:prstGeom prst="rect">
              <a:avLst/>
            </a:prstGeom>
            <a:noFill/>
            <a:ln w="9525">
              <a:noFill/>
              <a:miter lim="800000"/>
              <a:headEnd/>
              <a:tailEnd/>
            </a:ln>
          </p:spPr>
          <p:txBody>
            <a:bodyPr>
              <a:spAutoFit/>
            </a:bodyPr>
            <a:lstStyle/>
            <a:p>
              <a:pPr algn="ctr">
                <a:defRPr/>
              </a:pPr>
              <a:r>
                <a:rPr lang="es-ES" b="1" dirty="0">
                  <a:solidFill>
                    <a:schemeClr val="tx1"/>
                  </a:solidFill>
                  <a:latin typeface="+mn-lt"/>
                </a:rPr>
                <a:t>Alta Dirección</a:t>
              </a:r>
            </a:p>
          </p:txBody>
        </p:sp>
        <p:sp>
          <p:nvSpPr>
            <p:cNvPr id="15" name="Text Box 22"/>
            <p:cNvSpPr txBox="1">
              <a:spLocks noChangeArrowheads="1"/>
            </p:cNvSpPr>
            <p:nvPr/>
          </p:nvSpPr>
          <p:spPr bwMode="auto">
            <a:xfrm>
              <a:off x="3312" y="2016"/>
              <a:ext cx="1536" cy="417"/>
            </a:xfrm>
            <a:prstGeom prst="rect">
              <a:avLst/>
            </a:prstGeom>
            <a:noFill/>
            <a:ln w="9525">
              <a:noFill/>
              <a:miter lim="800000"/>
              <a:headEnd/>
              <a:tailEnd/>
            </a:ln>
          </p:spPr>
          <p:txBody>
            <a:bodyPr>
              <a:spAutoFit/>
            </a:bodyPr>
            <a:lstStyle/>
            <a:p>
              <a:pPr algn="ctr">
                <a:defRPr/>
              </a:pPr>
              <a:r>
                <a:rPr lang="es-ES" b="1" dirty="0">
                  <a:solidFill>
                    <a:schemeClr val="tx1"/>
                  </a:solidFill>
                  <a:latin typeface="+mn-lt"/>
                </a:rPr>
                <a:t>Directivos de nivel medio</a:t>
              </a:r>
            </a:p>
          </p:txBody>
        </p:sp>
        <p:sp>
          <p:nvSpPr>
            <p:cNvPr id="16" name="Text Box 23"/>
            <p:cNvSpPr txBox="1">
              <a:spLocks noChangeArrowheads="1"/>
            </p:cNvSpPr>
            <p:nvPr/>
          </p:nvSpPr>
          <p:spPr bwMode="auto">
            <a:xfrm>
              <a:off x="3264" y="3072"/>
              <a:ext cx="1536" cy="417"/>
            </a:xfrm>
            <a:prstGeom prst="rect">
              <a:avLst/>
            </a:prstGeom>
            <a:noFill/>
            <a:ln w="9525">
              <a:noFill/>
              <a:miter lim="800000"/>
              <a:headEnd/>
              <a:tailEnd/>
            </a:ln>
          </p:spPr>
          <p:txBody>
            <a:bodyPr>
              <a:spAutoFit/>
            </a:bodyPr>
            <a:lstStyle/>
            <a:p>
              <a:pPr algn="ctr">
                <a:defRPr/>
              </a:pPr>
              <a:r>
                <a:rPr lang="es-ES" b="1" dirty="0">
                  <a:latin typeface="+mn-lt"/>
                </a:rPr>
                <a:t>Supervisores d</a:t>
              </a:r>
              <a:r>
                <a:rPr lang="es-ES" b="1" dirty="0">
                  <a:solidFill>
                    <a:schemeClr val="tx1"/>
                  </a:solidFill>
                  <a:latin typeface="+mn-lt"/>
                </a:rPr>
                <a:t>e primera línea</a:t>
              </a:r>
            </a:p>
          </p:txBody>
        </p:sp>
      </p:grpSp>
      <p:sp>
        <p:nvSpPr>
          <p:cNvPr id="34" name="33 Título"/>
          <p:cNvSpPr>
            <a:spLocks noGrp="1"/>
          </p:cNvSpPr>
          <p:nvPr>
            <p:ph type="title"/>
          </p:nvPr>
        </p:nvSpPr>
        <p:spPr/>
        <p:txBody>
          <a:bodyPr>
            <a:normAutofit/>
          </a:bodyPr>
          <a:lstStyle/>
          <a:p>
            <a:r>
              <a:rPr lang="es-ES_tradnl" sz="2400" dirty="0">
                <a:solidFill>
                  <a:schemeClr val="bg1"/>
                </a:solidFill>
              </a:rPr>
              <a:t>2.1.2. Administración: niveles de actuación</a:t>
            </a:r>
            <a:endParaRPr lang="es-ES" sz="2400" dirty="0">
              <a:solidFill>
                <a:schemeClr val="bg1"/>
              </a:solidFill>
            </a:endParaRPr>
          </a:p>
        </p:txBody>
      </p:sp>
      <p:sp>
        <p:nvSpPr>
          <p:cNvPr id="31" name="30 Marcador de número de diapositiva"/>
          <p:cNvSpPr>
            <a:spLocks noGrp="1"/>
          </p:cNvSpPr>
          <p:nvPr>
            <p:ph type="sldNum" sz="quarter" idx="12"/>
          </p:nvPr>
        </p:nvSpPr>
        <p:spPr>
          <a:xfrm>
            <a:off x="0" y="6232525"/>
            <a:ext cx="720725" cy="365125"/>
          </a:xfrm>
          <a:prstGeom prst="rect">
            <a:avLst/>
          </a:prstGeom>
        </p:spPr>
        <p:txBody>
          <a:bodyPr/>
          <a:lstStyle/>
          <a:p>
            <a:fld id="{3A50B82F-E44A-4FE6-8B99-53CD253DED7E}" type="slidenum">
              <a:rPr lang="es-ES" smtClean="0"/>
              <a:pPr/>
              <a:t>13</a:t>
            </a:fld>
            <a:endParaRPr lang="es-E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758951"/>
            <a:ext cx="2583180" cy="5331460"/>
          </a:xfrm>
          <a:custGeom>
            <a:avLst/>
            <a:gdLst/>
            <a:ahLst/>
            <a:cxnLst/>
            <a:rect l="l" t="t" r="r" b="b"/>
            <a:pathLst>
              <a:path w="2583180" h="5331460">
                <a:moveTo>
                  <a:pt x="2583180" y="0"/>
                </a:moveTo>
                <a:lnTo>
                  <a:pt x="0" y="0"/>
                </a:lnTo>
                <a:lnTo>
                  <a:pt x="0" y="5330952"/>
                </a:lnTo>
                <a:lnTo>
                  <a:pt x="2583180" y="5330952"/>
                </a:lnTo>
                <a:lnTo>
                  <a:pt x="2583180" y="0"/>
                </a:lnTo>
                <a:close/>
              </a:path>
            </a:pathLst>
          </a:custGeom>
          <a:solidFill>
            <a:srgbClr val="40B9D2"/>
          </a:solidFill>
        </p:spPr>
        <p:txBody>
          <a:bodyPr wrap="square" lIns="0" tIns="0" rIns="0" bIns="0" rtlCol="0"/>
          <a:lstStyle/>
          <a:p>
            <a:endParaRPr/>
          </a:p>
        </p:txBody>
      </p:sp>
      <p:sp>
        <p:nvSpPr>
          <p:cNvPr id="3" name="object 3"/>
          <p:cNvSpPr/>
          <p:nvPr/>
        </p:nvSpPr>
        <p:spPr>
          <a:xfrm>
            <a:off x="8862059" y="758951"/>
            <a:ext cx="281940" cy="5331460"/>
          </a:xfrm>
          <a:custGeom>
            <a:avLst/>
            <a:gdLst/>
            <a:ahLst/>
            <a:cxnLst/>
            <a:rect l="l" t="t" r="r" b="b"/>
            <a:pathLst>
              <a:path w="281940" h="5331460">
                <a:moveTo>
                  <a:pt x="0" y="5330952"/>
                </a:moveTo>
                <a:lnTo>
                  <a:pt x="281939" y="5330952"/>
                </a:lnTo>
                <a:lnTo>
                  <a:pt x="281939" y="0"/>
                </a:lnTo>
                <a:lnTo>
                  <a:pt x="0" y="0"/>
                </a:lnTo>
                <a:lnTo>
                  <a:pt x="0" y="5330952"/>
                </a:lnTo>
                <a:close/>
              </a:path>
            </a:pathLst>
          </a:custGeom>
          <a:solidFill>
            <a:srgbClr val="C7C7C7">
              <a:alpha val="49803"/>
            </a:srgbClr>
          </a:solidFill>
        </p:spPr>
        <p:txBody>
          <a:bodyPr wrap="square" lIns="0" tIns="0" rIns="0" bIns="0" rtlCol="0"/>
          <a:lstStyle/>
          <a:p>
            <a:endParaRPr/>
          </a:p>
        </p:txBody>
      </p:sp>
      <p:graphicFrame>
        <p:nvGraphicFramePr>
          <p:cNvPr id="4" name="object 4"/>
          <p:cNvGraphicFramePr>
            <a:graphicFrameLocks noGrp="1"/>
          </p:cNvGraphicFramePr>
          <p:nvPr>
            <p:extLst>
              <p:ext uri="{D42A27DB-BD31-4B8C-83A1-F6EECF244321}">
                <p14:modId xmlns:p14="http://schemas.microsoft.com/office/powerpoint/2010/main" val="214700816"/>
              </p:ext>
            </p:extLst>
          </p:nvPr>
        </p:nvGraphicFramePr>
        <p:xfrm>
          <a:off x="36575" y="1994790"/>
          <a:ext cx="9143999" cy="4670425"/>
        </p:xfrm>
        <a:graphic>
          <a:graphicData uri="http://schemas.openxmlformats.org/drawingml/2006/table">
            <a:tbl>
              <a:tblPr firstRow="1" bandRow="1">
                <a:tableStyleId>{2D5ABB26-0587-4C30-8999-92F81FD0307C}</a:tableStyleId>
              </a:tblPr>
              <a:tblGrid>
                <a:gridCol w="1511935">
                  <a:extLst>
                    <a:ext uri="{9D8B030D-6E8A-4147-A177-3AD203B41FA5}">
                      <a16:colId xmlns:a16="http://schemas.microsoft.com/office/drawing/2014/main" val="20000"/>
                    </a:ext>
                  </a:extLst>
                </a:gridCol>
                <a:gridCol w="2299335">
                  <a:extLst>
                    <a:ext uri="{9D8B030D-6E8A-4147-A177-3AD203B41FA5}">
                      <a16:colId xmlns:a16="http://schemas.microsoft.com/office/drawing/2014/main" val="20001"/>
                    </a:ext>
                  </a:extLst>
                </a:gridCol>
                <a:gridCol w="2540635">
                  <a:extLst>
                    <a:ext uri="{9D8B030D-6E8A-4147-A177-3AD203B41FA5}">
                      <a16:colId xmlns:a16="http://schemas.microsoft.com/office/drawing/2014/main" val="20002"/>
                    </a:ext>
                  </a:extLst>
                </a:gridCol>
                <a:gridCol w="2540635">
                  <a:extLst>
                    <a:ext uri="{9D8B030D-6E8A-4147-A177-3AD203B41FA5}">
                      <a16:colId xmlns:a16="http://schemas.microsoft.com/office/drawing/2014/main" val="20003"/>
                    </a:ext>
                  </a:extLst>
                </a:gridCol>
                <a:gridCol w="251459">
                  <a:extLst>
                    <a:ext uri="{9D8B030D-6E8A-4147-A177-3AD203B41FA5}">
                      <a16:colId xmlns:a16="http://schemas.microsoft.com/office/drawing/2014/main" val="20004"/>
                    </a:ext>
                  </a:extLst>
                </a:gridCol>
              </a:tblGrid>
              <a:tr h="694690">
                <a:tc>
                  <a:txBody>
                    <a:bodyPr/>
                    <a:lstStyle/>
                    <a:p>
                      <a:pPr>
                        <a:lnSpc>
                          <a:spcPct val="100000"/>
                        </a:lnSpc>
                      </a:pPr>
                      <a:endParaRPr sz="1800">
                        <a:latin typeface="Times New Roman"/>
                        <a:cs typeface="Times New Roman"/>
                      </a:endParaRPr>
                    </a:p>
                  </a:txBody>
                  <a:tcPr marL="0" marR="0" marT="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F1F1F1"/>
                    </a:solidFill>
                  </a:tcPr>
                </a:tc>
                <a:tc>
                  <a:txBody>
                    <a:bodyPr/>
                    <a:lstStyle/>
                    <a:p>
                      <a:pPr marL="3810" algn="ctr">
                        <a:lnSpc>
                          <a:spcPct val="100000"/>
                        </a:lnSpc>
                        <a:spcBef>
                          <a:spcPts val="244"/>
                        </a:spcBef>
                      </a:pPr>
                      <a:r>
                        <a:rPr sz="1800" b="1" dirty="0">
                          <a:latin typeface="Corbel"/>
                          <a:cs typeface="Corbel"/>
                        </a:rPr>
                        <a:t>Alta</a:t>
                      </a:r>
                      <a:r>
                        <a:rPr sz="1800" b="1" spc="-35" dirty="0">
                          <a:latin typeface="Corbel"/>
                          <a:cs typeface="Corbel"/>
                        </a:rPr>
                        <a:t> </a:t>
                      </a:r>
                      <a:r>
                        <a:rPr sz="1800" b="1" spc="-5" dirty="0">
                          <a:latin typeface="Corbel"/>
                          <a:cs typeface="Corbel"/>
                        </a:rPr>
                        <a:t>dirección</a:t>
                      </a:r>
                      <a:endParaRPr sz="1800">
                        <a:latin typeface="Corbel"/>
                        <a:cs typeface="Corbel"/>
                      </a:endParaRPr>
                    </a:p>
                    <a:p>
                      <a:pPr algn="ctr">
                        <a:lnSpc>
                          <a:spcPct val="100000"/>
                        </a:lnSpc>
                        <a:spcBef>
                          <a:spcPts val="430"/>
                        </a:spcBef>
                      </a:pPr>
                      <a:r>
                        <a:rPr sz="1800" b="1" spc="-20" dirty="0">
                          <a:latin typeface="Corbel"/>
                          <a:cs typeface="Corbel"/>
                        </a:rPr>
                        <a:t>(AD)</a:t>
                      </a:r>
                      <a:endParaRPr sz="1800">
                        <a:latin typeface="Corbel"/>
                        <a:cs typeface="Corbel"/>
                      </a:endParaRPr>
                    </a:p>
                  </a:txBody>
                  <a:tcPr marL="0" marR="0" marT="31114"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F1F1F1"/>
                    </a:solidFill>
                  </a:tcPr>
                </a:tc>
                <a:tc>
                  <a:txBody>
                    <a:bodyPr/>
                    <a:lstStyle/>
                    <a:p>
                      <a:pPr marL="742950" marR="222250" indent="-514350">
                        <a:lnSpc>
                          <a:spcPct val="100000"/>
                        </a:lnSpc>
                        <a:spcBef>
                          <a:spcPts val="244"/>
                        </a:spcBef>
                      </a:pPr>
                      <a:r>
                        <a:rPr sz="1800" b="1" spc="-5" dirty="0">
                          <a:latin typeface="Corbel"/>
                          <a:cs typeface="Corbel"/>
                        </a:rPr>
                        <a:t>Supervisores</a:t>
                      </a:r>
                      <a:r>
                        <a:rPr sz="1800" b="1" spc="-70" dirty="0">
                          <a:latin typeface="Corbel"/>
                          <a:cs typeface="Corbel"/>
                        </a:rPr>
                        <a:t> </a:t>
                      </a:r>
                      <a:r>
                        <a:rPr sz="1800" b="1" spc="-5" dirty="0">
                          <a:latin typeface="Corbel"/>
                          <a:cs typeface="Corbel"/>
                        </a:rPr>
                        <a:t>primera </a:t>
                      </a:r>
                      <a:r>
                        <a:rPr sz="1800" b="1" spc="-355" dirty="0">
                          <a:latin typeface="Corbel"/>
                          <a:cs typeface="Corbel"/>
                        </a:rPr>
                        <a:t> </a:t>
                      </a:r>
                      <a:r>
                        <a:rPr sz="1800" b="1" spc="-5" dirty="0">
                          <a:latin typeface="Corbel"/>
                          <a:cs typeface="Corbel"/>
                        </a:rPr>
                        <a:t>línea</a:t>
                      </a:r>
                      <a:r>
                        <a:rPr sz="1800" b="1" spc="-10" dirty="0">
                          <a:latin typeface="Corbel"/>
                          <a:cs typeface="Corbel"/>
                        </a:rPr>
                        <a:t> (SPL)</a:t>
                      </a:r>
                      <a:endParaRPr sz="1800">
                        <a:latin typeface="Corbel"/>
                        <a:cs typeface="Corbel"/>
                      </a:endParaRPr>
                    </a:p>
                  </a:txBody>
                  <a:tcPr marL="0" marR="0" marT="31114"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F1F1F1"/>
                    </a:solidFill>
                  </a:tcPr>
                </a:tc>
                <a:tc>
                  <a:txBody>
                    <a:bodyPr/>
                    <a:lstStyle/>
                    <a:p>
                      <a:pPr marL="960119" marR="359410" indent="-589915">
                        <a:lnSpc>
                          <a:spcPct val="100000"/>
                        </a:lnSpc>
                        <a:spcBef>
                          <a:spcPts val="244"/>
                        </a:spcBef>
                      </a:pPr>
                      <a:r>
                        <a:rPr sz="1800" b="1" spc="-5" dirty="0">
                          <a:latin typeface="Corbel"/>
                          <a:cs typeface="Corbel"/>
                        </a:rPr>
                        <a:t>Directivos</a:t>
                      </a:r>
                      <a:r>
                        <a:rPr sz="1800" b="1" spc="-20" dirty="0">
                          <a:latin typeface="Corbel"/>
                          <a:cs typeface="Corbel"/>
                        </a:rPr>
                        <a:t> </a:t>
                      </a:r>
                      <a:r>
                        <a:rPr sz="1800" b="1" dirty="0">
                          <a:latin typeface="Corbel"/>
                          <a:cs typeface="Corbel"/>
                        </a:rPr>
                        <a:t>de</a:t>
                      </a:r>
                      <a:r>
                        <a:rPr sz="1800" b="1" spc="-30" dirty="0">
                          <a:latin typeface="Corbel"/>
                          <a:cs typeface="Corbel"/>
                        </a:rPr>
                        <a:t> </a:t>
                      </a:r>
                      <a:r>
                        <a:rPr sz="1800" b="1" dirty="0">
                          <a:latin typeface="Corbel"/>
                          <a:cs typeface="Corbel"/>
                        </a:rPr>
                        <a:t>nivel </a:t>
                      </a:r>
                      <a:r>
                        <a:rPr sz="1800" b="1" spc="-355" dirty="0">
                          <a:latin typeface="Corbel"/>
                          <a:cs typeface="Corbel"/>
                        </a:rPr>
                        <a:t> </a:t>
                      </a:r>
                      <a:r>
                        <a:rPr sz="1800" b="1" spc="-5" dirty="0">
                          <a:latin typeface="Corbel"/>
                          <a:cs typeface="Corbel"/>
                        </a:rPr>
                        <a:t>medio</a:t>
                      </a:r>
                      <a:endParaRPr sz="1800">
                        <a:latin typeface="Corbel"/>
                        <a:cs typeface="Corbel"/>
                      </a:endParaRPr>
                    </a:p>
                  </a:txBody>
                  <a:tcPr marL="0" marR="0" marT="31114"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F1F1F1"/>
                    </a:solidFill>
                  </a:tcPr>
                </a:tc>
                <a:tc rowSpan="6">
                  <a:txBody>
                    <a:bodyPr/>
                    <a:lstStyle/>
                    <a:p>
                      <a:pPr>
                        <a:lnSpc>
                          <a:spcPct val="100000"/>
                        </a:lnSpc>
                      </a:pPr>
                      <a:endParaRPr sz="1800">
                        <a:latin typeface="Times New Roman"/>
                        <a:cs typeface="Times New Roman"/>
                      </a:endParaRPr>
                    </a:p>
                  </a:txBody>
                  <a:tcPr marL="0" marR="0" marT="0" marB="0">
                    <a:lnL w="28575">
                      <a:solidFill>
                        <a:srgbClr val="000000"/>
                      </a:solidFill>
                      <a:prstDash val="solid"/>
                    </a:lnL>
                    <a:solidFill>
                      <a:srgbClr val="E3E3E3"/>
                    </a:solidFill>
                  </a:tcPr>
                </a:tc>
                <a:extLst>
                  <a:ext uri="{0D108BD9-81ED-4DB2-BD59-A6C34878D82A}">
                    <a16:rowId xmlns:a16="http://schemas.microsoft.com/office/drawing/2014/main" val="10000"/>
                  </a:ext>
                </a:extLst>
              </a:tr>
              <a:tr h="558800">
                <a:tc>
                  <a:txBody>
                    <a:bodyPr/>
                    <a:lstStyle/>
                    <a:p>
                      <a:pPr marL="91440">
                        <a:lnSpc>
                          <a:spcPct val="100000"/>
                        </a:lnSpc>
                        <a:spcBef>
                          <a:spcPts val="260"/>
                        </a:spcBef>
                      </a:pPr>
                      <a:r>
                        <a:rPr sz="1700" b="1" spc="-5" dirty="0">
                          <a:latin typeface="Corbel"/>
                          <a:cs typeface="Corbel"/>
                        </a:rPr>
                        <a:t>Situación</a:t>
                      </a:r>
                      <a:endParaRPr sz="1700">
                        <a:latin typeface="Corbel"/>
                        <a:cs typeface="Corbel"/>
                      </a:endParaRPr>
                    </a:p>
                  </a:txBody>
                  <a:tcPr marL="0" marR="0" marT="3302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1440">
                        <a:lnSpc>
                          <a:spcPct val="100000"/>
                        </a:lnSpc>
                        <a:spcBef>
                          <a:spcPts val="260"/>
                        </a:spcBef>
                      </a:pPr>
                      <a:r>
                        <a:rPr sz="1700" b="1" dirty="0">
                          <a:latin typeface="Corbel"/>
                          <a:cs typeface="Corbel"/>
                        </a:rPr>
                        <a:t>Parte alta</a:t>
                      </a:r>
                      <a:r>
                        <a:rPr sz="1700" b="1" spc="-25" dirty="0">
                          <a:latin typeface="Corbel"/>
                          <a:cs typeface="Corbel"/>
                        </a:rPr>
                        <a:t> </a:t>
                      </a:r>
                      <a:r>
                        <a:rPr sz="1700" b="1" dirty="0">
                          <a:latin typeface="Corbel"/>
                          <a:cs typeface="Corbel"/>
                        </a:rPr>
                        <a:t>y</a:t>
                      </a:r>
                      <a:r>
                        <a:rPr sz="1700" b="1" spc="-10" dirty="0">
                          <a:latin typeface="Corbel"/>
                          <a:cs typeface="Corbel"/>
                        </a:rPr>
                        <a:t> </a:t>
                      </a:r>
                      <a:r>
                        <a:rPr sz="1700" b="1" spc="-5" dirty="0">
                          <a:latin typeface="Corbel"/>
                          <a:cs typeface="Corbel"/>
                        </a:rPr>
                        <a:t>estrecha</a:t>
                      </a:r>
                      <a:endParaRPr sz="1700">
                        <a:latin typeface="Corbel"/>
                        <a:cs typeface="Corbel"/>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2075">
                        <a:lnSpc>
                          <a:spcPct val="100000"/>
                        </a:lnSpc>
                        <a:spcBef>
                          <a:spcPts val="260"/>
                        </a:spcBef>
                      </a:pPr>
                      <a:r>
                        <a:rPr sz="1700" b="1" dirty="0">
                          <a:latin typeface="Corbel"/>
                          <a:cs typeface="Corbel"/>
                        </a:rPr>
                        <a:t>Parte</a:t>
                      </a:r>
                      <a:r>
                        <a:rPr sz="1700" b="1" spc="-5" dirty="0">
                          <a:latin typeface="Corbel"/>
                          <a:cs typeface="Corbel"/>
                        </a:rPr>
                        <a:t> </a:t>
                      </a:r>
                      <a:r>
                        <a:rPr sz="1700" b="1" dirty="0">
                          <a:latin typeface="Corbel"/>
                          <a:cs typeface="Corbel"/>
                        </a:rPr>
                        <a:t>más</a:t>
                      </a:r>
                      <a:r>
                        <a:rPr sz="1700" b="1" spc="-20" dirty="0">
                          <a:latin typeface="Corbel"/>
                          <a:cs typeface="Corbel"/>
                        </a:rPr>
                        <a:t> </a:t>
                      </a:r>
                      <a:r>
                        <a:rPr sz="1700" b="1" spc="-5" dirty="0">
                          <a:latin typeface="Corbel"/>
                          <a:cs typeface="Corbel"/>
                        </a:rPr>
                        <a:t>baja</a:t>
                      </a:r>
                      <a:r>
                        <a:rPr sz="1700" b="1" spc="-10" dirty="0">
                          <a:latin typeface="Corbel"/>
                          <a:cs typeface="Corbel"/>
                        </a:rPr>
                        <a:t> </a:t>
                      </a:r>
                      <a:r>
                        <a:rPr sz="1700" b="1" dirty="0">
                          <a:latin typeface="Corbel"/>
                          <a:cs typeface="Corbel"/>
                        </a:rPr>
                        <a:t>y</a:t>
                      </a:r>
                      <a:r>
                        <a:rPr sz="1700" b="1" spc="-10" dirty="0">
                          <a:latin typeface="Corbel"/>
                          <a:cs typeface="Corbel"/>
                        </a:rPr>
                        <a:t> </a:t>
                      </a:r>
                      <a:r>
                        <a:rPr sz="1700" b="1" dirty="0">
                          <a:latin typeface="Corbel"/>
                          <a:cs typeface="Corbel"/>
                        </a:rPr>
                        <a:t>ancha</a:t>
                      </a:r>
                      <a:endParaRPr sz="1700">
                        <a:latin typeface="Corbel"/>
                        <a:cs typeface="Corbel"/>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2075">
                        <a:lnSpc>
                          <a:spcPct val="100000"/>
                        </a:lnSpc>
                        <a:spcBef>
                          <a:spcPts val="260"/>
                        </a:spcBef>
                      </a:pPr>
                      <a:r>
                        <a:rPr sz="1700" b="1" dirty="0">
                          <a:latin typeface="Corbel"/>
                          <a:cs typeface="Corbel"/>
                        </a:rPr>
                        <a:t>Parte</a:t>
                      </a:r>
                      <a:r>
                        <a:rPr sz="1700" b="1" spc="-20" dirty="0">
                          <a:latin typeface="Corbel"/>
                          <a:cs typeface="Corbel"/>
                        </a:rPr>
                        <a:t> </a:t>
                      </a:r>
                      <a:r>
                        <a:rPr sz="1700" b="1" dirty="0">
                          <a:latin typeface="Corbel"/>
                          <a:cs typeface="Corbel"/>
                        </a:rPr>
                        <a:t>central</a:t>
                      </a:r>
                      <a:endParaRPr sz="1700">
                        <a:latin typeface="Corbel"/>
                        <a:cs typeface="Corbel"/>
                      </a:endParaRPr>
                    </a:p>
                  </a:txBody>
                  <a:tcPr marL="0" marR="0" marT="3302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F1F1F1"/>
                    </a:solidFill>
                  </a:tcPr>
                </a:tc>
                <a:tc vMerge="1">
                  <a:txBody>
                    <a:bodyPr/>
                    <a:lstStyle/>
                    <a:p>
                      <a:endParaRPr/>
                    </a:p>
                  </a:txBody>
                  <a:tcPr marL="0" marR="0" marT="0" marB="0">
                    <a:lnL w="28575">
                      <a:solidFill>
                        <a:srgbClr val="000000"/>
                      </a:solidFill>
                      <a:prstDash val="solid"/>
                    </a:lnL>
                    <a:solidFill>
                      <a:srgbClr val="E3E3E3"/>
                    </a:solidFill>
                  </a:tcPr>
                </a:tc>
                <a:extLst>
                  <a:ext uri="{0D108BD9-81ED-4DB2-BD59-A6C34878D82A}">
                    <a16:rowId xmlns:a16="http://schemas.microsoft.com/office/drawing/2014/main" val="10001"/>
                  </a:ext>
                </a:extLst>
              </a:tr>
              <a:tr h="868680">
                <a:tc>
                  <a:txBody>
                    <a:bodyPr/>
                    <a:lstStyle/>
                    <a:p>
                      <a:pPr marL="91440">
                        <a:lnSpc>
                          <a:spcPct val="100000"/>
                        </a:lnSpc>
                        <a:spcBef>
                          <a:spcPts val="260"/>
                        </a:spcBef>
                      </a:pPr>
                      <a:r>
                        <a:rPr sz="1700" b="1" dirty="0">
                          <a:latin typeface="Corbel"/>
                          <a:cs typeface="Corbel"/>
                        </a:rPr>
                        <a:t>Incertidumbre</a:t>
                      </a:r>
                      <a:endParaRPr sz="1700">
                        <a:latin typeface="Corbel"/>
                        <a:cs typeface="Corbel"/>
                      </a:endParaRPr>
                    </a:p>
                  </a:txBody>
                  <a:tcPr marL="0" marR="0" marT="3302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1440" marR="715010">
                        <a:lnSpc>
                          <a:spcPct val="100000"/>
                        </a:lnSpc>
                        <a:spcBef>
                          <a:spcPts val="260"/>
                        </a:spcBef>
                      </a:pPr>
                      <a:r>
                        <a:rPr sz="1700" b="1" spc="-5" dirty="0">
                          <a:latin typeface="Corbel"/>
                          <a:cs typeface="Corbel"/>
                        </a:rPr>
                        <a:t>Alta:</a:t>
                      </a:r>
                      <a:r>
                        <a:rPr sz="1700" b="1" spc="-55" dirty="0">
                          <a:latin typeface="Corbel"/>
                          <a:cs typeface="Corbel"/>
                        </a:rPr>
                        <a:t> </a:t>
                      </a:r>
                      <a:r>
                        <a:rPr sz="1700" b="1" spc="-5" dirty="0">
                          <a:latin typeface="Corbel"/>
                          <a:cs typeface="Corbel"/>
                        </a:rPr>
                        <a:t>problemas </a:t>
                      </a:r>
                      <a:r>
                        <a:rPr sz="1700" b="1" spc="-335" dirty="0">
                          <a:latin typeface="Corbel"/>
                          <a:cs typeface="Corbel"/>
                        </a:rPr>
                        <a:t> </a:t>
                      </a:r>
                      <a:r>
                        <a:rPr sz="1700" b="1" spc="-5" dirty="0">
                          <a:latin typeface="Corbel"/>
                          <a:cs typeface="Corbel"/>
                        </a:rPr>
                        <a:t>complejos </a:t>
                      </a:r>
                      <a:r>
                        <a:rPr sz="1700" b="1" dirty="0">
                          <a:latin typeface="Corbel"/>
                          <a:cs typeface="Corbel"/>
                        </a:rPr>
                        <a:t>y </a:t>
                      </a:r>
                      <a:r>
                        <a:rPr sz="1700" b="1" spc="5" dirty="0">
                          <a:latin typeface="Corbel"/>
                          <a:cs typeface="Corbel"/>
                        </a:rPr>
                        <a:t> </a:t>
                      </a:r>
                      <a:r>
                        <a:rPr sz="1700" b="1" dirty="0">
                          <a:latin typeface="Corbel"/>
                          <a:cs typeface="Corbel"/>
                        </a:rPr>
                        <a:t>desconocidos</a:t>
                      </a:r>
                      <a:endParaRPr sz="1700">
                        <a:latin typeface="Corbel"/>
                        <a:cs typeface="Corbel"/>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2075" marR="918210">
                        <a:lnSpc>
                          <a:spcPct val="100000"/>
                        </a:lnSpc>
                        <a:spcBef>
                          <a:spcPts val="260"/>
                        </a:spcBef>
                      </a:pPr>
                      <a:r>
                        <a:rPr sz="1700" b="1" spc="-5" dirty="0">
                          <a:latin typeface="Corbel"/>
                          <a:cs typeface="Corbel"/>
                        </a:rPr>
                        <a:t>Baja:</a:t>
                      </a:r>
                      <a:r>
                        <a:rPr sz="1700" b="1" spc="-60" dirty="0">
                          <a:latin typeface="Corbel"/>
                          <a:cs typeface="Corbel"/>
                        </a:rPr>
                        <a:t> </a:t>
                      </a:r>
                      <a:r>
                        <a:rPr sz="1700" b="1" dirty="0">
                          <a:latin typeface="Corbel"/>
                          <a:cs typeface="Corbel"/>
                        </a:rPr>
                        <a:t>Problemas </a:t>
                      </a:r>
                      <a:r>
                        <a:rPr sz="1700" b="1" spc="-335" dirty="0">
                          <a:latin typeface="Corbel"/>
                          <a:cs typeface="Corbel"/>
                        </a:rPr>
                        <a:t> </a:t>
                      </a:r>
                      <a:r>
                        <a:rPr sz="1700" b="1" dirty="0">
                          <a:latin typeface="Corbel"/>
                          <a:cs typeface="Corbel"/>
                        </a:rPr>
                        <a:t>conocidos y no </a:t>
                      </a:r>
                      <a:r>
                        <a:rPr sz="1700" b="1" spc="5" dirty="0">
                          <a:latin typeface="Corbel"/>
                          <a:cs typeface="Corbel"/>
                        </a:rPr>
                        <a:t> </a:t>
                      </a:r>
                      <a:r>
                        <a:rPr sz="1700" b="1" spc="-5" dirty="0">
                          <a:latin typeface="Corbel"/>
                          <a:cs typeface="Corbel"/>
                        </a:rPr>
                        <a:t>complejos</a:t>
                      </a:r>
                      <a:endParaRPr sz="1700">
                        <a:latin typeface="Corbel"/>
                        <a:cs typeface="Corbel"/>
                      </a:endParaRPr>
                    </a:p>
                  </a:txBody>
                  <a:tcPr marL="0" marR="0" marT="330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2075" marR="214629">
                        <a:lnSpc>
                          <a:spcPct val="100000"/>
                        </a:lnSpc>
                        <a:spcBef>
                          <a:spcPts val="260"/>
                        </a:spcBef>
                      </a:pPr>
                      <a:r>
                        <a:rPr sz="1700" b="1" spc="-5" dirty="0">
                          <a:latin typeface="Corbel"/>
                          <a:cs typeface="Corbel"/>
                        </a:rPr>
                        <a:t>Intermedia:</a:t>
                      </a:r>
                      <a:r>
                        <a:rPr sz="1700" b="1" spc="-15" dirty="0">
                          <a:latin typeface="Corbel"/>
                          <a:cs typeface="Corbel"/>
                        </a:rPr>
                        <a:t> </a:t>
                      </a:r>
                      <a:r>
                        <a:rPr sz="1700" b="1" dirty="0">
                          <a:latin typeface="Corbel"/>
                          <a:cs typeface="Corbel"/>
                        </a:rPr>
                        <a:t>depende</a:t>
                      </a:r>
                      <a:r>
                        <a:rPr sz="1700" b="1" spc="-30" dirty="0">
                          <a:latin typeface="Corbel"/>
                          <a:cs typeface="Corbel"/>
                        </a:rPr>
                        <a:t> </a:t>
                      </a:r>
                      <a:r>
                        <a:rPr sz="1700" b="1" dirty="0">
                          <a:latin typeface="Corbel"/>
                          <a:cs typeface="Corbel"/>
                        </a:rPr>
                        <a:t>de </a:t>
                      </a:r>
                      <a:r>
                        <a:rPr sz="1700" b="1" spc="-335" dirty="0">
                          <a:latin typeface="Corbel"/>
                          <a:cs typeface="Corbel"/>
                        </a:rPr>
                        <a:t> </a:t>
                      </a:r>
                      <a:r>
                        <a:rPr sz="1700" b="1" dirty="0">
                          <a:latin typeface="Corbel"/>
                          <a:cs typeface="Corbel"/>
                        </a:rPr>
                        <a:t>su </a:t>
                      </a:r>
                      <a:r>
                        <a:rPr sz="1700" b="1" spc="-5" dirty="0">
                          <a:latin typeface="Corbel"/>
                          <a:cs typeface="Corbel"/>
                        </a:rPr>
                        <a:t>situación </a:t>
                      </a:r>
                      <a:r>
                        <a:rPr sz="1700" b="1" dirty="0">
                          <a:latin typeface="Corbel"/>
                          <a:cs typeface="Corbel"/>
                        </a:rPr>
                        <a:t>en </a:t>
                      </a:r>
                      <a:r>
                        <a:rPr sz="1700" b="1" spc="-5" dirty="0">
                          <a:latin typeface="Corbel"/>
                          <a:cs typeface="Corbel"/>
                        </a:rPr>
                        <a:t>la </a:t>
                      </a:r>
                      <a:r>
                        <a:rPr sz="1700" b="1" dirty="0">
                          <a:latin typeface="Corbel"/>
                          <a:cs typeface="Corbel"/>
                        </a:rPr>
                        <a:t> pirámide</a:t>
                      </a:r>
                      <a:endParaRPr sz="1700">
                        <a:latin typeface="Corbel"/>
                        <a:cs typeface="Corbel"/>
                      </a:endParaRPr>
                    </a:p>
                  </a:txBody>
                  <a:tcPr marL="0" marR="0" marT="3302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F1F1F1"/>
                    </a:solidFill>
                  </a:tcPr>
                </a:tc>
                <a:tc vMerge="1">
                  <a:txBody>
                    <a:bodyPr/>
                    <a:lstStyle/>
                    <a:p>
                      <a:endParaRPr/>
                    </a:p>
                  </a:txBody>
                  <a:tcPr marL="0" marR="0" marT="0" marB="0">
                    <a:lnL w="28575">
                      <a:solidFill>
                        <a:srgbClr val="000000"/>
                      </a:solidFill>
                      <a:prstDash val="solid"/>
                    </a:lnL>
                    <a:solidFill>
                      <a:srgbClr val="E3E3E3"/>
                    </a:solidFill>
                  </a:tcPr>
                </a:tc>
                <a:extLst>
                  <a:ext uri="{0D108BD9-81ED-4DB2-BD59-A6C34878D82A}">
                    <a16:rowId xmlns:a16="http://schemas.microsoft.com/office/drawing/2014/main" val="10002"/>
                  </a:ext>
                </a:extLst>
              </a:tr>
              <a:tr h="868680">
                <a:tc>
                  <a:txBody>
                    <a:bodyPr/>
                    <a:lstStyle/>
                    <a:p>
                      <a:pPr marL="91440">
                        <a:lnSpc>
                          <a:spcPct val="100000"/>
                        </a:lnSpc>
                        <a:spcBef>
                          <a:spcPts val="265"/>
                        </a:spcBef>
                      </a:pPr>
                      <a:r>
                        <a:rPr sz="1700" b="1" dirty="0">
                          <a:latin typeface="Corbel"/>
                          <a:cs typeface="Corbel"/>
                        </a:rPr>
                        <a:t>Decisiones</a:t>
                      </a:r>
                      <a:endParaRPr sz="1700">
                        <a:latin typeface="Corbel"/>
                        <a:cs typeface="Corbel"/>
                      </a:endParaRPr>
                    </a:p>
                  </a:txBody>
                  <a:tcPr marL="0" marR="0" marT="3365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1440">
                        <a:lnSpc>
                          <a:spcPct val="100000"/>
                        </a:lnSpc>
                        <a:spcBef>
                          <a:spcPts val="265"/>
                        </a:spcBef>
                      </a:pPr>
                      <a:r>
                        <a:rPr sz="1700" b="1" spc="-20" dirty="0">
                          <a:latin typeface="Corbel"/>
                          <a:cs typeface="Corbel"/>
                        </a:rPr>
                        <a:t>Poco</a:t>
                      </a:r>
                      <a:r>
                        <a:rPr sz="1700" b="1" spc="-50" dirty="0">
                          <a:latin typeface="Corbel"/>
                          <a:cs typeface="Corbel"/>
                        </a:rPr>
                        <a:t> </a:t>
                      </a:r>
                      <a:r>
                        <a:rPr sz="1700" b="1" dirty="0">
                          <a:latin typeface="Corbel"/>
                          <a:cs typeface="Corbel"/>
                        </a:rPr>
                        <a:t>estructuradas</a:t>
                      </a:r>
                      <a:endParaRPr sz="1700">
                        <a:latin typeface="Corbel"/>
                        <a:cs typeface="Corbe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2075">
                        <a:lnSpc>
                          <a:spcPct val="100000"/>
                        </a:lnSpc>
                        <a:spcBef>
                          <a:spcPts val="265"/>
                        </a:spcBef>
                      </a:pPr>
                      <a:r>
                        <a:rPr sz="1700" b="1" spc="-5" dirty="0">
                          <a:latin typeface="Corbel"/>
                          <a:cs typeface="Corbel"/>
                        </a:rPr>
                        <a:t>Rutinarias</a:t>
                      </a:r>
                      <a:r>
                        <a:rPr sz="1700" b="1" spc="-15" dirty="0">
                          <a:latin typeface="Corbel"/>
                          <a:cs typeface="Corbel"/>
                        </a:rPr>
                        <a:t> </a:t>
                      </a:r>
                      <a:r>
                        <a:rPr sz="1700" b="1" dirty="0">
                          <a:latin typeface="Corbel"/>
                          <a:cs typeface="Corbel"/>
                        </a:rPr>
                        <a:t>y</a:t>
                      </a:r>
                      <a:r>
                        <a:rPr sz="1700" b="1" spc="-5" dirty="0">
                          <a:latin typeface="Corbel"/>
                          <a:cs typeface="Corbel"/>
                        </a:rPr>
                        <a:t> repetitivas</a:t>
                      </a:r>
                      <a:endParaRPr sz="1700">
                        <a:latin typeface="Corbel"/>
                        <a:cs typeface="Corbe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2075">
                        <a:lnSpc>
                          <a:spcPct val="100000"/>
                        </a:lnSpc>
                        <a:spcBef>
                          <a:spcPts val="265"/>
                        </a:spcBef>
                      </a:pPr>
                      <a:r>
                        <a:rPr sz="1700" b="1" spc="-5" dirty="0">
                          <a:latin typeface="Corbel"/>
                          <a:cs typeface="Corbel"/>
                        </a:rPr>
                        <a:t>Intermedias: adaptativas</a:t>
                      </a:r>
                      <a:endParaRPr sz="1700">
                        <a:latin typeface="Corbel"/>
                        <a:cs typeface="Corbel"/>
                      </a:endParaRPr>
                    </a:p>
                  </a:txBody>
                  <a:tcPr marL="0" marR="0" marT="3365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F1F1F1"/>
                    </a:solidFill>
                  </a:tcPr>
                </a:tc>
                <a:tc vMerge="1">
                  <a:txBody>
                    <a:bodyPr/>
                    <a:lstStyle/>
                    <a:p>
                      <a:endParaRPr/>
                    </a:p>
                  </a:txBody>
                  <a:tcPr marL="0" marR="0" marT="0" marB="0">
                    <a:lnL w="28575">
                      <a:solidFill>
                        <a:srgbClr val="000000"/>
                      </a:solidFill>
                      <a:prstDash val="solid"/>
                    </a:lnL>
                    <a:solidFill>
                      <a:srgbClr val="E3E3E3"/>
                    </a:solidFill>
                  </a:tcPr>
                </a:tc>
                <a:extLst>
                  <a:ext uri="{0D108BD9-81ED-4DB2-BD59-A6C34878D82A}">
                    <a16:rowId xmlns:a16="http://schemas.microsoft.com/office/drawing/2014/main" val="10003"/>
                  </a:ext>
                </a:extLst>
              </a:tr>
              <a:tr h="609600">
                <a:tc>
                  <a:txBody>
                    <a:bodyPr/>
                    <a:lstStyle/>
                    <a:p>
                      <a:pPr marL="91440">
                        <a:lnSpc>
                          <a:spcPct val="100000"/>
                        </a:lnSpc>
                        <a:spcBef>
                          <a:spcPts val="265"/>
                        </a:spcBef>
                      </a:pPr>
                      <a:r>
                        <a:rPr sz="1700" b="1" dirty="0">
                          <a:latin typeface="Corbel"/>
                          <a:cs typeface="Corbel"/>
                        </a:rPr>
                        <a:t>Destrezas</a:t>
                      </a:r>
                      <a:endParaRPr sz="1700">
                        <a:latin typeface="Corbel"/>
                        <a:cs typeface="Corbel"/>
                      </a:endParaRPr>
                    </a:p>
                  </a:txBody>
                  <a:tcPr marL="0" marR="0" marT="3365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1440" marR="967740">
                        <a:lnSpc>
                          <a:spcPct val="100000"/>
                        </a:lnSpc>
                        <a:spcBef>
                          <a:spcPts val="265"/>
                        </a:spcBef>
                      </a:pPr>
                      <a:r>
                        <a:rPr sz="1700" b="1" spc="-5" dirty="0">
                          <a:latin typeface="Corbel"/>
                          <a:cs typeface="Corbel"/>
                        </a:rPr>
                        <a:t>Humanas </a:t>
                      </a:r>
                      <a:r>
                        <a:rPr sz="1700" b="1" dirty="0">
                          <a:latin typeface="Corbel"/>
                          <a:cs typeface="Corbel"/>
                        </a:rPr>
                        <a:t>y </a:t>
                      </a:r>
                      <a:r>
                        <a:rPr sz="1700" b="1" spc="5" dirty="0">
                          <a:latin typeface="Corbel"/>
                          <a:cs typeface="Corbel"/>
                        </a:rPr>
                        <a:t> </a:t>
                      </a:r>
                      <a:r>
                        <a:rPr sz="1700" b="1" dirty="0">
                          <a:latin typeface="Corbel"/>
                          <a:cs typeface="Corbel"/>
                        </a:rPr>
                        <a:t>c</a:t>
                      </a:r>
                      <a:r>
                        <a:rPr sz="1700" b="1" spc="5" dirty="0">
                          <a:latin typeface="Corbel"/>
                          <a:cs typeface="Corbel"/>
                        </a:rPr>
                        <a:t>o</a:t>
                      </a:r>
                      <a:r>
                        <a:rPr sz="1700" b="1" dirty="0">
                          <a:latin typeface="Corbel"/>
                          <a:cs typeface="Corbel"/>
                        </a:rPr>
                        <a:t>n</a:t>
                      </a:r>
                      <a:r>
                        <a:rPr sz="1700" b="1" spc="5" dirty="0">
                          <a:latin typeface="Corbel"/>
                          <a:cs typeface="Corbel"/>
                        </a:rPr>
                        <a:t>c</a:t>
                      </a:r>
                      <a:r>
                        <a:rPr sz="1700" b="1" dirty="0">
                          <a:latin typeface="Corbel"/>
                          <a:cs typeface="Corbel"/>
                        </a:rPr>
                        <a:t>eptuales</a:t>
                      </a:r>
                      <a:endParaRPr sz="1700">
                        <a:latin typeface="Corbel"/>
                        <a:cs typeface="Corbe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2075">
                        <a:lnSpc>
                          <a:spcPct val="100000"/>
                        </a:lnSpc>
                        <a:spcBef>
                          <a:spcPts val="265"/>
                        </a:spcBef>
                      </a:pPr>
                      <a:r>
                        <a:rPr sz="1700" b="1" spc="-5" dirty="0">
                          <a:latin typeface="Corbel"/>
                          <a:cs typeface="Corbel"/>
                        </a:rPr>
                        <a:t>Humanas</a:t>
                      </a:r>
                      <a:r>
                        <a:rPr sz="1700" b="1" spc="-45" dirty="0">
                          <a:latin typeface="Corbel"/>
                          <a:cs typeface="Corbel"/>
                        </a:rPr>
                        <a:t> </a:t>
                      </a:r>
                      <a:r>
                        <a:rPr sz="1700" b="1" dirty="0">
                          <a:latin typeface="Corbel"/>
                          <a:cs typeface="Corbel"/>
                        </a:rPr>
                        <a:t>y</a:t>
                      </a:r>
                      <a:r>
                        <a:rPr sz="1700" b="1" spc="-20" dirty="0">
                          <a:latin typeface="Corbel"/>
                          <a:cs typeface="Corbel"/>
                        </a:rPr>
                        <a:t> </a:t>
                      </a:r>
                      <a:r>
                        <a:rPr sz="1700" b="1" dirty="0">
                          <a:latin typeface="Corbel"/>
                          <a:cs typeface="Corbel"/>
                        </a:rPr>
                        <a:t>técnicas</a:t>
                      </a:r>
                      <a:endParaRPr sz="1700">
                        <a:latin typeface="Corbel"/>
                        <a:cs typeface="Corbe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92075">
                        <a:lnSpc>
                          <a:spcPct val="100000"/>
                        </a:lnSpc>
                        <a:spcBef>
                          <a:spcPts val="265"/>
                        </a:spcBef>
                      </a:pPr>
                      <a:r>
                        <a:rPr sz="1700" b="1" spc="-5" dirty="0">
                          <a:latin typeface="Corbel"/>
                          <a:cs typeface="Corbel"/>
                        </a:rPr>
                        <a:t>Humanas</a:t>
                      </a:r>
                      <a:r>
                        <a:rPr sz="1700" b="1" spc="-45" dirty="0">
                          <a:latin typeface="Corbel"/>
                          <a:cs typeface="Corbel"/>
                        </a:rPr>
                        <a:t> </a:t>
                      </a:r>
                      <a:r>
                        <a:rPr sz="1700" b="1" dirty="0">
                          <a:latin typeface="Corbel"/>
                          <a:cs typeface="Corbel"/>
                        </a:rPr>
                        <a:t>y</a:t>
                      </a:r>
                      <a:r>
                        <a:rPr sz="1700" b="1" spc="-20" dirty="0">
                          <a:latin typeface="Corbel"/>
                          <a:cs typeface="Corbel"/>
                        </a:rPr>
                        <a:t> </a:t>
                      </a:r>
                      <a:r>
                        <a:rPr sz="1700" b="1" dirty="0">
                          <a:latin typeface="Corbel"/>
                          <a:cs typeface="Corbel"/>
                        </a:rPr>
                        <a:t>técnicas</a:t>
                      </a:r>
                      <a:endParaRPr sz="1700">
                        <a:latin typeface="Corbel"/>
                        <a:cs typeface="Corbel"/>
                      </a:endParaRPr>
                    </a:p>
                  </a:txBody>
                  <a:tcPr marL="0" marR="0" marT="3365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F1F1F1"/>
                    </a:solidFill>
                  </a:tcPr>
                </a:tc>
                <a:tc vMerge="1">
                  <a:txBody>
                    <a:bodyPr/>
                    <a:lstStyle/>
                    <a:p>
                      <a:endParaRPr/>
                    </a:p>
                  </a:txBody>
                  <a:tcPr marL="0" marR="0" marT="0" marB="0">
                    <a:lnL w="28575">
                      <a:solidFill>
                        <a:srgbClr val="000000"/>
                      </a:solidFill>
                      <a:prstDash val="solid"/>
                    </a:lnL>
                    <a:solidFill>
                      <a:srgbClr val="E3E3E3"/>
                    </a:solidFill>
                  </a:tcPr>
                </a:tc>
                <a:extLst>
                  <a:ext uri="{0D108BD9-81ED-4DB2-BD59-A6C34878D82A}">
                    <a16:rowId xmlns:a16="http://schemas.microsoft.com/office/drawing/2014/main" val="10004"/>
                  </a:ext>
                </a:extLst>
              </a:tr>
              <a:tr h="950874">
                <a:tc>
                  <a:txBody>
                    <a:bodyPr/>
                    <a:lstStyle/>
                    <a:p>
                      <a:pPr marL="91440">
                        <a:lnSpc>
                          <a:spcPct val="100000"/>
                        </a:lnSpc>
                        <a:spcBef>
                          <a:spcPts val="265"/>
                        </a:spcBef>
                      </a:pPr>
                      <a:r>
                        <a:rPr sz="1700" b="1" spc="-20" dirty="0">
                          <a:latin typeface="Corbel"/>
                          <a:cs typeface="Corbel"/>
                        </a:rPr>
                        <a:t>Tareas</a:t>
                      </a:r>
                      <a:endParaRPr sz="1700">
                        <a:latin typeface="Corbel"/>
                        <a:cs typeface="Corbel"/>
                      </a:endParaRPr>
                    </a:p>
                  </a:txBody>
                  <a:tcPr marL="0" marR="0" marT="33655"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F1F1F1"/>
                    </a:solidFill>
                  </a:tcPr>
                </a:tc>
                <a:tc>
                  <a:txBody>
                    <a:bodyPr/>
                    <a:lstStyle/>
                    <a:p>
                      <a:pPr marL="91440" marR="710565">
                        <a:lnSpc>
                          <a:spcPct val="100000"/>
                        </a:lnSpc>
                        <a:spcBef>
                          <a:spcPts val="265"/>
                        </a:spcBef>
                      </a:pPr>
                      <a:r>
                        <a:rPr sz="1700" b="1" spc="-5" dirty="0">
                          <a:latin typeface="Corbel"/>
                          <a:cs typeface="Corbel"/>
                        </a:rPr>
                        <a:t>Fijar </a:t>
                      </a:r>
                      <a:r>
                        <a:rPr sz="1700" b="1" dirty="0">
                          <a:latin typeface="Corbel"/>
                          <a:cs typeface="Corbel"/>
                        </a:rPr>
                        <a:t>objetivos y </a:t>
                      </a:r>
                      <a:r>
                        <a:rPr sz="1700" b="1" spc="-340" dirty="0">
                          <a:latin typeface="Corbel"/>
                          <a:cs typeface="Corbel"/>
                        </a:rPr>
                        <a:t> </a:t>
                      </a:r>
                      <a:r>
                        <a:rPr sz="1700" b="1" dirty="0">
                          <a:latin typeface="Corbel"/>
                          <a:cs typeface="Corbel"/>
                        </a:rPr>
                        <a:t>estrategias</a:t>
                      </a:r>
                      <a:r>
                        <a:rPr sz="1700" b="1" spc="-30" dirty="0">
                          <a:latin typeface="Corbel"/>
                          <a:cs typeface="Corbel"/>
                        </a:rPr>
                        <a:t> </a:t>
                      </a:r>
                      <a:r>
                        <a:rPr sz="1700" b="1" dirty="0">
                          <a:latin typeface="Corbel"/>
                          <a:cs typeface="Corbel"/>
                        </a:rPr>
                        <a:t>a</a:t>
                      </a:r>
                      <a:r>
                        <a:rPr sz="1700" b="1" spc="-35" dirty="0">
                          <a:latin typeface="Corbel"/>
                          <a:cs typeface="Corbel"/>
                        </a:rPr>
                        <a:t> </a:t>
                      </a:r>
                      <a:r>
                        <a:rPr sz="1700" b="1" spc="-5" dirty="0">
                          <a:latin typeface="Corbel"/>
                          <a:cs typeface="Corbel"/>
                        </a:rPr>
                        <a:t>LP</a:t>
                      </a:r>
                      <a:endParaRPr sz="1700">
                        <a:latin typeface="Corbel"/>
                        <a:cs typeface="Corbe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F1F1F1"/>
                    </a:solidFill>
                  </a:tcPr>
                </a:tc>
                <a:tc>
                  <a:txBody>
                    <a:bodyPr/>
                    <a:lstStyle/>
                    <a:p>
                      <a:pPr marL="92075" marR="715010">
                        <a:lnSpc>
                          <a:spcPct val="100000"/>
                        </a:lnSpc>
                        <a:spcBef>
                          <a:spcPts val="265"/>
                        </a:spcBef>
                      </a:pPr>
                      <a:r>
                        <a:rPr sz="1700" b="1" spc="-5" dirty="0">
                          <a:latin typeface="Corbel"/>
                          <a:cs typeface="Corbel"/>
                        </a:rPr>
                        <a:t>Contacto con </a:t>
                      </a:r>
                      <a:r>
                        <a:rPr sz="1700" b="1" dirty="0">
                          <a:latin typeface="Corbel"/>
                          <a:cs typeface="Corbel"/>
                        </a:rPr>
                        <a:t> trabajadores </a:t>
                      </a:r>
                      <a:r>
                        <a:rPr sz="1700" b="1" spc="-5" dirty="0">
                          <a:latin typeface="Corbel"/>
                          <a:cs typeface="Corbel"/>
                        </a:rPr>
                        <a:t>que </a:t>
                      </a:r>
                      <a:r>
                        <a:rPr sz="1700" b="1" dirty="0">
                          <a:latin typeface="Corbel"/>
                          <a:cs typeface="Corbel"/>
                        </a:rPr>
                        <a:t> realizan</a:t>
                      </a:r>
                      <a:r>
                        <a:rPr sz="1700" b="1" spc="-35" dirty="0">
                          <a:latin typeface="Corbel"/>
                          <a:cs typeface="Corbel"/>
                        </a:rPr>
                        <a:t> </a:t>
                      </a:r>
                      <a:r>
                        <a:rPr sz="1700" b="1" dirty="0">
                          <a:latin typeface="Corbel"/>
                          <a:cs typeface="Corbel"/>
                        </a:rPr>
                        <a:t>el</a:t>
                      </a:r>
                      <a:r>
                        <a:rPr sz="1700" b="1" spc="-50" dirty="0">
                          <a:latin typeface="Corbel"/>
                          <a:cs typeface="Corbel"/>
                        </a:rPr>
                        <a:t> </a:t>
                      </a:r>
                      <a:r>
                        <a:rPr sz="1700" b="1" dirty="0">
                          <a:latin typeface="Corbel"/>
                          <a:cs typeface="Corbel"/>
                        </a:rPr>
                        <a:t>proceso </a:t>
                      </a:r>
                      <a:r>
                        <a:rPr sz="1700" b="1" spc="-335" dirty="0">
                          <a:latin typeface="Corbel"/>
                          <a:cs typeface="Corbel"/>
                        </a:rPr>
                        <a:t> </a:t>
                      </a:r>
                      <a:r>
                        <a:rPr sz="1700" b="1" spc="-5" dirty="0">
                          <a:latin typeface="Corbel"/>
                          <a:cs typeface="Corbel"/>
                        </a:rPr>
                        <a:t>producción</a:t>
                      </a:r>
                      <a:endParaRPr sz="1700">
                        <a:latin typeface="Corbel"/>
                        <a:cs typeface="Corbel"/>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F1F1F1"/>
                    </a:solidFill>
                  </a:tcPr>
                </a:tc>
                <a:tc>
                  <a:txBody>
                    <a:bodyPr/>
                    <a:lstStyle/>
                    <a:p>
                      <a:pPr marL="92075" marR="285115">
                        <a:lnSpc>
                          <a:spcPct val="100000"/>
                        </a:lnSpc>
                        <a:spcBef>
                          <a:spcPts val="265"/>
                        </a:spcBef>
                      </a:pPr>
                      <a:r>
                        <a:rPr sz="1700" b="1" spc="-15" dirty="0">
                          <a:latin typeface="Corbel"/>
                          <a:cs typeface="Corbel"/>
                        </a:rPr>
                        <a:t>Poner</a:t>
                      </a:r>
                      <a:r>
                        <a:rPr sz="1700" b="1" spc="-35" dirty="0">
                          <a:latin typeface="Corbel"/>
                          <a:cs typeface="Corbel"/>
                        </a:rPr>
                        <a:t> </a:t>
                      </a:r>
                      <a:r>
                        <a:rPr sz="1700" b="1" dirty="0">
                          <a:latin typeface="Corbel"/>
                          <a:cs typeface="Corbel"/>
                        </a:rPr>
                        <a:t>en</a:t>
                      </a:r>
                      <a:r>
                        <a:rPr sz="1700" b="1" spc="-25" dirty="0">
                          <a:latin typeface="Corbel"/>
                          <a:cs typeface="Corbel"/>
                        </a:rPr>
                        <a:t> </a:t>
                      </a:r>
                      <a:r>
                        <a:rPr sz="1700" b="1" dirty="0">
                          <a:latin typeface="Corbel"/>
                          <a:cs typeface="Corbel"/>
                        </a:rPr>
                        <a:t>contacto</a:t>
                      </a:r>
                      <a:r>
                        <a:rPr sz="1700" b="1" spc="-25" dirty="0">
                          <a:latin typeface="Corbel"/>
                          <a:cs typeface="Corbel"/>
                        </a:rPr>
                        <a:t> </a:t>
                      </a:r>
                      <a:r>
                        <a:rPr sz="1700" b="1" dirty="0">
                          <a:latin typeface="Corbel"/>
                          <a:cs typeface="Corbel"/>
                        </a:rPr>
                        <a:t>a</a:t>
                      </a:r>
                      <a:r>
                        <a:rPr sz="1700" b="1" spc="-50" dirty="0">
                          <a:latin typeface="Corbel"/>
                          <a:cs typeface="Corbel"/>
                        </a:rPr>
                        <a:t> </a:t>
                      </a:r>
                      <a:r>
                        <a:rPr sz="1700" b="1" dirty="0">
                          <a:latin typeface="Corbel"/>
                          <a:cs typeface="Corbel"/>
                        </a:rPr>
                        <a:t>los </a:t>
                      </a:r>
                      <a:r>
                        <a:rPr sz="1700" b="1" spc="-335" dirty="0">
                          <a:latin typeface="Corbel"/>
                          <a:cs typeface="Corbel"/>
                        </a:rPr>
                        <a:t> </a:t>
                      </a:r>
                      <a:r>
                        <a:rPr sz="1700" b="1" spc="-5" dirty="0">
                          <a:latin typeface="Corbel"/>
                          <a:cs typeface="Corbel"/>
                        </a:rPr>
                        <a:t>SPL</a:t>
                      </a:r>
                      <a:r>
                        <a:rPr sz="1700" b="1" spc="-15" dirty="0">
                          <a:latin typeface="Corbel"/>
                          <a:cs typeface="Corbel"/>
                        </a:rPr>
                        <a:t> </a:t>
                      </a:r>
                      <a:r>
                        <a:rPr sz="1700" b="1" dirty="0">
                          <a:latin typeface="Corbel"/>
                          <a:cs typeface="Corbel"/>
                        </a:rPr>
                        <a:t>y</a:t>
                      </a:r>
                      <a:r>
                        <a:rPr sz="1700" b="1" spc="-80" dirty="0">
                          <a:latin typeface="Corbel"/>
                          <a:cs typeface="Corbel"/>
                        </a:rPr>
                        <a:t> </a:t>
                      </a:r>
                      <a:r>
                        <a:rPr sz="1700" b="1" spc="-5" dirty="0">
                          <a:latin typeface="Corbel"/>
                          <a:cs typeface="Corbel"/>
                        </a:rPr>
                        <a:t>AD</a:t>
                      </a:r>
                      <a:endParaRPr sz="1700" dirty="0">
                        <a:latin typeface="Corbel"/>
                        <a:cs typeface="Corbel"/>
                      </a:endParaRPr>
                    </a:p>
                  </a:txBody>
                  <a:tcPr marL="0" marR="0" marT="33655"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solidFill>
                      <a:srgbClr val="F1F1F1"/>
                    </a:solidFill>
                  </a:tcPr>
                </a:tc>
                <a:tc vMerge="1">
                  <a:txBody>
                    <a:bodyPr/>
                    <a:lstStyle/>
                    <a:p>
                      <a:endParaRPr/>
                    </a:p>
                  </a:txBody>
                  <a:tcPr marL="0" marR="0" marT="0" marB="0">
                    <a:lnL w="28575">
                      <a:solidFill>
                        <a:srgbClr val="000000"/>
                      </a:solidFill>
                      <a:prstDash val="solid"/>
                    </a:lnL>
                    <a:solidFill>
                      <a:srgbClr val="E3E3E3"/>
                    </a:solidFill>
                  </a:tcPr>
                </a:tc>
                <a:extLst>
                  <a:ext uri="{0D108BD9-81ED-4DB2-BD59-A6C34878D82A}">
                    <a16:rowId xmlns:a16="http://schemas.microsoft.com/office/drawing/2014/main" val="10005"/>
                  </a:ext>
                </a:extLst>
              </a:tr>
            </a:tbl>
          </a:graphicData>
        </a:graphic>
      </p:graphicFrame>
      <p:sp>
        <p:nvSpPr>
          <p:cNvPr id="5" name="object 5"/>
          <p:cNvSpPr txBox="1"/>
          <p:nvPr/>
        </p:nvSpPr>
        <p:spPr>
          <a:xfrm>
            <a:off x="8361933" y="6349390"/>
            <a:ext cx="257175"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14</a:t>
            </a:r>
            <a:endParaRPr sz="1800">
              <a:latin typeface="Calibri"/>
              <a:cs typeface="Calibri"/>
            </a:endParaRPr>
          </a:p>
        </p:txBody>
      </p:sp>
      <p:sp>
        <p:nvSpPr>
          <p:cNvPr id="6" name="object 6"/>
          <p:cNvSpPr txBox="1"/>
          <p:nvPr/>
        </p:nvSpPr>
        <p:spPr>
          <a:xfrm>
            <a:off x="231623" y="1026808"/>
            <a:ext cx="7580737" cy="962443"/>
          </a:xfrm>
          <a:prstGeom prst="rect">
            <a:avLst/>
          </a:prstGeom>
        </p:spPr>
        <p:txBody>
          <a:bodyPr vert="horz" wrap="square" lIns="0" tIns="13335" rIns="0" bIns="0" rtlCol="0">
            <a:spAutoFit/>
          </a:bodyPr>
          <a:lstStyle/>
          <a:p>
            <a:pPr marL="355600" indent="-342900">
              <a:lnSpc>
                <a:spcPct val="100000"/>
              </a:lnSpc>
              <a:spcBef>
                <a:spcPts val="105"/>
              </a:spcBef>
              <a:buFont typeface="Wingdings"/>
              <a:buChar char=""/>
              <a:tabLst>
                <a:tab pos="354965" algn="l"/>
                <a:tab pos="355600" algn="l"/>
              </a:tabLst>
            </a:pPr>
            <a:r>
              <a:rPr sz="2000" b="1" spc="-35" dirty="0">
                <a:solidFill>
                  <a:srgbClr val="C00000"/>
                </a:solidFill>
                <a:latin typeface="Corbel"/>
                <a:cs typeface="Corbel"/>
              </a:rPr>
              <a:t>Por</a:t>
            </a:r>
            <a:r>
              <a:rPr sz="2000" b="1" dirty="0">
                <a:solidFill>
                  <a:srgbClr val="C00000"/>
                </a:solidFill>
                <a:latin typeface="Corbel"/>
                <a:cs typeface="Corbel"/>
              </a:rPr>
              <a:t> dimensión</a:t>
            </a:r>
            <a:r>
              <a:rPr sz="2000" b="1" spc="-15" dirty="0">
                <a:solidFill>
                  <a:srgbClr val="C00000"/>
                </a:solidFill>
                <a:latin typeface="Corbel"/>
                <a:cs typeface="Corbel"/>
              </a:rPr>
              <a:t> </a:t>
            </a:r>
            <a:r>
              <a:rPr sz="2000" b="1" spc="-5" dirty="0">
                <a:solidFill>
                  <a:srgbClr val="C00000"/>
                </a:solidFill>
                <a:latin typeface="Corbel"/>
                <a:cs typeface="Corbel"/>
              </a:rPr>
              <a:t>horizontal:</a:t>
            </a:r>
            <a:r>
              <a:rPr sz="2000" b="1" spc="10" dirty="0">
                <a:solidFill>
                  <a:srgbClr val="C00000"/>
                </a:solidFill>
                <a:latin typeface="Corbel"/>
                <a:cs typeface="Corbel"/>
              </a:rPr>
              <a:t> </a:t>
            </a:r>
            <a:r>
              <a:rPr sz="2000" b="1" dirty="0">
                <a:solidFill>
                  <a:srgbClr val="0D0D0D"/>
                </a:solidFill>
                <a:latin typeface="Corbel"/>
                <a:cs typeface="Corbel"/>
              </a:rPr>
              <a:t>directores  funcionales</a:t>
            </a:r>
            <a:r>
              <a:rPr sz="2000" b="1" spc="-25" dirty="0">
                <a:solidFill>
                  <a:srgbClr val="0D0D0D"/>
                </a:solidFill>
                <a:latin typeface="Corbel"/>
                <a:cs typeface="Corbel"/>
              </a:rPr>
              <a:t> </a:t>
            </a:r>
            <a:r>
              <a:rPr sz="2000" b="1" dirty="0">
                <a:solidFill>
                  <a:srgbClr val="0D0D0D"/>
                </a:solidFill>
                <a:latin typeface="Corbel"/>
                <a:cs typeface="Corbel"/>
              </a:rPr>
              <a:t>y </a:t>
            </a:r>
            <a:r>
              <a:rPr sz="2000" b="1" dirty="0" err="1">
                <a:solidFill>
                  <a:srgbClr val="0D0D0D"/>
                </a:solidFill>
                <a:latin typeface="Corbel"/>
                <a:cs typeface="Corbel"/>
              </a:rPr>
              <a:t>generales</a:t>
            </a:r>
            <a:r>
              <a:rPr lang="es-ES" sz="2000" b="1" dirty="0">
                <a:solidFill>
                  <a:srgbClr val="0D0D0D"/>
                </a:solidFill>
                <a:latin typeface="Corbel"/>
                <a:cs typeface="Corbel"/>
              </a:rPr>
              <a:t>.</a:t>
            </a:r>
          </a:p>
          <a:p>
            <a:pPr marL="355600" indent="-342900">
              <a:spcBef>
                <a:spcPts val="105"/>
              </a:spcBef>
              <a:buFont typeface="Wingdings"/>
              <a:buChar char=""/>
              <a:tabLst>
                <a:tab pos="354965" algn="l"/>
                <a:tab pos="355600" algn="l"/>
              </a:tabLst>
            </a:pPr>
            <a:r>
              <a:rPr lang="es-ES" sz="2000" b="1" spc="-40" dirty="0">
                <a:solidFill>
                  <a:srgbClr val="C00000"/>
                </a:solidFill>
                <a:latin typeface="Corbel"/>
                <a:cs typeface="Corbel"/>
              </a:rPr>
              <a:t>Por</a:t>
            </a:r>
            <a:r>
              <a:rPr lang="es-ES" sz="2000" b="1" dirty="0">
                <a:solidFill>
                  <a:srgbClr val="C00000"/>
                </a:solidFill>
                <a:latin typeface="Corbel"/>
                <a:cs typeface="Corbel"/>
              </a:rPr>
              <a:t> </a:t>
            </a:r>
            <a:r>
              <a:rPr lang="es-ES" sz="2000" b="1" spc="-5" dirty="0">
                <a:solidFill>
                  <a:srgbClr val="C00000"/>
                </a:solidFill>
                <a:latin typeface="Corbel"/>
                <a:cs typeface="Corbel"/>
              </a:rPr>
              <a:t>dimensión</a:t>
            </a:r>
            <a:r>
              <a:rPr lang="es-ES" sz="2000" b="1" spc="20" dirty="0">
                <a:solidFill>
                  <a:srgbClr val="C00000"/>
                </a:solidFill>
                <a:latin typeface="Corbel"/>
                <a:cs typeface="Corbel"/>
              </a:rPr>
              <a:t> </a:t>
            </a:r>
            <a:r>
              <a:rPr lang="es-ES" sz="2000" b="1" spc="-5" dirty="0">
                <a:solidFill>
                  <a:srgbClr val="C00000"/>
                </a:solidFill>
                <a:latin typeface="Corbel"/>
                <a:cs typeface="Corbel"/>
              </a:rPr>
              <a:t>vertical:</a:t>
            </a:r>
            <a:r>
              <a:rPr lang="es-ES" sz="2000" b="1" spc="15" dirty="0">
                <a:solidFill>
                  <a:srgbClr val="C00000"/>
                </a:solidFill>
                <a:latin typeface="Corbel"/>
                <a:cs typeface="Corbel"/>
              </a:rPr>
              <a:t> </a:t>
            </a:r>
            <a:r>
              <a:rPr lang="es-ES" sz="2000" b="1" spc="-5" dirty="0">
                <a:latin typeface="Corbel"/>
                <a:cs typeface="Corbel"/>
              </a:rPr>
              <a:t>AD, SPL, DNM.</a:t>
            </a:r>
            <a:endParaRPr lang="es-ES" sz="2000" b="1" dirty="0">
              <a:solidFill>
                <a:srgbClr val="0D0D0D"/>
              </a:solidFill>
              <a:latin typeface="Corbel"/>
              <a:cs typeface="Corbel"/>
            </a:endParaRPr>
          </a:p>
          <a:p>
            <a:pPr marL="355600" indent="-342900">
              <a:lnSpc>
                <a:spcPct val="100000"/>
              </a:lnSpc>
              <a:spcBef>
                <a:spcPts val="105"/>
              </a:spcBef>
              <a:buFont typeface="Wingdings"/>
              <a:buChar char=""/>
              <a:tabLst>
                <a:tab pos="354965" algn="l"/>
                <a:tab pos="355600" algn="l"/>
              </a:tabLst>
            </a:pPr>
            <a:endParaRPr sz="2000" dirty="0">
              <a:latin typeface="Corbel"/>
              <a:cs typeface="Corbel"/>
            </a:endParaRPr>
          </a:p>
        </p:txBody>
      </p:sp>
      <p:sp>
        <p:nvSpPr>
          <p:cNvPr id="7" name="object 7"/>
          <p:cNvSpPr txBox="1">
            <a:spLocks noGrp="1"/>
          </p:cNvSpPr>
          <p:nvPr>
            <p:ph type="title"/>
          </p:nvPr>
        </p:nvSpPr>
        <p:spPr>
          <a:xfrm>
            <a:off x="1053490" y="192785"/>
            <a:ext cx="6873240" cy="482600"/>
          </a:xfrm>
          <a:prstGeom prst="rect">
            <a:avLst/>
          </a:prstGeom>
        </p:spPr>
        <p:txBody>
          <a:bodyPr vert="horz" wrap="square" lIns="0" tIns="12700" rIns="0" bIns="0" rtlCol="0">
            <a:spAutoFit/>
          </a:bodyPr>
          <a:lstStyle/>
          <a:p>
            <a:pPr marL="12700">
              <a:lnSpc>
                <a:spcPct val="100000"/>
              </a:lnSpc>
              <a:spcBef>
                <a:spcPts val="100"/>
              </a:spcBef>
            </a:pPr>
            <a:r>
              <a:rPr sz="3000" b="0" spc="-65" dirty="0">
                <a:latin typeface="Corbel"/>
                <a:cs typeface="Corbel"/>
              </a:rPr>
              <a:t>C</a:t>
            </a:r>
            <a:r>
              <a:rPr sz="3000" b="0" spc="-60" dirty="0">
                <a:latin typeface="Corbel"/>
                <a:cs typeface="Corbel"/>
              </a:rPr>
              <a:t>l</a:t>
            </a:r>
            <a:r>
              <a:rPr sz="3000" b="0" spc="-70" dirty="0">
                <a:latin typeface="Corbel"/>
                <a:cs typeface="Corbel"/>
              </a:rPr>
              <a:t>a</a:t>
            </a:r>
            <a:r>
              <a:rPr sz="3000" b="0" spc="-65" dirty="0">
                <a:latin typeface="Corbel"/>
                <a:cs typeface="Corbel"/>
              </a:rPr>
              <a:t>s</a:t>
            </a:r>
            <a:r>
              <a:rPr sz="3000" b="0" spc="-60" dirty="0">
                <a:latin typeface="Corbel"/>
                <a:cs typeface="Corbel"/>
              </a:rPr>
              <a:t>i</a:t>
            </a:r>
            <a:r>
              <a:rPr sz="3000" b="0" spc="-70" dirty="0">
                <a:latin typeface="Corbel"/>
                <a:cs typeface="Corbel"/>
              </a:rPr>
              <a:t>f</a:t>
            </a:r>
            <a:r>
              <a:rPr sz="3000" b="0" spc="-60" dirty="0">
                <a:latin typeface="Corbel"/>
                <a:cs typeface="Corbel"/>
              </a:rPr>
              <a:t>ic</a:t>
            </a:r>
            <a:r>
              <a:rPr sz="3000" b="0" spc="-70" dirty="0">
                <a:latin typeface="Corbel"/>
                <a:cs typeface="Corbel"/>
              </a:rPr>
              <a:t>a</a:t>
            </a:r>
            <a:r>
              <a:rPr sz="3000" b="0" spc="-60" dirty="0">
                <a:latin typeface="Corbel"/>
                <a:cs typeface="Corbel"/>
              </a:rPr>
              <a:t>ci</a:t>
            </a:r>
            <a:r>
              <a:rPr sz="3000" b="0" spc="-65" dirty="0">
                <a:latin typeface="Corbel"/>
                <a:cs typeface="Corbel"/>
              </a:rPr>
              <a:t>ó</a:t>
            </a:r>
            <a:r>
              <a:rPr sz="3000" b="0" dirty="0">
                <a:latin typeface="Corbel"/>
                <a:cs typeface="Corbel"/>
              </a:rPr>
              <a:t>n</a:t>
            </a:r>
            <a:r>
              <a:rPr sz="3000" b="0" spc="-85" dirty="0">
                <a:latin typeface="Corbel"/>
                <a:cs typeface="Corbel"/>
              </a:rPr>
              <a:t> </a:t>
            </a:r>
            <a:r>
              <a:rPr sz="3000" b="0" spc="-60" dirty="0">
                <a:latin typeface="Corbel"/>
                <a:cs typeface="Corbel"/>
              </a:rPr>
              <a:t>p</a:t>
            </a:r>
            <a:r>
              <a:rPr sz="3000" b="0" spc="-65" dirty="0">
                <a:latin typeface="Corbel"/>
                <a:cs typeface="Corbel"/>
              </a:rPr>
              <a:t>o</a:t>
            </a:r>
            <a:r>
              <a:rPr sz="3000" b="0" dirty="0">
                <a:latin typeface="Corbel"/>
                <a:cs typeface="Corbel"/>
              </a:rPr>
              <a:t>r</a:t>
            </a:r>
            <a:r>
              <a:rPr sz="3000" b="0" spc="-130" dirty="0">
                <a:latin typeface="Corbel"/>
                <a:cs typeface="Corbel"/>
              </a:rPr>
              <a:t> </a:t>
            </a:r>
            <a:r>
              <a:rPr sz="3000" b="0" spc="-60" dirty="0">
                <a:latin typeface="Corbel"/>
                <a:cs typeface="Corbel"/>
              </a:rPr>
              <a:t>ni</a:t>
            </a:r>
            <a:r>
              <a:rPr sz="3000" b="0" spc="-70" dirty="0">
                <a:latin typeface="Corbel"/>
                <a:cs typeface="Corbel"/>
              </a:rPr>
              <a:t>v</a:t>
            </a:r>
            <a:r>
              <a:rPr sz="3000" b="0" spc="-65" dirty="0">
                <a:latin typeface="Corbel"/>
                <a:cs typeface="Corbel"/>
              </a:rPr>
              <a:t>e</a:t>
            </a:r>
            <a:r>
              <a:rPr sz="3000" b="0" spc="-60" dirty="0">
                <a:latin typeface="Corbel"/>
                <a:cs typeface="Corbel"/>
              </a:rPr>
              <a:t>l</a:t>
            </a:r>
            <a:r>
              <a:rPr sz="3000" b="0" spc="-65" dirty="0">
                <a:latin typeface="Corbel"/>
                <a:cs typeface="Corbel"/>
              </a:rPr>
              <a:t>e</a:t>
            </a:r>
            <a:r>
              <a:rPr sz="3000" b="0" dirty="0">
                <a:latin typeface="Corbel"/>
                <a:cs typeface="Corbel"/>
              </a:rPr>
              <a:t>s</a:t>
            </a:r>
            <a:r>
              <a:rPr sz="3000" b="0" spc="-110" dirty="0">
                <a:latin typeface="Corbel"/>
                <a:cs typeface="Corbel"/>
              </a:rPr>
              <a:t> </a:t>
            </a:r>
            <a:r>
              <a:rPr sz="3000" b="0" dirty="0">
                <a:latin typeface="Corbel"/>
                <a:cs typeface="Corbel"/>
              </a:rPr>
              <a:t>y</a:t>
            </a:r>
            <a:r>
              <a:rPr sz="3000" b="0" spc="-120" dirty="0">
                <a:latin typeface="Corbel"/>
                <a:cs typeface="Corbel"/>
              </a:rPr>
              <a:t> </a:t>
            </a:r>
            <a:r>
              <a:rPr sz="3000" b="0" spc="-65" dirty="0">
                <a:latin typeface="Corbel"/>
                <a:cs typeface="Corbel"/>
              </a:rPr>
              <a:t>je</a:t>
            </a:r>
            <a:r>
              <a:rPr sz="3000" b="0" spc="-60" dirty="0">
                <a:latin typeface="Corbel"/>
                <a:cs typeface="Corbel"/>
              </a:rPr>
              <a:t>r</a:t>
            </a:r>
            <a:r>
              <a:rPr sz="3000" b="0" spc="-70" dirty="0">
                <a:latin typeface="Corbel"/>
                <a:cs typeface="Corbel"/>
              </a:rPr>
              <a:t>a</a:t>
            </a:r>
            <a:r>
              <a:rPr sz="3000" b="0" spc="-60" dirty="0">
                <a:latin typeface="Corbel"/>
                <a:cs typeface="Corbel"/>
              </a:rPr>
              <a:t>rq</a:t>
            </a:r>
            <a:r>
              <a:rPr sz="3000" b="0" spc="-65" dirty="0">
                <a:latin typeface="Corbel"/>
                <a:cs typeface="Corbel"/>
              </a:rPr>
              <a:t>u</a:t>
            </a:r>
            <a:r>
              <a:rPr sz="3000" b="0" spc="-60" dirty="0">
                <a:latin typeface="Corbel"/>
                <a:cs typeface="Corbel"/>
              </a:rPr>
              <a:t>í</a:t>
            </a:r>
            <a:r>
              <a:rPr sz="3000" b="0" spc="-70" dirty="0">
                <a:latin typeface="Corbel"/>
                <a:cs typeface="Corbel"/>
              </a:rPr>
              <a:t>a</a:t>
            </a:r>
            <a:r>
              <a:rPr sz="3000" b="0" dirty="0">
                <a:latin typeface="Corbel"/>
                <a:cs typeface="Corbel"/>
              </a:rPr>
              <a:t>s</a:t>
            </a:r>
            <a:r>
              <a:rPr sz="3000" b="0" spc="-100" dirty="0">
                <a:latin typeface="Corbel"/>
                <a:cs typeface="Corbel"/>
              </a:rPr>
              <a:t> </a:t>
            </a:r>
            <a:r>
              <a:rPr sz="3000" b="0" spc="-60" dirty="0">
                <a:latin typeface="Corbel"/>
                <a:cs typeface="Corbel"/>
              </a:rPr>
              <a:t>dir</a:t>
            </a:r>
            <a:r>
              <a:rPr sz="3000" b="0" spc="-65" dirty="0">
                <a:latin typeface="Corbel"/>
                <a:cs typeface="Corbel"/>
              </a:rPr>
              <a:t>e</a:t>
            </a:r>
            <a:r>
              <a:rPr sz="3000" b="0" spc="-60" dirty="0">
                <a:latin typeface="Corbel"/>
                <a:cs typeface="Corbel"/>
              </a:rPr>
              <a:t>cti</a:t>
            </a:r>
            <a:r>
              <a:rPr sz="3000" b="0" spc="-70" dirty="0">
                <a:latin typeface="Corbel"/>
                <a:cs typeface="Corbel"/>
              </a:rPr>
              <a:t>va</a:t>
            </a:r>
            <a:r>
              <a:rPr sz="3000" b="0" dirty="0">
                <a:latin typeface="Corbel"/>
                <a:cs typeface="Corbel"/>
              </a:rPr>
              <a:t>s</a:t>
            </a:r>
            <a:endParaRPr sz="3000">
              <a:latin typeface="Corbel"/>
              <a:cs typeface="Corbel"/>
            </a:endParaRPr>
          </a:p>
        </p:txBody>
      </p:sp>
      <p:sp>
        <p:nvSpPr>
          <p:cNvPr id="9" name="object 7">
            <a:extLst>
              <a:ext uri="{FF2B5EF4-FFF2-40B4-BE49-F238E27FC236}">
                <a16:creationId xmlns:a16="http://schemas.microsoft.com/office/drawing/2014/main" id="{CEC1C4FB-43C2-FC12-B3B2-F2D99E5C5F16}"/>
              </a:ext>
            </a:extLst>
          </p:cNvPr>
          <p:cNvSpPr txBox="1">
            <a:spLocks/>
          </p:cNvSpPr>
          <p:nvPr/>
        </p:nvSpPr>
        <p:spPr>
          <a:xfrm>
            <a:off x="1217270" y="288461"/>
            <a:ext cx="6873240" cy="482600"/>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3000" kern="1200" spc="-60" baseline="0">
                <a:solidFill>
                  <a:srgbClr val="FFFFFF"/>
                </a:solidFill>
                <a:latin typeface="+mj-lt"/>
                <a:ea typeface="+mj-ea"/>
                <a:cs typeface="+mj-cs"/>
              </a:defRPr>
            </a:lvl1pPr>
          </a:lstStyle>
          <a:p>
            <a:pPr marL="12700">
              <a:lnSpc>
                <a:spcPct val="100000"/>
              </a:lnSpc>
              <a:spcBef>
                <a:spcPts val="100"/>
              </a:spcBef>
            </a:pPr>
            <a:r>
              <a:rPr lang="es-ES" spc="-65">
                <a:solidFill>
                  <a:schemeClr val="tx1"/>
                </a:solidFill>
                <a:latin typeface="Corbel"/>
                <a:cs typeface="Corbel"/>
              </a:rPr>
              <a:t>C</a:t>
            </a:r>
            <a:r>
              <a:rPr lang="es-ES">
                <a:solidFill>
                  <a:schemeClr val="tx1"/>
                </a:solidFill>
                <a:latin typeface="Corbel"/>
                <a:cs typeface="Corbel"/>
              </a:rPr>
              <a:t>l</a:t>
            </a:r>
            <a:r>
              <a:rPr lang="es-ES" spc="-70">
                <a:solidFill>
                  <a:schemeClr val="tx1"/>
                </a:solidFill>
                <a:latin typeface="Corbel"/>
                <a:cs typeface="Corbel"/>
              </a:rPr>
              <a:t>a</a:t>
            </a:r>
            <a:r>
              <a:rPr lang="es-ES" spc="-65">
                <a:solidFill>
                  <a:schemeClr val="tx1"/>
                </a:solidFill>
                <a:latin typeface="Corbel"/>
                <a:cs typeface="Corbel"/>
              </a:rPr>
              <a:t>s</a:t>
            </a:r>
            <a:r>
              <a:rPr lang="es-ES">
                <a:solidFill>
                  <a:schemeClr val="tx1"/>
                </a:solidFill>
                <a:latin typeface="Corbel"/>
                <a:cs typeface="Corbel"/>
              </a:rPr>
              <a:t>i</a:t>
            </a:r>
            <a:r>
              <a:rPr lang="es-ES" spc="-70">
                <a:solidFill>
                  <a:schemeClr val="tx1"/>
                </a:solidFill>
                <a:latin typeface="Corbel"/>
                <a:cs typeface="Corbel"/>
              </a:rPr>
              <a:t>f</a:t>
            </a:r>
            <a:r>
              <a:rPr lang="es-ES">
                <a:solidFill>
                  <a:schemeClr val="tx1"/>
                </a:solidFill>
                <a:latin typeface="Corbel"/>
                <a:cs typeface="Corbel"/>
              </a:rPr>
              <a:t>ic</a:t>
            </a:r>
            <a:r>
              <a:rPr lang="es-ES" spc="-70">
                <a:solidFill>
                  <a:schemeClr val="tx1"/>
                </a:solidFill>
                <a:latin typeface="Corbel"/>
                <a:cs typeface="Corbel"/>
              </a:rPr>
              <a:t>a</a:t>
            </a:r>
            <a:r>
              <a:rPr lang="es-ES">
                <a:solidFill>
                  <a:schemeClr val="tx1"/>
                </a:solidFill>
                <a:latin typeface="Corbel"/>
                <a:cs typeface="Corbel"/>
              </a:rPr>
              <a:t>ci</a:t>
            </a:r>
            <a:r>
              <a:rPr lang="es-ES" spc="-65">
                <a:solidFill>
                  <a:schemeClr val="tx1"/>
                </a:solidFill>
                <a:latin typeface="Corbel"/>
                <a:cs typeface="Corbel"/>
              </a:rPr>
              <a:t>ó</a:t>
            </a:r>
            <a:r>
              <a:rPr lang="es-ES">
                <a:solidFill>
                  <a:schemeClr val="tx1"/>
                </a:solidFill>
                <a:latin typeface="Corbel"/>
                <a:cs typeface="Corbel"/>
              </a:rPr>
              <a:t>n</a:t>
            </a:r>
            <a:r>
              <a:rPr lang="es-ES" spc="-85">
                <a:solidFill>
                  <a:schemeClr val="tx1"/>
                </a:solidFill>
                <a:latin typeface="Corbel"/>
                <a:cs typeface="Corbel"/>
              </a:rPr>
              <a:t> </a:t>
            </a:r>
            <a:r>
              <a:rPr lang="es-ES">
                <a:solidFill>
                  <a:schemeClr val="tx1"/>
                </a:solidFill>
                <a:latin typeface="Corbel"/>
                <a:cs typeface="Corbel"/>
              </a:rPr>
              <a:t>p</a:t>
            </a:r>
            <a:r>
              <a:rPr lang="es-ES" spc="-65">
                <a:solidFill>
                  <a:schemeClr val="tx1"/>
                </a:solidFill>
                <a:latin typeface="Corbel"/>
                <a:cs typeface="Corbel"/>
              </a:rPr>
              <a:t>o</a:t>
            </a:r>
            <a:r>
              <a:rPr lang="es-ES">
                <a:solidFill>
                  <a:schemeClr val="tx1"/>
                </a:solidFill>
                <a:latin typeface="Corbel"/>
                <a:cs typeface="Corbel"/>
              </a:rPr>
              <a:t>r</a:t>
            </a:r>
            <a:r>
              <a:rPr lang="es-ES" spc="-130">
                <a:solidFill>
                  <a:schemeClr val="tx1"/>
                </a:solidFill>
                <a:latin typeface="Corbel"/>
                <a:cs typeface="Corbel"/>
              </a:rPr>
              <a:t> </a:t>
            </a:r>
            <a:r>
              <a:rPr lang="es-ES">
                <a:solidFill>
                  <a:schemeClr val="tx1"/>
                </a:solidFill>
                <a:latin typeface="Corbel"/>
                <a:cs typeface="Corbel"/>
              </a:rPr>
              <a:t>ni</a:t>
            </a:r>
            <a:r>
              <a:rPr lang="es-ES" spc="-70">
                <a:solidFill>
                  <a:schemeClr val="tx1"/>
                </a:solidFill>
                <a:latin typeface="Corbel"/>
                <a:cs typeface="Corbel"/>
              </a:rPr>
              <a:t>v</a:t>
            </a:r>
            <a:r>
              <a:rPr lang="es-ES" spc="-65">
                <a:solidFill>
                  <a:schemeClr val="tx1"/>
                </a:solidFill>
                <a:latin typeface="Corbel"/>
                <a:cs typeface="Corbel"/>
              </a:rPr>
              <a:t>e</a:t>
            </a:r>
            <a:r>
              <a:rPr lang="es-ES">
                <a:solidFill>
                  <a:schemeClr val="tx1"/>
                </a:solidFill>
                <a:latin typeface="Corbel"/>
                <a:cs typeface="Corbel"/>
              </a:rPr>
              <a:t>l</a:t>
            </a:r>
            <a:r>
              <a:rPr lang="es-ES" spc="-65">
                <a:solidFill>
                  <a:schemeClr val="tx1"/>
                </a:solidFill>
                <a:latin typeface="Corbel"/>
                <a:cs typeface="Corbel"/>
              </a:rPr>
              <a:t>e</a:t>
            </a:r>
            <a:r>
              <a:rPr lang="es-ES">
                <a:solidFill>
                  <a:schemeClr val="tx1"/>
                </a:solidFill>
                <a:latin typeface="Corbel"/>
                <a:cs typeface="Corbel"/>
              </a:rPr>
              <a:t>s</a:t>
            </a:r>
            <a:r>
              <a:rPr lang="es-ES" spc="-110">
                <a:solidFill>
                  <a:schemeClr val="tx1"/>
                </a:solidFill>
                <a:latin typeface="Corbel"/>
                <a:cs typeface="Corbel"/>
              </a:rPr>
              <a:t> </a:t>
            </a:r>
            <a:r>
              <a:rPr lang="es-ES">
                <a:solidFill>
                  <a:schemeClr val="tx1"/>
                </a:solidFill>
                <a:latin typeface="Corbel"/>
                <a:cs typeface="Corbel"/>
              </a:rPr>
              <a:t>y</a:t>
            </a:r>
            <a:r>
              <a:rPr lang="es-ES" spc="-120">
                <a:solidFill>
                  <a:schemeClr val="tx1"/>
                </a:solidFill>
                <a:latin typeface="Corbel"/>
                <a:cs typeface="Corbel"/>
              </a:rPr>
              <a:t> </a:t>
            </a:r>
            <a:r>
              <a:rPr lang="es-ES" spc="-65">
                <a:solidFill>
                  <a:schemeClr val="tx1"/>
                </a:solidFill>
                <a:latin typeface="Corbel"/>
                <a:cs typeface="Corbel"/>
              </a:rPr>
              <a:t>je</a:t>
            </a:r>
            <a:r>
              <a:rPr lang="es-ES">
                <a:solidFill>
                  <a:schemeClr val="tx1"/>
                </a:solidFill>
                <a:latin typeface="Corbel"/>
                <a:cs typeface="Corbel"/>
              </a:rPr>
              <a:t>r</a:t>
            </a:r>
            <a:r>
              <a:rPr lang="es-ES" spc="-70">
                <a:solidFill>
                  <a:schemeClr val="tx1"/>
                </a:solidFill>
                <a:latin typeface="Corbel"/>
                <a:cs typeface="Corbel"/>
              </a:rPr>
              <a:t>a</a:t>
            </a:r>
            <a:r>
              <a:rPr lang="es-ES">
                <a:solidFill>
                  <a:schemeClr val="tx1"/>
                </a:solidFill>
                <a:latin typeface="Corbel"/>
                <a:cs typeface="Corbel"/>
              </a:rPr>
              <a:t>rq</a:t>
            </a:r>
            <a:r>
              <a:rPr lang="es-ES" spc="-65">
                <a:solidFill>
                  <a:schemeClr val="tx1"/>
                </a:solidFill>
                <a:latin typeface="Corbel"/>
                <a:cs typeface="Corbel"/>
              </a:rPr>
              <a:t>u</a:t>
            </a:r>
            <a:r>
              <a:rPr lang="es-ES">
                <a:solidFill>
                  <a:schemeClr val="tx1"/>
                </a:solidFill>
                <a:latin typeface="Corbel"/>
                <a:cs typeface="Corbel"/>
              </a:rPr>
              <a:t>í</a:t>
            </a:r>
            <a:r>
              <a:rPr lang="es-ES" spc="-70">
                <a:solidFill>
                  <a:schemeClr val="tx1"/>
                </a:solidFill>
                <a:latin typeface="Corbel"/>
                <a:cs typeface="Corbel"/>
              </a:rPr>
              <a:t>a</a:t>
            </a:r>
            <a:r>
              <a:rPr lang="es-ES">
                <a:solidFill>
                  <a:schemeClr val="tx1"/>
                </a:solidFill>
                <a:latin typeface="Corbel"/>
                <a:cs typeface="Corbel"/>
              </a:rPr>
              <a:t>s</a:t>
            </a:r>
            <a:r>
              <a:rPr lang="es-ES" spc="-100">
                <a:solidFill>
                  <a:schemeClr val="tx1"/>
                </a:solidFill>
                <a:latin typeface="Corbel"/>
                <a:cs typeface="Corbel"/>
              </a:rPr>
              <a:t> </a:t>
            </a:r>
            <a:r>
              <a:rPr lang="es-ES">
                <a:solidFill>
                  <a:schemeClr val="tx1"/>
                </a:solidFill>
                <a:latin typeface="Corbel"/>
                <a:cs typeface="Corbel"/>
              </a:rPr>
              <a:t>dir</a:t>
            </a:r>
            <a:r>
              <a:rPr lang="es-ES" spc="-65">
                <a:solidFill>
                  <a:schemeClr val="tx1"/>
                </a:solidFill>
                <a:latin typeface="Corbel"/>
                <a:cs typeface="Corbel"/>
              </a:rPr>
              <a:t>e</a:t>
            </a:r>
            <a:r>
              <a:rPr lang="es-ES">
                <a:solidFill>
                  <a:schemeClr val="tx1"/>
                </a:solidFill>
                <a:latin typeface="Corbel"/>
                <a:cs typeface="Corbel"/>
              </a:rPr>
              <a:t>cti</a:t>
            </a:r>
            <a:r>
              <a:rPr lang="es-ES" spc="-70">
                <a:solidFill>
                  <a:schemeClr val="tx1"/>
                </a:solidFill>
                <a:latin typeface="Corbel"/>
                <a:cs typeface="Corbel"/>
              </a:rPr>
              <a:t>va</a:t>
            </a:r>
            <a:r>
              <a:rPr lang="es-ES">
                <a:solidFill>
                  <a:schemeClr val="tx1"/>
                </a:solidFill>
                <a:latin typeface="Corbel"/>
                <a:cs typeface="Corbel"/>
              </a:rPr>
              <a:t>s</a:t>
            </a:r>
            <a:endParaRPr lang="es-ES" dirty="0">
              <a:solidFill>
                <a:schemeClr val="tx1"/>
              </a:solidFill>
              <a:latin typeface="Corbel"/>
              <a:cs typeface="Corbel"/>
            </a:endParaRPr>
          </a:p>
        </p:txBody>
      </p:sp>
      <p:sp>
        <p:nvSpPr>
          <p:cNvPr id="8" name="Marcador de número de diapositiva 7">
            <a:extLst>
              <a:ext uri="{FF2B5EF4-FFF2-40B4-BE49-F238E27FC236}">
                <a16:creationId xmlns:a16="http://schemas.microsoft.com/office/drawing/2014/main" id="{7A0611EA-97A2-915E-662C-73CBEE956A1D}"/>
              </a:ext>
            </a:extLst>
          </p:cNvPr>
          <p:cNvSpPr>
            <a:spLocks noGrp="1"/>
          </p:cNvSpPr>
          <p:nvPr>
            <p:ph type="sldNum" sz="quarter" idx="12"/>
          </p:nvPr>
        </p:nvSpPr>
        <p:spPr/>
        <p:txBody>
          <a:bodyPr/>
          <a:lstStyle/>
          <a:p>
            <a:fld id="{5263617F-1627-43AB-9FC2-D1A40487E69C}" type="slidenum">
              <a:rPr lang="es-ES" smtClean="0"/>
              <a:t>14</a:t>
            </a:fld>
            <a:endParaRPr lang="es-E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758951"/>
            <a:ext cx="2583180" cy="5331460"/>
          </a:xfrm>
          <a:custGeom>
            <a:avLst/>
            <a:gdLst/>
            <a:ahLst/>
            <a:cxnLst/>
            <a:rect l="l" t="t" r="r" b="b"/>
            <a:pathLst>
              <a:path w="2583180" h="5331460">
                <a:moveTo>
                  <a:pt x="2583180" y="0"/>
                </a:moveTo>
                <a:lnTo>
                  <a:pt x="0" y="0"/>
                </a:lnTo>
                <a:lnTo>
                  <a:pt x="0" y="5330952"/>
                </a:lnTo>
                <a:lnTo>
                  <a:pt x="2583180" y="5330952"/>
                </a:lnTo>
                <a:lnTo>
                  <a:pt x="2583180" y="0"/>
                </a:lnTo>
                <a:close/>
              </a:path>
            </a:pathLst>
          </a:custGeom>
          <a:solidFill>
            <a:srgbClr val="40B9D2"/>
          </a:solidFill>
        </p:spPr>
        <p:txBody>
          <a:bodyPr wrap="square" lIns="0" tIns="0" rIns="0" bIns="0" rtlCol="0"/>
          <a:lstStyle/>
          <a:p>
            <a:endParaRPr/>
          </a:p>
        </p:txBody>
      </p:sp>
      <p:sp>
        <p:nvSpPr>
          <p:cNvPr id="3" name="object 3"/>
          <p:cNvSpPr/>
          <p:nvPr/>
        </p:nvSpPr>
        <p:spPr>
          <a:xfrm>
            <a:off x="8862059" y="758951"/>
            <a:ext cx="281940" cy="5331460"/>
          </a:xfrm>
          <a:custGeom>
            <a:avLst/>
            <a:gdLst/>
            <a:ahLst/>
            <a:cxnLst/>
            <a:rect l="l" t="t" r="r" b="b"/>
            <a:pathLst>
              <a:path w="281940" h="5331460">
                <a:moveTo>
                  <a:pt x="0" y="5330952"/>
                </a:moveTo>
                <a:lnTo>
                  <a:pt x="281939" y="5330952"/>
                </a:lnTo>
                <a:lnTo>
                  <a:pt x="281939" y="0"/>
                </a:lnTo>
                <a:lnTo>
                  <a:pt x="0" y="0"/>
                </a:lnTo>
                <a:lnTo>
                  <a:pt x="0" y="5330952"/>
                </a:lnTo>
                <a:close/>
              </a:path>
            </a:pathLst>
          </a:custGeom>
          <a:solidFill>
            <a:srgbClr val="C7C7C7">
              <a:alpha val="49803"/>
            </a:srgbClr>
          </a:solidFill>
        </p:spPr>
        <p:txBody>
          <a:bodyPr wrap="square" lIns="0" tIns="0" rIns="0" bIns="0" rtlCol="0"/>
          <a:lstStyle/>
          <a:p>
            <a:endParaRPr/>
          </a:p>
        </p:txBody>
      </p:sp>
      <p:sp>
        <p:nvSpPr>
          <p:cNvPr id="4" name="object 4"/>
          <p:cNvSpPr txBox="1"/>
          <p:nvPr/>
        </p:nvSpPr>
        <p:spPr>
          <a:xfrm>
            <a:off x="1818972" y="238397"/>
            <a:ext cx="7163497" cy="723787"/>
          </a:xfrm>
          <a:prstGeom prst="rect">
            <a:avLst/>
          </a:prstGeom>
        </p:spPr>
        <p:txBody>
          <a:bodyPr vert="horz" wrap="square" lIns="0" tIns="58419" rIns="0" bIns="0" rtlCol="0">
            <a:spAutoFit/>
          </a:bodyPr>
          <a:lstStyle/>
          <a:p>
            <a:pPr marL="12700" marR="5080">
              <a:lnSpc>
                <a:spcPct val="90000"/>
              </a:lnSpc>
              <a:spcBef>
                <a:spcPts val="459"/>
              </a:spcBef>
            </a:pPr>
            <a:r>
              <a:rPr sz="2400" b="1" spc="-65" dirty="0">
                <a:solidFill>
                  <a:srgbClr val="535353"/>
                </a:solidFill>
                <a:latin typeface="Corbel"/>
                <a:cs typeface="Corbel"/>
              </a:rPr>
              <a:t>Cl</a:t>
            </a:r>
            <a:r>
              <a:rPr sz="2400" b="1" spc="-60" dirty="0">
                <a:solidFill>
                  <a:srgbClr val="535353"/>
                </a:solidFill>
                <a:latin typeface="Corbel"/>
                <a:cs typeface="Corbel"/>
              </a:rPr>
              <a:t>as</a:t>
            </a:r>
            <a:r>
              <a:rPr sz="2400" b="1" spc="-65" dirty="0">
                <a:solidFill>
                  <a:srgbClr val="535353"/>
                </a:solidFill>
                <a:latin typeface="Corbel"/>
                <a:cs typeface="Corbel"/>
              </a:rPr>
              <a:t>ific</a:t>
            </a:r>
            <a:r>
              <a:rPr sz="2400" b="1" spc="-60" dirty="0">
                <a:solidFill>
                  <a:srgbClr val="535353"/>
                </a:solidFill>
                <a:latin typeface="Corbel"/>
                <a:cs typeface="Corbel"/>
              </a:rPr>
              <a:t>a</a:t>
            </a:r>
            <a:r>
              <a:rPr sz="2400" b="1" spc="-65" dirty="0">
                <a:solidFill>
                  <a:srgbClr val="535353"/>
                </a:solidFill>
                <a:latin typeface="Corbel"/>
                <a:cs typeface="Corbel"/>
              </a:rPr>
              <a:t>ci</a:t>
            </a:r>
            <a:r>
              <a:rPr sz="2400" b="1" spc="-70" dirty="0">
                <a:solidFill>
                  <a:srgbClr val="535353"/>
                </a:solidFill>
                <a:latin typeface="Corbel"/>
                <a:cs typeface="Corbel"/>
              </a:rPr>
              <a:t>ó</a:t>
            </a:r>
            <a:r>
              <a:rPr sz="2400" b="1" dirty="0">
                <a:solidFill>
                  <a:srgbClr val="535353"/>
                </a:solidFill>
                <a:latin typeface="Corbel"/>
                <a:cs typeface="Corbel"/>
              </a:rPr>
              <a:t>n  </a:t>
            </a:r>
            <a:r>
              <a:rPr sz="2400" b="1" spc="-65" dirty="0">
                <a:solidFill>
                  <a:srgbClr val="535353"/>
                </a:solidFill>
                <a:latin typeface="Corbel"/>
                <a:cs typeface="Corbel"/>
              </a:rPr>
              <a:t>d</a:t>
            </a:r>
            <a:r>
              <a:rPr sz="2400" b="1" dirty="0">
                <a:solidFill>
                  <a:srgbClr val="535353"/>
                </a:solidFill>
                <a:latin typeface="Corbel"/>
                <a:cs typeface="Corbel"/>
              </a:rPr>
              <a:t>e</a:t>
            </a:r>
            <a:r>
              <a:rPr sz="2400" b="1" spc="-120" dirty="0">
                <a:solidFill>
                  <a:srgbClr val="535353"/>
                </a:solidFill>
                <a:latin typeface="Corbel"/>
                <a:cs typeface="Corbel"/>
              </a:rPr>
              <a:t> </a:t>
            </a:r>
            <a:r>
              <a:rPr sz="2400" b="1" spc="-65" dirty="0">
                <a:solidFill>
                  <a:srgbClr val="535353"/>
                </a:solidFill>
                <a:latin typeface="Corbel"/>
                <a:cs typeface="Corbel"/>
              </a:rPr>
              <a:t>l</a:t>
            </a:r>
            <a:r>
              <a:rPr sz="2400" b="1" spc="-60" dirty="0">
                <a:solidFill>
                  <a:srgbClr val="535353"/>
                </a:solidFill>
                <a:latin typeface="Corbel"/>
                <a:cs typeface="Corbel"/>
              </a:rPr>
              <a:t>a</a:t>
            </a:r>
            <a:r>
              <a:rPr sz="2400" b="1" dirty="0">
                <a:solidFill>
                  <a:srgbClr val="535353"/>
                </a:solidFill>
                <a:latin typeface="Corbel"/>
                <a:cs typeface="Corbel"/>
              </a:rPr>
              <a:t>s  </a:t>
            </a:r>
            <a:r>
              <a:rPr sz="2400" b="1" spc="-60" dirty="0">
                <a:solidFill>
                  <a:srgbClr val="535353"/>
                </a:solidFill>
                <a:latin typeface="Corbel"/>
                <a:cs typeface="Corbel"/>
              </a:rPr>
              <a:t>habilidades </a:t>
            </a:r>
            <a:r>
              <a:rPr sz="2400" b="1" spc="-55" dirty="0">
                <a:solidFill>
                  <a:srgbClr val="535353"/>
                </a:solidFill>
                <a:latin typeface="Corbel"/>
                <a:cs typeface="Corbel"/>
              </a:rPr>
              <a:t> </a:t>
            </a:r>
            <a:r>
              <a:rPr sz="2400" b="1" spc="-60" dirty="0">
                <a:solidFill>
                  <a:srgbClr val="535353"/>
                </a:solidFill>
                <a:latin typeface="Corbel"/>
                <a:cs typeface="Corbel"/>
              </a:rPr>
              <a:t>esenciales </a:t>
            </a:r>
            <a:r>
              <a:rPr sz="2400" b="1" spc="-55" dirty="0">
                <a:solidFill>
                  <a:srgbClr val="535353"/>
                </a:solidFill>
                <a:latin typeface="Corbel"/>
                <a:cs typeface="Corbel"/>
              </a:rPr>
              <a:t> </a:t>
            </a:r>
            <a:r>
              <a:rPr sz="2400" b="1" spc="-65" dirty="0">
                <a:solidFill>
                  <a:srgbClr val="535353"/>
                </a:solidFill>
                <a:latin typeface="Corbel"/>
                <a:cs typeface="Corbel"/>
              </a:rPr>
              <a:t>de</a:t>
            </a:r>
            <a:r>
              <a:rPr sz="2400" b="1" dirty="0">
                <a:solidFill>
                  <a:srgbClr val="535353"/>
                </a:solidFill>
                <a:latin typeface="Corbel"/>
                <a:cs typeface="Corbel"/>
              </a:rPr>
              <a:t>l</a:t>
            </a:r>
            <a:r>
              <a:rPr sz="2400" b="1" spc="-120" dirty="0">
                <a:solidFill>
                  <a:srgbClr val="535353"/>
                </a:solidFill>
                <a:latin typeface="Corbel"/>
                <a:cs typeface="Corbel"/>
              </a:rPr>
              <a:t> </a:t>
            </a:r>
            <a:r>
              <a:rPr sz="2400" b="1" spc="-65" dirty="0">
                <a:solidFill>
                  <a:srgbClr val="535353"/>
                </a:solidFill>
                <a:latin typeface="Corbel"/>
                <a:cs typeface="Corbel"/>
              </a:rPr>
              <a:t>direc</a:t>
            </a:r>
            <a:r>
              <a:rPr sz="2400" b="1" spc="-60" dirty="0">
                <a:solidFill>
                  <a:srgbClr val="535353"/>
                </a:solidFill>
                <a:latin typeface="Corbel"/>
                <a:cs typeface="Corbel"/>
              </a:rPr>
              <a:t>t</a:t>
            </a:r>
            <a:r>
              <a:rPr sz="2400" b="1" spc="-65" dirty="0">
                <a:solidFill>
                  <a:srgbClr val="535353"/>
                </a:solidFill>
                <a:latin typeface="Corbel"/>
                <a:cs typeface="Corbel"/>
              </a:rPr>
              <a:t>i</a:t>
            </a:r>
            <a:r>
              <a:rPr sz="2400" b="1" spc="-60" dirty="0">
                <a:solidFill>
                  <a:srgbClr val="535353"/>
                </a:solidFill>
                <a:latin typeface="Corbel"/>
                <a:cs typeface="Corbel"/>
              </a:rPr>
              <a:t>v</a:t>
            </a:r>
            <a:r>
              <a:rPr sz="2400" b="1" dirty="0">
                <a:solidFill>
                  <a:srgbClr val="535353"/>
                </a:solidFill>
                <a:latin typeface="Corbel"/>
                <a:cs typeface="Corbel"/>
              </a:rPr>
              <a:t>o  </a:t>
            </a:r>
            <a:r>
              <a:rPr sz="2400" b="1" spc="-60" dirty="0">
                <a:solidFill>
                  <a:srgbClr val="535353"/>
                </a:solidFill>
                <a:latin typeface="Corbel"/>
                <a:cs typeface="Corbel"/>
              </a:rPr>
              <a:t>Katz</a:t>
            </a:r>
            <a:r>
              <a:rPr sz="2400" b="1" dirty="0">
                <a:solidFill>
                  <a:srgbClr val="535353"/>
                </a:solidFill>
                <a:latin typeface="Corbel"/>
                <a:cs typeface="Corbel"/>
              </a:rPr>
              <a:t>,</a:t>
            </a:r>
            <a:r>
              <a:rPr sz="2400" b="1" spc="-130" dirty="0">
                <a:solidFill>
                  <a:srgbClr val="535353"/>
                </a:solidFill>
                <a:latin typeface="Corbel"/>
                <a:cs typeface="Corbel"/>
              </a:rPr>
              <a:t> </a:t>
            </a:r>
            <a:r>
              <a:rPr sz="2400" b="1" spc="-60" dirty="0">
                <a:solidFill>
                  <a:srgbClr val="535353"/>
                </a:solidFill>
                <a:latin typeface="Corbel"/>
                <a:cs typeface="Corbel"/>
              </a:rPr>
              <a:t>R</a:t>
            </a:r>
            <a:r>
              <a:rPr sz="2400" b="1" spc="-65" dirty="0">
                <a:solidFill>
                  <a:srgbClr val="535353"/>
                </a:solidFill>
                <a:latin typeface="Corbel"/>
                <a:cs typeface="Corbel"/>
              </a:rPr>
              <a:t>.L</a:t>
            </a:r>
            <a:r>
              <a:rPr sz="2400" b="1" dirty="0">
                <a:solidFill>
                  <a:srgbClr val="535353"/>
                </a:solidFill>
                <a:latin typeface="Corbel"/>
                <a:cs typeface="Corbel"/>
              </a:rPr>
              <a:t>.  </a:t>
            </a:r>
            <a:r>
              <a:rPr sz="2400" b="1" spc="-65" dirty="0">
                <a:solidFill>
                  <a:srgbClr val="535353"/>
                </a:solidFill>
                <a:latin typeface="Corbel"/>
                <a:cs typeface="Corbel"/>
              </a:rPr>
              <a:t>(1974)</a:t>
            </a:r>
            <a:endParaRPr sz="2400" dirty="0">
              <a:latin typeface="Corbel"/>
              <a:cs typeface="Corbel"/>
            </a:endParaRPr>
          </a:p>
        </p:txBody>
      </p:sp>
      <p:sp>
        <p:nvSpPr>
          <p:cNvPr id="5" name="object 5"/>
          <p:cNvSpPr txBox="1"/>
          <p:nvPr/>
        </p:nvSpPr>
        <p:spPr>
          <a:xfrm>
            <a:off x="275640" y="6325006"/>
            <a:ext cx="3333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22</a:t>
            </a:r>
            <a:endParaRPr sz="2400">
              <a:latin typeface="Calibri"/>
              <a:cs typeface="Calibri"/>
            </a:endParaRPr>
          </a:p>
        </p:txBody>
      </p:sp>
      <p:sp>
        <p:nvSpPr>
          <p:cNvPr id="6" name="object 6"/>
          <p:cNvSpPr txBox="1"/>
          <p:nvPr/>
        </p:nvSpPr>
        <p:spPr>
          <a:xfrm>
            <a:off x="2941891" y="1186308"/>
            <a:ext cx="5806573" cy="1085425"/>
          </a:xfrm>
          <a:prstGeom prst="rect">
            <a:avLst/>
          </a:prstGeom>
        </p:spPr>
        <p:txBody>
          <a:bodyPr vert="horz" wrap="square" lIns="0" tIns="12700" rIns="0" bIns="0" rtlCol="0">
            <a:spAutoFit/>
          </a:bodyPr>
          <a:lstStyle/>
          <a:p>
            <a:pPr marL="195580" indent="-182880">
              <a:lnSpc>
                <a:spcPct val="100000"/>
              </a:lnSpc>
              <a:spcBef>
                <a:spcPts val="100"/>
              </a:spcBef>
              <a:buClr>
                <a:srgbClr val="40B9D2"/>
              </a:buClr>
              <a:buFont typeface="Wingdings 2"/>
              <a:buChar char=""/>
              <a:tabLst>
                <a:tab pos="195580" algn="l"/>
              </a:tabLst>
            </a:pPr>
            <a:r>
              <a:rPr sz="2400" b="1" spc="-5" dirty="0" err="1">
                <a:solidFill>
                  <a:srgbClr val="006FC0"/>
                </a:solidFill>
                <a:latin typeface="Corbel"/>
                <a:cs typeface="Corbel"/>
              </a:rPr>
              <a:t>Habilidad</a:t>
            </a:r>
            <a:r>
              <a:rPr lang="es-ES" sz="2400" b="1" spc="-5" dirty="0">
                <a:solidFill>
                  <a:srgbClr val="006FC0"/>
                </a:solidFill>
                <a:latin typeface="Corbel"/>
                <a:cs typeface="Corbel"/>
              </a:rPr>
              <a:t>es</a:t>
            </a:r>
            <a:r>
              <a:rPr sz="2400" b="1" spc="-35" dirty="0">
                <a:solidFill>
                  <a:srgbClr val="006FC0"/>
                </a:solidFill>
                <a:latin typeface="Corbel"/>
                <a:cs typeface="Corbel"/>
              </a:rPr>
              <a:t> </a:t>
            </a:r>
            <a:r>
              <a:rPr sz="2400" b="1" spc="-5" dirty="0" err="1">
                <a:solidFill>
                  <a:srgbClr val="006FC0"/>
                </a:solidFill>
                <a:latin typeface="Corbel"/>
                <a:cs typeface="Corbel"/>
              </a:rPr>
              <a:t>técnica</a:t>
            </a:r>
            <a:r>
              <a:rPr lang="es-ES" sz="2400" b="1" spc="-5" dirty="0">
                <a:solidFill>
                  <a:srgbClr val="006FC0"/>
                </a:solidFill>
                <a:latin typeface="Corbel"/>
                <a:cs typeface="Corbel"/>
              </a:rPr>
              <a:t>s</a:t>
            </a:r>
            <a:r>
              <a:rPr sz="2400" b="1" spc="-5" dirty="0">
                <a:solidFill>
                  <a:srgbClr val="006FC0"/>
                </a:solidFill>
                <a:latin typeface="Corbel"/>
                <a:cs typeface="Corbel"/>
              </a:rPr>
              <a:t>:</a:t>
            </a:r>
            <a:endParaRPr sz="2400" dirty="0">
              <a:latin typeface="Corbel"/>
              <a:cs typeface="Corbel"/>
            </a:endParaRPr>
          </a:p>
          <a:p>
            <a:pPr marL="697865" marR="5080" lvl="1" indent="-182880">
              <a:lnSpc>
                <a:spcPct val="90100"/>
              </a:lnSpc>
              <a:spcBef>
                <a:spcPts val="295"/>
              </a:spcBef>
              <a:buClr>
                <a:srgbClr val="40B9D2"/>
              </a:buClr>
              <a:buFont typeface="Wingdings 2"/>
              <a:buChar char=""/>
              <a:tabLst>
                <a:tab pos="698500" algn="l"/>
              </a:tabLst>
            </a:pPr>
            <a:r>
              <a:rPr sz="2400" dirty="0">
                <a:solidFill>
                  <a:srgbClr val="585858"/>
                </a:solidFill>
                <a:latin typeface="Corbel"/>
                <a:cs typeface="Corbel"/>
              </a:rPr>
              <a:t>Destreza para usar </a:t>
            </a:r>
            <a:r>
              <a:rPr sz="2400" spc="-10" dirty="0">
                <a:solidFill>
                  <a:srgbClr val="585858"/>
                </a:solidFill>
                <a:latin typeface="Corbel"/>
                <a:cs typeface="Corbel"/>
              </a:rPr>
              <a:t>los </a:t>
            </a:r>
            <a:r>
              <a:rPr sz="2400" spc="-5" dirty="0">
                <a:solidFill>
                  <a:srgbClr val="585858"/>
                </a:solidFill>
                <a:latin typeface="Corbel"/>
                <a:cs typeface="Corbel"/>
              </a:rPr>
              <a:t> conocimientos</a:t>
            </a:r>
            <a:r>
              <a:rPr sz="2400" spc="-35" dirty="0">
                <a:solidFill>
                  <a:srgbClr val="585858"/>
                </a:solidFill>
                <a:latin typeface="Corbel"/>
                <a:cs typeface="Corbel"/>
              </a:rPr>
              <a:t> </a:t>
            </a:r>
            <a:r>
              <a:rPr sz="2400" dirty="0">
                <a:solidFill>
                  <a:srgbClr val="585858"/>
                </a:solidFill>
                <a:latin typeface="Corbel"/>
                <a:cs typeface="Corbel"/>
              </a:rPr>
              <a:t>y</a:t>
            </a:r>
            <a:r>
              <a:rPr sz="2400" spc="-25" dirty="0">
                <a:solidFill>
                  <a:srgbClr val="585858"/>
                </a:solidFill>
                <a:latin typeface="Corbel"/>
                <a:cs typeface="Corbel"/>
              </a:rPr>
              <a:t> </a:t>
            </a:r>
            <a:r>
              <a:rPr sz="2400" dirty="0">
                <a:solidFill>
                  <a:srgbClr val="585858"/>
                </a:solidFill>
                <a:latin typeface="Corbel"/>
                <a:cs typeface="Corbel"/>
              </a:rPr>
              <a:t>competencia</a:t>
            </a:r>
            <a:r>
              <a:rPr sz="2400" spc="-35" dirty="0">
                <a:solidFill>
                  <a:srgbClr val="585858"/>
                </a:solidFill>
                <a:latin typeface="Corbel"/>
                <a:cs typeface="Corbel"/>
              </a:rPr>
              <a:t> </a:t>
            </a:r>
            <a:r>
              <a:rPr sz="2400" dirty="0">
                <a:solidFill>
                  <a:srgbClr val="585858"/>
                </a:solidFill>
                <a:latin typeface="Corbel"/>
                <a:cs typeface="Corbel"/>
              </a:rPr>
              <a:t>en</a:t>
            </a:r>
            <a:r>
              <a:rPr sz="2400" spc="-20" dirty="0">
                <a:solidFill>
                  <a:srgbClr val="585858"/>
                </a:solidFill>
                <a:latin typeface="Corbel"/>
                <a:cs typeface="Corbel"/>
              </a:rPr>
              <a:t> </a:t>
            </a:r>
            <a:r>
              <a:rPr sz="2400" dirty="0">
                <a:solidFill>
                  <a:srgbClr val="585858"/>
                </a:solidFill>
                <a:latin typeface="Corbel"/>
                <a:cs typeface="Corbel"/>
              </a:rPr>
              <a:t>un </a:t>
            </a:r>
            <a:r>
              <a:rPr sz="2400" spc="-465" dirty="0">
                <a:solidFill>
                  <a:srgbClr val="585858"/>
                </a:solidFill>
                <a:latin typeface="Corbel"/>
                <a:cs typeface="Corbel"/>
              </a:rPr>
              <a:t> </a:t>
            </a:r>
            <a:r>
              <a:rPr sz="2400" spc="-5" dirty="0">
                <a:solidFill>
                  <a:srgbClr val="585858"/>
                </a:solidFill>
                <a:latin typeface="Corbel"/>
                <a:cs typeface="Corbel"/>
              </a:rPr>
              <a:t>campo</a:t>
            </a:r>
            <a:r>
              <a:rPr sz="2400" spc="-30" dirty="0">
                <a:solidFill>
                  <a:srgbClr val="585858"/>
                </a:solidFill>
                <a:latin typeface="Corbel"/>
                <a:cs typeface="Corbel"/>
              </a:rPr>
              <a:t> </a:t>
            </a:r>
            <a:r>
              <a:rPr sz="2400" spc="-5" dirty="0">
                <a:solidFill>
                  <a:srgbClr val="585858"/>
                </a:solidFill>
                <a:latin typeface="Corbel"/>
                <a:cs typeface="Corbel"/>
              </a:rPr>
              <a:t>especializado</a:t>
            </a:r>
            <a:endParaRPr sz="2400" dirty="0">
              <a:latin typeface="Corbel"/>
              <a:cs typeface="Corbel"/>
            </a:endParaRPr>
          </a:p>
        </p:txBody>
      </p:sp>
      <p:sp>
        <p:nvSpPr>
          <p:cNvPr id="7" name="object 7"/>
          <p:cNvSpPr txBox="1"/>
          <p:nvPr/>
        </p:nvSpPr>
        <p:spPr>
          <a:xfrm>
            <a:off x="2995041" y="2685415"/>
            <a:ext cx="5753423" cy="1074653"/>
          </a:xfrm>
          <a:prstGeom prst="rect">
            <a:avLst/>
          </a:prstGeom>
        </p:spPr>
        <p:txBody>
          <a:bodyPr vert="horz" wrap="square" lIns="0" tIns="12700" rIns="0" bIns="0" rtlCol="0">
            <a:spAutoFit/>
          </a:bodyPr>
          <a:lstStyle/>
          <a:p>
            <a:pPr marL="195580" indent="-182880">
              <a:lnSpc>
                <a:spcPct val="100000"/>
              </a:lnSpc>
              <a:spcBef>
                <a:spcPts val="100"/>
              </a:spcBef>
              <a:buClr>
                <a:srgbClr val="40B9D2"/>
              </a:buClr>
              <a:buFont typeface="Wingdings 2"/>
              <a:buChar char=""/>
              <a:tabLst>
                <a:tab pos="195580" algn="l"/>
              </a:tabLst>
            </a:pPr>
            <a:r>
              <a:rPr sz="2400" b="1" spc="-5" dirty="0" err="1">
                <a:solidFill>
                  <a:srgbClr val="006FC0"/>
                </a:solidFill>
                <a:latin typeface="Corbel"/>
                <a:cs typeface="Corbel"/>
              </a:rPr>
              <a:t>Habilidad</a:t>
            </a:r>
            <a:r>
              <a:rPr lang="es-ES" sz="2400" b="1" spc="-5" dirty="0">
                <a:solidFill>
                  <a:srgbClr val="006FC0"/>
                </a:solidFill>
                <a:latin typeface="Corbel"/>
                <a:cs typeface="Corbel"/>
              </a:rPr>
              <a:t>es</a:t>
            </a:r>
            <a:r>
              <a:rPr sz="2400" b="1" spc="-15" dirty="0">
                <a:solidFill>
                  <a:srgbClr val="006FC0"/>
                </a:solidFill>
                <a:latin typeface="Corbel"/>
                <a:cs typeface="Corbel"/>
              </a:rPr>
              <a:t> </a:t>
            </a:r>
            <a:r>
              <a:rPr sz="2400" b="1" spc="-5" dirty="0">
                <a:solidFill>
                  <a:srgbClr val="006FC0"/>
                </a:solidFill>
                <a:latin typeface="Corbel"/>
                <a:cs typeface="Corbel"/>
              </a:rPr>
              <a:t>human</a:t>
            </a:r>
            <a:r>
              <a:rPr lang="es-ES" sz="2400" b="1" spc="-5" dirty="0">
                <a:solidFill>
                  <a:srgbClr val="006FC0"/>
                </a:solidFill>
                <a:latin typeface="Corbel"/>
                <a:cs typeface="Corbel"/>
              </a:rPr>
              <a:t>as</a:t>
            </a:r>
            <a:r>
              <a:rPr sz="2400" b="1" spc="-5" dirty="0">
                <a:solidFill>
                  <a:srgbClr val="006FC0"/>
                </a:solidFill>
                <a:latin typeface="Corbel"/>
                <a:cs typeface="Corbel"/>
              </a:rPr>
              <a:t>:</a:t>
            </a:r>
            <a:endParaRPr sz="2400" dirty="0">
              <a:latin typeface="Corbel"/>
              <a:cs typeface="Corbel"/>
            </a:endParaRPr>
          </a:p>
          <a:p>
            <a:pPr marL="698500" lvl="1" indent="-183515">
              <a:lnSpc>
                <a:spcPts val="2735"/>
              </a:lnSpc>
              <a:spcBef>
                <a:spcPts val="10"/>
              </a:spcBef>
              <a:buClr>
                <a:srgbClr val="40B9D2"/>
              </a:buClr>
              <a:buFont typeface="Wingdings 2"/>
              <a:buChar char=""/>
              <a:tabLst>
                <a:tab pos="698500" algn="l"/>
              </a:tabLst>
            </a:pPr>
            <a:r>
              <a:rPr lang="es-ES" sz="2400" spc="-5" dirty="0">
                <a:solidFill>
                  <a:srgbClr val="585858"/>
                </a:solidFill>
                <a:latin typeface="Corbel"/>
                <a:cs typeface="Corbel"/>
              </a:rPr>
              <a:t>C</a:t>
            </a:r>
            <a:r>
              <a:rPr sz="2400" spc="-5" dirty="0" err="1">
                <a:solidFill>
                  <a:srgbClr val="585858"/>
                </a:solidFill>
                <a:latin typeface="Corbel"/>
                <a:cs typeface="Corbel"/>
              </a:rPr>
              <a:t>apacidad</a:t>
            </a:r>
            <a:r>
              <a:rPr sz="2400" spc="-10" dirty="0">
                <a:solidFill>
                  <a:srgbClr val="585858"/>
                </a:solidFill>
                <a:latin typeface="Corbel"/>
                <a:cs typeface="Corbel"/>
              </a:rPr>
              <a:t> </a:t>
            </a:r>
            <a:r>
              <a:rPr sz="2400" spc="-5" dirty="0">
                <a:solidFill>
                  <a:srgbClr val="585858"/>
                </a:solidFill>
                <a:latin typeface="Corbel"/>
                <a:cs typeface="Corbel"/>
              </a:rPr>
              <a:t>para</a:t>
            </a:r>
            <a:r>
              <a:rPr sz="2400" spc="-30" dirty="0">
                <a:solidFill>
                  <a:srgbClr val="585858"/>
                </a:solidFill>
                <a:latin typeface="Corbel"/>
                <a:cs typeface="Corbel"/>
              </a:rPr>
              <a:t> </a:t>
            </a:r>
            <a:r>
              <a:rPr sz="2400" spc="-5" dirty="0">
                <a:solidFill>
                  <a:srgbClr val="585858"/>
                </a:solidFill>
                <a:latin typeface="Corbel"/>
                <a:cs typeface="Corbel"/>
              </a:rPr>
              <a:t>trabajar</a:t>
            </a:r>
            <a:r>
              <a:rPr sz="2400" spc="-10" dirty="0">
                <a:solidFill>
                  <a:srgbClr val="585858"/>
                </a:solidFill>
                <a:latin typeface="Corbel"/>
                <a:cs typeface="Corbel"/>
              </a:rPr>
              <a:t> </a:t>
            </a:r>
            <a:r>
              <a:rPr sz="2400" spc="-5" dirty="0">
                <a:solidFill>
                  <a:srgbClr val="585858"/>
                </a:solidFill>
                <a:latin typeface="Corbel"/>
                <a:cs typeface="Corbel"/>
              </a:rPr>
              <a:t>con</a:t>
            </a:r>
            <a:r>
              <a:rPr sz="2400" spc="-30" dirty="0">
                <a:solidFill>
                  <a:srgbClr val="585858"/>
                </a:solidFill>
                <a:latin typeface="Corbel"/>
                <a:cs typeface="Corbel"/>
              </a:rPr>
              <a:t> </a:t>
            </a:r>
            <a:r>
              <a:rPr sz="2400" spc="-5" dirty="0">
                <a:solidFill>
                  <a:srgbClr val="585858"/>
                </a:solidFill>
                <a:latin typeface="Corbel"/>
                <a:cs typeface="Corbel"/>
              </a:rPr>
              <a:t>otras</a:t>
            </a:r>
            <a:endParaRPr sz="2400" dirty="0">
              <a:latin typeface="Corbel"/>
              <a:cs typeface="Corbel"/>
            </a:endParaRPr>
          </a:p>
          <a:p>
            <a:pPr marL="697865">
              <a:lnSpc>
                <a:spcPts val="2735"/>
              </a:lnSpc>
            </a:pPr>
            <a:r>
              <a:rPr sz="2400" spc="-5" dirty="0">
                <a:solidFill>
                  <a:srgbClr val="585858"/>
                </a:solidFill>
                <a:latin typeface="Corbel"/>
                <a:cs typeface="Corbel"/>
              </a:rPr>
              <a:t>personas</a:t>
            </a:r>
            <a:endParaRPr sz="2400" dirty="0">
              <a:latin typeface="Corbel"/>
              <a:cs typeface="Corbel"/>
            </a:endParaRPr>
          </a:p>
        </p:txBody>
      </p:sp>
      <p:sp>
        <p:nvSpPr>
          <p:cNvPr id="8" name="object 8"/>
          <p:cNvSpPr txBox="1"/>
          <p:nvPr/>
        </p:nvSpPr>
        <p:spPr>
          <a:xfrm>
            <a:off x="2995041" y="4383100"/>
            <a:ext cx="5753423" cy="1087477"/>
          </a:xfrm>
          <a:prstGeom prst="rect">
            <a:avLst/>
          </a:prstGeom>
        </p:spPr>
        <p:txBody>
          <a:bodyPr vert="horz" wrap="square" lIns="0" tIns="12700" rIns="0" bIns="0" rtlCol="0">
            <a:spAutoFit/>
          </a:bodyPr>
          <a:lstStyle/>
          <a:p>
            <a:pPr marL="195580" indent="-182880">
              <a:lnSpc>
                <a:spcPct val="100000"/>
              </a:lnSpc>
              <a:spcBef>
                <a:spcPts val="100"/>
              </a:spcBef>
              <a:buClr>
                <a:srgbClr val="40B9D2"/>
              </a:buClr>
              <a:buFont typeface="Wingdings 2"/>
              <a:buChar char=""/>
              <a:tabLst>
                <a:tab pos="195580" algn="l"/>
              </a:tabLst>
            </a:pPr>
            <a:r>
              <a:rPr sz="2400" b="1" spc="-5" dirty="0" err="1">
                <a:solidFill>
                  <a:srgbClr val="006FC0"/>
                </a:solidFill>
                <a:latin typeface="Corbel"/>
                <a:cs typeface="Corbel"/>
              </a:rPr>
              <a:t>Habilidad</a:t>
            </a:r>
            <a:r>
              <a:rPr lang="es-ES" sz="2400" b="1" spc="-25" dirty="0">
                <a:solidFill>
                  <a:srgbClr val="006FC0"/>
                </a:solidFill>
                <a:latin typeface="Corbel"/>
                <a:cs typeface="Corbel"/>
              </a:rPr>
              <a:t>es </a:t>
            </a:r>
            <a:r>
              <a:rPr sz="2400" b="1" dirty="0">
                <a:solidFill>
                  <a:srgbClr val="006FC0"/>
                </a:solidFill>
                <a:latin typeface="Corbel"/>
                <a:cs typeface="Corbel"/>
              </a:rPr>
              <a:t>conceptual</a:t>
            </a:r>
            <a:r>
              <a:rPr lang="es-ES" sz="2400" b="1" dirty="0">
                <a:solidFill>
                  <a:srgbClr val="006FC0"/>
                </a:solidFill>
                <a:latin typeface="Corbel"/>
                <a:cs typeface="Corbel"/>
              </a:rPr>
              <a:t>es</a:t>
            </a:r>
            <a:r>
              <a:rPr sz="2400" b="1" dirty="0">
                <a:solidFill>
                  <a:srgbClr val="006FC0"/>
                </a:solidFill>
                <a:latin typeface="Corbel"/>
                <a:cs typeface="Corbel"/>
              </a:rPr>
              <a:t>:</a:t>
            </a:r>
            <a:endParaRPr sz="2400" dirty="0">
              <a:latin typeface="Corbel"/>
              <a:cs typeface="Corbel"/>
            </a:endParaRPr>
          </a:p>
          <a:p>
            <a:pPr marL="697865" marR="5080" lvl="1" indent="-182880">
              <a:lnSpc>
                <a:spcPts val="2590"/>
              </a:lnSpc>
              <a:spcBef>
                <a:spcPts val="345"/>
              </a:spcBef>
              <a:buClr>
                <a:srgbClr val="40B9D2"/>
              </a:buClr>
              <a:buFont typeface="Wingdings 2"/>
              <a:buChar char=""/>
              <a:tabLst>
                <a:tab pos="698500" algn="l"/>
              </a:tabLst>
            </a:pPr>
            <a:r>
              <a:rPr lang="es-ES" sz="2400" spc="-5" dirty="0">
                <a:solidFill>
                  <a:srgbClr val="585858"/>
                </a:solidFill>
                <a:latin typeface="Corbel"/>
                <a:cs typeface="Corbel"/>
              </a:rPr>
              <a:t>C</a:t>
            </a:r>
            <a:r>
              <a:rPr sz="2400" spc="-5" dirty="0" err="1">
                <a:solidFill>
                  <a:srgbClr val="585858"/>
                </a:solidFill>
                <a:latin typeface="Corbel"/>
                <a:cs typeface="Corbel"/>
              </a:rPr>
              <a:t>apacidad</a:t>
            </a:r>
            <a:r>
              <a:rPr sz="2400" dirty="0">
                <a:solidFill>
                  <a:srgbClr val="585858"/>
                </a:solidFill>
                <a:latin typeface="Corbel"/>
                <a:cs typeface="Corbel"/>
              </a:rPr>
              <a:t> de </a:t>
            </a:r>
            <a:r>
              <a:rPr sz="2400" spc="-5" dirty="0">
                <a:solidFill>
                  <a:srgbClr val="585858"/>
                </a:solidFill>
                <a:latin typeface="Corbel"/>
                <a:cs typeface="Corbel"/>
              </a:rPr>
              <a:t>abstracción, </a:t>
            </a:r>
            <a:r>
              <a:rPr sz="2400" dirty="0">
                <a:solidFill>
                  <a:srgbClr val="585858"/>
                </a:solidFill>
                <a:latin typeface="Corbel"/>
                <a:cs typeface="Corbel"/>
              </a:rPr>
              <a:t>para </a:t>
            </a:r>
            <a:r>
              <a:rPr sz="2400" spc="5" dirty="0">
                <a:solidFill>
                  <a:srgbClr val="585858"/>
                </a:solidFill>
                <a:latin typeface="Corbel"/>
                <a:cs typeface="Corbel"/>
              </a:rPr>
              <a:t> </a:t>
            </a:r>
            <a:r>
              <a:rPr sz="2400" dirty="0">
                <a:solidFill>
                  <a:srgbClr val="585858"/>
                </a:solidFill>
                <a:latin typeface="Corbel"/>
                <a:cs typeface="Corbel"/>
              </a:rPr>
              <a:t>pensar y </a:t>
            </a:r>
            <a:r>
              <a:rPr sz="2400" spc="-5" dirty="0">
                <a:solidFill>
                  <a:srgbClr val="585858"/>
                </a:solidFill>
                <a:latin typeface="Corbel"/>
                <a:cs typeface="Corbel"/>
              </a:rPr>
              <a:t>conceptualizar </a:t>
            </a:r>
            <a:r>
              <a:rPr sz="2400" spc="-5" dirty="0" err="1">
                <a:solidFill>
                  <a:srgbClr val="585858"/>
                </a:solidFill>
                <a:latin typeface="Corbel"/>
                <a:cs typeface="Corbel"/>
              </a:rPr>
              <a:t>situaciones</a:t>
            </a:r>
            <a:r>
              <a:rPr sz="2400" spc="-5" dirty="0">
                <a:solidFill>
                  <a:srgbClr val="585858"/>
                </a:solidFill>
                <a:latin typeface="Corbel"/>
                <a:cs typeface="Corbel"/>
              </a:rPr>
              <a:t> </a:t>
            </a:r>
            <a:r>
              <a:rPr sz="2400" spc="-470" dirty="0">
                <a:solidFill>
                  <a:srgbClr val="585858"/>
                </a:solidFill>
                <a:latin typeface="Corbel"/>
                <a:cs typeface="Corbel"/>
              </a:rPr>
              <a:t> </a:t>
            </a:r>
            <a:r>
              <a:rPr sz="2400" dirty="0" err="1">
                <a:solidFill>
                  <a:srgbClr val="585858"/>
                </a:solidFill>
                <a:latin typeface="Corbel"/>
                <a:cs typeface="Corbel"/>
              </a:rPr>
              <a:t>abstractas</a:t>
            </a:r>
            <a:r>
              <a:rPr lang="es-ES" sz="2400" dirty="0">
                <a:solidFill>
                  <a:srgbClr val="585858"/>
                </a:solidFill>
                <a:latin typeface="Corbel"/>
                <a:cs typeface="Corbel"/>
              </a:rPr>
              <a:t>.</a:t>
            </a:r>
            <a:endParaRPr sz="2400" dirty="0">
              <a:latin typeface="Corbel"/>
              <a:cs typeface="Corbel"/>
            </a:endParaRPr>
          </a:p>
        </p:txBody>
      </p:sp>
      <p:sp>
        <p:nvSpPr>
          <p:cNvPr id="10" name="CuadroTexto 9">
            <a:extLst>
              <a:ext uri="{FF2B5EF4-FFF2-40B4-BE49-F238E27FC236}">
                <a16:creationId xmlns:a16="http://schemas.microsoft.com/office/drawing/2014/main" id="{8E2F5589-BD4B-337E-8774-89D2C847A5E7}"/>
              </a:ext>
            </a:extLst>
          </p:cNvPr>
          <p:cNvSpPr txBox="1"/>
          <p:nvPr/>
        </p:nvSpPr>
        <p:spPr>
          <a:xfrm>
            <a:off x="169308" y="1772816"/>
            <a:ext cx="2413872" cy="2369880"/>
          </a:xfrm>
          <a:prstGeom prst="rect">
            <a:avLst/>
          </a:prstGeom>
          <a:noFill/>
        </p:spPr>
        <p:txBody>
          <a:bodyPr wrap="square">
            <a:spAutoFit/>
          </a:bodyPr>
          <a:lstStyle/>
          <a:p>
            <a:r>
              <a:rPr lang="es-ES" sz="4000" spc="-60" dirty="0">
                <a:solidFill>
                  <a:schemeClr val="bg1"/>
                </a:solidFill>
              </a:rPr>
              <a:t>2</a:t>
            </a:r>
            <a:r>
              <a:rPr lang="es-ES" sz="4000" spc="-65" dirty="0">
                <a:solidFill>
                  <a:schemeClr val="bg1"/>
                </a:solidFill>
              </a:rPr>
              <a:t>.</a:t>
            </a:r>
            <a:r>
              <a:rPr lang="es-ES" sz="4000" spc="-60" dirty="0">
                <a:solidFill>
                  <a:schemeClr val="bg1"/>
                </a:solidFill>
              </a:rPr>
              <a:t>1</a:t>
            </a:r>
            <a:r>
              <a:rPr lang="es-ES" sz="4000" spc="-65" dirty="0">
                <a:solidFill>
                  <a:schemeClr val="bg1"/>
                </a:solidFill>
              </a:rPr>
              <a:t>.</a:t>
            </a:r>
            <a:r>
              <a:rPr lang="es-ES" sz="4000" spc="-60" dirty="0">
                <a:solidFill>
                  <a:schemeClr val="bg1"/>
                </a:solidFill>
              </a:rPr>
              <a:t>3</a:t>
            </a:r>
            <a:r>
              <a:rPr lang="es-ES" sz="3600" b="0" spc="-65" dirty="0">
                <a:solidFill>
                  <a:schemeClr val="bg1"/>
                </a:solidFill>
                <a:latin typeface="Corbel"/>
                <a:cs typeface="Corbel"/>
              </a:rPr>
              <a:t> Roles y habilidades  directivos</a:t>
            </a:r>
            <a:endParaRPr lang="es-ES" sz="3600" dirty="0"/>
          </a:p>
        </p:txBody>
      </p:sp>
      <p:sp>
        <p:nvSpPr>
          <p:cNvPr id="9" name="Marcador de número de diapositiva 8">
            <a:extLst>
              <a:ext uri="{FF2B5EF4-FFF2-40B4-BE49-F238E27FC236}">
                <a16:creationId xmlns:a16="http://schemas.microsoft.com/office/drawing/2014/main" id="{56F2FC55-1B66-9237-15BA-CA223CCCD759}"/>
              </a:ext>
            </a:extLst>
          </p:cNvPr>
          <p:cNvSpPr>
            <a:spLocks noGrp="1"/>
          </p:cNvSpPr>
          <p:nvPr>
            <p:ph type="sldNum" sz="quarter" idx="7"/>
          </p:nvPr>
        </p:nvSpPr>
        <p:spPr/>
        <p:txBody>
          <a:bodyPr/>
          <a:lstStyle/>
          <a:p>
            <a:pPr marL="191770">
              <a:lnSpc>
                <a:spcPts val="1140"/>
              </a:lnSpc>
            </a:pPr>
            <a:fld id="{81D60167-4931-47E6-BA6A-407CBD079E47}" type="slidenum">
              <a:rPr lang="es-ES" sz="1100" smtClean="0">
                <a:solidFill>
                  <a:srgbClr val="40B9D2"/>
                </a:solidFill>
                <a:latin typeface="Corbel"/>
                <a:cs typeface="Corbel"/>
              </a:rPr>
              <a:t>15</a:t>
            </a:fld>
            <a:endParaRPr lang="es-ES" sz="1100">
              <a:latin typeface="Corbel"/>
              <a:cs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31" y="446446"/>
            <a:ext cx="2583180" cy="2686812"/>
          </a:xfrm>
          <a:custGeom>
            <a:avLst/>
            <a:gdLst/>
            <a:ahLst/>
            <a:cxnLst/>
            <a:rect l="l" t="t" r="r" b="b"/>
            <a:pathLst>
              <a:path w="2583180" h="5331460">
                <a:moveTo>
                  <a:pt x="2583180" y="0"/>
                </a:moveTo>
                <a:lnTo>
                  <a:pt x="0" y="0"/>
                </a:lnTo>
                <a:lnTo>
                  <a:pt x="0" y="5330952"/>
                </a:lnTo>
                <a:lnTo>
                  <a:pt x="2583180" y="5330952"/>
                </a:lnTo>
                <a:lnTo>
                  <a:pt x="2583180" y="0"/>
                </a:lnTo>
                <a:close/>
              </a:path>
            </a:pathLst>
          </a:custGeom>
          <a:solidFill>
            <a:srgbClr val="40B9D2"/>
          </a:solidFill>
        </p:spPr>
        <p:txBody>
          <a:bodyPr wrap="square" lIns="0" tIns="0" rIns="0" bIns="0" rtlCol="0"/>
          <a:lstStyle/>
          <a:p>
            <a:r>
              <a:rPr lang="es-ES" sz="4000" spc="-60" dirty="0">
                <a:solidFill>
                  <a:schemeClr val="bg1"/>
                </a:solidFill>
              </a:rPr>
              <a:t>2</a:t>
            </a:r>
            <a:r>
              <a:rPr lang="es-ES" sz="4000" spc="-65" dirty="0">
                <a:solidFill>
                  <a:schemeClr val="bg1"/>
                </a:solidFill>
              </a:rPr>
              <a:t>.</a:t>
            </a:r>
            <a:r>
              <a:rPr lang="es-ES" sz="4000" spc="-60" dirty="0">
                <a:solidFill>
                  <a:schemeClr val="bg1"/>
                </a:solidFill>
              </a:rPr>
              <a:t>1</a:t>
            </a:r>
            <a:r>
              <a:rPr lang="es-ES" sz="4000" spc="-65" dirty="0">
                <a:solidFill>
                  <a:schemeClr val="bg1"/>
                </a:solidFill>
              </a:rPr>
              <a:t>.</a:t>
            </a:r>
            <a:r>
              <a:rPr lang="es-ES" sz="4000" spc="-60" dirty="0">
                <a:solidFill>
                  <a:schemeClr val="bg1"/>
                </a:solidFill>
              </a:rPr>
              <a:t>3</a:t>
            </a:r>
            <a:r>
              <a:rPr lang="es-ES" sz="3600" b="0" spc="-65" dirty="0">
                <a:solidFill>
                  <a:schemeClr val="bg1"/>
                </a:solidFill>
                <a:latin typeface="Corbel"/>
                <a:cs typeface="Corbel"/>
              </a:rPr>
              <a:t> Roles y habilidades  directivos</a:t>
            </a:r>
            <a:endParaRPr sz="3600" dirty="0"/>
          </a:p>
        </p:txBody>
      </p:sp>
      <p:grpSp>
        <p:nvGrpSpPr>
          <p:cNvPr id="3" name="object 3"/>
          <p:cNvGrpSpPr/>
          <p:nvPr/>
        </p:nvGrpSpPr>
        <p:grpSpPr>
          <a:xfrm>
            <a:off x="3582923" y="758951"/>
            <a:ext cx="5561330" cy="5331460"/>
            <a:chOff x="3582923" y="758951"/>
            <a:chExt cx="5561330" cy="5331460"/>
          </a:xfrm>
        </p:grpSpPr>
        <p:sp>
          <p:nvSpPr>
            <p:cNvPr id="4" name="object 4"/>
            <p:cNvSpPr/>
            <p:nvPr/>
          </p:nvSpPr>
          <p:spPr>
            <a:xfrm>
              <a:off x="8862059" y="758951"/>
              <a:ext cx="281940" cy="5331460"/>
            </a:xfrm>
            <a:custGeom>
              <a:avLst/>
              <a:gdLst/>
              <a:ahLst/>
              <a:cxnLst/>
              <a:rect l="l" t="t" r="r" b="b"/>
              <a:pathLst>
                <a:path w="281940" h="5331460">
                  <a:moveTo>
                    <a:pt x="0" y="5330952"/>
                  </a:moveTo>
                  <a:lnTo>
                    <a:pt x="281939" y="5330952"/>
                  </a:lnTo>
                  <a:lnTo>
                    <a:pt x="281939" y="0"/>
                  </a:lnTo>
                  <a:lnTo>
                    <a:pt x="0" y="0"/>
                  </a:lnTo>
                  <a:lnTo>
                    <a:pt x="0" y="5330952"/>
                  </a:lnTo>
                  <a:close/>
                </a:path>
              </a:pathLst>
            </a:custGeom>
            <a:solidFill>
              <a:srgbClr val="C7C7C7">
                <a:alpha val="49803"/>
              </a:srgbClr>
            </a:solidFill>
          </p:spPr>
          <p:txBody>
            <a:bodyPr wrap="square" lIns="0" tIns="0" rIns="0" bIns="0" rtlCol="0"/>
            <a:lstStyle/>
            <a:p>
              <a:endParaRPr/>
            </a:p>
          </p:txBody>
        </p:sp>
        <p:pic>
          <p:nvPicPr>
            <p:cNvPr id="5" name="object 5"/>
            <p:cNvPicPr/>
            <p:nvPr/>
          </p:nvPicPr>
          <p:blipFill>
            <a:blip r:embed="rId2" cstate="print"/>
            <a:stretch>
              <a:fillRect/>
            </a:stretch>
          </p:blipFill>
          <p:spPr>
            <a:xfrm>
              <a:off x="8080755" y="1372996"/>
              <a:ext cx="868299" cy="998474"/>
            </a:xfrm>
            <a:prstGeom prst="rect">
              <a:avLst/>
            </a:prstGeom>
          </p:spPr>
        </p:pic>
        <p:pic>
          <p:nvPicPr>
            <p:cNvPr id="6" name="object 6"/>
            <p:cNvPicPr/>
            <p:nvPr/>
          </p:nvPicPr>
          <p:blipFill>
            <a:blip r:embed="rId3" cstate="print"/>
            <a:stretch>
              <a:fillRect/>
            </a:stretch>
          </p:blipFill>
          <p:spPr>
            <a:xfrm>
              <a:off x="3625595" y="2554223"/>
              <a:ext cx="5160263" cy="2686812"/>
            </a:xfrm>
            <a:prstGeom prst="rect">
              <a:avLst/>
            </a:prstGeom>
          </p:spPr>
        </p:pic>
        <p:sp>
          <p:nvSpPr>
            <p:cNvPr id="7" name="object 7"/>
            <p:cNvSpPr/>
            <p:nvPr/>
          </p:nvSpPr>
          <p:spPr>
            <a:xfrm>
              <a:off x="4391405" y="2550413"/>
              <a:ext cx="3534410" cy="2691130"/>
            </a:xfrm>
            <a:custGeom>
              <a:avLst/>
              <a:gdLst/>
              <a:ahLst/>
              <a:cxnLst/>
              <a:rect l="l" t="t" r="r" b="b"/>
              <a:pathLst>
                <a:path w="3534409" h="2691129">
                  <a:moveTo>
                    <a:pt x="1876425" y="0"/>
                  </a:moveTo>
                  <a:lnTo>
                    <a:pt x="0" y="2690876"/>
                  </a:lnTo>
                </a:path>
                <a:path w="3534409" h="2691129">
                  <a:moveTo>
                    <a:pt x="3534410" y="0"/>
                  </a:moveTo>
                  <a:lnTo>
                    <a:pt x="1659636" y="2690876"/>
                  </a:lnTo>
                </a:path>
              </a:pathLst>
            </a:custGeom>
            <a:ln w="19050">
              <a:solidFill>
                <a:srgbClr val="000000"/>
              </a:solidFill>
            </a:ln>
          </p:spPr>
          <p:txBody>
            <a:bodyPr wrap="square" lIns="0" tIns="0" rIns="0" bIns="0" rtlCol="0"/>
            <a:lstStyle/>
            <a:p>
              <a:endParaRPr/>
            </a:p>
          </p:txBody>
        </p:sp>
        <p:sp>
          <p:nvSpPr>
            <p:cNvPr id="8" name="object 8"/>
            <p:cNvSpPr/>
            <p:nvPr/>
          </p:nvSpPr>
          <p:spPr>
            <a:xfrm>
              <a:off x="3601973" y="2550413"/>
              <a:ext cx="5184775" cy="2691765"/>
            </a:xfrm>
            <a:custGeom>
              <a:avLst/>
              <a:gdLst/>
              <a:ahLst/>
              <a:cxnLst/>
              <a:rect l="l" t="t" r="r" b="b"/>
              <a:pathLst>
                <a:path w="5184775" h="2691765">
                  <a:moveTo>
                    <a:pt x="0" y="2691384"/>
                  </a:moveTo>
                  <a:lnTo>
                    <a:pt x="5184648" y="2691384"/>
                  </a:lnTo>
                  <a:lnTo>
                    <a:pt x="5184648" y="0"/>
                  </a:lnTo>
                  <a:lnTo>
                    <a:pt x="0" y="0"/>
                  </a:lnTo>
                  <a:lnTo>
                    <a:pt x="0" y="2691384"/>
                  </a:lnTo>
                  <a:close/>
                </a:path>
              </a:pathLst>
            </a:custGeom>
            <a:ln w="38100">
              <a:solidFill>
                <a:srgbClr val="000000"/>
              </a:solidFill>
            </a:ln>
          </p:spPr>
          <p:txBody>
            <a:bodyPr wrap="square" lIns="0" tIns="0" rIns="0" bIns="0" rtlCol="0"/>
            <a:lstStyle/>
            <a:p>
              <a:endParaRPr/>
            </a:p>
          </p:txBody>
        </p:sp>
        <p:sp>
          <p:nvSpPr>
            <p:cNvPr id="9" name="object 9"/>
            <p:cNvSpPr/>
            <p:nvPr/>
          </p:nvSpPr>
          <p:spPr>
            <a:xfrm>
              <a:off x="3601973" y="2602229"/>
              <a:ext cx="5184775" cy="756285"/>
            </a:xfrm>
            <a:custGeom>
              <a:avLst/>
              <a:gdLst/>
              <a:ahLst/>
              <a:cxnLst/>
              <a:rect l="l" t="t" r="r" b="b"/>
              <a:pathLst>
                <a:path w="5184775" h="756285">
                  <a:moveTo>
                    <a:pt x="5184648" y="0"/>
                  </a:moveTo>
                  <a:lnTo>
                    <a:pt x="0" y="0"/>
                  </a:lnTo>
                  <a:lnTo>
                    <a:pt x="0" y="755903"/>
                  </a:lnTo>
                  <a:lnTo>
                    <a:pt x="5184648" y="755903"/>
                  </a:lnTo>
                  <a:lnTo>
                    <a:pt x="5184648" y="0"/>
                  </a:lnTo>
                  <a:close/>
                </a:path>
              </a:pathLst>
            </a:custGeom>
            <a:solidFill>
              <a:srgbClr val="40B9D2"/>
            </a:solidFill>
          </p:spPr>
          <p:txBody>
            <a:bodyPr wrap="square" lIns="0" tIns="0" rIns="0" bIns="0" rtlCol="0"/>
            <a:lstStyle/>
            <a:p>
              <a:endParaRPr/>
            </a:p>
          </p:txBody>
        </p:sp>
        <p:sp>
          <p:nvSpPr>
            <p:cNvPr id="10" name="object 10"/>
            <p:cNvSpPr/>
            <p:nvPr/>
          </p:nvSpPr>
          <p:spPr>
            <a:xfrm>
              <a:off x="3601973" y="2602229"/>
              <a:ext cx="5184775" cy="756285"/>
            </a:xfrm>
            <a:custGeom>
              <a:avLst/>
              <a:gdLst/>
              <a:ahLst/>
              <a:cxnLst/>
              <a:rect l="l" t="t" r="r" b="b"/>
              <a:pathLst>
                <a:path w="5184775" h="756285">
                  <a:moveTo>
                    <a:pt x="0" y="755903"/>
                  </a:moveTo>
                  <a:lnTo>
                    <a:pt x="5184648" y="755903"/>
                  </a:lnTo>
                  <a:lnTo>
                    <a:pt x="5184648" y="0"/>
                  </a:lnTo>
                  <a:lnTo>
                    <a:pt x="0" y="0"/>
                  </a:lnTo>
                  <a:lnTo>
                    <a:pt x="0" y="755903"/>
                  </a:lnTo>
                  <a:close/>
                </a:path>
              </a:pathLst>
            </a:custGeom>
            <a:ln w="10795">
              <a:solidFill>
                <a:srgbClr val="2C879A"/>
              </a:solidFill>
            </a:ln>
          </p:spPr>
          <p:txBody>
            <a:bodyPr wrap="square" lIns="0" tIns="0" rIns="0" bIns="0" rtlCol="0"/>
            <a:lstStyle/>
            <a:p>
              <a:endParaRPr/>
            </a:p>
          </p:txBody>
        </p:sp>
        <p:sp>
          <p:nvSpPr>
            <p:cNvPr id="11" name="object 11"/>
            <p:cNvSpPr/>
            <p:nvPr/>
          </p:nvSpPr>
          <p:spPr>
            <a:xfrm>
              <a:off x="5713475" y="2540507"/>
              <a:ext cx="2159635" cy="817880"/>
            </a:xfrm>
            <a:custGeom>
              <a:avLst/>
              <a:gdLst/>
              <a:ahLst/>
              <a:cxnLst/>
              <a:rect l="l" t="t" r="r" b="b"/>
              <a:pathLst>
                <a:path w="2159634" h="817879">
                  <a:moveTo>
                    <a:pt x="0" y="817626"/>
                  </a:moveTo>
                  <a:lnTo>
                    <a:pt x="492125" y="0"/>
                  </a:lnTo>
                </a:path>
                <a:path w="2159634" h="817879">
                  <a:moveTo>
                    <a:pt x="1668779" y="817626"/>
                  </a:moveTo>
                  <a:lnTo>
                    <a:pt x="2159380" y="0"/>
                  </a:lnTo>
                </a:path>
              </a:pathLst>
            </a:custGeom>
            <a:ln w="57150">
              <a:solidFill>
                <a:srgbClr val="FFFFFF"/>
              </a:solidFill>
            </a:ln>
          </p:spPr>
          <p:txBody>
            <a:bodyPr wrap="square" lIns="0" tIns="0" rIns="0" bIns="0" rtlCol="0"/>
            <a:lstStyle/>
            <a:p>
              <a:endParaRPr/>
            </a:p>
          </p:txBody>
        </p:sp>
        <p:sp>
          <p:nvSpPr>
            <p:cNvPr id="12" name="object 12"/>
            <p:cNvSpPr/>
            <p:nvPr/>
          </p:nvSpPr>
          <p:spPr>
            <a:xfrm>
              <a:off x="3601084" y="2830474"/>
              <a:ext cx="2359660" cy="276225"/>
            </a:xfrm>
            <a:custGeom>
              <a:avLst/>
              <a:gdLst/>
              <a:ahLst/>
              <a:cxnLst/>
              <a:rect l="l" t="t" r="r" b="b"/>
              <a:pathLst>
                <a:path w="2359660" h="276225">
                  <a:moveTo>
                    <a:pt x="223192" y="19296"/>
                  </a:moveTo>
                  <a:lnTo>
                    <a:pt x="212470" y="23088"/>
                  </a:lnTo>
                  <a:lnTo>
                    <a:pt x="0" y="149961"/>
                  </a:lnTo>
                  <a:lnTo>
                    <a:pt x="215011" y="272389"/>
                  </a:lnTo>
                  <a:lnTo>
                    <a:pt x="225782" y="275972"/>
                  </a:lnTo>
                  <a:lnTo>
                    <a:pt x="236696" y="275151"/>
                  </a:lnTo>
                  <a:lnTo>
                    <a:pt x="246514" y="270281"/>
                  </a:lnTo>
                  <a:lnTo>
                    <a:pt x="254000" y="261721"/>
                  </a:lnTo>
                  <a:lnTo>
                    <a:pt x="257530" y="250950"/>
                  </a:lnTo>
                  <a:lnTo>
                    <a:pt x="256714" y="240035"/>
                  </a:lnTo>
                  <a:lnTo>
                    <a:pt x="251874" y="230217"/>
                  </a:lnTo>
                  <a:lnTo>
                    <a:pt x="243331" y="222732"/>
                  </a:lnTo>
                  <a:lnTo>
                    <a:pt x="164573" y="177901"/>
                  </a:lnTo>
                  <a:lnTo>
                    <a:pt x="57023" y="177901"/>
                  </a:lnTo>
                  <a:lnTo>
                    <a:pt x="56387" y="120751"/>
                  </a:lnTo>
                  <a:lnTo>
                    <a:pt x="162097" y="119687"/>
                  </a:lnTo>
                  <a:lnTo>
                    <a:pt x="241807" y="72110"/>
                  </a:lnTo>
                  <a:lnTo>
                    <a:pt x="255434" y="43642"/>
                  </a:lnTo>
                  <a:lnTo>
                    <a:pt x="251713" y="32994"/>
                  </a:lnTo>
                  <a:lnTo>
                    <a:pt x="244064" y="24570"/>
                  </a:lnTo>
                  <a:lnTo>
                    <a:pt x="234140" y="19897"/>
                  </a:lnTo>
                  <a:lnTo>
                    <a:pt x="223192" y="19296"/>
                  </a:lnTo>
                  <a:close/>
                </a:path>
                <a:path w="2359660" h="276225">
                  <a:moveTo>
                    <a:pt x="2310260" y="98145"/>
                  </a:moveTo>
                  <a:lnTo>
                    <a:pt x="2302255" y="98145"/>
                  </a:lnTo>
                  <a:lnTo>
                    <a:pt x="2302891" y="155168"/>
                  </a:lnTo>
                  <a:lnTo>
                    <a:pt x="2197171" y="156238"/>
                  </a:lnTo>
                  <a:lnTo>
                    <a:pt x="2117470" y="203809"/>
                  </a:lnTo>
                  <a:lnTo>
                    <a:pt x="2109065" y="211458"/>
                  </a:lnTo>
                  <a:lnTo>
                    <a:pt x="2104421" y="221382"/>
                  </a:lnTo>
                  <a:lnTo>
                    <a:pt x="2103826" y="232330"/>
                  </a:lnTo>
                  <a:lnTo>
                    <a:pt x="2107565" y="243052"/>
                  </a:lnTo>
                  <a:lnTo>
                    <a:pt x="2115214" y="251458"/>
                  </a:lnTo>
                  <a:lnTo>
                    <a:pt x="2125138" y="256101"/>
                  </a:lnTo>
                  <a:lnTo>
                    <a:pt x="2136086" y="256696"/>
                  </a:lnTo>
                  <a:lnTo>
                    <a:pt x="2146807" y="252958"/>
                  </a:lnTo>
                  <a:lnTo>
                    <a:pt x="2359279" y="126085"/>
                  </a:lnTo>
                  <a:lnTo>
                    <a:pt x="2310260" y="98145"/>
                  </a:lnTo>
                  <a:close/>
                </a:path>
                <a:path w="2359660" h="276225">
                  <a:moveTo>
                    <a:pt x="162097" y="119687"/>
                  </a:moveTo>
                  <a:lnTo>
                    <a:pt x="56387" y="120751"/>
                  </a:lnTo>
                  <a:lnTo>
                    <a:pt x="57023" y="177901"/>
                  </a:lnTo>
                  <a:lnTo>
                    <a:pt x="162694" y="176831"/>
                  </a:lnTo>
                  <a:lnTo>
                    <a:pt x="157433" y="173837"/>
                  </a:lnTo>
                  <a:lnTo>
                    <a:pt x="71374" y="173837"/>
                  </a:lnTo>
                  <a:lnTo>
                    <a:pt x="70865" y="124561"/>
                  </a:lnTo>
                  <a:lnTo>
                    <a:pt x="153931" y="124561"/>
                  </a:lnTo>
                  <a:lnTo>
                    <a:pt x="162097" y="119687"/>
                  </a:lnTo>
                  <a:close/>
                </a:path>
                <a:path w="2359660" h="276225">
                  <a:moveTo>
                    <a:pt x="162694" y="176831"/>
                  </a:moveTo>
                  <a:lnTo>
                    <a:pt x="57023" y="177901"/>
                  </a:lnTo>
                  <a:lnTo>
                    <a:pt x="164573" y="177901"/>
                  </a:lnTo>
                  <a:lnTo>
                    <a:pt x="162694" y="176831"/>
                  </a:lnTo>
                  <a:close/>
                </a:path>
                <a:path w="2359660" h="276225">
                  <a:moveTo>
                    <a:pt x="2196691" y="99207"/>
                  </a:moveTo>
                  <a:lnTo>
                    <a:pt x="162097" y="119687"/>
                  </a:lnTo>
                  <a:lnTo>
                    <a:pt x="113383" y="148762"/>
                  </a:lnTo>
                  <a:lnTo>
                    <a:pt x="162694" y="176831"/>
                  </a:lnTo>
                  <a:lnTo>
                    <a:pt x="2197171" y="156238"/>
                  </a:lnTo>
                  <a:lnTo>
                    <a:pt x="2245813" y="127205"/>
                  </a:lnTo>
                  <a:lnTo>
                    <a:pt x="2196691" y="99207"/>
                  </a:lnTo>
                  <a:close/>
                </a:path>
                <a:path w="2359660" h="276225">
                  <a:moveTo>
                    <a:pt x="70865" y="124561"/>
                  </a:moveTo>
                  <a:lnTo>
                    <a:pt x="71374" y="173837"/>
                  </a:lnTo>
                  <a:lnTo>
                    <a:pt x="113383" y="148762"/>
                  </a:lnTo>
                  <a:lnTo>
                    <a:pt x="70865" y="124561"/>
                  </a:lnTo>
                  <a:close/>
                </a:path>
                <a:path w="2359660" h="276225">
                  <a:moveTo>
                    <a:pt x="113383" y="148762"/>
                  </a:moveTo>
                  <a:lnTo>
                    <a:pt x="71374" y="173837"/>
                  </a:lnTo>
                  <a:lnTo>
                    <a:pt x="157433" y="173837"/>
                  </a:lnTo>
                  <a:lnTo>
                    <a:pt x="113383" y="148762"/>
                  </a:lnTo>
                  <a:close/>
                </a:path>
                <a:path w="2359660" h="276225">
                  <a:moveTo>
                    <a:pt x="2245813" y="127205"/>
                  </a:moveTo>
                  <a:lnTo>
                    <a:pt x="2197171" y="156238"/>
                  </a:lnTo>
                  <a:lnTo>
                    <a:pt x="2302891" y="155168"/>
                  </a:lnTo>
                  <a:lnTo>
                    <a:pt x="2302849" y="151485"/>
                  </a:lnTo>
                  <a:lnTo>
                    <a:pt x="2288413" y="151485"/>
                  </a:lnTo>
                  <a:lnTo>
                    <a:pt x="2245813" y="127205"/>
                  </a:lnTo>
                  <a:close/>
                </a:path>
                <a:path w="2359660" h="276225">
                  <a:moveTo>
                    <a:pt x="2287904" y="102082"/>
                  </a:moveTo>
                  <a:lnTo>
                    <a:pt x="2245813" y="127205"/>
                  </a:lnTo>
                  <a:lnTo>
                    <a:pt x="2288413" y="151485"/>
                  </a:lnTo>
                  <a:lnTo>
                    <a:pt x="2287904" y="102082"/>
                  </a:lnTo>
                  <a:close/>
                </a:path>
                <a:path w="2359660" h="276225">
                  <a:moveTo>
                    <a:pt x="2302299" y="102082"/>
                  </a:moveTo>
                  <a:lnTo>
                    <a:pt x="2287904" y="102082"/>
                  </a:lnTo>
                  <a:lnTo>
                    <a:pt x="2288413" y="151485"/>
                  </a:lnTo>
                  <a:lnTo>
                    <a:pt x="2302849" y="151485"/>
                  </a:lnTo>
                  <a:lnTo>
                    <a:pt x="2302299" y="102082"/>
                  </a:lnTo>
                  <a:close/>
                </a:path>
                <a:path w="2359660" h="276225">
                  <a:moveTo>
                    <a:pt x="153931" y="124561"/>
                  </a:moveTo>
                  <a:lnTo>
                    <a:pt x="70865" y="124561"/>
                  </a:lnTo>
                  <a:lnTo>
                    <a:pt x="113383" y="148762"/>
                  </a:lnTo>
                  <a:lnTo>
                    <a:pt x="153931" y="124561"/>
                  </a:lnTo>
                  <a:close/>
                </a:path>
                <a:path w="2359660" h="276225">
                  <a:moveTo>
                    <a:pt x="2302255" y="98145"/>
                  </a:moveTo>
                  <a:lnTo>
                    <a:pt x="2196691" y="99207"/>
                  </a:lnTo>
                  <a:lnTo>
                    <a:pt x="2245813" y="127205"/>
                  </a:lnTo>
                  <a:lnTo>
                    <a:pt x="2287904" y="102082"/>
                  </a:lnTo>
                  <a:lnTo>
                    <a:pt x="2302299" y="102082"/>
                  </a:lnTo>
                  <a:lnTo>
                    <a:pt x="2302255" y="98145"/>
                  </a:lnTo>
                  <a:close/>
                </a:path>
                <a:path w="2359660" h="276225">
                  <a:moveTo>
                    <a:pt x="2133496" y="0"/>
                  </a:moveTo>
                  <a:lnTo>
                    <a:pt x="2122582" y="815"/>
                  </a:lnTo>
                  <a:lnTo>
                    <a:pt x="2112764" y="5655"/>
                  </a:lnTo>
                  <a:lnTo>
                    <a:pt x="2105279" y="14198"/>
                  </a:lnTo>
                  <a:lnTo>
                    <a:pt x="2101748" y="24987"/>
                  </a:lnTo>
                  <a:lnTo>
                    <a:pt x="2102564" y="35931"/>
                  </a:lnTo>
                  <a:lnTo>
                    <a:pt x="2107404" y="45755"/>
                  </a:lnTo>
                  <a:lnTo>
                    <a:pt x="2115947" y="53187"/>
                  </a:lnTo>
                  <a:lnTo>
                    <a:pt x="2196691" y="99207"/>
                  </a:lnTo>
                  <a:lnTo>
                    <a:pt x="2302255" y="98145"/>
                  </a:lnTo>
                  <a:lnTo>
                    <a:pt x="2310260" y="98145"/>
                  </a:lnTo>
                  <a:lnTo>
                    <a:pt x="2144267" y="3530"/>
                  </a:lnTo>
                  <a:lnTo>
                    <a:pt x="2133496" y="0"/>
                  </a:lnTo>
                  <a:close/>
                </a:path>
              </a:pathLst>
            </a:custGeom>
            <a:solidFill>
              <a:srgbClr val="C5092D"/>
            </a:solidFill>
          </p:spPr>
          <p:txBody>
            <a:bodyPr wrap="square" lIns="0" tIns="0" rIns="0" bIns="0" rtlCol="0"/>
            <a:lstStyle/>
            <a:p>
              <a:endParaRPr/>
            </a:p>
          </p:txBody>
        </p:sp>
        <p:sp>
          <p:nvSpPr>
            <p:cNvPr id="13" name="object 13"/>
            <p:cNvSpPr/>
            <p:nvPr/>
          </p:nvSpPr>
          <p:spPr>
            <a:xfrm>
              <a:off x="3626357" y="4487417"/>
              <a:ext cx="5184775" cy="742315"/>
            </a:xfrm>
            <a:custGeom>
              <a:avLst/>
              <a:gdLst/>
              <a:ahLst/>
              <a:cxnLst/>
              <a:rect l="l" t="t" r="r" b="b"/>
              <a:pathLst>
                <a:path w="5184775" h="742314">
                  <a:moveTo>
                    <a:pt x="5184647" y="0"/>
                  </a:moveTo>
                  <a:lnTo>
                    <a:pt x="0" y="0"/>
                  </a:lnTo>
                  <a:lnTo>
                    <a:pt x="0" y="742187"/>
                  </a:lnTo>
                  <a:lnTo>
                    <a:pt x="5184647" y="742187"/>
                  </a:lnTo>
                  <a:lnTo>
                    <a:pt x="5184647" y="0"/>
                  </a:lnTo>
                  <a:close/>
                </a:path>
              </a:pathLst>
            </a:custGeom>
            <a:solidFill>
              <a:srgbClr val="001F5F"/>
            </a:solidFill>
          </p:spPr>
          <p:txBody>
            <a:bodyPr wrap="square" lIns="0" tIns="0" rIns="0" bIns="0" rtlCol="0"/>
            <a:lstStyle/>
            <a:p>
              <a:endParaRPr/>
            </a:p>
          </p:txBody>
        </p:sp>
        <p:sp>
          <p:nvSpPr>
            <p:cNvPr id="14" name="object 14"/>
            <p:cNvSpPr/>
            <p:nvPr/>
          </p:nvSpPr>
          <p:spPr>
            <a:xfrm>
              <a:off x="3626357" y="4487417"/>
              <a:ext cx="5184775" cy="742315"/>
            </a:xfrm>
            <a:custGeom>
              <a:avLst/>
              <a:gdLst/>
              <a:ahLst/>
              <a:cxnLst/>
              <a:rect l="l" t="t" r="r" b="b"/>
              <a:pathLst>
                <a:path w="5184775" h="742314">
                  <a:moveTo>
                    <a:pt x="0" y="742187"/>
                  </a:moveTo>
                  <a:lnTo>
                    <a:pt x="5184647" y="742187"/>
                  </a:lnTo>
                  <a:lnTo>
                    <a:pt x="5184647" y="0"/>
                  </a:lnTo>
                  <a:lnTo>
                    <a:pt x="0" y="0"/>
                  </a:lnTo>
                  <a:lnTo>
                    <a:pt x="0" y="742187"/>
                  </a:lnTo>
                  <a:close/>
                </a:path>
              </a:pathLst>
            </a:custGeom>
            <a:ln w="10794">
              <a:solidFill>
                <a:srgbClr val="2C879A"/>
              </a:solidFill>
            </a:ln>
          </p:spPr>
          <p:txBody>
            <a:bodyPr wrap="square" lIns="0" tIns="0" rIns="0" bIns="0" rtlCol="0"/>
            <a:lstStyle/>
            <a:p>
              <a:endParaRPr/>
            </a:p>
          </p:txBody>
        </p:sp>
        <p:sp>
          <p:nvSpPr>
            <p:cNvPr id="15" name="object 15"/>
            <p:cNvSpPr/>
            <p:nvPr/>
          </p:nvSpPr>
          <p:spPr>
            <a:xfrm>
              <a:off x="4398263" y="4460748"/>
              <a:ext cx="2156460" cy="829310"/>
            </a:xfrm>
            <a:custGeom>
              <a:avLst/>
              <a:gdLst/>
              <a:ahLst/>
              <a:cxnLst/>
              <a:rect l="l" t="t" r="r" b="b"/>
              <a:pathLst>
                <a:path w="2156459" h="829310">
                  <a:moveTo>
                    <a:pt x="0" y="829182"/>
                  </a:moveTo>
                  <a:lnTo>
                    <a:pt x="492125" y="25907"/>
                  </a:lnTo>
                </a:path>
                <a:path w="2156459" h="829310">
                  <a:moveTo>
                    <a:pt x="1664208" y="803274"/>
                  </a:moveTo>
                  <a:lnTo>
                    <a:pt x="2156333" y="0"/>
                  </a:lnTo>
                </a:path>
              </a:pathLst>
            </a:custGeom>
            <a:ln w="57150">
              <a:solidFill>
                <a:srgbClr val="FFFFFF"/>
              </a:solidFill>
            </a:ln>
          </p:spPr>
          <p:txBody>
            <a:bodyPr wrap="square" lIns="0" tIns="0" rIns="0" bIns="0" rtlCol="0"/>
            <a:lstStyle/>
            <a:p>
              <a:endParaRPr/>
            </a:p>
          </p:txBody>
        </p:sp>
        <p:sp>
          <p:nvSpPr>
            <p:cNvPr id="16" name="object 16"/>
            <p:cNvSpPr/>
            <p:nvPr/>
          </p:nvSpPr>
          <p:spPr>
            <a:xfrm>
              <a:off x="3601085" y="4735613"/>
              <a:ext cx="5208905" cy="306705"/>
            </a:xfrm>
            <a:custGeom>
              <a:avLst/>
              <a:gdLst/>
              <a:ahLst/>
              <a:cxnLst/>
              <a:rect l="l" t="t" r="r" b="b"/>
              <a:pathLst>
                <a:path w="5208905" h="306704">
                  <a:moveTo>
                    <a:pt x="1043305" y="142709"/>
                  </a:moveTo>
                  <a:lnTo>
                    <a:pt x="994105" y="114642"/>
                  </a:lnTo>
                  <a:lnTo>
                    <a:pt x="828294" y="20027"/>
                  </a:lnTo>
                  <a:lnTo>
                    <a:pt x="817575" y="16433"/>
                  </a:lnTo>
                  <a:lnTo>
                    <a:pt x="806653" y="17208"/>
                  </a:lnTo>
                  <a:lnTo>
                    <a:pt x="796798" y="22034"/>
                  </a:lnTo>
                  <a:lnTo>
                    <a:pt x="789305" y="30568"/>
                  </a:lnTo>
                  <a:lnTo>
                    <a:pt x="785774" y="41363"/>
                  </a:lnTo>
                  <a:lnTo>
                    <a:pt x="786587" y="52311"/>
                  </a:lnTo>
                  <a:lnTo>
                    <a:pt x="791425" y="62128"/>
                  </a:lnTo>
                  <a:lnTo>
                    <a:pt x="799973" y="69557"/>
                  </a:lnTo>
                  <a:lnTo>
                    <a:pt x="880605" y="115620"/>
                  </a:lnTo>
                  <a:lnTo>
                    <a:pt x="162039" y="122186"/>
                  </a:lnTo>
                  <a:lnTo>
                    <a:pt x="241808" y="74637"/>
                  </a:lnTo>
                  <a:lnTo>
                    <a:pt x="251841" y="35521"/>
                  </a:lnTo>
                  <a:lnTo>
                    <a:pt x="223316" y="21831"/>
                  </a:lnTo>
                  <a:lnTo>
                    <a:pt x="212598" y="25615"/>
                  </a:lnTo>
                  <a:lnTo>
                    <a:pt x="0" y="152234"/>
                  </a:lnTo>
                  <a:lnTo>
                    <a:pt x="214884" y="274916"/>
                  </a:lnTo>
                  <a:lnTo>
                    <a:pt x="225653" y="278523"/>
                  </a:lnTo>
                  <a:lnTo>
                    <a:pt x="236562" y="277749"/>
                  </a:lnTo>
                  <a:lnTo>
                    <a:pt x="246380" y="272923"/>
                  </a:lnTo>
                  <a:lnTo>
                    <a:pt x="253873" y="264375"/>
                  </a:lnTo>
                  <a:lnTo>
                    <a:pt x="257454" y="253593"/>
                  </a:lnTo>
                  <a:lnTo>
                    <a:pt x="256628" y="242646"/>
                  </a:lnTo>
                  <a:lnTo>
                    <a:pt x="251764" y="232829"/>
                  </a:lnTo>
                  <a:lnTo>
                    <a:pt x="243205" y="225386"/>
                  </a:lnTo>
                  <a:lnTo>
                    <a:pt x="164261" y="180301"/>
                  </a:lnTo>
                  <a:lnTo>
                    <a:pt x="162560" y="179336"/>
                  </a:lnTo>
                  <a:lnTo>
                    <a:pt x="881189" y="172770"/>
                  </a:lnTo>
                  <a:lnTo>
                    <a:pt x="801370" y="220306"/>
                  </a:lnTo>
                  <a:lnTo>
                    <a:pt x="792937" y="227888"/>
                  </a:lnTo>
                  <a:lnTo>
                    <a:pt x="788263" y="237769"/>
                  </a:lnTo>
                  <a:lnTo>
                    <a:pt x="787666" y="248704"/>
                  </a:lnTo>
                  <a:lnTo>
                    <a:pt x="791464" y="259422"/>
                  </a:lnTo>
                  <a:lnTo>
                    <a:pt x="799109" y="267855"/>
                  </a:lnTo>
                  <a:lnTo>
                    <a:pt x="809015" y="272529"/>
                  </a:lnTo>
                  <a:lnTo>
                    <a:pt x="819924" y="273126"/>
                  </a:lnTo>
                  <a:lnTo>
                    <a:pt x="830580" y="269328"/>
                  </a:lnTo>
                  <a:lnTo>
                    <a:pt x="1043305" y="142709"/>
                  </a:lnTo>
                  <a:close/>
                </a:path>
                <a:path w="5208905" h="306704">
                  <a:moveTo>
                    <a:pt x="5208778" y="122897"/>
                  </a:moveTo>
                  <a:lnTo>
                    <a:pt x="5159502" y="95719"/>
                  </a:lnTo>
                  <a:lnTo>
                    <a:pt x="4992116" y="3390"/>
                  </a:lnTo>
                  <a:lnTo>
                    <a:pt x="4981270" y="0"/>
                  </a:lnTo>
                  <a:lnTo>
                    <a:pt x="4970348" y="977"/>
                  </a:lnTo>
                  <a:lnTo>
                    <a:pt x="4960582" y="5969"/>
                  </a:lnTo>
                  <a:lnTo>
                    <a:pt x="4953254" y="14566"/>
                  </a:lnTo>
                  <a:lnTo>
                    <a:pt x="4949850" y="25412"/>
                  </a:lnTo>
                  <a:lnTo>
                    <a:pt x="4950841" y="36334"/>
                  </a:lnTo>
                  <a:lnTo>
                    <a:pt x="4955819" y="46101"/>
                  </a:lnTo>
                  <a:lnTo>
                    <a:pt x="4964430" y="53428"/>
                  </a:lnTo>
                  <a:lnTo>
                    <a:pt x="5045722" y="98272"/>
                  </a:lnTo>
                  <a:lnTo>
                    <a:pt x="2868345" y="150710"/>
                  </a:lnTo>
                  <a:lnTo>
                    <a:pt x="2947289" y="102069"/>
                  </a:lnTo>
                  <a:lnTo>
                    <a:pt x="2956687" y="62699"/>
                  </a:lnTo>
                  <a:lnTo>
                    <a:pt x="2927959" y="49530"/>
                  </a:lnTo>
                  <a:lnTo>
                    <a:pt x="2917317" y="53428"/>
                  </a:lnTo>
                  <a:lnTo>
                    <a:pt x="2706624" y="183222"/>
                  </a:lnTo>
                  <a:lnTo>
                    <a:pt x="2923286" y="302729"/>
                  </a:lnTo>
                  <a:lnTo>
                    <a:pt x="2934119" y="306133"/>
                  </a:lnTo>
                  <a:lnTo>
                    <a:pt x="2945041" y="305142"/>
                  </a:lnTo>
                  <a:lnTo>
                    <a:pt x="2954807" y="300164"/>
                  </a:lnTo>
                  <a:lnTo>
                    <a:pt x="2962135" y="291553"/>
                  </a:lnTo>
                  <a:lnTo>
                    <a:pt x="2965539" y="280720"/>
                  </a:lnTo>
                  <a:lnTo>
                    <a:pt x="2964561" y="269798"/>
                  </a:lnTo>
                  <a:lnTo>
                    <a:pt x="2959570" y="260032"/>
                  </a:lnTo>
                  <a:lnTo>
                    <a:pt x="2950959" y="252691"/>
                  </a:lnTo>
                  <a:lnTo>
                    <a:pt x="2874276" y="210400"/>
                  </a:lnTo>
                  <a:lnTo>
                    <a:pt x="2869666" y="207860"/>
                  </a:lnTo>
                  <a:lnTo>
                    <a:pt x="5047043" y="155422"/>
                  </a:lnTo>
                  <a:lnTo>
                    <a:pt x="4968113" y="204050"/>
                  </a:lnTo>
                  <a:lnTo>
                    <a:pt x="4959794" y="211797"/>
                  </a:lnTo>
                  <a:lnTo>
                    <a:pt x="4955260" y="221792"/>
                  </a:lnTo>
                  <a:lnTo>
                    <a:pt x="4954803" y="232752"/>
                  </a:lnTo>
                  <a:lnTo>
                    <a:pt x="4958715" y="243420"/>
                  </a:lnTo>
                  <a:lnTo>
                    <a:pt x="4966500" y="251663"/>
                  </a:lnTo>
                  <a:lnTo>
                    <a:pt x="4976495" y="256159"/>
                  </a:lnTo>
                  <a:lnTo>
                    <a:pt x="4987429" y="256603"/>
                  </a:lnTo>
                  <a:lnTo>
                    <a:pt x="4998085" y="252691"/>
                  </a:lnTo>
                  <a:lnTo>
                    <a:pt x="5208778" y="122897"/>
                  </a:lnTo>
                  <a:close/>
                </a:path>
              </a:pathLst>
            </a:custGeom>
            <a:solidFill>
              <a:srgbClr val="A72227"/>
            </a:solidFill>
          </p:spPr>
          <p:txBody>
            <a:bodyPr wrap="square" lIns="0" tIns="0" rIns="0" bIns="0" rtlCol="0"/>
            <a:lstStyle/>
            <a:p>
              <a:endParaRPr/>
            </a:p>
          </p:txBody>
        </p:sp>
        <p:sp>
          <p:nvSpPr>
            <p:cNvPr id="17" name="object 17"/>
            <p:cNvSpPr/>
            <p:nvPr/>
          </p:nvSpPr>
          <p:spPr>
            <a:xfrm>
              <a:off x="6050153" y="2820225"/>
              <a:ext cx="2715260" cy="302895"/>
            </a:xfrm>
            <a:custGeom>
              <a:avLst/>
              <a:gdLst/>
              <a:ahLst/>
              <a:cxnLst/>
              <a:rect l="l" t="t" r="r" b="b"/>
              <a:pathLst>
                <a:path w="2715259" h="302894">
                  <a:moveTo>
                    <a:pt x="1578229" y="127190"/>
                  </a:moveTo>
                  <a:lnTo>
                    <a:pt x="1529092" y="98869"/>
                  </a:lnTo>
                  <a:lnTo>
                    <a:pt x="1363853" y="3619"/>
                  </a:lnTo>
                  <a:lnTo>
                    <a:pt x="1353070" y="0"/>
                  </a:lnTo>
                  <a:lnTo>
                    <a:pt x="1342161" y="736"/>
                  </a:lnTo>
                  <a:lnTo>
                    <a:pt x="1332344" y="5524"/>
                  </a:lnTo>
                  <a:lnTo>
                    <a:pt x="1324864" y="14033"/>
                  </a:lnTo>
                  <a:lnTo>
                    <a:pt x="1321231" y="24815"/>
                  </a:lnTo>
                  <a:lnTo>
                    <a:pt x="1321968" y="35725"/>
                  </a:lnTo>
                  <a:lnTo>
                    <a:pt x="1326756" y="45542"/>
                  </a:lnTo>
                  <a:lnTo>
                    <a:pt x="1335278" y="53022"/>
                  </a:lnTo>
                  <a:lnTo>
                    <a:pt x="1415681" y="99402"/>
                  </a:lnTo>
                  <a:lnTo>
                    <a:pt x="162344" y="105714"/>
                  </a:lnTo>
                  <a:lnTo>
                    <a:pt x="113461" y="134556"/>
                  </a:lnTo>
                  <a:lnTo>
                    <a:pt x="154990" y="110045"/>
                  </a:lnTo>
                  <a:lnTo>
                    <a:pt x="162344" y="105714"/>
                  </a:lnTo>
                  <a:lnTo>
                    <a:pt x="242189" y="58610"/>
                  </a:lnTo>
                  <a:lnTo>
                    <a:pt x="252222" y="19494"/>
                  </a:lnTo>
                  <a:lnTo>
                    <a:pt x="223824" y="5638"/>
                  </a:lnTo>
                  <a:lnTo>
                    <a:pt x="213106" y="9334"/>
                  </a:lnTo>
                  <a:lnTo>
                    <a:pt x="0" y="135191"/>
                  </a:lnTo>
                  <a:lnTo>
                    <a:pt x="214376" y="258762"/>
                  </a:lnTo>
                  <a:lnTo>
                    <a:pt x="225145" y="262369"/>
                  </a:lnTo>
                  <a:lnTo>
                    <a:pt x="236054" y="261594"/>
                  </a:lnTo>
                  <a:lnTo>
                    <a:pt x="245872" y="256768"/>
                  </a:lnTo>
                  <a:lnTo>
                    <a:pt x="253365" y="248221"/>
                  </a:lnTo>
                  <a:lnTo>
                    <a:pt x="256959" y="237515"/>
                  </a:lnTo>
                  <a:lnTo>
                    <a:pt x="256197" y="226593"/>
                  </a:lnTo>
                  <a:lnTo>
                    <a:pt x="251409" y="216738"/>
                  </a:lnTo>
                  <a:lnTo>
                    <a:pt x="242951" y="209232"/>
                  </a:lnTo>
                  <a:lnTo>
                    <a:pt x="163461" y="163385"/>
                  </a:lnTo>
                  <a:lnTo>
                    <a:pt x="162534" y="162864"/>
                  </a:lnTo>
                  <a:lnTo>
                    <a:pt x="1415986" y="156552"/>
                  </a:lnTo>
                  <a:lnTo>
                    <a:pt x="1336040" y="203771"/>
                  </a:lnTo>
                  <a:lnTo>
                    <a:pt x="1327607" y="211353"/>
                  </a:lnTo>
                  <a:lnTo>
                    <a:pt x="1322920" y="221234"/>
                  </a:lnTo>
                  <a:lnTo>
                    <a:pt x="1322285" y="232168"/>
                  </a:lnTo>
                  <a:lnTo>
                    <a:pt x="1326007" y="242887"/>
                  </a:lnTo>
                  <a:lnTo>
                    <a:pt x="1333576" y="251320"/>
                  </a:lnTo>
                  <a:lnTo>
                    <a:pt x="1343469" y="256006"/>
                  </a:lnTo>
                  <a:lnTo>
                    <a:pt x="1354391" y="256641"/>
                  </a:lnTo>
                  <a:lnTo>
                    <a:pt x="1365123" y="252920"/>
                  </a:lnTo>
                  <a:lnTo>
                    <a:pt x="1578229" y="127190"/>
                  </a:lnTo>
                  <a:close/>
                </a:path>
                <a:path w="2715259" h="302894">
                  <a:moveTo>
                    <a:pt x="2715133" y="165290"/>
                  </a:moveTo>
                  <a:lnTo>
                    <a:pt x="2666060" y="137350"/>
                  </a:lnTo>
                  <a:lnTo>
                    <a:pt x="2500122" y="42862"/>
                  </a:lnTo>
                  <a:lnTo>
                    <a:pt x="2489327" y="39344"/>
                  </a:lnTo>
                  <a:lnTo>
                    <a:pt x="2478379" y="40157"/>
                  </a:lnTo>
                  <a:lnTo>
                    <a:pt x="2468562" y="44996"/>
                  </a:lnTo>
                  <a:lnTo>
                    <a:pt x="2461133" y="53530"/>
                  </a:lnTo>
                  <a:lnTo>
                    <a:pt x="2457539" y="64325"/>
                  </a:lnTo>
                  <a:lnTo>
                    <a:pt x="2458364" y="75272"/>
                  </a:lnTo>
                  <a:lnTo>
                    <a:pt x="2463228" y="85090"/>
                  </a:lnTo>
                  <a:lnTo>
                    <a:pt x="2471801" y="92519"/>
                  </a:lnTo>
                  <a:lnTo>
                    <a:pt x="2552522" y="138480"/>
                  </a:lnTo>
                  <a:lnTo>
                    <a:pt x="1832317" y="146138"/>
                  </a:lnTo>
                  <a:lnTo>
                    <a:pt x="1911985" y="98488"/>
                  </a:lnTo>
                  <a:lnTo>
                    <a:pt x="1921891" y="59372"/>
                  </a:lnTo>
                  <a:lnTo>
                    <a:pt x="1893417" y="45681"/>
                  </a:lnTo>
                  <a:lnTo>
                    <a:pt x="1882775" y="49466"/>
                  </a:lnTo>
                  <a:lnTo>
                    <a:pt x="1670304" y="176466"/>
                  </a:lnTo>
                  <a:lnTo>
                    <a:pt x="1885315" y="298767"/>
                  </a:lnTo>
                  <a:lnTo>
                    <a:pt x="1896097" y="302361"/>
                  </a:lnTo>
                  <a:lnTo>
                    <a:pt x="1907044" y="301536"/>
                  </a:lnTo>
                  <a:lnTo>
                    <a:pt x="1916861" y="296672"/>
                  </a:lnTo>
                  <a:lnTo>
                    <a:pt x="1924304" y="288099"/>
                  </a:lnTo>
                  <a:lnTo>
                    <a:pt x="1927885" y="277329"/>
                  </a:lnTo>
                  <a:lnTo>
                    <a:pt x="1927059" y="266420"/>
                  </a:lnTo>
                  <a:lnTo>
                    <a:pt x="1922195" y="256603"/>
                  </a:lnTo>
                  <a:lnTo>
                    <a:pt x="1913636" y="249110"/>
                  </a:lnTo>
                  <a:lnTo>
                    <a:pt x="1835099" y="204406"/>
                  </a:lnTo>
                  <a:lnTo>
                    <a:pt x="1833118" y="203288"/>
                  </a:lnTo>
                  <a:lnTo>
                    <a:pt x="2552992" y="195630"/>
                  </a:lnTo>
                  <a:lnTo>
                    <a:pt x="2473452" y="243141"/>
                  </a:lnTo>
                  <a:lnTo>
                    <a:pt x="2465019" y="250799"/>
                  </a:lnTo>
                  <a:lnTo>
                    <a:pt x="2460345" y="260718"/>
                  </a:lnTo>
                  <a:lnTo>
                    <a:pt x="2459748" y="271665"/>
                  </a:lnTo>
                  <a:lnTo>
                    <a:pt x="2463546" y="282384"/>
                  </a:lnTo>
                  <a:lnTo>
                    <a:pt x="2471191" y="290791"/>
                  </a:lnTo>
                  <a:lnTo>
                    <a:pt x="2481097" y="295440"/>
                  </a:lnTo>
                  <a:lnTo>
                    <a:pt x="2492006" y="296037"/>
                  </a:lnTo>
                  <a:lnTo>
                    <a:pt x="2502662" y="292290"/>
                  </a:lnTo>
                  <a:lnTo>
                    <a:pt x="2715133" y="165290"/>
                  </a:lnTo>
                  <a:close/>
                </a:path>
              </a:pathLst>
            </a:custGeom>
            <a:solidFill>
              <a:srgbClr val="C5092D"/>
            </a:solidFill>
          </p:spPr>
          <p:txBody>
            <a:bodyPr wrap="square" lIns="0" tIns="0" rIns="0" bIns="0" rtlCol="0"/>
            <a:lstStyle/>
            <a:p>
              <a:endParaRPr/>
            </a:p>
          </p:txBody>
        </p:sp>
        <p:sp>
          <p:nvSpPr>
            <p:cNvPr id="18" name="object 18"/>
            <p:cNvSpPr/>
            <p:nvPr/>
          </p:nvSpPr>
          <p:spPr>
            <a:xfrm>
              <a:off x="5323204" y="3766625"/>
              <a:ext cx="1578610" cy="262890"/>
            </a:xfrm>
            <a:custGeom>
              <a:avLst/>
              <a:gdLst/>
              <a:ahLst/>
              <a:cxnLst/>
              <a:rect l="l" t="t" r="r" b="b"/>
              <a:pathLst>
                <a:path w="1578609" h="262889">
                  <a:moveTo>
                    <a:pt x="223825" y="5639"/>
                  </a:moveTo>
                  <a:lnTo>
                    <a:pt x="213106" y="9338"/>
                  </a:lnTo>
                  <a:lnTo>
                    <a:pt x="0" y="135195"/>
                  </a:lnTo>
                  <a:lnTo>
                    <a:pt x="214375" y="258766"/>
                  </a:lnTo>
                  <a:lnTo>
                    <a:pt x="225147" y="262370"/>
                  </a:lnTo>
                  <a:lnTo>
                    <a:pt x="236061" y="261592"/>
                  </a:lnTo>
                  <a:lnTo>
                    <a:pt x="245879" y="256766"/>
                  </a:lnTo>
                  <a:lnTo>
                    <a:pt x="253365" y="248225"/>
                  </a:lnTo>
                  <a:lnTo>
                    <a:pt x="256970" y="237507"/>
                  </a:lnTo>
                  <a:lnTo>
                    <a:pt x="256206" y="226587"/>
                  </a:lnTo>
                  <a:lnTo>
                    <a:pt x="251418" y="216739"/>
                  </a:lnTo>
                  <a:lnTo>
                    <a:pt x="242950" y="209236"/>
                  </a:lnTo>
                  <a:lnTo>
                    <a:pt x="163467" y="163389"/>
                  </a:lnTo>
                  <a:lnTo>
                    <a:pt x="56896" y="163389"/>
                  </a:lnTo>
                  <a:lnTo>
                    <a:pt x="56515" y="106239"/>
                  </a:lnTo>
                  <a:lnTo>
                    <a:pt x="162356" y="105707"/>
                  </a:lnTo>
                  <a:lnTo>
                    <a:pt x="242189" y="58614"/>
                  </a:lnTo>
                  <a:lnTo>
                    <a:pt x="255940" y="30218"/>
                  </a:lnTo>
                  <a:lnTo>
                    <a:pt x="252222" y="19498"/>
                  </a:lnTo>
                  <a:lnTo>
                    <a:pt x="244645" y="11052"/>
                  </a:lnTo>
                  <a:lnTo>
                    <a:pt x="234759" y="6322"/>
                  </a:lnTo>
                  <a:lnTo>
                    <a:pt x="223825" y="5639"/>
                  </a:lnTo>
                  <a:close/>
                </a:path>
                <a:path w="1578609" h="262889">
                  <a:moveTo>
                    <a:pt x="1529096" y="98873"/>
                  </a:moveTo>
                  <a:lnTo>
                    <a:pt x="1521333" y="98873"/>
                  </a:lnTo>
                  <a:lnTo>
                    <a:pt x="1521714" y="156023"/>
                  </a:lnTo>
                  <a:lnTo>
                    <a:pt x="1415987" y="156555"/>
                  </a:lnTo>
                  <a:lnTo>
                    <a:pt x="1336040" y="203775"/>
                  </a:lnTo>
                  <a:lnTo>
                    <a:pt x="1327614" y="211351"/>
                  </a:lnTo>
                  <a:lnTo>
                    <a:pt x="1322927" y="221237"/>
                  </a:lnTo>
                  <a:lnTo>
                    <a:pt x="1322288" y="232171"/>
                  </a:lnTo>
                  <a:lnTo>
                    <a:pt x="1326006" y="242891"/>
                  </a:lnTo>
                  <a:lnTo>
                    <a:pt x="1333583" y="251317"/>
                  </a:lnTo>
                  <a:lnTo>
                    <a:pt x="1343469" y="256004"/>
                  </a:lnTo>
                  <a:lnTo>
                    <a:pt x="1354403" y="256643"/>
                  </a:lnTo>
                  <a:lnTo>
                    <a:pt x="1365123" y="252924"/>
                  </a:lnTo>
                  <a:lnTo>
                    <a:pt x="1578228" y="127194"/>
                  </a:lnTo>
                  <a:lnTo>
                    <a:pt x="1529096" y="98873"/>
                  </a:lnTo>
                  <a:close/>
                </a:path>
                <a:path w="1578609" h="262889">
                  <a:moveTo>
                    <a:pt x="162356" y="105707"/>
                  </a:moveTo>
                  <a:lnTo>
                    <a:pt x="56515" y="106239"/>
                  </a:lnTo>
                  <a:lnTo>
                    <a:pt x="56896" y="163389"/>
                  </a:lnTo>
                  <a:lnTo>
                    <a:pt x="162546" y="162858"/>
                  </a:lnTo>
                  <a:lnTo>
                    <a:pt x="156641" y="159452"/>
                  </a:lnTo>
                  <a:lnTo>
                    <a:pt x="71247" y="159452"/>
                  </a:lnTo>
                  <a:lnTo>
                    <a:pt x="70993" y="110049"/>
                  </a:lnTo>
                  <a:lnTo>
                    <a:pt x="154995" y="110049"/>
                  </a:lnTo>
                  <a:lnTo>
                    <a:pt x="162356" y="105707"/>
                  </a:lnTo>
                  <a:close/>
                </a:path>
                <a:path w="1578609" h="262889">
                  <a:moveTo>
                    <a:pt x="162546" y="162858"/>
                  </a:moveTo>
                  <a:lnTo>
                    <a:pt x="56896" y="163389"/>
                  </a:lnTo>
                  <a:lnTo>
                    <a:pt x="163467" y="163389"/>
                  </a:lnTo>
                  <a:lnTo>
                    <a:pt x="162546" y="162858"/>
                  </a:lnTo>
                  <a:close/>
                </a:path>
                <a:path w="1578609" h="262889">
                  <a:moveTo>
                    <a:pt x="1415682" y="99404"/>
                  </a:moveTo>
                  <a:lnTo>
                    <a:pt x="162356" y="105707"/>
                  </a:lnTo>
                  <a:lnTo>
                    <a:pt x="113465" y="134547"/>
                  </a:lnTo>
                  <a:lnTo>
                    <a:pt x="162546" y="162858"/>
                  </a:lnTo>
                  <a:lnTo>
                    <a:pt x="1415987" y="156555"/>
                  </a:lnTo>
                  <a:lnTo>
                    <a:pt x="1464790" y="127730"/>
                  </a:lnTo>
                  <a:lnTo>
                    <a:pt x="1415682" y="99404"/>
                  </a:lnTo>
                  <a:close/>
                </a:path>
                <a:path w="1578609" h="262889">
                  <a:moveTo>
                    <a:pt x="70993" y="110049"/>
                  </a:moveTo>
                  <a:lnTo>
                    <a:pt x="71247" y="159452"/>
                  </a:lnTo>
                  <a:lnTo>
                    <a:pt x="113465" y="134547"/>
                  </a:lnTo>
                  <a:lnTo>
                    <a:pt x="70993" y="110049"/>
                  </a:lnTo>
                  <a:close/>
                </a:path>
                <a:path w="1578609" h="262889">
                  <a:moveTo>
                    <a:pt x="113465" y="134547"/>
                  </a:moveTo>
                  <a:lnTo>
                    <a:pt x="71247" y="159452"/>
                  </a:lnTo>
                  <a:lnTo>
                    <a:pt x="156641" y="159452"/>
                  </a:lnTo>
                  <a:lnTo>
                    <a:pt x="113465" y="134547"/>
                  </a:lnTo>
                  <a:close/>
                </a:path>
                <a:path w="1578609" h="262889">
                  <a:moveTo>
                    <a:pt x="1464790" y="127730"/>
                  </a:moveTo>
                  <a:lnTo>
                    <a:pt x="1415987" y="156555"/>
                  </a:lnTo>
                  <a:lnTo>
                    <a:pt x="1521714" y="156023"/>
                  </a:lnTo>
                  <a:lnTo>
                    <a:pt x="1521688" y="152213"/>
                  </a:lnTo>
                  <a:lnTo>
                    <a:pt x="1507236" y="152213"/>
                  </a:lnTo>
                  <a:lnTo>
                    <a:pt x="1464790" y="127730"/>
                  </a:lnTo>
                  <a:close/>
                </a:path>
                <a:path w="1578609" h="262889">
                  <a:moveTo>
                    <a:pt x="1506981" y="102810"/>
                  </a:moveTo>
                  <a:lnTo>
                    <a:pt x="1464790" y="127730"/>
                  </a:lnTo>
                  <a:lnTo>
                    <a:pt x="1507236" y="152213"/>
                  </a:lnTo>
                  <a:lnTo>
                    <a:pt x="1506981" y="102810"/>
                  </a:lnTo>
                  <a:close/>
                </a:path>
                <a:path w="1578609" h="262889">
                  <a:moveTo>
                    <a:pt x="1521359" y="102810"/>
                  </a:moveTo>
                  <a:lnTo>
                    <a:pt x="1506981" y="102810"/>
                  </a:lnTo>
                  <a:lnTo>
                    <a:pt x="1507236" y="152213"/>
                  </a:lnTo>
                  <a:lnTo>
                    <a:pt x="1521688" y="152213"/>
                  </a:lnTo>
                  <a:lnTo>
                    <a:pt x="1521359" y="102810"/>
                  </a:lnTo>
                  <a:close/>
                </a:path>
                <a:path w="1578609" h="262889">
                  <a:moveTo>
                    <a:pt x="154995" y="110049"/>
                  </a:moveTo>
                  <a:lnTo>
                    <a:pt x="70993" y="110049"/>
                  </a:lnTo>
                  <a:lnTo>
                    <a:pt x="113465" y="134547"/>
                  </a:lnTo>
                  <a:lnTo>
                    <a:pt x="154995" y="110049"/>
                  </a:lnTo>
                  <a:close/>
                </a:path>
                <a:path w="1578609" h="262889">
                  <a:moveTo>
                    <a:pt x="1521333" y="98873"/>
                  </a:moveTo>
                  <a:lnTo>
                    <a:pt x="1415682" y="99404"/>
                  </a:lnTo>
                  <a:lnTo>
                    <a:pt x="1464790" y="127730"/>
                  </a:lnTo>
                  <a:lnTo>
                    <a:pt x="1506981" y="102810"/>
                  </a:lnTo>
                  <a:lnTo>
                    <a:pt x="1521359" y="102810"/>
                  </a:lnTo>
                  <a:lnTo>
                    <a:pt x="1521333" y="98873"/>
                  </a:lnTo>
                  <a:close/>
                </a:path>
                <a:path w="1578609" h="262889">
                  <a:moveTo>
                    <a:pt x="1353081" y="0"/>
                  </a:moveTo>
                  <a:lnTo>
                    <a:pt x="1342167" y="734"/>
                  </a:lnTo>
                  <a:lnTo>
                    <a:pt x="1332349" y="5516"/>
                  </a:lnTo>
                  <a:lnTo>
                    <a:pt x="1324864" y="14037"/>
                  </a:lnTo>
                  <a:lnTo>
                    <a:pt x="1321240" y="24808"/>
                  </a:lnTo>
                  <a:lnTo>
                    <a:pt x="1321974" y="35722"/>
                  </a:lnTo>
                  <a:lnTo>
                    <a:pt x="1326757" y="45541"/>
                  </a:lnTo>
                  <a:lnTo>
                    <a:pt x="1335277" y="53026"/>
                  </a:lnTo>
                  <a:lnTo>
                    <a:pt x="1415682" y="99404"/>
                  </a:lnTo>
                  <a:lnTo>
                    <a:pt x="1529096" y="98873"/>
                  </a:lnTo>
                  <a:lnTo>
                    <a:pt x="1363852" y="3623"/>
                  </a:lnTo>
                  <a:lnTo>
                    <a:pt x="1353081" y="0"/>
                  </a:lnTo>
                  <a:close/>
                </a:path>
              </a:pathLst>
            </a:custGeom>
            <a:solidFill>
              <a:srgbClr val="979797"/>
            </a:solidFill>
          </p:spPr>
          <p:txBody>
            <a:bodyPr wrap="square" lIns="0" tIns="0" rIns="0" bIns="0" rtlCol="0"/>
            <a:lstStyle/>
            <a:p>
              <a:endParaRPr/>
            </a:p>
          </p:txBody>
        </p:sp>
        <p:sp>
          <p:nvSpPr>
            <p:cNvPr id="19" name="object 19"/>
            <p:cNvSpPr/>
            <p:nvPr/>
          </p:nvSpPr>
          <p:spPr>
            <a:xfrm>
              <a:off x="4699888" y="4714553"/>
              <a:ext cx="1578610" cy="262890"/>
            </a:xfrm>
            <a:custGeom>
              <a:avLst/>
              <a:gdLst/>
              <a:ahLst/>
              <a:cxnLst/>
              <a:rect l="l" t="t" r="r" b="b"/>
              <a:pathLst>
                <a:path w="1578610" h="262889">
                  <a:moveTo>
                    <a:pt x="223825" y="5639"/>
                  </a:moveTo>
                  <a:lnTo>
                    <a:pt x="213106" y="9338"/>
                  </a:lnTo>
                  <a:lnTo>
                    <a:pt x="0" y="135195"/>
                  </a:lnTo>
                  <a:lnTo>
                    <a:pt x="214375" y="258766"/>
                  </a:lnTo>
                  <a:lnTo>
                    <a:pt x="225147" y="262370"/>
                  </a:lnTo>
                  <a:lnTo>
                    <a:pt x="236061" y="261592"/>
                  </a:lnTo>
                  <a:lnTo>
                    <a:pt x="245879" y="256766"/>
                  </a:lnTo>
                  <a:lnTo>
                    <a:pt x="253364" y="248225"/>
                  </a:lnTo>
                  <a:lnTo>
                    <a:pt x="256970" y="237507"/>
                  </a:lnTo>
                  <a:lnTo>
                    <a:pt x="256206" y="226587"/>
                  </a:lnTo>
                  <a:lnTo>
                    <a:pt x="251418" y="216739"/>
                  </a:lnTo>
                  <a:lnTo>
                    <a:pt x="242950" y="209236"/>
                  </a:lnTo>
                  <a:lnTo>
                    <a:pt x="163467" y="163389"/>
                  </a:lnTo>
                  <a:lnTo>
                    <a:pt x="56896" y="163389"/>
                  </a:lnTo>
                  <a:lnTo>
                    <a:pt x="56514" y="106239"/>
                  </a:lnTo>
                  <a:lnTo>
                    <a:pt x="162356" y="105707"/>
                  </a:lnTo>
                  <a:lnTo>
                    <a:pt x="242188" y="58614"/>
                  </a:lnTo>
                  <a:lnTo>
                    <a:pt x="255940" y="30218"/>
                  </a:lnTo>
                  <a:lnTo>
                    <a:pt x="252222" y="19498"/>
                  </a:lnTo>
                  <a:lnTo>
                    <a:pt x="244645" y="11052"/>
                  </a:lnTo>
                  <a:lnTo>
                    <a:pt x="234759" y="6322"/>
                  </a:lnTo>
                  <a:lnTo>
                    <a:pt x="223825" y="5639"/>
                  </a:lnTo>
                  <a:close/>
                </a:path>
                <a:path w="1578610" h="262889">
                  <a:moveTo>
                    <a:pt x="1529096" y="98873"/>
                  </a:moveTo>
                  <a:lnTo>
                    <a:pt x="1521333" y="98873"/>
                  </a:lnTo>
                  <a:lnTo>
                    <a:pt x="1521714" y="156023"/>
                  </a:lnTo>
                  <a:lnTo>
                    <a:pt x="1415987" y="156555"/>
                  </a:lnTo>
                  <a:lnTo>
                    <a:pt x="1336039" y="203775"/>
                  </a:lnTo>
                  <a:lnTo>
                    <a:pt x="1327614" y="211351"/>
                  </a:lnTo>
                  <a:lnTo>
                    <a:pt x="1322927" y="221237"/>
                  </a:lnTo>
                  <a:lnTo>
                    <a:pt x="1322288" y="232171"/>
                  </a:lnTo>
                  <a:lnTo>
                    <a:pt x="1326007" y="242891"/>
                  </a:lnTo>
                  <a:lnTo>
                    <a:pt x="1333583" y="251317"/>
                  </a:lnTo>
                  <a:lnTo>
                    <a:pt x="1343469" y="256004"/>
                  </a:lnTo>
                  <a:lnTo>
                    <a:pt x="1354403" y="256643"/>
                  </a:lnTo>
                  <a:lnTo>
                    <a:pt x="1365123" y="252924"/>
                  </a:lnTo>
                  <a:lnTo>
                    <a:pt x="1578228" y="127194"/>
                  </a:lnTo>
                  <a:lnTo>
                    <a:pt x="1529096" y="98873"/>
                  </a:lnTo>
                  <a:close/>
                </a:path>
                <a:path w="1578610" h="262889">
                  <a:moveTo>
                    <a:pt x="162356" y="105707"/>
                  </a:moveTo>
                  <a:lnTo>
                    <a:pt x="56514" y="106239"/>
                  </a:lnTo>
                  <a:lnTo>
                    <a:pt x="56896" y="163389"/>
                  </a:lnTo>
                  <a:lnTo>
                    <a:pt x="162546" y="162858"/>
                  </a:lnTo>
                  <a:lnTo>
                    <a:pt x="156641" y="159452"/>
                  </a:lnTo>
                  <a:lnTo>
                    <a:pt x="71247" y="159452"/>
                  </a:lnTo>
                  <a:lnTo>
                    <a:pt x="70993" y="110049"/>
                  </a:lnTo>
                  <a:lnTo>
                    <a:pt x="154995" y="110049"/>
                  </a:lnTo>
                  <a:lnTo>
                    <a:pt x="162356" y="105707"/>
                  </a:lnTo>
                  <a:close/>
                </a:path>
                <a:path w="1578610" h="262889">
                  <a:moveTo>
                    <a:pt x="162546" y="162858"/>
                  </a:moveTo>
                  <a:lnTo>
                    <a:pt x="56896" y="163389"/>
                  </a:lnTo>
                  <a:lnTo>
                    <a:pt x="163467" y="163389"/>
                  </a:lnTo>
                  <a:lnTo>
                    <a:pt x="162546" y="162858"/>
                  </a:lnTo>
                  <a:close/>
                </a:path>
                <a:path w="1578610" h="262889">
                  <a:moveTo>
                    <a:pt x="1415682" y="99404"/>
                  </a:moveTo>
                  <a:lnTo>
                    <a:pt x="162356" y="105707"/>
                  </a:lnTo>
                  <a:lnTo>
                    <a:pt x="113465" y="134547"/>
                  </a:lnTo>
                  <a:lnTo>
                    <a:pt x="162546" y="162858"/>
                  </a:lnTo>
                  <a:lnTo>
                    <a:pt x="1415987" y="156555"/>
                  </a:lnTo>
                  <a:lnTo>
                    <a:pt x="1464790" y="127730"/>
                  </a:lnTo>
                  <a:lnTo>
                    <a:pt x="1415682" y="99404"/>
                  </a:lnTo>
                  <a:close/>
                </a:path>
                <a:path w="1578610" h="262889">
                  <a:moveTo>
                    <a:pt x="70993" y="110049"/>
                  </a:moveTo>
                  <a:lnTo>
                    <a:pt x="71247" y="159452"/>
                  </a:lnTo>
                  <a:lnTo>
                    <a:pt x="113465" y="134547"/>
                  </a:lnTo>
                  <a:lnTo>
                    <a:pt x="70993" y="110049"/>
                  </a:lnTo>
                  <a:close/>
                </a:path>
                <a:path w="1578610" h="262889">
                  <a:moveTo>
                    <a:pt x="113465" y="134547"/>
                  </a:moveTo>
                  <a:lnTo>
                    <a:pt x="71247" y="159452"/>
                  </a:lnTo>
                  <a:lnTo>
                    <a:pt x="156641" y="159452"/>
                  </a:lnTo>
                  <a:lnTo>
                    <a:pt x="113465" y="134547"/>
                  </a:lnTo>
                  <a:close/>
                </a:path>
                <a:path w="1578610" h="262889">
                  <a:moveTo>
                    <a:pt x="1464790" y="127730"/>
                  </a:moveTo>
                  <a:lnTo>
                    <a:pt x="1415987" y="156555"/>
                  </a:lnTo>
                  <a:lnTo>
                    <a:pt x="1521714" y="156023"/>
                  </a:lnTo>
                  <a:lnTo>
                    <a:pt x="1521688" y="152213"/>
                  </a:lnTo>
                  <a:lnTo>
                    <a:pt x="1507236" y="152213"/>
                  </a:lnTo>
                  <a:lnTo>
                    <a:pt x="1464790" y="127730"/>
                  </a:lnTo>
                  <a:close/>
                </a:path>
                <a:path w="1578610" h="262889">
                  <a:moveTo>
                    <a:pt x="1506982" y="102810"/>
                  </a:moveTo>
                  <a:lnTo>
                    <a:pt x="1464790" y="127730"/>
                  </a:lnTo>
                  <a:lnTo>
                    <a:pt x="1507236" y="152213"/>
                  </a:lnTo>
                  <a:lnTo>
                    <a:pt x="1506982" y="102810"/>
                  </a:lnTo>
                  <a:close/>
                </a:path>
                <a:path w="1578610" h="262889">
                  <a:moveTo>
                    <a:pt x="1521359" y="102810"/>
                  </a:moveTo>
                  <a:lnTo>
                    <a:pt x="1506982" y="102810"/>
                  </a:lnTo>
                  <a:lnTo>
                    <a:pt x="1507236" y="152213"/>
                  </a:lnTo>
                  <a:lnTo>
                    <a:pt x="1521688" y="152213"/>
                  </a:lnTo>
                  <a:lnTo>
                    <a:pt x="1521359" y="102810"/>
                  </a:lnTo>
                  <a:close/>
                </a:path>
                <a:path w="1578610" h="262889">
                  <a:moveTo>
                    <a:pt x="154995" y="110049"/>
                  </a:moveTo>
                  <a:lnTo>
                    <a:pt x="70993" y="110049"/>
                  </a:lnTo>
                  <a:lnTo>
                    <a:pt x="113465" y="134547"/>
                  </a:lnTo>
                  <a:lnTo>
                    <a:pt x="154995" y="110049"/>
                  </a:lnTo>
                  <a:close/>
                </a:path>
                <a:path w="1578610" h="262889">
                  <a:moveTo>
                    <a:pt x="1521333" y="98873"/>
                  </a:moveTo>
                  <a:lnTo>
                    <a:pt x="1415682" y="99404"/>
                  </a:lnTo>
                  <a:lnTo>
                    <a:pt x="1464790" y="127730"/>
                  </a:lnTo>
                  <a:lnTo>
                    <a:pt x="1506982" y="102810"/>
                  </a:lnTo>
                  <a:lnTo>
                    <a:pt x="1521359" y="102810"/>
                  </a:lnTo>
                  <a:lnTo>
                    <a:pt x="1521333" y="98873"/>
                  </a:lnTo>
                  <a:close/>
                </a:path>
                <a:path w="1578610" h="262889">
                  <a:moveTo>
                    <a:pt x="1353081" y="0"/>
                  </a:moveTo>
                  <a:lnTo>
                    <a:pt x="1342167" y="734"/>
                  </a:lnTo>
                  <a:lnTo>
                    <a:pt x="1332349" y="5516"/>
                  </a:lnTo>
                  <a:lnTo>
                    <a:pt x="1324864" y="14037"/>
                  </a:lnTo>
                  <a:lnTo>
                    <a:pt x="1321258" y="24808"/>
                  </a:lnTo>
                  <a:lnTo>
                    <a:pt x="1322022" y="35722"/>
                  </a:lnTo>
                  <a:lnTo>
                    <a:pt x="1326810" y="45541"/>
                  </a:lnTo>
                  <a:lnTo>
                    <a:pt x="1335277" y="53026"/>
                  </a:lnTo>
                  <a:lnTo>
                    <a:pt x="1415682" y="99404"/>
                  </a:lnTo>
                  <a:lnTo>
                    <a:pt x="1529096" y="98873"/>
                  </a:lnTo>
                  <a:lnTo>
                    <a:pt x="1363852" y="3623"/>
                  </a:lnTo>
                  <a:lnTo>
                    <a:pt x="1353081" y="0"/>
                  </a:lnTo>
                  <a:close/>
                </a:path>
              </a:pathLst>
            </a:custGeom>
            <a:solidFill>
              <a:srgbClr val="A72227"/>
            </a:solidFill>
          </p:spPr>
          <p:txBody>
            <a:bodyPr wrap="square" lIns="0" tIns="0" rIns="0" bIns="0" rtlCol="0"/>
            <a:lstStyle/>
            <a:p>
              <a:endParaRPr/>
            </a:p>
          </p:txBody>
        </p:sp>
      </p:grpSp>
      <p:sp>
        <p:nvSpPr>
          <p:cNvPr id="20" name="object 20"/>
          <p:cNvSpPr txBox="1">
            <a:spLocks noGrp="1"/>
          </p:cNvSpPr>
          <p:nvPr>
            <p:ph type="title"/>
          </p:nvPr>
        </p:nvSpPr>
        <p:spPr>
          <a:xfrm>
            <a:off x="2806953" y="568402"/>
            <a:ext cx="6142101" cy="889986"/>
          </a:xfrm>
          <a:prstGeom prst="rect">
            <a:avLst/>
          </a:prstGeom>
        </p:spPr>
        <p:txBody>
          <a:bodyPr vert="horz" wrap="square" lIns="0" tIns="58419" rIns="0" bIns="0" rtlCol="0">
            <a:spAutoFit/>
          </a:bodyPr>
          <a:lstStyle/>
          <a:p>
            <a:pPr marL="12700" marR="5080">
              <a:lnSpc>
                <a:spcPct val="90000"/>
              </a:lnSpc>
              <a:spcBef>
                <a:spcPts val="459"/>
              </a:spcBef>
            </a:pPr>
            <a:r>
              <a:rPr sz="3000" spc="-60" dirty="0">
                <a:solidFill>
                  <a:srgbClr val="000000"/>
                </a:solidFill>
              </a:rPr>
              <a:t>Ha</a:t>
            </a:r>
            <a:r>
              <a:rPr sz="3000" spc="-65" dirty="0">
                <a:solidFill>
                  <a:srgbClr val="000000"/>
                </a:solidFill>
              </a:rPr>
              <a:t>bilid</a:t>
            </a:r>
            <a:r>
              <a:rPr sz="3000" spc="-60" dirty="0">
                <a:solidFill>
                  <a:srgbClr val="000000"/>
                </a:solidFill>
              </a:rPr>
              <a:t>a</a:t>
            </a:r>
            <a:r>
              <a:rPr sz="3000" spc="-65" dirty="0">
                <a:solidFill>
                  <a:srgbClr val="000000"/>
                </a:solidFill>
              </a:rPr>
              <a:t>de</a:t>
            </a:r>
            <a:r>
              <a:rPr sz="3000" dirty="0">
                <a:solidFill>
                  <a:srgbClr val="000000"/>
                </a:solidFill>
              </a:rPr>
              <a:t>s  </a:t>
            </a:r>
            <a:r>
              <a:rPr sz="3000" spc="-65" dirty="0">
                <a:solidFill>
                  <a:srgbClr val="000000"/>
                </a:solidFill>
              </a:rPr>
              <a:t>e</a:t>
            </a:r>
            <a:r>
              <a:rPr sz="3000" spc="-60" dirty="0">
                <a:solidFill>
                  <a:srgbClr val="000000"/>
                </a:solidFill>
              </a:rPr>
              <a:t>s</a:t>
            </a:r>
            <a:r>
              <a:rPr sz="3000" spc="-65" dirty="0">
                <a:solidFill>
                  <a:srgbClr val="000000"/>
                </a:solidFill>
              </a:rPr>
              <a:t>e</a:t>
            </a:r>
            <a:r>
              <a:rPr sz="3000" spc="-60" dirty="0">
                <a:solidFill>
                  <a:srgbClr val="000000"/>
                </a:solidFill>
              </a:rPr>
              <a:t>n</a:t>
            </a:r>
            <a:r>
              <a:rPr sz="3000" spc="-65" dirty="0">
                <a:solidFill>
                  <a:srgbClr val="000000"/>
                </a:solidFill>
              </a:rPr>
              <a:t>ci</a:t>
            </a:r>
            <a:r>
              <a:rPr sz="3000" spc="-60" dirty="0">
                <a:solidFill>
                  <a:srgbClr val="000000"/>
                </a:solidFill>
              </a:rPr>
              <a:t>a</a:t>
            </a:r>
            <a:r>
              <a:rPr sz="3000" spc="-65" dirty="0">
                <a:solidFill>
                  <a:srgbClr val="000000"/>
                </a:solidFill>
              </a:rPr>
              <a:t>le</a:t>
            </a:r>
            <a:r>
              <a:rPr sz="3000" dirty="0">
                <a:solidFill>
                  <a:srgbClr val="000000"/>
                </a:solidFill>
              </a:rPr>
              <a:t>s</a:t>
            </a:r>
            <a:r>
              <a:rPr sz="3000" spc="-105" dirty="0">
                <a:solidFill>
                  <a:srgbClr val="000000"/>
                </a:solidFill>
              </a:rPr>
              <a:t> </a:t>
            </a:r>
            <a:r>
              <a:rPr sz="3000" dirty="0">
                <a:solidFill>
                  <a:srgbClr val="000000"/>
                </a:solidFill>
              </a:rPr>
              <a:t>y  </a:t>
            </a:r>
            <a:r>
              <a:rPr sz="3000" spc="-55" dirty="0">
                <a:solidFill>
                  <a:srgbClr val="000000"/>
                </a:solidFill>
              </a:rPr>
              <a:t>niveles </a:t>
            </a:r>
            <a:r>
              <a:rPr sz="3000" spc="-50" dirty="0">
                <a:solidFill>
                  <a:srgbClr val="000000"/>
                </a:solidFill>
              </a:rPr>
              <a:t> </a:t>
            </a:r>
            <a:r>
              <a:rPr sz="3000" spc="-60" dirty="0">
                <a:solidFill>
                  <a:srgbClr val="000000"/>
                </a:solidFill>
              </a:rPr>
              <a:t>directivos</a:t>
            </a:r>
            <a:endParaRPr sz="3000" dirty="0"/>
          </a:p>
        </p:txBody>
      </p:sp>
      <p:sp>
        <p:nvSpPr>
          <p:cNvPr id="21" name="object 21"/>
          <p:cNvSpPr txBox="1"/>
          <p:nvPr/>
        </p:nvSpPr>
        <p:spPr>
          <a:xfrm>
            <a:off x="275640" y="6443878"/>
            <a:ext cx="15367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23</a:t>
            </a:r>
            <a:endParaRPr sz="1000">
              <a:latin typeface="Calibri"/>
              <a:cs typeface="Calibri"/>
            </a:endParaRPr>
          </a:p>
        </p:txBody>
      </p:sp>
      <p:sp>
        <p:nvSpPr>
          <p:cNvPr id="22" name="object 22"/>
          <p:cNvSpPr txBox="1"/>
          <p:nvPr/>
        </p:nvSpPr>
        <p:spPr>
          <a:xfrm>
            <a:off x="1940432" y="2695447"/>
            <a:ext cx="1591310" cy="241681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C00000"/>
                </a:solidFill>
                <a:latin typeface="Arial"/>
                <a:cs typeface="Arial"/>
              </a:rPr>
              <a:t>Alta</a:t>
            </a:r>
            <a:r>
              <a:rPr sz="1800" b="1" spc="15" dirty="0">
                <a:solidFill>
                  <a:srgbClr val="C00000"/>
                </a:solidFill>
                <a:latin typeface="Arial"/>
                <a:cs typeface="Arial"/>
              </a:rPr>
              <a:t> </a:t>
            </a:r>
            <a:r>
              <a:rPr sz="1800" b="1" spc="-5" dirty="0">
                <a:solidFill>
                  <a:srgbClr val="C00000"/>
                </a:solidFill>
                <a:latin typeface="Arial"/>
                <a:cs typeface="Arial"/>
              </a:rPr>
              <a:t>dirección</a:t>
            </a:r>
            <a:endParaRPr sz="1800">
              <a:latin typeface="Arial"/>
              <a:cs typeface="Arial"/>
            </a:endParaRPr>
          </a:p>
          <a:p>
            <a:pPr>
              <a:lnSpc>
                <a:spcPct val="100000"/>
              </a:lnSpc>
            </a:pPr>
            <a:endParaRPr sz="2000">
              <a:latin typeface="Arial"/>
              <a:cs typeface="Arial"/>
            </a:endParaRPr>
          </a:p>
          <a:p>
            <a:pPr>
              <a:lnSpc>
                <a:spcPct val="100000"/>
              </a:lnSpc>
              <a:spcBef>
                <a:spcPts val="15"/>
              </a:spcBef>
            </a:pPr>
            <a:endParaRPr sz="1900">
              <a:latin typeface="Arial"/>
              <a:cs typeface="Arial"/>
            </a:endParaRPr>
          </a:p>
          <a:p>
            <a:pPr marL="422909" marR="5080">
              <a:lnSpc>
                <a:spcPct val="100000"/>
              </a:lnSpc>
            </a:pPr>
            <a:r>
              <a:rPr sz="1800" b="1" spc="-5" dirty="0">
                <a:solidFill>
                  <a:srgbClr val="C00000"/>
                </a:solidFill>
                <a:latin typeface="Arial"/>
                <a:cs typeface="Arial"/>
              </a:rPr>
              <a:t>Dirección </a:t>
            </a:r>
            <a:r>
              <a:rPr sz="1800" b="1" dirty="0">
                <a:solidFill>
                  <a:srgbClr val="C00000"/>
                </a:solidFill>
                <a:latin typeface="Arial"/>
                <a:cs typeface="Arial"/>
              </a:rPr>
              <a:t> i</a:t>
            </a:r>
            <a:r>
              <a:rPr sz="1800" b="1" spc="5" dirty="0">
                <a:solidFill>
                  <a:srgbClr val="C00000"/>
                </a:solidFill>
                <a:latin typeface="Arial"/>
                <a:cs typeface="Arial"/>
              </a:rPr>
              <a:t>n</a:t>
            </a:r>
            <a:r>
              <a:rPr sz="1800" b="1" spc="-5" dirty="0">
                <a:solidFill>
                  <a:srgbClr val="C00000"/>
                </a:solidFill>
                <a:latin typeface="Arial"/>
                <a:cs typeface="Arial"/>
              </a:rPr>
              <a:t>te</a:t>
            </a:r>
            <a:r>
              <a:rPr sz="1800" b="1" spc="-15" dirty="0">
                <a:solidFill>
                  <a:srgbClr val="C00000"/>
                </a:solidFill>
                <a:latin typeface="Arial"/>
                <a:cs typeface="Arial"/>
              </a:rPr>
              <a:t>r</a:t>
            </a:r>
            <a:r>
              <a:rPr sz="1800" b="1" spc="-5" dirty="0">
                <a:solidFill>
                  <a:srgbClr val="C00000"/>
                </a:solidFill>
                <a:latin typeface="Arial"/>
                <a:cs typeface="Arial"/>
              </a:rPr>
              <a:t>m</a:t>
            </a:r>
            <a:r>
              <a:rPr sz="1800" b="1" spc="-15" dirty="0">
                <a:solidFill>
                  <a:srgbClr val="C00000"/>
                </a:solidFill>
                <a:latin typeface="Arial"/>
                <a:cs typeface="Arial"/>
              </a:rPr>
              <a:t>e</a:t>
            </a:r>
            <a:r>
              <a:rPr sz="1800" b="1" dirty="0">
                <a:solidFill>
                  <a:srgbClr val="C00000"/>
                </a:solidFill>
                <a:latin typeface="Arial"/>
                <a:cs typeface="Arial"/>
              </a:rPr>
              <a:t>d</a:t>
            </a:r>
            <a:r>
              <a:rPr sz="1800" b="1" spc="5" dirty="0">
                <a:solidFill>
                  <a:srgbClr val="C00000"/>
                </a:solidFill>
                <a:latin typeface="Arial"/>
                <a:cs typeface="Arial"/>
              </a:rPr>
              <a:t>i</a:t>
            </a:r>
            <a:r>
              <a:rPr sz="1800" b="1" spc="-5" dirty="0">
                <a:solidFill>
                  <a:srgbClr val="C00000"/>
                </a:solidFill>
                <a:latin typeface="Arial"/>
                <a:cs typeface="Arial"/>
              </a:rPr>
              <a:t>a</a:t>
            </a:r>
            <a:endParaRPr sz="1800">
              <a:latin typeface="Arial"/>
              <a:cs typeface="Arial"/>
            </a:endParaRPr>
          </a:p>
          <a:p>
            <a:pPr>
              <a:lnSpc>
                <a:spcPct val="100000"/>
              </a:lnSpc>
            </a:pPr>
            <a:endParaRPr sz="2000">
              <a:latin typeface="Arial"/>
              <a:cs typeface="Arial"/>
            </a:endParaRPr>
          </a:p>
          <a:p>
            <a:pPr marL="64769" marR="81915">
              <a:lnSpc>
                <a:spcPct val="100000"/>
              </a:lnSpc>
              <a:spcBef>
                <a:spcPts val="1225"/>
              </a:spcBef>
              <a:tabLst>
                <a:tab pos="1232535" algn="l"/>
              </a:tabLst>
            </a:pPr>
            <a:r>
              <a:rPr sz="1800" b="1" spc="-5" dirty="0">
                <a:solidFill>
                  <a:srgbClr val="C00000"/>
                </a:solidFill>
                <a:latin typeface="Arial"/>
                <a:cs typeface="Arial"/>
              </a:rPr>
              <a:t>Dir</a:t>
            </a:r>
            <a:r>
              <a:rPr sz="1800" b="1" spc="-15" dirty="0">
                <a:solidFill>
                  <a:srgbClr val="C00000"/>
                </a:solidFill>
                <a:latin typeface="Arial"/>
                <a:cs typeface="Arial"/>
              </a:rPr>
              <a:t>e</a:t>
            </a:r>
            <a:r>
              <a:rPr sz="1800" b="1" spc="-5" dirty="0">
                <a:solidFill>
                  <a:srgbClr val="C00000"/>
                </a:solidFill>
                <a:latin typeface="Arial"/>
                <a:cs typeface="Arial"/>
              </a:rPr>
              <a:t>c</a:t>
            </a:r>
            <a:r>
              <a:rPr sz="1800" b="1" spc="-15" dirty="0">
                <a:solidFill>
                  <a:srgbClr val="C00000"/>
                </a:solidFill>
                <a:latin typeface="Arial"/>
                <a:cs typeface="Arial"/>
              </a:rPr>
              <a:t>c</a:t>
            </a:r>
            <a:r>
              <a:rPr sz="1800" b="1" dirty="0">
                <a:solidFill>
                  <a:srgbClr val="C00000"/>
                </a:solidFill>
                <a:latin typeface="Arial"/>
                <a:cs typeface="Arial"/>
              </a:rPr>
              <a:t>i</a:t>
            </a:r>
            <a:r>
              <a:rPr sz="1800" b="1" spc="5" dirty="0">
                <a:solidFill>
                  <a:srgbClr val="C00000"/>
                </a:solidFill>
                <a:latin typeface="Arial"/>
                <a:cs typeface="Arial"/>
              </a:rPr>
              <a:t>ó</a:t>
            </a:r>
            <a:r>
              <a:rPr sz="1800" b="1" dirty="0">
                <a:solidFill>
                  <a:srgbClr val="C00000"/>
                </a:solidFill>
                <a:latin typeface="Arial"/>
                <a:cs typeface="Arial"/>
              </a:rPr>
              <a:t>n	</a:t>
            </a:r>
            <a:r>
              <a:rPr sz="1800" b="1" spc="5" dirty="0">
                <a:solidFill>
                  <a:srgbClr val="C00000"/>
                </a:solidFill>
                <a:latin typeface="Arial"/>
                <a:cs typeface="Arial"/>
              </a:rPr>
              <a:t>d</a:t>
            </a:r>
            <a:r>
              <a:rPr sz="1800" b="1" spc="-5" dirty="0">
                <a:solidFill>
                  <a:srgbClr val="C00000"/>
                </a:solidFill>
                <a:latin typeface="Arial"/>
                <a:cs typeface="Arial"/>
              </a:rPr>
              <a:t>e  Primera</a:t>
            </a:r>
            <a:r>
              <a:rPr sz="1800" b="1" spc="-75" dirty="0">
                <a:solidFill>
                  <a:srgbClr val="C00000"/>
                </a:solidFill>
                <a:latin typeface="Arial"/>
                <a:cs typeface="Arial"/>
              </a:rPr>
              <a:t> </a:t>
            </a:r>
            <a:r>
              <a:rPr sz="1800" b="1" dirty="0">
                <a:solidFill>
                  <a:srgbClr val="C00000"/>
                </a:solidFill>
                <a:latin typeface="Arial"/>
                <a:cs typeface="Arial"/>
              </a:rPr>
              <a:t>línea</a:t>
            </a:r>
            <a:endParaRPr sz="1800">
              <a:latin typeface="Arial"/>
              <a:cs typeface="Arial"/>
            </a:endParaRPr>
          </a:p>
        </p:txBody>
      </p:sp>
      <p:pic>
        <p:nvPicPr>
          <p:cNvPr id="23" name="object 23"/>
          <p:cNvPicPr/>
          <p:nvPr/>
        </p:nvPicPr>
        <p:blipFill>
          <a:blip r:embed="rId4" cstate="print"/>
          <a:stretch>
            <a:fillRect/>
          </a:stretch>
        </p:blipFill>
        <p:spPr>
          <a:xfrm>
            <a:off x="4324858" y="1367408"/>
            <a:ext cx="1052321" cy="1074033"/>
          </a:xfrm>
          <a:prstGeom prst="rect">
            <a:avLst/>
          </a:prstGeom>
        </p:spPr>
      </p:pic>
      <p:pic>
        <p:nvPicPr>
          <p:cNvPr id="24" name="object 24"/>
          <p:cNvPicPr/>
          <p:nvPr/>
        </p:nvPicPr>
        <p:blipFill>
          <a:blip r:embed="rId5" cstate="print"/>
          <a:stretch>
            <a:fillRect/>
          </a:stretch>
        </p:blipFill>
        <p:spPr>
          <a:xfrm>
            <a:off x="6556247" y="1318767"/>
            <a:ext cx="813307" cy="1085469"/>
          </a:xfrm>
          <a:prstGeom prst="rect">
            <a:avLst/>
          </a:prstGeom>
        </p:spPr>
      </p:pic>
      <p:sp>
        <p:nvSpPr>
          <p:cNvPr id="25" name="Marcador de número de diapositiva 24">
            <a:extLst>
              <a:ext uri="{FF2B5EF4-FFF2-40B4-BE49-F238E27FC236}">
                <a16:creationId xmlns:a16="http://schemas.microsoft.com/office/drawing/2014/main" id="{458FAD68-BCCF-38CD-0671-7F3154B404AF}"/>
              </a:ext>
            </a:extLst>
          </p:cNvPr>
          <p:cNvSpPr>
            <a:spLocks noGrp="1"/>
          </p:cNvSpPr>
          <p:nvPr>
            <p:ph type="sldNum" sz="quarter" idx="12"/>
          </p:nvPr>
        </p:nvSpPr>
        <p:spPr/>
        <p:txBody>
          <a:bodyPr/>
          <a:lstStyle/>
          <a:p>
            <a:fld id="{5263617F-1627-43AB-9FC2-D1A40487E69C}" type="slidenum">
              <a:rPr lang="es-ES" smtClean="0"/>
              <a:t>16</a:t>
            </a:fld>
            <a:endParaRPr lang="es-E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8862059" y="758951"/>
            <a:ext cx="281940" cy="5331460"/>
          </a:xfrm>
          <a:custGeom>
            <a:avLst/>
            <a:gdLst/>
            <a:ahLst/>
            <a:cxnLst/>
            <a:rect l="l" t="t" r="r" b="b"/>
            <a:pathLst>
              <a:path w="281940" h="5331460">
                <a:moveTo>
                  <a:pt x="0" y="5330952"/>
                </a:moveTo>
                <a:lnTo>
                  <a:pt x="281939" y="5330952"/>
                </a:lnTo>
                <a:lnTo>
                  <a:pt x="281939" y="0"/>
                </a:lnTo>
                <a:lnTo>
                  <a:pt x="0" y="0"/>
                </a:lnTo>
                <a:lnTo>
                  <a:pt x="0" y="5330952"/>
                </a:lnTo>
                <a:close/>
              </a:path>
            </a:pathLst>
          </a:custGeom>
          <a:solidFill>
            <a:srgbClr val="C7C7C7">
              <a:alpha val="49803"/>
            </a:srgbClr>
          </a:solidFill>
        </p:spPr>
        <p:txBody>
          <a:bodyPr wrap="square" lIns="0" tIns="0" rIns="0" bIns="0" rtlCol="0"/>
          <a:lstStyle/>
          <a:p>
            <a:endParaRPr/>
          </a:p>
        </p:txBody>
      </p:sp>
      <p:sp>
        <p:nvSpPr>
          <p:cNvPr id="4" name="object 4"/>
          <p:cNvSpPr txBox="1">
            <a:spLocks noGrp="1"/>
          </p:cNvSpPr>
          <p:nvPr>
            <p:ph type="title"/>
          </p:nvPr>
        </p:nvSpPr>
        <p:spPr>
          <a:xfrm>
            <a:off x="251520" y="2017042"/>
            <a:ext cx="2590800" cy="1490152"/>
          </a:xfrm>
          <a:prstGeom prst="rect">
            <a:avLst/>
          </a:prstGeom>
        </p:spPr>
        <p:txBody>
          <a:bodyPr vert="horz" wrap="square" lIns="0" tIns="12700" rIns="0" bIns="0" rtlCol="0">
            <a:spAutoFit/>
          </a:bodyPr>
          <a:lstStyle/>
          <a:p>
            <a:pPr marL="12700">
              <a:lnSpc>
                <a:spcPct val="100000"/>
              </a:lnSpc>
              <a:spcBef>
                <a:spcPts val="100"/>
              </a:spcBef>
            </a:pPr>
            <a:r>
              <a:rPr lang="es-ES" sz="3200" b="0" spc="-65" dirty="0">
                <a:solidFill>
                  <a:schemeClr val="bg1"/>
                </a:solidFill>
                <a:latin typeface="Corbel"/>
                <a:cs typeface="Corbel"/>
              </a:rPr>
              <a:t>2.1.3.Roles y habilidades  directivos</a:t>
            </a:r>
            <a:endParaRPr sz="3200" dirty="0">
              <a:solidFill>
                <a:schemeClr val="bg1"/>
              </a:solidFill>
              <a:latin typeface="Corbel"/>
              <a:cs typeface="Corbel"/>
            </a:endParaRPr>
          </a:p>
        </p:txBody>
      </p:sp>
      <p:sp>
        <p:nvSpPr>
          <p:cNvPr id="5" name="object 5"/>
          <p:cNvSpPr txBox="1"/>
          <p:nvPr/>
        </p:nvSpPr>
        <p:spPr>
          <a:xfrm>
            <a:off x="3282504" y="502093"/>
            <a:ext cx="277558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chemeClr val="accent1">
                    <a:lumMod val="75000"/>
                  </a:schemeClr>
                </a:solidFill>
                <a:latin typeface="Corbel"/>
                <a:cs typeface="Corbel"/>
              </a:rPr>
              <a:t>Concepto</a:t>
            </a:r>
            <a:r>
              <a:rPr sz="3200" b="1" spc="-40" dirty="0">
                <a:solidFill>
                  <a:schemeClr val="accent1">
                    <a:lumMod val="75000"/>
                  </a:schemeClr>
                </a:solidFill>
                <a:latin typeface="Corbel"/>
                <a:cs typeface="Corbel"/>
              </a:rPr>
              <a:t> </a:t>
            </a:r>
            <a:r>
              <a:rPr sz="3200" b="1" dirty="0">
                <a:solidFill>
                  <a:schemeClr val="accent1">
                    <a:lumMod val="75000"/>
                  </a:schemeClr>
                </a:solidFill>
                <a:latin typeface="Corbel"/>
                <a:cs typeface="Corbel"/>
              </a:rPr>
              <a:t>de</a:t>
            </a:r>
            <a:r>
              <a:rPr sz="3200" b="1" spc="-30" dirty="0">
                <a:solidFill>
                  <a:schemeClr val="accent1">
                    <a:lumMod val="75000"/>
                  </a:schemeClr>
                </a:solidFill>
                <a:latin typeface="Corbel"/>
                <a:cs typeface="Corbel"/>
              </a:rPr>
              <a:t> </a:t>
            </a:r>
            <a:r>
              <a:rPr sz="3200" b="1" spc="-5" dirty="0">
                <a:solidFill>
                  <a:schemeClr val="accent1">
                    <a:lumMod val="75000"/>
                  </a:schemeClr>
                </a:solidFill>
                <a:latin typeface="Corbel"/>
                <a:cs typeface="Corbel"/>
              </a:rPr>
              <a:t>rol</a:t>
            </a:r>
            <a:endParaRPr sz="3200" dirty="0">
              <a:solidFill>
                <a:schemeClr val="accent1">
                  <a:lumMod val="75000"/>
                </a:schemeClr>
              </a:solidFill>
              <a:latin typeface="Corbel"/>
              <a:cs typeface="Corbel"/>
            </a:endParaRPr>
          </a:p>
        </p:txBody>
      </p:sp>
      <p:sp>
        <p:nvSpPr>
          <p:cNvPr id="6" name="object 6"/>
          <p:cNvSpPr txBox="1"/>
          <p:nvPr/>
        </p:nvSpPr>
        <p:spPr>
          <a:xfrm>
            <a:off x="1309385" y="1030555"/>
            <a:ext cx="7724140" cy="939296"/>
          </a:xfrm>
          <a:prstGeom prst="rect">
            <a:avLst/>
          </a:prstGeom>
          <a:ln w="28575">
            <a:solidFill>
              <a:srgbClr val="000000"/>
            </a:solidFill>
          </a:ln>
        </p:spPr>
        <p:txBody>
          <a:bodyPr vert="horz" wrap="square" lIns="0" tIns="59690" rIns="0" bIns="0" rtlCol="0">
            <a:spAutoFit/>
          </a:bodyPr>
          <a:lstStyle/>
          <a:p>
            <a:pPr marL="1473200" marR="492759" indent="-471170">
              <a:lnSpc>
                <a:spcPct val="104000"/>
              </a:lnSpc>
              <a:spcBef>
                <a:spcPts val="470"/>
              </a:spcBef>
            </a:pPr>
            <a:r>
              <a:rPr sz="2800" spc="-5" dirty="0">
                <a:solidFill>
                  <a:srgbClr val="585858"/>
                </a:solidFill>
                <a:latin typeface="Corbel"/>
                <a:cs typeface="Corbel"/>
              </a:rPr>
              <a:t>Conjunto </a:t>
            </a:r>
            <a:r>
              <a:rPr sz="2800" spc="-10" dirty="0">
                <a:solidFill>
                  <a:srgbClr val="585858"/>
                </a:solidFill>
                <a:latin typeface="Corbel"/>
                <a:cs typeface="Corbel"/>
              </a:rPr>
              <a:t>organizado</a:t>
            </a:r>
            <a:r>
              <a:rPr sz="2800" spc="20" dirty="0">
                <a:solidFill>
                  <a:srgbClr val="585858"/>
                </a:solidFill>
                <a:latin typeface="Corbel"/>
                <a:cs typeface="Corbel"/>
              </a:rPr>
              <a:t> </a:t>
            </a:r>
            <a:r>
              <a:rPr sz="2800" spc="-5" dirty="0">
                <a:solidFill>
                  <a:srgbClr val="585858"/>
                </a:solidFill>
                <a:latin typeface="Corbel"/>
                <a:cs typeface="Corbel"/>
              </a:rPr>
              <a:t>de</a:t>
            </a:r>
            <a:r>
              <a:rPr sz="2800" spc="-10" dirty="0">
                <a:solidFill>
                  <a:srgbClr val="585858"/>
                </a:solidFill>
                <a:latin typeface="Corbel"/>
                <a:cs typeface="Corbel"/>
              </a:rPr>
              <a:t> </a:t>
            </a:r>
            <a:r>
              <a:rPr sz="2800" spc="-5" dirty="0">
                <a:solidFill>
                  <a:srgbClr val="585858"/>
                </a:solidFill>
                <a:latin typeface="Corbel"/>
                <a:cs typeface="Corbel"/>
              </a:rPr>
              <a:t>comportamientos </a:t>
            </a:r>
            <a:r>
              <a:rPr sz="2800" spc="-545" dirty="0">
                <a:solidFill>
                  <a:srgbClr val="585858"/>
                </a:solidFill>
                <a:latin typeface="Corbel"/>
                <a:cs typeface="Corbel"/>
              </a:rPr>
              <a:t> </a:t>
            </a:r>
            <a:r>
              <a:rPr sz="2800" spc="-10" dirty="0">
                <a:solidFill>
                  <a:srgbClr val="585858"/>
                </a:solidFill>
                <a:latin typeface="Corbel"/>
                <a:cs typeface="Corbel"/>
              </a:rPr>
              <a:t>correspondientes</a:t>
            </a:r>
            <a:r>
              <a:rPr sz="2800" spc="10" dirty="0">
                <a:solidFill>
                  <a:srgbClr val="585858"/>
                </a:solidFill>
                <a:latin typeface="Corbel"/>
                <a:cs typeface="Corbel"/>
              </a:rPr>
              <a:t> </a:t>
            </a:r>
            <a:r>
              <a:rPr sz="2800" spc="-5" dirty="0">
                <a:solidFill>
                  <a:srgbClr val="585858"/>
                </a:solidFill>
                <a:latin typeface="Corbel"/>
                <a:cs typeface="Corbel"/>
              </a:rPr>
              <a:t>a</a:t>
            </a:r>
            <a:r>
              <a:rPr sz="2800" dirty="0">
                <a:solidFill>
                  <a:srgbClr val="585858"/>
                </a:solidFill>
                <a:latin typeface="Corbel"/>
                <a:cs typeface="Corbel"/>
              </a:rPr>
              <a:t> </a:t>
            </a:r>
            <a:r>
              <a:rPr sz="2800" spc="-5" dirty="0">
                <a:solidFill>
                  <a:srgbClr val="585858"/>
                </a:solidFill>
                <a:latin typeface="Corbel"/>
                <a:cs typeface="Corbel"/>
              </a:rPr>
              <a:t>un</a:t>
            </a:r>
            <a:r>
              <a:rPr sz="2800" spc="10" dirty="0">
                <a:solidFill>
                  <a:srgbClr val="585858"/>
                </a:solidFill>
                <a:latin typeface="Corbel"/>
                <a:cs typeface="Corbel"/>
              </a:rPr>
              <a:t> </a:t>
            </a:r>
            <a:r>
              <a:rPr sz="2800" spc="-10" dirty="0">
                <a:solidFill>
                  <a:srgbClr val="585858"/>
                </a:solidFill>
                <a:latin typeface="Corbel"/>
                <a:cs typeface="Corbel"/>
              </a:rPr>
              <a:t>oficio</a:t>
            </a:r>
            <a:r>
              <a:rPr sz="2800" spc="-5" dirty="0">
                <a:solidFill>
                  <a:srgbClr val="585858"/>
                </a:solidFill>
                <a:latin typeface="Corbel"/>
                <a:cs typeface="Corbel"/>
              </a:rPr>
              <a:t> o </a:t>
            </a:r>
            <a:r>
              <a:rPr sz="2800" spc="-5" dirty="0" err="1">
                <a:solidFill>
                  <a:srgbClr val="585858"/>
                </a:solidFill>
                <a:latin typeface="Corbel"/>
                <a:cs typeface="Corbel"/>
              </a:rPr>
              <a:t>puesto</a:t>
            </a:r>
            <a:r>
              <a:rPr lang="es-ES" sz="2800" spc="-5" dirty="0">
                <a:solidFill>
                  <a:srgbClr val="585858"/>
                </a:solidFill>
                <a:latin typeface="Corbel"/>
                <a:cs typeface="Corbel"/>
              </a:rPr>
              <a:t>.</a:t>
            </a:r>
            <a:endParaRPr sz="2800" dirty="0">
              <a:latin typeface="Corbel"/>
              <a:cs typeface="Corbel"/>
            </a:endParaRPr>
          </a:p>
        </p:txBody>
      </p:sp>
      <p:sp>
        <p:nvSpPr>
          <p:cNvPr id="10" name="object 10"/>
          <p:cNvSpPr txBox="1"/>
          <p:nvPr/>
        </p:nvSpPr>
        <p:spPr>
          <a:xfrm>
            <a:off x="2544584" y="2359545"/>
            <a:ext cx="6203412" cy="1433085"/>
          </a:xfrm>
          <a:prstGeom prst="rect">
            <a:avLst/>
          </a:prstGeom>
          <a:solidFill>
            <a:srgbClr val="F1F1F1"/>
          </a:solidFill>
          <a:ln w="28575">
            <a:solidFill>
              <a:srgbClr val="000000"/>
            </a:solidFill>
          </a:ln>
        </p:spPr>
        <p:txBody>
          <a:bodyPr vert="horz" wrap="square" lIns="0" tIns="1905" rIns="0" bIns="0" rtlCol="0">
            <a:spAutoFit/>
          </a:bodyPr>
          <a:lstStyle/>
          <a:p>
            <a:pPr>
              <a:lnSpc>
                <a:spcPct val="100000"/>
              </a:lnSpc>
              <a:spcBef>
                <a:spcPts val="15"/>
              </a:spcBef>
            </a:pPr>
            <a:endParaRPr sz="3700" dirty="0">
              <a:latin typeface="Times New Roman"/>
              <a:cs typeface="Times New Roman"/>
            </a:endParaRPr>
          </a:p>
          <a:p>
            <a:pPr marL="746125">
              <a:lnSpc>
                <a:spcPct val="100000"/>
              </a:lnSpc>
            </a:pPr>
            <a:r>
              <a:rPr sz="2800" spc="-10" dirty="0">
                <a:latin typeface="Calibri"/>
                <a:cs typeface="Calibri"/>
              </a:rPr>
              <a:t>Los</a:t>
            </a:r>
            <a:r>
              <a:rPr sz="2800" spc="20" dirty="0">
                <a:latin typeface="Calibri"/>
                <a:cs typeface="Calibri"/>
              </a:rPr>
              <a:t> </a:t>
            </a:r>
            <a:r>
              <a:rPr sz="2800" spc="-15" dirty="0">
                <a:latin typeface="Calibri"/>
                <a:cs typeface="Calibri"/>
              </a:rPr>
              <a:t>directivos</a:t>
            </a:r>
            <a:r>
              <a:rPr sz="2800" spc="20" dirty="0">
                <a:latin typeface="Calibri"/>
                <a:cs typeface="Calibri"/>
              </a:rPr>
              <a:t> </a:t>
            </a:r>
            <a:r>
              <a:rPr sz="2800" spc="-10" dirty="0">
                <a:latin typeface="Calibri"/>
                <a:cs typeface="Calibri"/>
              </a:rPr>
              <a:t>desempeñan</a:t>
            </a:r>
            <a:r>
              <a:rPr sz="2800" spc="55" dirty="0">
                <a:latin typeface="Calibri"/>
                <a:cs typeface="Calibri"/>
              </a:rPr>
              <a:t> </a:t>
            </a:r>
            <a:r>
              <a:rPr sz="2800" spc="-20" dirty="0">
                <a:latin typeface="Calibri"/>
                <a:cs typeface="Calibri"/>
              </a:rPr>
              <a:t>roles</a:t>
            </a:r>
            <a:r>
              <a:rPr sz="2800" spc="15" dirty="0">
                <a:latin typeface="Calibri"/>
                <a:cs typeface="Calibri"/>
              </a:rPr>
              <a:t> </a:t>
            </a:r>
            <a:r>
              <a:rPr sz="2800" spc="-15" dirty="0">
                <a:latin typeface="Calibri"/>
                <a:cs typeface="Calibri"/>
              </a:rPr>
              <a:t>preconcebidos</a:t>
            </a:r>
            <a:endParaRPr sz="2800" dirty="0">
              <a:latin typeface="Calibri"/>
              <a:cs typeface="Calibri"/>
            </a:endParaRPr>
          </a:p>
        </p:txBody>
      </p:sp>
      <p:sp>
        <p:nvSpPr>
          <p:cNvPr id="11" name="object 11"/>
          <p:cNvSpPr txBox="1"/>
          <p:nvPr/>
        </p:nvSpPr>
        <p:spPr>
          <a:xfrm>
            <a:off x="275640" y="6375298"/>
            <a:ext cx="25717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15</a:t>
            </a:r>
            <a:endParaRPr sz="1800">
              <a:latin typeface="Calibri"/>
              <a:cs typeface="Calibri"/>
            </a:endParaRPr>
          </a:p>
        </p:txBody>
      </p:sp>
      <p:sp>
        <p:nvSpPr>
          <p:cNvPr id="12" name="object 5">
            <a:extLst>
              <a:ext uri="{FF2B5EF4-FFF2-40B4-BE49-F238E27FC236}">
                <a16:creationId xmlns:a16="http://schemas.microsoft.com/office/drawing/2014/main" id="{0E9E053F-5283-07D6-E906-0CBCAA606D2C}"/>
              </a:ext>
            </a:extLst>
          </p:cNvPr>
          <p:cNvSpPr txBox="1"/>
          <p:nvPr/>
        </p:nvSpPr>
        <p:spPr>
          <a:xfrm>
            <a:off x="631875" y="4076804"/>
            <a:ext cx="8076842" cy="2598147"/>
          </a:xfrm>
          <a:prstGeom prst="rect">
            <a:avLst/>
          </a:prstGeom>
        </p:spPr>
        <p:txBody>
          <a:bodyPr vert="horz" wrap="square" lIns="0" tIns="12700" rIns="0" bIns="0" rtlCol="0">
            <a:spAutoFit/>
          </a:bodyPr>
          <a:lstStyle/>
          <a:p>
            <a:pPr marL="12700" marR="5080" algn="just">
              <a:lnSpc>
                <a:spcPct val="100000"/>
              </a:lnSpc>
              <a:spcBef>
                <a:spcPts val="100"/>
              </a:spcBef>
            </a:pPr>
            <a:r>
              <a:rPr lang="es-ES" sz="2400" spc="-5" dirty="0">
                <a:latin typeface="Corbel"/>
                <a:cs typeface="Corbel"/>
              </a:rPr>
              <a:t>Según </a:t>
            </a:r>
            <a:r>
              <a:rPr sz="2400" spc="-5" dirty="0">
                <a:latin typeface="Corbel"/>
                <a:cs typeface="Corbel"/>
              </a:rPr>
              <a:t>Mintzberg</a:t>
            </a:r>
            <a:r>
              <a:rPr lang="es-ES" sz="2400" spc="-5" dirty="0">
                <a:latin typeface="Corbel"/>
                <a:cs typeface="Corbel"/>
              </a:rPr>
              <a:t> (</a:t>
            </a:r>
            <a:r>
              <a:rPr sz="2400" spc="-5" dirty="0">
                <a:latin typeface="Corbel"/>
                <a:cs typeface="Corbel"/>
              </a:rPr>
              <a:t>1983),</a:t>
            </a:r>
            <a:r>
              <a:rPr sz="2400" dirty="0">
                <a:latin typeface="Corbel"/>
                <a:cs typeface="Corbel"/>
              </a:rPr>
              <a:t> el</a:t>
            </a:r>
            <a:r>
              <a:rPr sz="2400" spc="5" dirty="0">
                <a:latin typeface="Corbel"/>
                <a:cs typeface="Corbel"/>
              </a:rPr>
              <a:t> </a:t>
            </a:r>
            <a:r>
              <a:rPr sz="2400" spc="-5" dirty="0">
                <a:latin typeface="Corbel"/>
                <a:cs typeface="Corbel"/>
              </a:rPr>
              <a:t>trabajo</a:t>
            </a:r>
            <a:r>
              <a:rPr sz="2400" dirty="0">
                <a:latin typeface="Corbel"/>
                <a:cs typeface="Corbel"/>
              </a:rPr>
              <a:t> </a:t>
            </a:r>
            <a:r>
              <a:rPr sz="2400" spc="-5" dirty="0">
                <a:latin typeface="Corbel"/>
                <a:cs typeface="Corbel"/>
              </a:rPr>
              <a:t>de</a:t>
            </a:r>
            <a:r>
              <a:rPr sz="2400" dirty="0">
                <a:latin typeface="Corbel"/>
                <a:cs typeface="Corbel"/>
              </a:rPr>
              <a:t> los</a:t>
            </a:r>
            <a:r>
              <a:rPr sz="2400" spc="5" dirty="0">
                <a:latin typeface="Corbel"/>
                <a:cs typeface="Corbel"/>
              </a:rPr>
              <a:t> </a:t>
            </a:r>
            <a:r>
              <a:rPr sz="2400" spc="-5" dirty="0">
                <a:latin typeface="Corbel"/>
                <a:cs typeface="Corbel"/>
              </a:rPr>
              <a:t>directivos</a:t>
            </a:r>
            <a:r>
              <a:rPr sz="2400" dirty="0">
                <a:latin typeface="Corbel"/>
                <a:cs typeface="Corbel"/>
              </a:rPr>
              <a:t> </a:t>
            </a:r>
            <a:r>
              <a:rPr sz="2400" spc="-5" dirty="0">
                <a:latin typeface="Corbel"/>
                <a:cs typeface="Corbel"/>
              </a:rPr>
              <a:t>tiene</a:t>
            </a:r>
            <a:r>
              <a:rPr sz="2400" dirty="0">
                <a:latin typeface="Corbel"/>
                <a:cs typeface="Corbel"/>
              </a:rPr>
              <a:t> unas </a:t>
            </a:r>
            <a:r>
              <a:rPr sz="2400" spc="5" dirty="0">
                <a:latin typeface="Corbel"/>
                <a:cs typeface="Corbel"/>
              </a:rPr>
              <a:t> </a:t>
            </a:r>
            <a:r>
              <a:rPr sz="2400" spc="-5" dirty="0">
                <a:latin typeface="Corbel"/>
                <a:cs typeface="Corbel"/>
              </a:rPr>
              <a:t>características</a:t>
            </a:r>
            <a:r>
              <a:rPr sz="2400" dirty="0">
                <a:latin typeface="Corbel"/>
                <a:cs typeface="Corbel"/>
              </a:rPr>
              <a:t> muy</a:t>
            </a:r>
            <a:r>
              <a:rPr sz="2400" spc="5" dirty="0">
                <a:latin typeface="Corbel"/>
                <a:cs typeface="Corbel"/>
              </a:rPr>
              <a:t> </a:t>
            </a:r>
            <a:r>
              <a:rPr sz="2400" spc="-5" dirty="0">
                <a:latin typeface="Corbel"/>
                <a:cs typeface="Corbel"/>
              </a:rPr>
              <a:t>peculiares,</a:t>
            </a:r>
            <a:r>
              <a:rPr sz="2400" dirty="0">
                <a:latin typeface="Corbel"/>
                <a:cs typeface="Corbel"/>
              </a:rPr>
              <a:t> pero,</a:t>
            </a:r>
            <a:r>
              <a:rPr sz="2400" spc="5" dirty="0">
                <a:latin typeface="Corbel"/>
                <a:cs typeface="Corbel"/>
              </a:rPr>
              <a:t> </a:t>
            </a:r>
            <a:r>
              <a:rPr sz="2400" spc="-5" dirty="0">
                <a:latin typeface="Corbel"/>
                <a:cs typeface="Corbel"/>
              </a:rPr>
              <a:t>al</a:t>
            </a:r>
            <a:r>
              <a:rPr sz="2400" dirty="0">
                <a:latin typeface="Corbel"/>
                <a:cs typeface="Corbel"/>
              </a:rPr>
              <a:t> </a:t>
            </a:r>
            <a:r>
              <a:rPr sz="2400" spc="-10" dirty="0">
                <a:latin typeface="Corbel"/>
                <a:cs typeface="Corbel"/>
              </a:rPr>
              <a:t>mismo</a:t>
            </a:r>
            <a:r>
              <a:rPr sz="2400" spc="-5" dirty="0">
                <a:latin typeface="Corbel"/>
                <a:cs typeface="Corbel"/>
              </a:rPr>
              <a:t> tiempo,</a:t>
            </a:r>
            <a:r>
              <a:rPr sz="2400" dirty="0">
                <a:latin typeface="Corbel"/>
                <a:cs typeface="Corbel"/>
              </a:rPr>
              <a:t> los </a:t>
            </a:r>
            <a:r>
              <a:rPr sz="2400" spc="5" dirty="0">
                <a:latin typeface="Corbel"/>
                <a:cs typeface="Corbel"/>
              </a:rPr>
              <a:t> </a:t>
            </a:r>
            <a:r>
              <a:rPr sz="2400" spc="-5" dirty="0">
                <a:latin typeface="Corbel"/>
                <a:cs typeface="Corbel"/>
              </a:rPr>
              <a:t>diferentes puestos directivos difieren </a:t>
            </a:r>
            <a:r>
              <a:rPr sz="2400" dirty="0">
                <a:latin typeface="Corbel"/>
                <a:cs typeface="Corbel"/>
              </a:rPr>
              <a:t>poco entre sí. </a:t>
            </a:r>
            <a:r>
              <a:rPr sz="2400" b="1" spc="-5" dirty="0">
                <a:latin typeface="Corbel"/>
                <a:cs typeface="Corbel"/>
              </a:rPr>
              <a:t>El trabajo </a:t>
            </a:r>
            <a:r>
              <a:rPr sz="2400" b="1" dirty="0">
                <a:latin typeface="Corbel"/>
                <a:cs typeface="Corbel"/>
              </a:rPr>
              <a:t> de</a:t>
            </a:r>
            <a:r>
              <a:rPr sz="2400" b="1" spc="5" dirty="0">
                <a:latin typeface="Corbel"/>
                <a:cs typeface="Corbel"/>
              </a:rPr>
              <a:t> </a:t>
            </a:r>
            <a:r>
              <a:rPr sz="2400" b="1" dirty="0">
                <a:latin typeface="Corbel"/>
                <a:cs typeface="Corbel"/>
              </a:rPr>
              <a:t>un</a:t>
            </a:r>
            <a:r>
              <a:rPr sz="2400" b="1" spc="5" dirty="0">
                <a:latin typeface="Corbel"/>
                <a:cs typeface="Corbel"/>
              </a:rPr>
              <a:t> </a:t>
            </a:r>
            <a:r>
              <a:rPr sz="2400" b="1" dirty="0">
                <a:latin typeface="Corbel"/>
                <a:cs typeface="Corbel"/>
              </a:rPr>
              <a:t>directivo</a:t>
            </a:r>
            <a:r>
              <a:rPr sz="2400" b="1" spc="5" dirty="0">
                <a:latin typeface="Corbel"/>
                <a:cs typeface="Corbel"/>
              </a:rPr>
              <a:t> </a:t>
            </a:r>
            <a:r>
              <a:rPr sz="2400" b="1" dirty="0">
                <a:latin typeface="Corbel"/>
                <a:cs typeface="Corbel"/>
              </a:rPr>
              <a:t>se</a:t>
            </a:r>
            <a:r>
              <a:rPr sz="2400" b="1" spc="5" dirty="0">
                <a:latin typeface="Corbel"/>
                <a:cs typeface="Corbel"/>
              </a:rPr>
              <a:t> </a:t>
            </a:r>
            <a:r>
              <a:rPr sz="2400" b="1" spc="-5" dirty="0">
                <a:latin typeface="Corbel"/>
                <a:cs typeface="Corbel"/>
              </a:rPr>
              <a:t>caracteriza</a:t>
            </a:r>
            <a:r>
              <a:rPr sz="2400" b="1" dirty="0">
                <a:latin typeface="Corbel"/>
                <a:cs typeface="Corbel"/>
              </a:rPr>
              <a:t> </a:t>
            </a:r>
            <a:r>
              <a:rPr sz="2400" b="1" spc="-5" dirty="0">
                <a:latin typeface="Corbel"/>
                <a:cs typeface="Corbel"/>
              </a:rPr>
              <a:t>por</a:t>
            </a:r>
            <a:r>
              <a:rPr sz="2400" b="1" dirty="0">
                <a:latin typeface="Corbel"/>
                <a:cs typeface="Corbel"/>
              </a:rPr>
              <a:t> estar</a:t>
            </a:r>
            <a:r>
              <a:rPr sz="2400" b="1" spc="5" dirty="0">
                <a:latin typeface="Corbel"/>
                <a:cs typeface="Corbel"/>
              </a:rPr>
              <a:t> </a:t>
            </a:r>
            <a:r>
              <a:rPr sz="2400" b="1" spc="-5" dirty="0">
                <a:solidFill>
                  <a:schemeClr val="accent1">
                    <a:lumMod val="75000"/>
                  </a:schemeClr>
                </a:solidFill>
                <a:latin typeface="Corbel"/>
                <a:cs typeface="Corbel"/>
              </a:rPr>
              <a:t>poco</a:t>
            </a:r>
            <a:r>
              <a:rPr sz="2400" b="1" dirty="0">
                <a:solidFill>
                  <a:schemeClr val="accent1">
                    <a:lumMod val="75000"/>
                  </a:schemeClr>
                </a:solidFill>
                <a:latin typeface="Corbel"/>
                <a:cs typeface="Corbel"/>
              </a:rPr>
              <a:t> </a:t>
            </a:r>
            <a:r>
              <a:rPr sz="2400" b="1" spc="-5" dirty="0">
                <a:solidFill>
                  <a:schemeClr val="accent1">
                    <a:lumMod val="75000"/>
                  </a:schemeClr>
                </a:solidFill>
                <a:latin typeface="Corbel"/>
                <a:cs typeface="Corbel"/>
              </a:rPr>
              <a:t>definido</a:t>
            </a:r>
            <a:r>
              <a:rPr sz="2400" b="1" spc="-5" dirty="0">
                <a:latin typeface="Corbel"/>
                <a:cs typeface="Corbel"/>
              </a:rPr>
              <a:t>, </a:t>
            </a:r>
            <a:r>
              <a:rPr sz="2400" b="1" dirty="0">
                <a:latin typeface="Corbel"/>
                <a:cs typeface="Corbel"/>
              </a:rPr>
              <a:t> </a:t>
            </a:r>
            <a:r>
              <a:rPr sz="2400" b="1" spc="-5" dirty="0">
                <a:latin typeface="Corbel"/>
                <a:cs typeface="Corbel"/>
              </a:rPr>
              <a:t>comprendiendo</a:t>
            </a:r>
            <a:r>
              <a:rPr sz="2400" b="1" dirty="0">
                <a:latin typeface="Corbel"/>
                <a:cs typeface="Corbel"/>
              </a:rPr>
              <a:t> </a:t>
            </a:r>
            <a:r>
              <a:rPr sz="2400" b="1" spc="-5" dirty="0">
                <a:solidFill>
                  <a:schemeClr val="accent1">
                    <a:lumMod val="75000"/>
                  </a:schemeClr>
                </a:solidFill>
                <a:latin typeface="Corbel"/>
                <a:cs typeface="Corbel"/>
              </a:rPr>
              <a:t>muchas</a:t>
            </a:r>
            <a:r>
              <a:rPr sz="2400" b="1" dirty="0">
                <a:solidFill>
                  <a:schemeClr val="accent1">
                    <a:lumMod val="75000"/>
                  </a:schemeClr>
                </a:solidFill>
                <a:latin typeface="Corbel"/>
                <a:cs typeface="Corbel"/>
              </a:rPr>
              <a:t> </a:t>
            </a:r>
            <a:r>
              <a:rPr sz="2400" b="1" spc="-5" dirty="0">
                <a:solidFill>
                  <a:schemeClr val="accent1">
                    <a:lumMod val="75000"/>
                  </a:schemeClr>
                </a:solidFill>
                <a:latin typeface="Corbel"/>
                <a:cs typeface="Corbel"/>
              </a:rPr>
              <a:t>tareas</a:t>
            </a:r>
            <a:r>
              <a:rPr sz="2400" b="1" dirty="0">
                <a:solidFill>
                  <a:schemeClr val="accent1">
                    <a:lumMod val="75000"/>
                  </a:schemeClr>
                </a:solidFill>
                <a:latin typeface="Corbel"/>
                <a:cs typeface="Corbel"/>
              </a:rPr>
              <a:t> </a:t>
            </a:r>
            <a:r>
              <a:rPr sz="2400" b="1" spc="-5" dirty="0">
                <a:solidFill>
                  <a:schemeClr val="accent1">
                    <a:lumMod val="75000"/>
                  </a:schemeClr>
                </a:solidFill>
                <a:latin typeface="Corbel"/>
                <a:cs typeface="Corbel"/>
              </a:rPr>
              <a:t>distintas</a:t>
            </a:r>
            <a:r>
              <a:rPr sz="2400" b="1" spc="-5" dirty="0">
                <a:latin typeface="Corbel"/>
                <a:cs typeface="Corbel"/>
              </a:rPr>
              <a:t>,</a:t>
            </a:r>
            <a:r>
              <a:rPr sz="2400" b="1" dirty="0">
                <a:latin typeface="Corbel"/>
                <a:cs typeface="Corbel"/>
              </a:rPr>
              <a:t> </a:t>
            </a:r>
            <a:r>
              <a:rPr sz="2400" b="1" spc="-5" dirty="0">
                <a:latin typeface="Corbel"/>
                <a:cs typeface="Corbel"/>
              </a:rPr>
              <a:t>normalmente</a:t>
            </a:r>
            <a:r>
              <a:rPr sz="2400" b="1" dirty="0">
                <a:latin typeface="Corbel"/>
                <a:cs typeface="Corbel"/>
              </a:rPr>
              <a:t> de </a:t>
            </a:r>
            <a:r>
              <a:rPr sz="2400" b="1" spc="-360" dirty="0">
                <a:latin typeface="Corbel"/>
                <a:cs typeface="Corbel"/>
              </a:rPr>
              <a:t> </a:t>
            </a:r>
            <a:r>
              <a:rPr sz="2400" b="1" spc="-5" dirty="0">
                <a:latin typeface="Corbel"/>
                <a:cs typeface="Corbel"/>
              </a:rPr>
              <a:t>corta duración, </a:t>
            </a:r>
            <a:r>
              <a:rPr sz="2400" b="1" dirty="0">
                <a:latin typeface="Corbel"/>
                <a:cs typeface="Corbel"/>
              </a:rPr>
              <a:t>muy </a:t>
            </a:r>
            <a:r>
              <a:rPr sz="2400" b="1" spc="-5" dirty="0">
                <a:latin typeface="Corbel"/>
                <a:cs typeface="Corbel"/>
              </a:rPr>
              <a:t>fragmentadas </a:t>
            </a:r>
            <a:r>
              <a:rPr sz="2400" b="1" dirty="0">
                <a:latin typeface="Corbel"/>
                <a:cs typeface="Corbel"/>
              </a:rPr>
              <a:t>y sometidas a </a:t>
            </a:r>
            <a:r>
              <a:rPr sz="2400" b="1" spc="-5" dirty="0">
                <a:latin typeface="Corbel"/>
                <a:cs typeface="Corbel"/>
              </a:rPr>
              <a:t>constantes </a:t>
            </a:r>
            <a:r>
              <a:rPr sz="2400" b="1" spc="-360" dirty="0">
                <a:latin typeface="Corbel"/>
                <a:cs typeface="Corbel"/>
              </a:rPr>
              <a:t> </a:t>
            </a:r>
            <a:r>
              <a:rPr sz="2400" b="1" spc="-5" dirty="0">
                <a:latin typeface="Corbel"/>
                <a:cs typeface="Corbel"/>
              </a:rPr>
              <a:t>interrupciones.</a:t>
            </a:r>
            <a:endParaRPr sz="2400" dirty="0">
              <a:latin typeface="Corbel"/>
              <a:cs typeface="Corbel"/>
            </a:endParaRPr>
          </a:p>
        </p:txBody>
      </p:sp>
      <p:sp>
        <p:nvSpPr>
          <p:cNvPr id="2" name="Marcador de número de diapositiva 1">
            <a:extLst>
              <a:ext uri="{FF2B5EF4-FFF2-40B4-BE49-F238E27FC236}">
                <a16:creationId xmlns:a16="http://schemas.microsoft.com/office/drawing/2014/main" id="{691CB764-A640-CFBE-65DF-C02818AB047E}"/>
              </a:ext>
            </a:extLst>
          </p:cNvPr>
          <p:cNvSpPr>
            <a:spLocks noGrp="1"/>
          </p:cNvSpPr>
          <p:nvPr>
            <p:ph type="sldNum" sz="quarter" idx="12"/>
          </p:nvPr>
        </p:nvSpPr>
        <p:spPr/>
        <p:txBody>
          <a:bodyPr/>
          <a:lstStyle/>
          <a:p>
            <a:fld id="{5263617F-1627-43AB-9FC2-D1A40487E69C}" type="slidenum">
              <a:rPr lang="es-ES" smtClean="0"/>
              <a:t>17</a:t>
            </a:fld>
            <a:endParaRPr lang="es-E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520" y="2656299"/>
            <a:ext cx="1814830" cy="1296508"/>
          </a:xfrm>
          <a:prstGeom prst="rect">
            <a:avLst/>
          </a:prstGeom>
        </p:spPr>
        <p:txBody>
          <a:bodyPr vert="horz" wrap="square" lIns="0" tIns="64769" rIns="0" bIns="0" rtlCol="0">
            <a:spAutoFit/>
          </a:bodyPr>
          <a:lstStyle/>
          <a:p>
            <a:pPr marL="12700" marR="5080">
              <a:lnSpc>
                <a:spcPts val="3240"/>
              </a:lnSpc>
              <a:spcBef>
                <a:spcPts val="509"/>
              </a:spcBef>
            </a:pPr>
            <a:r>
              <a:rPr sz="3000" spc="-60" dirty="0">
                <a:solidFill>
                  <a:schemeClr val="bg1"/>
                </a:solidFill>
              </a:rPr>
              <a:t>2</a:t>
            </a:r>
            <a:r>
              <a:rPr sz="3000" spc="-65" dirty="0">
                <a:solidFill>
                  <a:schemeClr val="bg1"/>
                </a:solidFill>
              </a:rPr>
              <a:t>.</a:t>
            </a:r>
            <a:r>
              <a:rPr sz="3000" spc="-60" dirty="0">
                <a:solidFill>
                  <a:schemeClr val="bg1"/>
                </a:solidFill>
              </a:rPr>
              <a:t>1</a:t>
            </a:r>
            <a:r>
              <a:rPr sz="3000" spc="-65" dirty="0">
                <a:solidFill>
                  <a:schemeClr val="bg1"/>
                </a:solidFill>
              </a:rPr>
              <a:t>.</a:t>
            </a:r>
            <a:r>
              <a:rPr sz="3000" spc="-60" dirty="0">
                <a:solidFill>
                  <a:schemeClr val="bg1"/>
                </a:solidFill>
              </a:rPr>
              <a:t>3</a:t>
            </a:r>
            <a:r>
              <a:rPr lang="es-ES" sz="2800" b="0" spc="-65" dirty="0">
                <a:solidFill>
                  <a:schemeClr val="bg1"/>
                </a:solidFill>
                <a:latin typeface="Corbel"/>
                <a:cs typeface="Corbel"/>
              </a:rPr>
              <a:t> Roles y habilidades  directivos</a:t>
            </a:r>
            <a:endParaRPr sz="3000" dirty="0">
              <a:solidFill>
                <a:schemeClr val="bg1"/>
              </a:solidFill>
            </a:endParaRPr>
          </a:p>
        </p:txBody>
      </p:sp>
      <p:sp>
        <p:nvSpPr>
          <p:cNvPr id="5" name="object 5"/>
          <p:cNvSpPr txBox="1"/>
          <p:nvPr/>
        </p:nvSpPr>
        <p:spPr>
          <a:xfrm>
            <a:off x="441959" y="6346395"/>
            <a:ext cx="237490" cy="166370"/>
          </a:xfrm>
          <a:prstGeom prst="rect">
            <a:avLst/>
          </a:prstGeom>
        </p:spPr>
        <p:txBody>
          <a:bodyPr vert="horz" wrap="square" lIns="0" tIns="0" rIns="0" bIns="0" rtlCol="0">
            <a:spAutoFit/>
          </a:bodyPr>
          <a:lstStyle/>
          <a:p>
            <a:pPr marL="46990">
              <a:lnSpc>
                <a:spcPts val="1145"/>
              </a:lnSpc>
            </a:pPr>
            <a:fld id="{81D60167-4931-47E6-BA6A-407CBD079E47}" type="slidenum">
              <a:rPr sz="1100" b="1" dirty="0">
                <a:solidFill>
                  <a:srgbClr val="40B9D2"/>
                </a:solidFill>
                <a:latin typeface="Corbel"/>
                <a:cs typeface="Corbel"/>
              </a:rPr>
              <a:t>18</a:t>
            </a:fld>
            <a:endParaRPr sz="1100">
              <a:latin typeface="Corbel"/>
              <a:cs typeface="Corbel"/>
            </a:endParaRPr>
          </a:p>
        </p:txBody>
      </p:sp>
      <p:sp>
        <p:nvSpPr>
          <p:cNvPr id="3" name="object 3"/>
          <p:cNvSpPr txBox="1"/>
          <p:nvPr/>
        </p:nvSpPr>
        <p:spPr>
          <a:xfrm>
            <a:off x="2699792" y="920379"/>
            <a:ext cx="5965825" cy="1964640"/>
          </a:xfrm>
          <a:prstGeom prst="rect">
            <a:avLst/>
          </a:prstGeom>
        </p:spPr>
        <p:txBody>
          <a:bodyPr vert="horz" wrap="square" lIns="0" tIns="12700" rIns="0" bIns="0" rtlCol="0">
            <a:spAutoFit/>
          </a:bodyPr>
          <a:lstStyle/>
          <a:p>
            <a:pPr marL="12700" marR="5080" algn="just">
              <a:lnSpc>
                <a:spcPct val="100000"/>
              </a:lnSpc>
              <a:spcBef>
                <a:spcPts val="100"/>
              </a:spcBef>
            </a:pPr>
            <a:r>
              <a:rPr lang="es-ES" sz="1800" b="1" spc="-5" dirty="0">
                <a:solidFill>
                  <a:schemeClr val="accent1">
                    <a:lumMod val="75000"/>
                  </a:schemeClr>
                </a:solidFill>
                <a:latin typeface="Corbel"/>
                <a:cs typeface="Corbel"/>
              </a:rPr>
              <a:t>F</a:t>
            </a:r>
            <a:r>
              <a:rPr sz="1800" b="1" spc="-5" dirty="0" err="1">
                <a:solidFill>
                  <a:schemeClr val="accent1">
                    <a:lumMod val="75000"/>
                  </a:schemeClr>
                </a:solidFill>
                <a:latin typeface="Corbel"/>
                <a:cs typeface="Corbel"/>
              </a:rPr>
              <a:t>unción</a:t>
            </a:r>
            <a:r>
              <a:rPr sz="1800" b="1" spc="-5" dirty="0">
                <a:solidFill>
                  <a:schemeClr val="accent1">
                    <a:lumMod val="75000"/>
                  </a:schemeClr>
                </a:solidFill>
                <a:latin typeface="Corbel"/>
                <a:cs typeface="Corbel"/>
              </a:rPr>
              <a:t> </a:t>
            </a:r>
            <a:r>
              <a:rPr sz="1800" b="1" dirty="0">
                <a:solidFill>
                  <a:schemeClr val="accent1">
                    <a:lumMod val="75000"/>
                  </a:schemeClr>
                </a:solidFill>
                <a:latin typeface="Corbel"/>
                <a:cs typeface="Corbel"/>
              </a:rPr>
              <a:t> </a:t>
            </a:r>
            <a:r>
              <a:rPr sz="1800" b="1" dirty="0" err="1">
                <a:solidFill>
                  <a:schemeClr val="accent1">
                    <a:lumMod val="75000"/>
                  </a:schemeClr>
                </a:solidFill>
                <a:latin typeface="Corbel"/>
                <a:cs typeface="Corbel"/>
              </a:rPr>
              <a:t>básica</a:t>
            </a:r>
            <a:r>
              <a:rPr lang="es-ES" sz="1800" dirty="0">
                <a:latin typeface="Corbel"/>
                <a:cs typeface="Corbel"/>
              </a:rPr>
              <a:t>:</a:t>
            </a:r>
            <a:r>
              <a:rPr sz="1800" dirty="0">
                <a:latin typeface="Corbel"/>
                <a:cs typeface="Corbel"/>
              </a:rPr>
              <a:t> </a:t>
            </a:r>
            <a:r>
              <a:rPr sz="1800" spc="-5" dirty="0">
                <a:latin typeface="Corbel"/>
                <a:cs typeface="Corbel"/>
              </a:rPr>
              <a:t>supervisar </a:t>
            </a:r>
            <a:r>
              <a:rPr sz="1800" dirty="0">
                <a:latin typeface="Corbel"/>
                <a:cs typeface="Corbel"/>
              </a:rPr>
              <a:t>el </a:t>
            </a:r>
            <a:r>
              <a:rPr sz="1800" spc="-5" dirty="0">
                <a:latin typeface="Corbel"/>
                <a:cs typeface="Corbel"/>
              </a:rPr>
              <a:t>proceso </a:t>
            </a:r>
            <a:r>
              <a:rPr sz="1800" dirty="0">
                <a:latin typeface="Corbel"/>
                <a:cs typeface="Corbel"/>
              </a:rPr>
              <a:t>de </a:t>
            </a:r>
            <a:r>
              <a:rPr sz="1800" spc="-5" dirty="0">
                <a:latin typeface="Corbel"/>
                <a:cs typeface="Corbel"/>
              </a:rPr>
              <a:t>combinación </a:t>
            </a:r>
            <a:r>
              <a:rPr sz="1800" dirty="0">
                <a:latin typeface="Corbel"/>
                <a:cs typeface="Corbel"/>
              </a:rPr>
              <a:t>de </a:t>
            </a:r>
            <a:r>
              <a:rPr sz="1800" spc="-5" dirty="0">
                <a:latin typeface="Corbel"/>
                <a:cs typeface="Corbel"/>
              </a:rPr>
              <a:t>recursos </a:t>
            </a:r>
            <a:r>
              <a:rPr sz="1800" spc="-10" dirty="0">
                <a:latin typeface="Corbel"/>
                <a:cs typeface="Corbel"/>
              </a:rPr>
              <a:t>de </a:t>
            </a:r>
            <a:r>
              <a:rPr sz="1800" spc="-5" dirty="0">
                <a:latin typeface="Corbel"/>
                <a:cs typeface="Corbel"/>
              </a:rPr>
              <a:t> </a:t>
            </a:r>
            <a:r>
              <a:rPr sz="1800" spc="-10" dirty="0">
                <a:latin typeface="Corbel"/>
                <a:cs typeface="Corbel"/>
              </a:rPr>
              <a:t>producción</a:t>
            </a:r>
            <a:r>
              <a:rPr sz="1800" spc="210" dirty="0">
                <a:latin typeface="Corbel"/>
                <a:cs typeface="Corbel"/>
              </a:rPr>
              <a:t> </a:t>
            </a:r>
            <a:r>
              <a:rPr sz="1800" dirty="0">
                <a:latin typeface="Corbel"/>
                <a:cs typeface="Corbel"/>
              </a:rPr>
              <a:t>y</a:t>
            </a:r>
            <a:r>
              <a:rPr sz="1800" spc="225" dirty="0">
                <a:latin typeface="Corbel"/>
                <a:cs typeface="Corbel"/>
              </a:rPr>
              <a:t> </a:t>
            </a:r>
            <a:r>
              <a:rPr sz="1800" spc="-5" dirty="0">
                <a:latin typeface="Corbel"/>
                <a:cs typeface="Corbel"/>
              </a:rPr>
              <a:t>distribución,</a:t>
            </a:r>
            <a:r>
              <a:rPr sz="1800" spc="215" dirty="0">
                <a:latin typeface="Corbel"/>
                <a:cs typeface="Corbel"/>
              </a:rPr>
              <a:t> </a:t>
            </a:r>
            <a:r>
              <a:rPr sz="1800" dirty="0">
                <a:latin typeface="Corbel"/>
                <a:cs typeface="Corbel"/>
              </a:rPr>
              <a:t>es</a:t>
            </a:r>
            <a:r>
              <a:rPr sz="1800" spc="215" dirty="0">
                <a:latin typeface="Corbel"/>
                <a:cs typeface="Corbel"/>
              </a:rPr>
              <a:t> </a:t>
            </a:r>
            <a:r>
              <a:rPr sz="1800" spc="-20" dirty="0">
                <a:latin typeface="Corbel"/>
                <a:cs typeface="Corbel"/>
              </a:rPr>
              <a:t>decir,</a:t>
            </a:r>
            <a:r>
              <a:rPr sz="1800" spc="220" dirty="0">
                <a:latin typeface="Corbel"/>
                <a:cs typeface="Corbel"/>
              </a:rPr>
              <a:t> </a:t>
            </a:r>
            <a:r>
              <a:rPr sz="1800" dirty="0">
                <a:latin typeface="Corbel"/>
                <a:cs typeface="Corbel"/>
              </a:rPr>
              <a:t>gestionar</a:t>
            </a:r>
            <a:r>
              <a:rPr sz="1800" spc="220" dirty="0">
                <a:latin typeface="Corbel"/>
                <a:cs typeface="Corbel"/>
              </a:rPr>
              <a:t> </a:t>
            </a:r>
            <a:r>
              <a:rPr sz="1800" spc="-5" dirty="0">
                <a:latin typeface="Corbel"/>
                <a:cs typeface="Corbel"/>
              </a:rPr>
              <a:t>con</a:t>
            </a:r>
            <a:r>
              <a:rPr sz="1800" spc="210" dirty="0">
                <a:latin typeface="Corbel"/>
                <a:cs typeface="Corbel"/>
              </a:rPr>
              <a:t> </a:t>
            </a:r>
            <a:r>
              <a:rPr sz="1800" spc="-5" dirty="0">
                <a:latin typeface="Corbel"/>
                <a:cs typeface="Corbel"/>
              </a:rPr>
              <a:t>eficiencia </a:t>
            </a:r>
            <a:r>
              <a:rPr sz="1800" spc="-355" dirty="0">
                <a:latin typeface="Corbel"/>
                <a:cs typeface="Corbel"/>
              </a:rPr>
              <a:t> </a:t>
            </a:r>
            <a:r>
              <a:rPr sz="1800" dirty="0">
                <a:latin typeface="Corbel"/>
                <a:cs typeface="Corbel"/>
              </a:rPr>
              <a:t>el </a:t>
            </a:r>
            <a:r>
              <a:rPr sz="1800" spc="-5" dirty="0">
                <a:latin typeface="Corbel"/>
                <a:cs typeface="Corbel"/>
              </a:rPr>
              <a:t>proceso empresarial, coordinar </a:t>
            </a:r>
            <a:r>
              <a:rPr sz="1800" dirty="0">
                <a:latin typeface="Corbel"/>
                <a:cs typeface="Corbel"/>
              </a:rPr>
              <a:t>y </a:t>
            </a:r>
            <a:r>
              <a:rPr sz="1800" spc="-5" dirty="0" err="1">
                <a:latin typeface="Corbel"/>
                <a:cs typeface="Corbel"/>
              </a:rPr>
              <a:t>controlar</a:t>
            </a:r>
            <a:r>
              <a:rPr sz="1800" spc="-5" dirty="0">
                <a:latin typeface="Corbel"/>
                <a:cs typeface="Corbel"/>
              </a:rPr>
              <a:t> </a:t>
            </a:r>
            <a:r>
              <a:rPr lang="es-ES" sz="1800" dirty="0">
                <a:latin typeface="Corbel"/>
                <a:cs typeface="Corbel"/>
              </a:rPr>
              <a:t>su</a:t>
            </a:r>
            <a:r>
              <a:rPr sz="1800" dirty="0">
                <a:latin typeface="Corbel"/>
                <a:cs typeface="Corbel"/>
              </a:rPr>
              <a:t> </a:t>
            </a:r>
            <a:r>
              <a:rPr sz="1800" spc="-5" dirty="0" err="1">
                <a:latin typeface="Corbel"/>
                <a:cs typeface="Corbel"/>
              </a:rPr>
              <a:t>actividad</a:t>
            </a:r>
            <a:r>
              <a:rPr sz="1800" spc="-5" dirty="0">
                <a:latin typeface="Corbel"/>
                <a:cs typeface="Corbel"/>
              </a:rPr>
              <a:t> </a:t>
            </a:r>
            <a:r>
              <a:rPr lang="es-ES" sz="1800" dirty="0">
                <a:latin typeface="Corbel"/>
                <a:cs typeface="Corbel"/>
              </a:rPr>
              <a:t>y</a:t>
            </a:r>
            <a:r>
              <a:rPr sz="1800" spc="-5" dirty="0">
                <a:latin typeface="Corbel"/>
                <a:cs typeface="Corbel"/>
              </a:rPr>
              <a:t>,</a:t>
            </a:r>
            <a:r>
              <a:rPr sz="1800" dirty="0">
                <a:latin typeface="Corbel"/>
                <a:cs typeface="Corbel"/>
              </a:rPr>
              <a:t> </a:t>
            </a:r>
            <a:r>
              <a:rPr sz="1800" spc="-5" dirty="0">
                <a:latin typeface="Corbel"/>
                <a:cs typeface="Corbel"/>
              </a:rPr>
              <a:t>en</a:t>
            </a:r>
            <a:r>
              <a:rPr sz="1800" dirty="0">
                <a:latin typeface="Corbel"/>
                <a:cs typeface="Corbel"/>
              </a:rPr>
              <a:t> la</a:t>
            </a:r>
            <a:r>
              <a:rPr sz="1800" spc="5" dirty="0">
                <a:latin typeface="Corbel"/>
                <a:cs typeface="Corbel"/>
              </a:rPr>
              <a:t> </a:t>
            </a:r>
            <a:r>
              <a:rPr sz="1800" spc="-5" dirty="0">
                <a:latin typeface="Corbel"/>
                <a:cs typeface="Corbel"/>
              </a:rPr>
              <a:t>actualidad</a:t>
            </a:r>
            <a:r>
              <a:rPr sz="1800" dirty="0">
                <a:latin typeface="Corbel"/>
                <a:cs typeface="Corbel"/>
              </a:rPr>
              <a:t> </a:t>
            </a:r>
            <a:r>
              <a:rPr sz="1800" spc="-5" dirty="0">
                <a:latin typeface="Corbel"/>
                <a:cs typeface="Corbel"/>
              </a:rPr>
              <a:t>tiene</a:t>
            </a:r>
            <a:r>
              <a:rPr sz="1800" dirty="0">
                <a:latin typeface="Corbel"/>
                <a:cs typeface="Corbel"/>
              </a:rPr>
              <a:t> </a:t>
            </a:r>
            <a:r>
              <a:rPr sz="1800" spc="-5" dirty="0">
                <a:latin typeface="Corbel"/>
                <a:cs typeface="Corbel"/>
              </a:rPr>
              <a:t>que</a:t>
            </a:r>
            <a:r>
              <a:rPr sz="1800" dirty="0">
                <a:latin typeface="Corbel"/>
                <a:cs typeface="Corbel"/>
              </a:rPr>
              <a:t> </a:t>
            </a:r>
            <a:r>
              <a:rPr sz="1800" spc="-15" dirty="0">
                <a:latin typeface="Corbel"/>
                <a:cs typeface="Corbel"/>
              </a:rPr>
              <a:t>anticipar,</a:t>
            </a:r>
            <a:r>
              <a:rPr sz="1800" spc="-10" dirty="0">
                <a:latin typeface="Corbel"/>
                <a:cs typeface="Corbel"/>
              </a:rPr>
              <a:t> </a:t>
            </a:r>
            <a:r>
              <a:rPr sz="1800" spc="-5" dirty="0">
                <a:latin typeface="Corbel"/>
                <a:cs typeface="Corbel"/>
              </a:rPr>
              <a:t>articular</a:t>
            </a:r>
            <a:r>
              <a:rPr sz="1800" dirty="0">
                <a:latin typeface="Corbel"/>
                <a:cs typeface="Corbel"/>
              </a:rPr>
              <a:t> y </a:t>
            </a:r>
            <a:r>
              <a:rPr sz="1800" spc="-360" dirty="0">
                <a:latin typeface="Corbel"/>
                <a:cs typeface="Corbel"/>
              </a:rPr>
              <a:t> </a:t>
            </a:r>
            <a:r>
              <a:rPr sz="1800" spc="-5" dirty="0">
                <a:latin typeface="Corbel"/>
                <a:cs typeface="Corbel"/>
              </a:rPr>
              <a:t>gestionar </a:t>
            </a:r>
            <a:r>
              <a:rPr sz="1800" dirty="0">
                <a:latin typeface="Corbel"/>
                <a:cs typeface="Corbel"/>
              </a:rPr>
              <a:t>el cambio. </a:t>
            </a:r>
            <a:endParaRPr lang="es-ES" sz="1800" dirty="0">
              <a:latin typeface="Corbel"/>
              <a:cs typeface="Corbel"/>
            </a:endParaRPr>
          </a:p>
          <a:p>
            <a:pPr marL="298450" marR="5080" indent="-285750" algn="just">
              <a:lnSpc>
                <a:spcPct val="100000"/>
              </a:lnSpc>
              <a:spcBef>
                <a:spcPts val="100"/>
              </a:spcBef>
              <a:buFont typeface="Arial" panose="020B0604020202020204" pitchFamily="34" charset="0"/>
              <a:buChar char="•"/>
            </a:pPr>
            <a:r>
              <a:rPr lang="es-ES" sz="1800" dirty="0">
                <a:latin typeface="Corbel"/>
                <a:cs typeface="Corbel"/>
              </a:rPr>
              <a:t>R</a:t>
            </a:r>
            <a:r>
              <a:rPr sz="1800" dirty="0" err="1">
                <a:latin typeface="Corbel"/>
                <a:cs typeface="Corbel"/>
              </a:rPr>
              <a:t>eevaluación</a:t>
            </a:r>
            <a:r>
              <a:rPr sz="1800" spc="360" dirty="0">
                <a:latin typeface="Corbel"/>
                <a:cs typeface="Corbel"/>
              </a:rPr>
              <a:t> </a:t>
            </a:r>
            <a:r>
              <a:rPr sz="1800" spc="-5" dirty="0">
                <a:latin typeface="Corbel"/>
                <a:cs typeface="Corbel"/>
              </a:rPr>
              <a:t>de </a:t>
            </a:r>
            <a:r>
              <a:rPr sz="1800" dirty="0">
                <a:latin typeface="Corbel"/>
                <a:cs typeface="Corbel"/>
              </a:rPr>
              <a:t> la </a:t>
            </a:r>
            <a:r>
              <a:rPr sz="1800" spc="-5" dirty="0">
                <a:latin typeface="Corbel"/>
                <a:cs typeface="Corbel"/>
              </a:rPr>
              <a:t>cartera de </a:t>
            </a:r>
            <a:r>
              <a:rPr sz="1800" dirty="0">
                <a:latin typeface="Corbel"/>
                <a:cs typeface="Corbel"/>
              </a:rPr>
              <a:t>negocios </a:t>
            </a:r>
            <a:r>
              <a:rPr sz="1800" spc="-5" dirty="0">
                <a:latin typeface="Corbel"/>
                <a:cs typeface="Corbel"/>
              </a:rPr>
              <a:t>de </a:t>
            </a:r>
            <a:r>
              <a:rPr sz="1800" dirty="0">
                <a:latin typeface="Corbel"/>
                <a:cs typeface="Corbel"/>
              </a:rPr>
              <a:t>la </a:t>
            </a:r>
            <a:r>
              <a:rPr sz="1800" spc="-5" dirty="0" err="1">
                <a:latin typeface="Corbel"/>
                <a:cs typeface="Corbel"/>
              </a:rPr>
              <a:t>empresa</a:t>
            </a:r>
            <a:r>
              <a:rPr lang="es-ES" sz="1800" spc="-5" dirty="0">
                <a:latin typeface="Corbel"/>
                <a:cs typeface="Corbel"/>
              </a:rPr>
              <a:t> y </a:t>
            </a:r>
            <a:r>
              <a:rPr sz="1800" dirty="0" err="1">
                <a:latin typeface="Corbel"/>
                <a:cs typeface="Corbel"/>
              </a:rPr>
              <a:t>los</a:t>
            </a:r>
            <a:r>
              <a:rPr sz="1800" dirty="0">
                <a:latin typeface="Corbel"/>
                <a:cs typeface="Corbel"/>
              </a:rPr>
              <a:t> </a:t>
            </a:r>
            <a:r>
              <a:rPr sz="1800" spc="5" dirty="0">
                <a:latin typeface="Corbel"/>
                <a:cs typeface="Corbel"/>
              </a:rPr>
              <a:t> </a:t>
            </a:r>
            <a:r>
              <a:rPr sz="1800" spc="-5" dirty="0">
                <a:latin typeface="Corbel"/>
                <a:cs typeface="Corbel"/>
              </a:rPr>
              <a:t>procesos </a:t>
            </a:r>
            <a:r>
              <a:rPr sz="1800" dirty="0">
                <a:latin typeface="Corbel"/>
                <a:cs typeface="Corbel"/>
              </a:rPr>
              <a:t>internos </a:t>
            </a:r>
            <a:r>
              <a:rPr sz="1800" spc="-5" dirty="0">
                <a:latin typeface="Corbel"/>
                <a:cs typeface="Corbel"/>
              </a:rPr>
              <a:t>de </a:t>
            </a:r>
            <a:r>
              <a:rPr sz="1800" spc="-5" dirty="0" err="1">
                <a:latin typeface="Corbel"/>
                <a:cs typeface="Corbel"/>
              </a:rPr>
              <a:t>gestión</a:t>
            </a:r>
            <a:r>
              <a:rPr lang="es-ES" sz="1800" spc="-5" dirty="0">
                <a:latin typeface="Corbel"/>
                <a:cs typeface="Corbel"/>
              </a:rPr>
              <a:t>. </a:t>
            </a:r>
            <a:endParaRPr sz="1800" dirty="0">
              <a:latin typeface="Corbel"/>
              <a:cs typeface="Corbel"/>
            </a:endParaRPr>
          </a:p>
        </p:txBody>
      </p:sp>
      <p:sp>
        <p:nvSpPr>
          <p:cNvPr id="4" name="object 4"/>
          <p:cNvSpPr txBox="1"/>
          <p:nvPr/>
        </p:nvSpPr>
        <p:spPr>
          <a:xfrm>
            <a:off x="2700427" y="3145589"/>
            <a:ext cx="5965190" cy="566822"/>
          </a:xfrm>
          <a:prstGeom prst="rect">
            <a:avLst/>
          </a:prstGeom>
        </p:spPr>
        <p:txBody>
          <a:bodyPr vert="horz" wrap="square" lIns="0" tIns="12700" rIns="0" bIns="0" rtlCol="0">
            <a:spAutoFit/>
          </a:bodyPr>
          <a:lstStyle/>
          <a:p>
            <a:pPr marL="12700" marR="5080" algn="just">
              <a:lnSpc>
                <a:spcPct val="100000"/>
              </a:lnSpc>
              <a:spcBef>
                <a:spcPts val="100"/>
              </a:spcBef>
            </a:pPr>
            <a:r>
              <a:rPr lang="es-ES" sz="1800">
                <a:latin typeface="Corbel"/>
                <a:cs typeface="Corbel"/>
              </a:rPr>
              <a:t>Los </a:t>
            </a:r>
            <a:r>
              <a:rPr lang="es-ES" sz="1800" spc="-5">
                <a:latin typeface="Corbel"/>
                <a:cs typeface="Corbel"/>
              </a:rPr>
              <a:t>altos </a:t>
            </a:r>
            <a:r>
              <a:rPr lang="es-ES" sz="1800">
                <a:latin typeface="Corbel"/>
                <a:cs typeface="Corbel"/>
              </a:rPr>
              <a:t> </a:t>
            </a:r>
            <a:r>
              <a:rPr lang="es-ES" sz="1800" spc="-5">
                <a:latin typeface="Corbel"/>
                <a:cs typeface="Corbel"/>
              </a:rPr>
              <a:t>directivos</a:t>
            </a:r>
            <a:r>
              <a:rPr lang="es-ES" sz="1800">
                <a:latin typeface="Corbel"/>
                <a:cs typeface="Corbel"/>
              </a:rPr>
              <a:t> </a:t>
            </a:r>
            <a:r>
              <a:rPr lang="es-ES" sz="1800" spc="-5">
                <a:latin typeface="Corbel"/>
                <a:cs typeface="Corbel"/>
              </a:rPr>
              <a:t>encarnan</a:t>
            </a:r>
            <a:r>
              <a:rPr lang="es-ES" sz="1800">
                <a:latin typeface="Corbel"/>
                <a:cs typeface="Corbel"/>
              </a:rPr>
              <a:t> el</a:t>
            </a:r>
            <a:r>
              <a:rPr lang="es-ES" sz="1800" spc="5">
                <a:latin typeface="Corbel"/>
                <a:cs typeface="Corbel"/>
              </a:rPr>
              <a:t> </a:t>
            </a:r>
            <a:r>
              <a:rPr lang="es-ES" sz="1800">
                <a:latin typeface="Corbel"/>
                <a:cs typeface="Corbel"/>
              </a:rPr>
              <a:t>papel</a:t>
            </a:r>
            <a:r>
              <a:rPr lang="es-ES" sz="1800" spc="5">
                <a:latin typeface="Corbel"/>
                <a:cs typeface="Corbel"/>
              </a:rPr>
              <a:t> </a:t>
            </a:r>
            <a:r>
              <a:rPr lang="es-ES" sz="1800">
                <a:latin typeface="Corbel"/>
                <a:cs typeface="Corbel"/>
              </a:rPr>
              <a:t>del</a:t>
            </a:r>
            <a:r>
              <a:rPr lang="es-ES" sz="1800" spc="5">
                <a:latin typeface="Corbel"/>
                <a:cs typeface="Corbel"/>
              </a:rPr>
              <a:t> </a:t>
            </a:r>
            <a:r>
              <a:rPr lang="es-ES" sz="1800" spc="-5">
                <a:latin typeface="Corbel"/>
                <a:cs typeface="Corbel"/>
              </a:rPr>
              <a:t>empresario</a:t>
            </a:r>
            <a:r>
              <a:rPr lang="es-ES" sz="1800">
                <a:latin typeface="Corbel"/>
                <a:cs typeface="Corbel"/>
              </a:rPr>
              <a:t> en</a:t>
            </a:r>
            <a:r>
              <a:rPr lang="es-ES" sz="1800" spc="5">
                <a:latin typeface="Corbel"/>
                <a:cs typeface="Corbel"/>
              </a:rPr>
              <a:t> </a:t>
            </a:r>
            <a:r>
              <a:rPr lang="es-ES" sz="1800">
                <a:latin typeface="Corbel"/>
                <a:cs typeface="Corbel"/>
              </a:rPr>
              <a:t>la</a:t>
            </a:r>
            <a:r>
              <a:rPr lang="es-ES" sz="1800" spc="365">
                <a:latin typeface="Corbel"/>
                <a:cs typeface="Corbel"/>
              </a:rPr>
              <a:t> </a:t>
            </a:r>
            <a:r>
              <a:rPr lang="es-ES" sz="1800">
                <a:latin typeface="Corbel"/>
                <a:cs typeface="Corbel"/>
              </a:rPr>
              <a:t>gran </a:t>
            </a:r>
            <a:r>
              <a:rPr lang="es-ES" sz="1800" spc="5">
                <a:latin typeface="Corbel"/>
                <a:cs typeface="Corbel"/>
              </a:rPr>
              <a:t> </a:t>
            </a:r>
            <a:r>
              <a:rPr lang="es-ES" sz="1800">
                <a:latin typeface="Corbel"/>
                <a:cs typeface="Corbel"/>
              </a:rPr>
              <a:t>empresa.</a:t>
            </a:r>
            <a:endParaRPr lang="es-ES" sz="1800" dirty="0">
              <a:latin typeface="Corbel"/>
              <a:cs typeface="Corbel"/>
            </a:endParaRPr>
          </a:p>
        </p:txBody>
      </p:sp>
      <p:sp>
        <p:nvSpPr>
          <p:cNvPr id="7" name="CuadroTexto 6">
            <a:extLst>
              <a:ext uri="{FF2B5EF4-FFF2-40B4-BE49-F238E27FC236}">
                <a16:creationId xmlns:a16="http://schemas.microsoft.com/office/drawing/2014/main" id="{57927962-3496-C45D-D6C5-E33396711063}"/>
              </a:ext>
            </a:extLst>
          </p:cNvPr>
          <p:cNvSpPr txBox="1"/>
          <p:nvPr/>
        </p:nvSpPr>
        <p:spPr>
          <a:xfrm>
            <a:off x="899592" y="4176831"/>
            <a:ext cx="792088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s-ES" sz="2400" b="1" dirty="0">
                <a:latin typeface="Corbel"/>
                <a:cs typeface="Corbel"/>
              </a:rPr>
              <a:t>La</a:t>
            </a:r>
            <a:r>
              <a:rPr lang="es-ES" sz="2400" b="1" spc="5" dirty="0">
                <a:latin typeface="Corbel"/>
                <a:cs typeface="Corbel"/>
              </a:rPr>
              <a:t> </a:t>
            </a:r>
            <a:r>
              <a:rPr lang="es-ES" sz="2400" b="1" spc="-5" dirty="0">
                <a:latin typeface="Corbel"/>
                <a:cs typeface="Corbel"/>
              </a:rPr>
              <a:t>labor</a:t>
            </a:r>
            <a:r>
              <a:rPr lang="es-ES" sz="2400" b="1" dirty="0">
                <a:latin typeface="Corbel"/>
                <a:cs typeface="Corbel"/>
              </a:rPr>
              <a:t> </a:t>
            </a:r>
            <a:r>
              <a:rPr lang="es-ES" sz="2400" b="1" spc="-5" dirty="0">
                <a:latin typeface="Corbel"/>
                <a:cs typeface="Corbel"/>
              </a:rPr>
              <a:t>fundamental</a:t>
            </a:r>
            <a:r>
              <a:rPr lang="es-ES" sz="2400" b="1" dirty="0">
                <a:latin typeface="Corbel"/>
                <a:cs typeface="Corbel"/>
              </a:rPr>
              <a:t> de</a:t>
            </a:r>
            <a:r>
              <a:rPr lang="es-ES" sz="2400" b="1" spc="5" dirty="0">
                <a:latin typeface="Corbel"/>
                <a:cs typeface="Corbel"/>
              </a:rPr>
              <a:t> </a:t>
            </a:r>
            <a:r>
              <a:rPr lang="es-ES" sz="2400" b="1" dirty="0">
                <a:latin typeface="Corbel"/>
                <a:cs typeface="Corbel"/>
              </a:rPr>
              <a:t>un</a:t>
            </a:r>
            <a:r>
              <a:rPr lang="es-ES" sz="2400" b="1" spc="5" dirty="0">
                <a:latin typeface="Corbel"/>
                <a:cs typeface="Corbel"/>
              </a:rPr>
              <a:t> </a:t>
            </a:r>
            <a:r>
              <a:rPr lang="es-ES" sz="2400" b="1" spc="-5" dirty="0">
                <a:latin typeface="Corbel"/>
                <a:cs typeface="Corbel"/>
              </a:rPr>
              <a:t>directivo</a:t>
            </a:r>
            <a:r>
              <a:rPr lang="es-ES" sz="2400" b="1" dirty="0">
                <a:latin typeface="Corbel"/>
                <a:cs typeface="Corbel"/>
              </a:rPr>
              <a:t> es</a:t>
            </a:r>
            <a:r>
              <a:rPr lang="es-ES" sz="2400" b="1" spc="5" dirty="0">
                <a:latin typeface="Corbel"/>
                <a:cs typeface="Corbel"/>
              </a:rPr>
              <a:t> </a:t>
            </a:r>
            <a:r>
              <a:rPr lang="es-ES" sz="2400" b="1" dirty="0">
                <a:latin typeface="Corbel"/>
                <a:cs typeface="Corbel"/>
              </a:rPr>
              <a:t>la</a:t>
            </a:r>
            <a:r>
              <a:rPr lang="es-ES" sz="2400" b="1" spc="5" dirty="0">
                <a:latin typeface="Corbel"/>
                <a:cs typeface="Corbel"/>
              </a:rPr>
              <a:t> </a:t>
            </a:r>
            <a:r>
              <a:rPr lang="es-ES" sz="2400" b="1" spc="-5" dirty="0">
                <a:latin typeface="Corbel"/>
                <a:cs typeface="Corbel"/>
              </a:rPr>
              <a:t>capacidad</a:t>
            </a:r>
            <a:r>
              <a:rPr lang="es-ES" sz="2400" b="1" dirty="0">
                <a:latin typeface="Corbel"/>
                <a:cs typeface="Corbel"/>
              </a:rPr>
              <a:t> </a:t>
            </a:r>
            <a:r>
              <a:rPr lang="es-ES" sz="2400" b="1" spc="-5" dirty="0">
                <a:latin typeface="Corbel"/>
                <a:cs typeface="Corbel"/>
              </a:rPr>
              <a:t>de</a:t>
            </a:r>
            <a:r>
              <a:rPr lang="es-ES" sz="2400" b="1" dirty="0">
                <a:latin typeface="Corbel"/>
                <a:cs typeface="Corbel"/>
              </a:rPr>
              <a:t> </a:t>
            </a:r>
            <a:r>
              <a:rPr lang="es-ES" sz="2400" b="1" spc="-15" dirty="0">
                <a:latin typeface="Corbel"/>
                <a:cs typeface="Corbel"/>
              </a:rPr>
              <a:t>comunicar,</a:t>
            </a:r>
            <a:r>
              <a:rPr lang="es-ES" sz="2400" b="1" spc="-10" dirty="0">
                <a:latin typeface="Corbel"/>
                <a:cs typeface="Corbel"/>
              </a:rPr>
              <a:t> </a:t>
            </a:r>
            <a:r>
              <a:rPr lang="es-ES" sz="2400" b="1" spc="-5" dirty="0">
                <a:latin typeface="Corbel"/>
                <a:cs typeface="Corbel"/>
              </a:rPr>
              <a:t>construir</a:t>
            </a:r>
            <a:r>
              <a:rPr lang="es-ES" sz="2400" b="1" dirty="0">
                <a:latin typeface="Corbel"/>
                <a:cs typeface="Corbel"/>
              </a:rPr>
              <a:t> una </a:t>
            </a:r>
            <a:r>
              <a:rPr lang="es-ES" sz="2400" b="1" spc="5" dirty="0">
                <a:latin typeface="Corbel"/>
                <a:cs typeface="Corbel"/>
              </a:rPr>
              <a:t> </a:t>
            </a:r>
            <a:r>
              <a:rPr lang="es-ES" sz="2400" b="1" spc="-5" dirty="0">
                <a:latin typeface="Corbel"/>
                <a:cs typeface="Corbel"/>
              </a:rPr>
              <a:t>reputación</a:t>
            </a:r>
            <a:r>
              <a:rPr lang="es-ES" sz="2400" b="1" dirty="0">
                <a:latin typeface="Corbel"/>
                <a:cs typeface="Corbel"/>
              </a:rPr>
              <a:t> y</a:t>
            </a:r>
            <a:r>
              <a:rPr lang="es-ES" sz="2400" b="1" spc="5" dirty="0">
                <a:latin typeface="Corbel"/>
                <a:cs typeface="Corbel"/>
              </a:rPr>
              <a:t> </a:t>
            </a:r>
            <a:r>
              <a:rPr lang="es-ES" sz="2400" b="1" dirty="0">
                <a:latin typeface="Corbel"/>
                <a:cs typeface="Corbel"/>
              </a:rPr>
              <a:t>un</a:t>
            </a:r>
            <a:r>
              <a:rPr lang="es-ES" sz="2400" b="1" spc="5" dirty="0">
                <a:latin typeface="Corbel"/>
                <a:cs typeface="Corbel"/>
              </a:rPr>
              <a:t> </a:t>
            </a:r>
            <a:r>
              <a:rPr lang="es-ES" sz="2400" b="1" dirty="0">
                <a:latin typeface="Corbel"/>
                <a:cs typeface="Corbel"/>
              </a:rPr>
              <a:t>clima</a:t>
            </a:r>
            <a:r>
              <a:rPr lang="es-ES" sz="2400" b="1" spc="5" dirty="0">
                <a:latin typeface="Corbel"/>
                <a:cs typeface="Corbel"/>
              </a:rPr>
              <a:t> </a:t>
            </a:r>
            <a:r>
              <a:rPr lang="es-ES" sz="2400" b="1" dirty="0">
                <a:latin typeface="Corbel"/>
                <a:cs typeface="Corbel"/>
              </a:rPr>
              <a:t>de</a:t>
            </a:r>
            <a:r>
              <a:rPr lang="es-ES" sz="2400" b="1" spc="5" dirty="0">
                <a:latin typeface="Corbel"/>
                <a:cs typeface="Corbel"/>
              </a:rPr>
              <a:t> </a:t>
            </a:r>
            <a:r>
              <a:rPr lang="es-ES" sz="2400" b="1" spc="-5" dirty="0">
                <a:latin typeface="Corbel"/>
                <a:cs typeface="Corbel"/>
              </a:rPr>
              <a:t>confianza</a:t>
            </a:r>
            <a:r>
              <a:rPr lang="es-ES" sz="2400" b="1" dirty="0">
                <a:latin typeface="Corbel"/>
                <a:cs typeface="Corbel"/>
              </a:rPr>
              <a:t> </a:t>
            </a:r>
            <a:r>
              <a:rPr lang="es-ES" sz="2400" b="1" spc="-5" dirty="0">
                <a:latin typeface="Corbel"/>
                <a:cs typeface="Corbel"/>
              </a:rPr>
              <a:t>que</a:t>
            </a:r>
            <a:r>
              <a:rPr lang="es-ES" sz="2400" b="1" dirty="0">
                <a:latin typeface="Corbel"/>
                <a:cs typeface="Corbel"/>
              </a:rPr>
              <a:t> </a:t>
            </a:r>
            <a:r>
              <a:rPr lang="es-ES" sz="2400" b="1" spc="-5" dirty="0">
                <a:latin typeface="Corbel"/>
                <a:cs typeface="Corbel"/>
              </a:rPr>
              <a:t>transforme</a:t>
            </a:r>
            <a:r>
              <a:rPr lang="es-ES" sz="2400" b="1" dirty="0">
                <a:latin typeface="Corbel"/>
                <a:cs typeface="Corbel"/>
              </a:rPr>
              <a:t> un </a:t>
            </a:r>
            <a:r>
              <a:rPr lang="es-ES" sz="2400" b="1" spc="5" dirty="0">
                <a:latin typeface="Corbel"/>
                <a:cs typeface="Corbel"/>
              </a:rPr>
              <a:t> </a:t>
            </a:r>
            <a:r>
              <a:rPr lang="es-ES" sz="2400" b="1" spc="-5" dirty="0">
                <a:latin typeface="Corbel"/>
                <a:cs typeface="Corbel"/>
              </a:rPr>
              <a:t>sistema</a:t>
            </a:r>
            <a:r>
              <a:rPr lang="es-ES" sz="2400" b="1" spc="305" dirty="0">
                <a:latin typeface="Corbel"/>
                <a:cs typeface="Corbel"/>
              </a:rPr>
              <a:t> </a:t>
            </a:r>
            <a:r>
              <a:rPr lang="es-ES" sz="2400" b="1" spc="-5" dirty="0">
                <a:latin typeface="Corbel"/>
                <a:cs typeface="Corbel"/>
              </a:rPr>
              <a:t>conflictivo</a:t>
            </a:r>
            <a:r>
              <a:rPr lang="es-ES" sz="2400" b="1" spc="310" dirty="0">
                <a:latin typeface="Corbel"/>
                <a:cs typeface="Corbel"/>
              </a:rPr>
              <a:t> </a:t>
            </a:r>
            <a:r>
              <a:rPr lang="es-ES" sz="2400" b="1" dirty="0">
                <a:latin typeface="Corbel"/>
                <a:cs typeface="Corbel"/>
              </a:rPr>
              <a:t>(individuos</a:t>
            </a:r>
            <a:r>
              <a:rPr lang="es-ES" sz="2400" b="1" spc="310" dirty="0">
                <a:latin typeface="Corbel"/>
                <a:cs typeface="Corbel"/>
              </a:rPr>
              <a:t> </a:t>
            </a:r>
            <a:r>
              <a:rPr lang="es-ES" sz="2400" b="1" spc="-5" dirty="0">
                <a:latin typeface="Corbel"/>
                <a:cs typeface="Corbel"/>
              </a:rPr>
              <a:t>con</a:t>
            </a:r>
            <a:r>
              <a:rPr lang="es-ES" sz="2400" b="1" spc="305" dirty="0">
                <a:latin typeface="Corbel"/>
                <a:cs typeface="Corbel"/>
              </a:rPr>
              <a:t> </a:t>
            </a:r>
            <a:r>
              <a:rPr lang="es-ES" sz="2400" b="1" dirty="0">
                <a:latin typeface="Corbel"/>
                <a:cs typeface="Corbel"/>
              </a:rPr>
              <a:t>objetivos</a:t>
            </a:r>
            <a:r>
              <a:rPr lang="es-ES" sz="2400" b="1" spc="315" dirty="0">
                <a:latin typeface="Corbel"/>
                <a:cs typeface="Corbel"/>
              </a:rPr>
              <a:t> </a:t>
            </a:r>
            <a:r>
              <a:rPr lang="es-ES" sz="2400" b="1" dirty="0">
                <a:latin typeface="Corbel"/>
                <a:cs typeface="Corbel"/>
              </a:rPr>
              <a:t>en</a:t>
            </a:r>
            <a:r>
              <a:rPr lang="es-ES" sz="2400" b="1" spc="300" dirty="0">
                <a:latin typeface="Corbel"/>
                <a:cs typeface="Corbel"/>
              </a:rPr>
              <a:t> </a:t>
            </a:r>
            <a:r>
              <a:rPr lang="es-ES" sz="2400" b="1" dirty="0">
                <a:latin typeface="Corbel"/>
                <a:cs typeface="Corbel"/>
              </a:rPr>
              <a:t>conflicto) </a:t>
            </a:r>
            <a:r>
              <a:rPr lang="es-ES" sz="2400" b="1" spc="-360" dirty="0">
                <a:latin typeface="Corbel"/>
                <a:cs typeface="Corbel"/>
              </a:rPr>
              <a:t> </a:t>
            </a:r>
            <a:r>
              <a:rPr lang="es-ES" sz="2400" b="1" dirty="0">
                <a:latin typeface="Corbel"/>
                <a:cs typeface="Corbel"/>
              </a:rPr>
              <a:t>en</a:t>
            </a:r>
            <a:r>
              <a:rPr lang="es-ES" sz="2400" b="1" spc="5" dirty="0">
                <a:latin typeface="Corbel"/>
                <a:cs typeface="Corbel"/>
              </a:rPr>
              <a:t> </a:t>
            </a:r>
            <a:r>
              <a:rPr lang="es-ES" sz="2400" b="1" dirty="0">
                <a:latin typeface="Corbel"/>
                <a:cs typeface="Corbel"/>
              </a:rPr>
              <a:t>un</a:t>
            </a:r>
            <a:r>
              <a:rPr lang="es-ES" sz="2400" b="1" spc="5" dirty="0">
                <a:latin typeface="Corbel"/>
                <a:cs typeface="Corbel"/>
              </a:rPr>
              <a:t> </a:t>
            </a:r>
            <a:r>
              <a:rPr lang="es-ES" sz="2400" b="1" spc="-5" dirty="0">
                <a:latin typeface="Corbel"/>
                <a:cs typeface="Corbel"/>
              </a:rPr>
              <a:t>sistema</a:t>
            </a:r>
            <a:r>
              <a:rPr lang="es-ES" sz="2400" b="1" dirty="0">
                <a:latin typeface="Corbel"/>
                <a:cs typeface="Corbel"/>
              </a:rPr>
              <a:t> de</a:t>
            </a:r>
            <a:r>
              <a:rPr lang="es-ES" sz="2400" b="1" spc="5" dirty="0">
                <a:latin typeface="Corbel"/>
                <a:cs typeface="Corbel"/>
              </a:rPr>
              <a:t> </a:t>
            </a:r>
            <a:r>
              <a:rPr lang="es-ES" sz="2400" b="1" spc="-5" dirty="0">
                <a:latin typeface="Corbel"/>
                <a:cs typeface="Corbel"/>
              </a:rPr>
              <a:t>cooperación</a:t>
            </a:r>
            <a:r>
              <a:rPr lang="es-ES" sz="2400" b="1" dirty="0">
                <a:latin typeface="Corbel"/>
                <a:cs typeface="Corbel"/>
              </a:rPr>
              <a:t> donde</a:t>
            </a:r>
            <a:r>
              <a:rPr lang="es-ES" sz="2400" b="1" spc="5" dirty="0">
                <a:latin typeface="Corbel"/>
                <a:cs typeface="Corbel"/>
              </a:rPr>
              <a:t> </a:t>
            </a:r>
            <a:r>
              <a:rPr lang="es-ES" sz="2400" b="1" spc="-5" dirty="0">
                <a:latin typeface="Corbel"/>
                <a:cs typeface="Corbel"/>
              </a:rPr>
              <a:t>los</a:t>
            </a:r>
            <a:r>
              <a:rPr lang="es-ES" sz="2400" b="1" dirty="0">
                <a:latin typeface="Corbel"/>
                <a:cs typeface="Corbel"/>
              </a:rPr>
              <a:t> </a:t>
            </a:r>
            <a:r>
              <a:rPr lang="es-ES" sz="2400" b="1" spc="-5" dirty="0">
                <a:latin typeface="Corbel"/>
                <a:cs typeface="Corbel"/>
              </a:rPr>
              <a:t>agentes</a:t>
            </a:r>
            <a:r>
              <a:rPr lang="es-ES" sz="2400" b="1" dirty="0">
                <a:latin typeface="Corbel"/>
                <a:cs typeface="Corbel"/>
              </a:rPr>
              <a:t> actúan </a:t>
            </a:r>
            <a:r>
              <a:rPr lang="es-ES" sz="2400" b="1" spc="5" dirty="0">
                <a:latin typeface="Corbel"/>
                <a:cs typeface="Corbel"/>
              </a:rPr>
              <a:t> </a:t>
            </a:r>
            <a:r>
              <a:rPr lang="es-ES" sz="2400" b="1" spc="-5" dirty="0">
                <a:latin typeface="Corbel"/>
                <a:cs typeface="Corbel"/>
              </a:rPr>
              <a:t>racionalmente </a:t>
            </a:r>
            <a:r>
              <a:rPr lang="es-ES" sz="2400" b="1" dirty="0">
                <a:latin typeface="Corbel"/>
                <a:cs typeface="Corbel"/>
              </a:rPr>
              <a:t>en nombre de un objetivo común</a:t>
            </a:r>
            <a:r>
              <a:rPr lang="es-ES" sz="2400" dirty="0">
                <a:latin typeface="Corbel"/>
                <a:cs typeface="Corbel"/>
              </a:rPr>
              <a:t>. </a:t>
            </a:r>
            <a:endParaRPr lang="es-ES" sz="2400" dirty="0"/>
          </a:p>
        </p:txBody>
      </p:sp>
      <p:sp>
        <p:nvSpPr>
          <p:cNvPr id="6" name="Marcador de número de diapositiva 5">
            <a:extLst>
              <a:ext uri="{FF2B5EF4-FFF2-40B4-BE49-F238E27FC236}">
                <a16:creationId xmlns:a16="http://schemas.microsoft.com/office/drawing/2014/main" id="{B49F6B32-E72D-5CBD-EF2A-805E4465F19C}"/>
              </a:ext>
            </a:extLst>
          </p:cNvPr>
          <p:cNvSpPr>
            <a:spLocks noGrp="1"/>
          </p:cNvSpPr>
          <p:nvPr>
            <p:ph type="sldNum" sz="quarter" idx="7"/>
          </p:nvPr>
        </p:nvSpPr>
        <p:spPr/>
        <p:txBody>
          <a:bodyPr/>
          <a:lstStyle/>
          <a:p>
            <a:pPr marL="191770">
              <a:lnSpc>
                <a:spcPts val="1140"/>
              </a:lnSpc>
            </a:pPr>
            <a:fld id="{81D60167-4931-47E6-BA6A-407CBD079E47}" type="slidenum">
              <a:rPr lang="es-ES" sz="1100" smtClean="0">
                <a:solidFill>
                  <a:srgbClr val="40B9D2"/>
                </a:solidFill>
                <a:latin typeface="Corbel"/>
                <a:cs typeface="Corbel"/>
              </a:rPr>
              <a:t>18</a:t>
            </a:fld>
            <a:endParaRPr lang="es-ES" sz="1100">
              <a:latin typeface="Corbel"/>
              <a:cs typeface="Corbe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4" name="Rectangle 353">
            <a:extLst>
              <a:ext uri="{FF2B5EF4-FFF2-40B4-BE49-F238E27FC236}">
                <a16:creationId xmlns:a16="http://schemas.microsoft.com/office/drawing/2014/main" id="{4F645BF8-7885-4398-80BC-4C0DF24F5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56" name="Rectangle 355">
            <a:extLst>
              <a:ext uri="{FF2B5EF4-FFF2-40B4-BE49-F238E27FC236}">
                <a16:creationId xmlns:a16="http://schemas.microsoft.com/office/drawing/2014/main" id="{3212FB65-CD2B-4005-B910-132DCE19F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358" name="Rectangle 357">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387" y="4212709"/>
            <a:ext cx="8073699" cy="1873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343 Título"/>
          <p:cNvSpPr>
            <a:spLocks noGrp="1"/>
          </p:cNvSpPr>
          <p:nvPr>
            <p:ph type="title"/>
          </p:nvPr>
        </p:nvSpPr>
        <p:spPr>
          <a:xfrm>
            <a:off x="772804" y="4386057"/>
            <a:ext cx="3050275" cy="1527244"/>
          </a:xfrm>
        </p:spPr>
        <p:txBody>
          <a:bodyPr vert="horz" lIns="91440" tIns="45720" rIns="91440" bIns="45720" rtlCol="0" anchor="ctr">
            <a:normAutofit/>
          </a:bodyPr>
          <a:lstStyle/>
          <a:p>
            <a:pPr algn="r"/>
            <a:r>
              <a:rPr lang="en-US" sz="2800" dirty="0"/>
              <a:t>2.1.3. Roles </a:t>
            </a:r>
            <a:r>
              <a:rPr lang="en-US" sz="2800" dirty="0" err="1"/>
              <a:t>directivos</a:t>
            </a:r>
            <a:endParaRPr lang="en-US" sz="2800" dirty="0"/>
          </a:p>
        </p:txBody>
      </p:sp>
      <p:sp>
        <p:nvSpPr>
          <p:cNvPr id="362" name="Rectangle 361">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8" name="Elipse 27">
            <a:extLst>
              <a:ext uri="{FF2B5EF4-FFF2-40B4-BE49-F238E27FC236}">
                <a16:creationId xmlns:a16="http://schemas.microsoft.com/office/drawing/2014/main" id="{9D92C543-B386-47F2-A2DA-4546B0F2B320}"/>
              </a:ext>
            </a:extLst>
          </p:cNvPr>
          <p:cNvSpPr/>
          <p:nvPr/>
        </p:nvSpPr>
        <p:spPr>
          <a:xfrm>
            <a:off x="4183430" y="4519725"/>
            <a:ext cx="4494458" cy="15265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indent="-182880" defTabSz="914400">
              <a:lnSpc>
                <a:spcPct val="90000"/>
              </a:lnSpc>
              <a:spcAft>
                <a:spcPts val="600"/>
              </a:spcAft>
              <a:buClr>
                <a:schemeClr val="accent1"/>
              </a:buClr>
              <a:buFont typeface="Wingdings 2" pitchFamily="18" charset="2"/>
              <a:buChar char=""/>
            </a:pPr>
            <a:r>
              <a:rPr lang="en-US" sz="2000" b="1" dirty="0">
                <a:solidFill>
                  <a:srgbClr val="FFFFFF"/>
                </a:solidFill>
              </a:rPr>
              <a:t>CLASIFICACIÓN</a:t>
            </a:r>
          </a:p>
          <a:p>
            <a:pPr indent="-182880" defTabSz="914400">
              <a:lnSpc>
                <a:spcPct val="90000"/>
              </a:lnSpc>
              <a:spcAft>
                <a:spcPts val="600"/>
              </a:spcAft>
              <a:buClr>
                <a:schemeClr val="accent1"/>
              </a:buClr>
              <a:buFont typeface="Wingdings 2" pitchFamily="18" charset="2"/>
              <a:buChar char=""/>
            </a:pPr>
            <a:r>
              <a:rPr lang="en-US" sz="2000" b="1" dirty="0">
                <a:solidFill>
                  <a:srgbClr val="FFFFFF"/>
                </a:solidFill>
              </a:rPr>
              <a:t>DE MINTZBERG</a:t>
            </a:r>
          </a:p>
        </p:txBody>
      </p:sp>
      <p:sp>
        <p:nvSpPr>
          <p:cNvPr id="349" name="348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19</a:t>
            </a:fld>
            <a:endParaRPr lang="en-US" sz="1200" b="1" kern="1200" dirty="0">
              <a:solidFill>
                <a:schemeClr val="accent1"/>
              </a:solidFill>
              <a:latin typeface="+mn-lt"/>
              <a:ea typeface="+mn-ea"/>
              <a:cs typeface="+mn-cs"/>
            </a:endParaRPr>
          </a:p>
        </p:txBody>
      </p:sp>
      <p:grpSp>
        <p:nvGrpSpPr>
          <p:cNvPr id="25" name="24 Grupo"/>
          <p:cNvGrpSpPr/>
          <p:nvPr/>
        </p:nvGrpSpPr>
        <p:grpSpPr>
          <a:xfrm>
            <a:off x="1650230" y="328824"/>
            <a:ext cx="6522169" cy="4468328"/>
            <a:chOff x="597730" y="1429058"/>
            <a:chExt cx="8307304" cy="5024278"/>
          </a:xfrm>
        </p:grpSpPr>
        <p:sp>
          <p:nvSpPr>
            <p:cNvPr id="224" name="object 224"/>
            <p:cNvSpPr/>
            <p:nvPr/>
          </p:nvSpPr>
          <p:spPr>
            <a:xfrm>
              <a:off x="3672338" y="2379128"/>
              <a:ext cx="2771870" cy="1043889"/>
            </a:xfrm>
            <a:custGeom>
              <a:avLst/>
              <a:gdLst/>
              <a:ahLst/>
              <a:cxnLst/>
              <a:rect l="l" t="t" r="r" b="b"/>
              <a:pathLst>
                <a:path w="3241548" h="1152144">
                  <a:moveTo>
                    <a:pt x="0" y="0"/>
                  </a:moveTo>
                  <a:lnTo>
                    <a:pt x="0" y="1152144"/>
                  </a:lnTo>
                  <a:lnTo>
                    <a:pt x="3241548" y="1152143"/>
                  </a:lnTo>
                  <a:lnTo>
                    <a:pt x="3241548" y="0"/>
                  </a:lnTo>
                  <a:lnTo>
                    <a:pt x="0" y="0"/>
                  </a:lnTo>
                  <a:close/>
                </a:path>
              </a:pathLst>
            </a:custGeom>
            <a:solidFill>
              <a:srgbClr val="EDEBE0"/>
            </a:solidFill>
          </p:spPr>
          <p:txBody>
            <a:bodyPr wrap="square" lIns="0" tIns="0" rIns="0" bIns="0" rtlCol="0">
              <a:noAutofit/>
            </a:bodyPr>
            <a:lstStyle/>
            <a:p>
              <a:endParaRPr lang="es-ES" sz="3200"/>
            </a:p>
          </p:txBody>
        </p:sp>
        <p:sp>
          <p:nvSpPr>
            <p:cNvPr id="227" name="object 227"/>
            <p:cNvSpPr/>
            <p:nvPr/>
          </p:nvSpPr>
          <p:spPr>
            <a:xfrm>
              <a:off x="2843808" y="1429058"/>
              <a:ext cx="4186475" cy="847814"/>
            </a:xfrm>
            <a:custGeom>
              <a:avLst/>
              <a:gdLst/>
              <a:ahLst/>
              <a:cxnLst/>
              <a:rect l="l" t="t" r="r" b="b"/>
              <a:pathLst>
                <a:path w="4895850" h="935736">
                  <a:moveTo>
                    <a:pt x="4895850" y="0"/>
                  </a:moveTo>
                  <a:lnTo>
                    <a:pt x="0" y="0"/>
                  </a:lnTo>
                  <a:lnTo>
                    <a:pt x="2447544" y="935736"/>
                  </a:lnTo>
                  <a:lnTo>
                    <a:pt x="4895850" y="0"/>
                  </a:lnTo>
                  <a:close/>
                </a:path>
              </a:pathLst>
            </a:custGeom>
            <a:solidFill>
              <a:srgbClr val="F2F2F2"/>
            </a:solidFill>
          </p:spPr>
          <p:txBody>
            <a:bodyPr wrap="square" lIns="0" tIns="0" rIns="0" bIns="0" rtlCol="0">
              <a:noAutofit/>
            </a:bodyPr>
            <a:lstStyle/>
            <a:p>
              <a:endParaRPr lang="es-ES" sz="3200"/>
            </a:p>
          </p:txBody>
        </p:sp>
        <p:sp>
          <p:nvSpPr>
            <p:cNvPr id="245" name="object 245"/>
            <p:cNvSpPr/>
            <p:nvPr/>
          </p:nvSpPr>
          <p:spPr>
            <a:xfrm>
              <a:off x="669738" y="1826806"/>
              <a:ext cx="27367" cy="8284"/>
            </a:xfrm>
            <a:custGeom>
              <a:avLst/>
              <a:gdLst/>
              <a:ahLst/>
              <a:cxnLst/>
              <a:rect l="l" t="t" r="r" b="b"/>
              <a:pathLst>
                <a:path w="32004" h="9143">
                  <a:moveTo>
                    <a:pt x="9143" y="4572"/>
                  </a:moveTo>
                  <a:lnTo>
                    <a:pt x="4571" y="9143"/>
                  </a:lnTo>
                  <a:lnTo>
                    <a:pt x="32004" y="9143"/>
                  </a:lnTo>
                  <a:lnTo>
                    <a:pt x="32004" y="0"/>
                  </a:lnTo>
                  <a:lnTo>
                    <a:pt x="0" y="0"/>
                  </a:lnTo>
                  <a:lnTo>
                    <a:pt x="4571" y="9143"/>
                  </a:lnTo>
                  <a:lnTo>
                    <a:pt x="9143" y="4572"/>
                  </a:lnTo>
                  <a:close/>
                </a:path>
              </a:pathLst>
            </a:custGeom>
            <a:solidFill>
              <a:srgbClr val="BF0000"/>
            </a:solidFill>
          </p:spPr>
          <p:txBody>
            <a:bodyPr wrap="square" lIns="0" tIns="0" rIns="0" bIns="0" rtlCol="0">
              <a:noAutofit/>
            </a:bodyPr>
            <a:lstStyle/>
            <a:p>
              <a:endParaRPr lang="es-ES" sz="3200"/>
            </a:p>
          </p:txBody>
        </p:sp>
        <p:sp>
          <p:nvSpPr>
            <p:cNvPr id="206" name="object 206"/>
            <p:cNvSpPr/>
            <p:nvPr/>
          </p:nvSpPr>
          <p:spPr>
            <a:xfrm>
              <a:off x="3647578" y="3737149"/>
              <a:ext cx="2796630" cy="1070124"/>
            </a:xfrm>
            <a:custGeom>
              <a:avLst/>
              <a:gdLst/>
              <a:ahLst/>
              <a:cxnLst/>
              <a:rect l="l" t="t" r="r" b="b"/>
              <a:pathLst>
                <a:path w="3270503" h="1181100">
                  <a:moveTo>
                    <a:pt x="28194" y="13716"/>
                  </a:moveTo>
                  <a:lnTo>
                    <a:pt x="3241547" y="13716"/>
                  </a:lnTo>
                  <a:lnTo>
                    <a:pt x="3256026" y="28194"/>
                  </a:lnTo>
                  <a:lnTo>
                    <a:pt x="3256026" y="1152144"/>
                  </a:lnTo>
                  <a:lnTo>
                    <a:pt x="3270503" y="1181100"/>
                  </a:lnTo>
                  <a:lnTo>
                    <a:pt x="3270503" y="0"/>
                  </a:lnTo>
                  <a:lnTo>
                    <a:pt x="28194" y="13716"/>
                  </a:lnTo>
                  <a:close/>
                </a:path>
                <a:path w="3270503" h="1181100">
                  <a:moveTo>
                    <a:pt x="0" y="1181100"/>
                  </a:moveTo>
                  <a:lnTo>
                    <a:pt x="3270503" y="1181100"/>
                  </a:lnTo>
                  <a:lnTo>
                    <a:pt x="3256026" y="1152144"/>
                  </a:lnTo>
                  <a:lnTo>
                    <a:pt x="3256026" y="28194"/>
                  </a:lnTo>
                  <a:lnTo>
                    <a:pt x="3241547" y="13716"/>
                  </a:lnTo>
                  <a:lnTo>
                    <a:pt x="28194" y="13716"/>
                  </a:lnTo>
                  <a:lnTo>
                    <a:pt x="3270503" y="0"/>
                  </a:lnTo>
                  <a:lnTo>
                    <a:pt x="0" y="0"/>
                  </a:lnTo>
                  <a:lnTo>
                    <a:pt x="0" y="1181100"/>
                  </a:lnTo>
                  <a:lnTo>
                    <a:pt x="14477" y="28194"/>
                  </a:lnTo>
                  <a:lnTo>
                    <a:pt x="3241548" y="28194"/>
                  </a:lnTo>
                  <a:lnTo>
                    <a:pt x="3241547" y="1166622"/>
                  </a:lnTo>
                  <a:lnTo>
                    <a:pt x="28194" y="1166622"/>
                  </a:lnTo>
                  <a:lnTo>
                    <a:pt x="14477" y="1152144"/>
                  </a:lnTo>
                  <a:lnTo>
                    <a:pt x="0" y="1181100"/>
                  </a:lnTo>
                  <a:close/>
                </a:path>
                <a:path w="3270503" h="1181100">
                  <a:moveTo>
                    <a:pt x="3241547" y="1166622"/>
                  </a:moveTo>
                  <a:lnTo>
                    <a:pt x="3241547" y="1152143"/>
                  </a:lnTo>
                  <a:lnTo>
                    <a:pt x="28193" y="1152143"/>
                  </a:lnTo>
                  <a:lnTo>
                    <a:pt x="28194" y="28194"/>
                  </a:lnTo>
                  <a:lnTo>
                    <a:pt x="14477" y="28194"/>
                  </a:lnTo>
                  <a:lnTo>
                    <a:pt x="0" y="1181100"/>
                  </a:lnTo>
                  <a:lnTo>
                    <a:pt x="14477" y="1152144"/>
                  </a:lnTo>
                  <a:lnTo>
                    <a:pt x="28194" y="1166622"/>
                  </a:lnTo>
                  <a:lnTo>
                    <a:pt x="3241547" y="1166622"/>
                  </a:lnTo>
                  <a:close/>
                </a:path>
              </a:pathLst>
            </a:custGeom>
            <a:solidFill>
              <a:srgbClr val="000000"/>
            </a:solidFill>
          </p:spPr>
          <p:txBody>
            <a:bodyPr wrap="square" lIns="0" tIns="0" rIns="0" bIns="0" rtlCol="0">
              <a:noAutofit/>
            </a:bodyPr>
            <a:lstStyle/>
            <a:p>
              <a:endParaRPr lang="es-ES" sz="3200"/>
            </a:p>
          </p:txBody>
        </p:sp>
        <p:sp>
          <p:nvSpPr>
            <p:cNvPr id="187" name="object 187"/>
            <p:cNvSpPr/>
            <p:nvPr/>
          </p:nvSpPr>
          <p:spPr>
            <a:xfrm>
              <a:off x="3647578" y="5041319"/>
              <a:ext cx="2796630" cy="1396685"/>
            </a:xfrm>
            <a:custGeom>
              <a:avLst/>
              <a:gdLst/>
              <a:ahLst/>
              <a:cxnLst/>
              <a:rect l="l" t="t" r="r" b="b"/>
              <a:pathLst>
                <a:path w="3270503" h="1541526">
                  <a:moveTo>
                    <a:pt x="28194" y="14478"/>
                  </a:moveTo>
                  <a:lnTo>
                    <a:pt x="3241547" y="14477"/>
                  </a:lnTo>
                  <a:lnTo>
                    <a:pt x="3256026" y="28955"/>
                  </a:lnTo>
                  <a:lnTo>
                    <a:pt x="3256026" y="1513332"/>
                  </a:lnTo>
                  <a:lnTo>
                    <a:pt x="3270503" y="1541526"/>
                  </a:lnTo>
                  <a:lnTo>
                    <a:pt x="3270503" y="0"/>
                  </a:lnTo>
                  <a:lnTo>
                    <a:pt x="28194" y="14478"/>
                  </a:lnTo>
                  <a:close/>
                </a:path>
                <a:path w="3270503" h="1541526">
                  <a:moveTo>
                    <a:pt x="0" y="1541526"/>
                  </a:moveTo>
                  <a:lnTo>
                    <a:pt x="3270503" y="1541526"/>
                  </a:lnTo>
                  <a:lnTo>
                    <a:pt x="3256026" y="1513332"/>
                  </a:lnTo>
                  <a:lnTo>
                    <a:pt x="3256026" y="28955"/>
                  </a:lnTo>
                  <a:lnTo>
                    <a:pt x="3241547" y="14477"/>
                  </a:lnTo>
                  <a:lnTo>
                    <a:pt x="28194" y="14478"/>
                  </a:lnTo>
                  <a:lnTo>
                    <a:pt x="3270503" y="0"/>
                  </a:lnTo>
                  <a:lnTo>
                    <a:pt x="0" y="0"/>
                  </a:lnTo>
                  <a:lnTo>
                    <a:pt x="0" y="1541526"/>
                  </a:lnTo>
                  <a:lnTo>
                    <a:pt x="14477" y="28956"/>
                  </a:lnTo>
                  <a:lnTo>
                    <a:pt x="3241547" y="28955"/>
                  </a:lnTo>
                  <a:lnTo>
                    <a:pt x="3241547" y="1527048"/>
                  </a:lnTo>
                  <a:lnTo>
                    <a:pt x="28194" y="1527048"/>
                  </a:lnTo>
                  <a:lnTo>
                    <a:pt x="14478" y="1513332"/>
                  </a:lnTo>
                  <a:lnTo>
                    <a:pt x="0" y="1541526"/>
                  </a:lnTo>
                  <a:close/>
                </a:path>
                <a:path w="3270503" h="1541526">
                  <a:moveTo>
                    <a:pt x="3241547" y="1527048"/>
                  </a:moveTo>
                  <a:lnTo>
                    <a:pt x="3241548" y="1513332"/>
                  </a:lnTo>
                  <a:lnTo>
                    <a:pt x="28193" y="1513331"/>
                  </a:lnTo>
                  <a:lnTo>
                    <a:pt x="28193" y="28955"/>
                  </a:lnTo>
                  <a:lnTo>
                    <a:pt x="14477" y="28956"/>
                  </a:lnTo>
                  <a:lnTo>
                    <a:pt x="0" y="1541526"/>
                  </a:lnTo>
                  <a:lnTo>
                    <a:pt x="14478" y="1513332"/>
                  </a:lnTo>
                  <a:lnTo>
                    <a:pt x="28194" y="1527048"/>
                  </a:lnTo>
                  <a:lnTo>
                    <a:pt x="3241547" y="1527048"/>
                  </a:lnTo>
                  <a:close/>
                </a:path>
              </a:pathLst>
            </a:custGeom>
            <a:solidFill>
              <a:srgbClr val="000000"/>
            </a:solidFill>
          </p:spPr>
          <p:txBody>
            <a:bodyPr wrap="square" lIns="0" tIns="0" rIns="0" bIns="0" rtlCol="0">
              <a:noAutofit/>
            </a:bodyPr>
            <a:lstStyle/>
            <a:p>
              <a:endParaRPr lang="es-ES" sz="3200"/>
            </a:p>
          </p:txBody>
        </p:sp>
        <p:sp>
          <p:nvSpPr>
            <p:cNvPr id="102" name="object 102"/>
            <p:cNvSpPr/>
            <p:nvPr/>
          </p:nvSpPr>
          <p:spPr>
            <a:xfrm>
              <a:off x="6228184" y="4365104"/>
              <a:ext cx="0" cy="8285"/>
            </a:xfrm>
            <a:custGeom>
              <a:avLst/>
              <a:gdLst/>
              <a:ahLst/>
              <a:cxnLst/>
              <a:rect l="l" t="t" r="r" b="b"/>
              <a:pathLst>
                <a:path h="9144">
                  <a:moveTo>
                    <a:pt x="0" y="0"/>
                  </a:moveTo>
                  <a:lnTo>
                    <a:pt x="0" y="9144"/>
                  </a:lnTo>
                </a:path>
              </a:pathLst>
            </a:custGeom>
            <a:ln w="39370">
              <a:solidFill>
                <a:srgbClr val="BF0000"/>
              </a:solidFill>
            </a:ln>
          </p:spPr>
          <p:txBody>
            <a:bodyPr wrap="square" lIns="0" tIns="0" rIns="0" bIns="0" rtlCol="0">
              <a:noAutofit/>
            </a:bodyPr>
            <a:lstStyle/>
            <a:p>
              <a:endParaRPr lang="es-ES" sz="3200"/>
            </a:p>
          </p:txBody>
        </p:sp>
        <p:sp>
          <p:nvSpPr>
            <p:cNvPr id="8" name="object 8"/>
            <p:cNvSpPr txBox="1"/>
            <p:nvPr/>
          </p:nvSpPr>
          <p:spPr>
            <a:xfrm>
              <a:off x="3920740" y="1529407"/>
              <a:ext cx="1803388" cy="478678"/>
            </a:xfrm>
            <a:prstGeom prst="rect">
              <a:avLst/>
            </a:prstGeom>
          </p:spPr>
          <p:txBody>
            <a:bodyPr wrap="square" lIns="0" tIns="0" rIns="0" bIns="0" rtlCol="0">
              <a:noAutofit/>
            </a:bodyPr>
            <a:lstStyle/>
            <a:p>
              <a:pPr algn="ctr" defTabSz="288036">
                <a:lnSpc>
                  <a:spcPts val="1070"/>
                </a:lnSpc>
                <a:spcBef>
                  <a:spcPts val="54"/>
                </a:spcBef>
              </a:pPr>
              <a:r>
                <a:rPr lang="es-ES" sz="1400" kern="1200">
                  <a:solidFill>
                    <a:schemeClr val="tx1"/>
                  </a:solidFill>
                  <a:latin typeface="+mn-lt"/>
                  <a:ea typeface="+mn-ea"/>
                  <a:cs typeface="Arial"/>
                </a:rPr>
                <a:t>Autoridad formal</a:t>
              </a:r>
            </a:p>
            <a:p>
              <a:pPr marL="200854" marR="210735" algn="ctr" defTabSz="288036">
                <a:lnSpc>
                  <a:spcPct val="95825"/>
                </a:lnSpc>
              </a:pPr>
              <a:r>
                <a:rPr lang="es-ES" sz="1400" kern="1200">
                  <a:solidFill>
                    <a:schemeClr val="tx1"/>
                  </a:solidFill>
                  <a:latin typeface="+mn-lt"/>
                  <a:ea typeface="+mn-ea"/>
                  <a:cs typeface="Arial"/>
                </a:rPr>
                <a:t>y estatus</a:t>
              </a:r>
              <a:endParaRPr lang="es-ES" sz="2800">
                <a:latin typeface="+mn-lt"/>
                <a:cs typeface="Arial"/>
              </a:endParaRPr>
            </a:p>
          </p:txBody>
        </p:sp>
        <p:grpSp>
          <p:nvGrpSpPr>
            <p:cNvPr id="9" name="344 Grupo"/>
            <p:cNvGrpSpPr/>
            <p:nvPr/>
          </p:nvGrpSpPr>
          <p:grpSpPr>
            <a:xfrm>
              <a:off x="597730" y="1454678"/>
              <a:ext cx="8307304" cy="4998658"/>
              <a:chOff x="309698" y="1454678"/>
              <a:chExt cx="8307304" cy="4998658"/>
            </a:xfrm>
          </p:grpSpPr>
          <p:sp>
            <p:nvSpPr>
              <p:cNvPr id="225" name="object 225"/>
              <p:cNvSpPr/>
              <p:nvPr/>
            </p:nvSpPr>
            <p:spPr>
              <a:xfrm>
                <a:off x="3350385" y="2357034"/>
                <a:ext cx="2851364" cy="1121214"/>
              </a:xfrm>
              <a:prstGeom prst="rect">
                <a:avLst/>
              </a:prstGeom>
              <a:blipFill>
                <a:blip r:embed="rId3" cstate="print"/>
                <a:stretch>
                  <a:fillRect/>
                </a:stretch>
              </a:blipFill>
            </p:spPr>
            <p:txBody>
              <a:bodyPr wrap="square" lIns="0" tIns="0" rIns="0" bIns="0" rtlCol="0">
                <a:noAutofit/>
              </a:bodyPr>
              <a:lstStyle/>
              <a:p>
                <a:endParaRPr lang="es-ES" sz="3200"/>
              </a:p>
            </p:txBody>
          </p:sp>
          <p:sp>
            <p:nvSpPr>
              <p:cNvPr id="228" name="object 228"/>
              <p:cNvSpPr/>
              <p:nvPr/>
            </p:nvSpPr>
            <p:spPr>
              <a:xfrm>
                <a:off x="2590619" y="1454678"/>
                <a:ext cx="4209932" cy="871288"/>
              </a:xfrm>
              <a:custGeom>
                <a:avLst/>
                <a:gdLst/>
                <a:ahLst/>
                <a:cxnLst/>
                <a:rect l="l" t="t" r="r" b="b"/>
                <a:pathLst>
                  <a:path w="4923282" h="961644">
                    <a:moveTo>
                      <a:pt x="13715" y="25146"/>
                    </a:moveTo>
                    <a:lnTo>
                      <a:pt x="762" y="9906"/>
                    </a:lnTo>
                    <a:lnTo>
                      <a:pt x="0" y="16002"/>
                    </a:lnTo>
                    <a:lnTo>
                      <a:pt x="3048" y="22098"/>
                    </a:lnTo>
                    <a:lnTo>
                      <a:pt x="9143" y="24384"/>
                    </a:lnTo>
                    <a:lnTo>
                      <a:pt x="2457449" y="960882"/>
                    </a:lnTo>
                    <a:lnTo>
                      <a:pt x="81325" y="25146"/>
                    </a:lnTo>
                    <a:lnTo>
                      <a:pt x="13715" y="25146"/>
                    </a:lnTo>
                    <a:close/>
                  </a:path>
                  <a:path w="4923282" h="961644">
                    <a:moveTo>
                      <a:pt x="81325" y="25146"/>
                    </a:moveTo>
                    <a:lnTo>
                      <a:pt x="2457449" y="936498"/>
                    </a:lnTo>
                    <a:lnTo>
                      <a:pt x="2461640" y="934895"/>
                    </a:lnTo>
                    <a:lnTo>
                      <a:pt x="81325" y="25146"/>
                    </a:lnTo>
                    <a:close/>
                  </a:path>
                  <a:path w="4923282" h="961644">
                    <a:moveTo>
                      <a:pt x="81325" y="25146"/>
                    </a:moveTo>
                    <a:lnTo>
                      <a:pt x="2457449" y="960882"/>
                    </a:lnTo>
                    <a:lnTo>
                      <a:pt x="2465832" y="936498"/>
                    </a:lnTo>
                    <a:lnTo>
                      <a:pt x="4909566" y="25146"/>
                    </a:lnTo>
                    <a:lnTo>
                      <a:pt x="4914138" y="24384"/>
                    </a:lnTo>
                    <a:lnTo>
                      <a:pt x="4920233" y="22098"/>
                    </a:lnTo>
                    <a:lnTo>
                      <a:pt x="4923282" y="16002"/>
                    </a:lnTo>
                    <a:lnTo>
                      <a:pt x="4922520" y="9905"/>
                    </a:lnTo>
                    <a:lnTo>
                      <a:pt x="4920995" y="4571"/>
                    </a:lnTo>
                    <a:lnTo>
                      <a:pt x="4904994" y="762"/>
                    </a:lnTo>
                    <a:lnTo>
                      <a:pt x="17525" y="762"/>
                    </a:lnTo>
                    <a:lnTo>
                      <a:pt x="2286" y="4572"/>
                    </a:lnTo>
                    <a:lnTo>
                      <a:pt x="762" y="9906"/>
                    </a:lnTo>
                    <a:lnTo>
                      <a:pt x="13715" y="25146"/>
                    </a:lnTo>
                    <a:lnTo>
                      <a:pt x="4841214" y="25146"/>
                    </a:lnTo>
                    <a:lnTo>
                      <a:pt x="2461640" y="934895"/>
                    </a:lnTo>
                    <a:lnTo>
                      <a:pt x="2457449" y="936498"/>
                    </a:lnTo>
                    <a:lnTo>
                      <a:pt x="81325" y="25146"/>
                    </a:lnTo>
                    <a:close/>
                  </a:path>
                  <a:path w="4923282" h="961644">
                    <a:moveTo>
                      <a:pt x="2465832" y="960882"/>
                    </a:moveTo>
                    <a:lnTo>
                      <a:pt x="4914138" y="24384"/>
                    </a:lnTo>
                    <a:lnTo>
                      <a:pt x="4909566" y="25146"/>
                    </a:lnTo>
                    <a:lnTo>
                      <a:pt x="2465832" y="936498"/>
                    </a:lnTo>
                    <a:lnTo>
                      <a:pt x="2457449" y="960882"/>
                    </a:lnTo>
                    <a:lnTo>
                      <a:pt x="2459735" y="961644"/>
                    </a:lnTo>
                    <a:lnTo>
                      <a:pt x="2463546" y="961644"/>
                    </a:lnTo>
                    <a:lnTo>
                      <a:pt x="2465832" y="960882"/>
                    </a:lnTo>
                    <a:close/>
                  </a:path>
                  <a:path w="4923282" h="961644">
                    <a:moveTo>
                      <a:pt x="17525" y="762"/>
                    </a:moveTo>
                    <a:lnTo>
                      <a:pt x="4904994" y="762"/>
                    </a:lnTo>
                    <a:lnTo>
                      <a:pt x="4920995" y="4571"/>
                    </a:lnTo>
                    <a:lnTo>
                      <a:pt x="4915662" y="0"/>
                    </a:lnTo>
                    <a:lnTo>
                      <a:pt x="6857" y="0"/>
                    </a:lnTo>
                    <a:lnTo>
                      <a:pt x="2286" y="4572"/>
                    </a:lnTo>
                    <a:lnTo>
                      <a:pt x="17525" y="762"/>
                    </a:lnTo>
                    <a:close/>
                  </a:path>
                </a:pathLst>
              </a:custGeom>
              <a:solidFill>
                <a:srgbClr val="000000"/>
              </a:solidFill>
            </p:spPr>
            <p:txBody>
              <a:bodyPr wrap="square" lIns="0" tIns="0" rIns="0" bIns="0" rtlCol="0">
                <a:noAutofit/>
              </a:bodyPr>
              <a:lstStyle/>
              <a:p>
                <a:endParaRPr lang="es-ES" sz="3200"/>
              </a:p>
            </p:txBody>
          </p:sp>
          <p:sp>
            <p:nvSpPr>
              <p:cNvPr id="205" name="object 205"/>
              <p:cNvSpPr/>
              <p:nvPr/>
            </p:nvSpPr>
            <p:spPr>
              <a:xfrm>
                <a:off x="3419872" y="3789040"/>
                <a:ext cx="2664296" cy="1005115"/>
              </a:xfrm>
              <a:custGeom>
                <a:avLst/>
                <a:gdLst/>
                <a:ahLst/>
                <a:cxnLst/>
                <a:rect l="l" t="t" r="r" b="b"/>
                <a:pathLst>
                  <a:path w="3241548" h="1152906">
                    <a:moveTo>
                      <a:pt x="0" y="0"/>
                    </a:moveTo>
                    <a:lnTo>
                      <a:pt x="0" y="1152906"/>
                    </a:lnTo>
                    <a:lnTo>
                      <a:pt x="3241548" y="1152905"/>
                    </a:lnTo>
                    <a:lnTo>
                      <a:pt x="3241548" y="0"/>
                    </a:lnTo>
                    <a:lnTo>
                      <a:pt x="0" y="0"/>
                    </a:lnTo>
                    <a:close/>
                  </a:path>
                </a:pathLst>
              </a:custGeom>
              <a:solidFill>
                <a:srgbClr val="EDEBE0"/>
              </a:solidFill>
            </p:spPr>
            <p:txBody>
              <a:bodyPr wrap="square" lIns="0" tIns="0" rIns="0" bIns="0" rtlCol="0">
                <a:noAutofit/>
              </a:bodyPr>
              <a:lstStyle/>
              <a:p>
                <a:endParaRPr lang="es-ES" sz="3200"/>
              </a:p>
            </p:txBody>
          </p:sp>
          <p:sp>
            <p:nvSpPr>
              <p:cNvPr id="223" name="object 223"/>
              <p:cNvSpPr/>
              <p:nvPr/>
            </p:nvSpPr>
            <p:spPr>
              <a:xfrm>
                <a:off x="5786661" y="3869419"/>
                <a:ext cx="684171" cy="120129"/>
              </a:xfrm>
              <a:custGeom>
                <a:avLst/>
                <a:gdLst/>
                <a:ahLst/>
                <a:cxnLst/>
                <a:rect l="l" t="t" r="r" b="b"/>
                <a:pathLst>
                  <a:path w="800100" h="132587">
                    <a:moveTo>
                      <a:pt x="672083" y="25146"/>
                    </a:moveTo>
                    <a:lnTo>
                      <a:pt x="678929" y="28956"/>
                    </a:lnTo>
                    <a:lnTo>
                      <a:pt x="719637" y="52578"/>
                    </a:lnTo>
                    <a:lnTo>
                      <a:pt x="743435" y="66387"/>
                    </a:lnTo>
                    <a:lnTo>
                      <a:pt x="719020" y="80771"/>
                    </a:lnTo>
                    <a:lnTo>
                      <a:pt x="678929" y="104394"/>
                    </a:lnTo>
                    <a:lnTo>
                      <a:pt x="672083" y="108204"/>
                    </a:lnTo>
                    <a:lnTo>
                      <a:pt x="669797" y="116586"/>
                    </a:lnTo>
                    <a:lnTo>
                      <a:pt x="673607" y="123444"/>
                    </a:lnTo>
                    <a:lnTo>
                      <a:pt x="677405" y="130301"/>
                    </a:lnTo>
                    <a:lnTo>
                      <a:pt x="686561" y="132587"/>
                    </a:lnTo>
                    <a:lnTo>
                      <a:pt x="693419" y="128778"/>
                    </a:lnTo>
                    <a:lnTo>
                      <a:pt x="771905" y="80772"/>
                    </a:lnTo>
                    <a:lnTo>
                      <a:pt x="764285" y="78486"/>
                    </a:lnTo>
                    <a:lnTo>
                      <a:pt x="764285" y="54101"/>
                    </a:lnTo>
                    <a:lnTo>
                      <a:pt x="771905" y="52578"/>
                    </a:lnTo>
                    <a:lnTo>
                      <a:pt x="693419" y="3810"/>
                    </a:lnTo>
                    <a:lnTo>
                      <a:pt x="686561" y="0"/>
                    </a:lnTo>
                    <a:lnTo>
                      <a:pt x="677405" y="2286"/>
                    </a:lnTo>
                    <a:lnTo>
                      <a:pt x="673607" y="9144"/>
                    </a:lnTo>
                    <a:lnTo>
                      <a:pt x="669797" y="16001"/>
                    </a:lnTo>
                    <a:lnTo>
                      <a:pt x="672083" y="25146"/>
                    </a:lnTo>
                    <a:close/>
                  </a:path>
                  <a:path w="800100" h="132587">
                    <a:moveTo>
                      <a:pt x="771905" y="80772"/>
                    </a:moveTo>
                    <a:lnTo>
                      <a:pt x="693419" y="128778"/>
                    </a:lnTo>
                    <a:lnTo>
                      <a:pt x="800100" y="66294"/>
                    </a:lnTo>
                    <a:lnTo>
                      <a:pt x="693419" y="3810"/>
                    </a:lnTo>
                    <a:lnTo>
                      <a:pt x="771905" y="52578"/>
                    </a:lnTo>
                    <a:lnTo>
                      <a:pt x="764285" y="54101"/>
                    </a:lnTo>
                    <a:lnTo>
                      <a:pt x="764285" y="78486"/>
                    </a:lnTo>
                    <a:lnTo>
                      <a:pt x="771905" y="80772"/>
                    </a:lnTo>
                    <a:close/>
                  </a:path>
                  <a:path w="800100" h="132587">
                    <a:moveTo>
                      <a:pt x="0" y="80772"/>
                    </a:moveTo>
                    <a:lnTo>
                      <a:pt x="719020" y="80771"/>
                    </a:lnTo>
                    <a:lnTo>
                      <a:pt x="743435" y="66387"/>
                    </a:lnTo>
                    <a:lnTo>
                      <a:pt x="719637" y="52578"/>
                    </a:lnTo>
                    <a:lnTo>
                      <a:pt x="0" y="52578"/>
                    </a:lnTo>
                    <a:lnTo>
                      <a:pt x="0" y="80772"/>
                    </a:lnTo>
                    <a:close/>
                  </a:path>
                </a:pathLst>
              </a:custGeom>
              <a:solidFill>
                <a:srgbClr val="BF0000"/>
              </a:solidFill>
            </p:spPr>
            <p:txBody>
              <a:bodyPr wrap="square" lIns="0" tIns="0" rIns="0" bIns="0" rtlCol="0">
                <a:noAutofit/>
              </a:bodyPr>
              <a:lstStyle/>
              <a:p>
                <a:endParaRPr lang="es-ES" sz="3200"/>
              </a:p>
            </p:txBody>
          </p:sp>
          <p:sp>
            <p:nvSpPr>
              <p:cNvPr id="186" name="object 186"/>
              <p:cNvSpPr/>
              <p:nvPr/>
            </p:nvSpPr>
            <p:spPr>
              <a:xfrm>
                <a:off x="3388808" y="5085184"/>
                <a:ext cx="2736304" cy="1296144"/>
              </a:xfrm>
              <a:custGeom>
                <a:avLst/>
                <a:gdLst/>
                <a:ahLst/>
                <a:cxnLst/>
                <a:rect l="l" t="t" r="r" b="b"/>
                <a:pathLst>
                  <a:path w="3241548" h="1512570">
                    <a:moveTo>
                      <a:pt x="0" y="0"/>
                    </a:moveTo>
                    <a:lnTo>
                      <a:pt x="0" y="1512570"/>
                    </a:lnTo>
                    <a:lnTo>
                      <a:pt x="3241548" y="1512570"/>
                    </a:lnTo>
                    <a:lnTo>
                      <a:pt x="3241548" y="0"/>
                    </a:lnTo>
                    <a:lnTo>
                      <a:pt x="0" y="0"/>
                    </a:lnTo>
                    <a:close/>
                  </a:path>
                </a:pathLst>
              </a:custGeom>
              <a:solidFill>
                <a:srgbClr val="EDEBE0"/>
              </a:solidFill>
            </p:spPr>
            <p:txBody>
              <a:bodyPr wrap="square" lIns="0" tIns="0" rIns="0" bIns="0" rtlCol="0">
                <a:noAutofit/>
              </a:bodyPr>
              <a:lstStyle/>
              <a:p>
                <a:endParaRPr lang="es-ES" sz="3200"/>
              </a:p>
            </p:txBody>
          </p:sp>
          <p:sp>
            <p:nvSpPr>
              <p:cNvPr id="7" name="object 7"/>
              <p:cNvSpPr txBox="1"/>
              <p:nvPr/>
            </p:nvSpPr>
            <p:spPr>
              <a:xfrm>
                <a:off x="309698" y="1861106"/>
                <a:ext cx="2110943" cy="1152128"/>
              </a:xfrm>
              <a:prstGeom prst="rect">
                <a:avLst/>
              </a:prstGeom>
              <a:ln>
                <a:solidFill>
                  <a:srgbClr val="C00000"/>
                </a:solidFill>
                <a:prstDash val="dash"/>
              </a:ln>
            </p:spPr>
            <p:txBody>
              <a:bodyPr wrap="square" lIns="0" tIns="0" rIns="0" bIns="0" rtlCol="0">
                <a:noAutofit/>
              </a:bodyPr>
              <a:lstStyle/>
              <a:p>
                <a:pPr marL="7011" defTabSz="288036">
                  <a:lnSpc>
                    <a:spcPts val="958"/>
                  </a:lnSpc>
                  <a:spcBef>
                    <a:spcPts val="47"/>
                  </a:spcBef>
                </a:pPr>
                <a:endParaRPr lang="es-ES" sz="1400" kern="1200" dirty="0">
                  <a:solidFill>
                    <a:srgbClr val="BF0000"/>
                  </a:solidFill>
                  <a:latin typeface="+mn-lt"/>
                  <a:ea typeface="+mn-ea"/>
                  <a:cs typeface="Arial"/>
                </a:endParaRPr>
              </a:p>
              <a:p>
                <a:pPr marL="7011" defTabSz="288036">
                  <a:lnSpc>
                    <a:spcPts val="958"/>
                  </a:lnSpc>
                  <a:spcBef>
                    <a:spcPts val="47"/>
                  </a:spcBef>
                </a:pPr>
                <a:r>
                  <a:rPr lang="es-ES" sz="1400" kern="1200" dirty="0">
                    <a:solidFill>
                      <a:srgbClr val="BF0000"/>
                    </a:solidFill>
                    <a:latin typeface="+mn-lt"/>
                    <a:ea typeface="+mn-ea"/>
                    <a:cs typeface="Arial"/>
                  </a:rPr>
                  <a:t>Aquellos</a:t>
                </a:r>
                <a:r>
                  <a:rPr lang="es-ES" sz="1400" kern="1200" spc="-5" dirty="0">
                    <a:solidFill>
                      <a:srgbClr val="BF0000"/>
                    </a:solidFill>
                    <a:latin typeface="+mn-lt"/>
                    <a:ea typeface="+mn-ea"/>
                    <a:cs typeface="Arial"/>
                  </a:rPr>
                  <a:t> </a:t>
                </a:r>
                <a:r>
                  <a:rPr lang="es-ES" sz="1400" kern="1200" dirty="0">
                    <a:solidFill>
                      <a:srgbClr val="BF0000"/>
                    </a:solidFill>
                    <a:latin typeface="+mn-lt"/>
                    <a:ea typeface="+mn-ea"/>
                    <a:cs typeface="Arial"/>
                  </a:rPr>
                  <a:t>que tienen que ver con la gente</a:t>
                </a:r>
                <a:r>
                  <a:rPr lang="es-ES" sz="1400" kern="1200" spc="5" dirty="0">
                    <a:solidFill>
                      <a:srgbClr val="BF0000"/>
                    </a:solidFill>
                    <a:latin typeface="+mn-lt"/>
                    <a:ea typeface="+mn-ea"/>
                    <a:cs typeface="Arial"/>
                  </a:rPr>
                  <a:t> </a:t>
                </a:r>
                <a:r>
                  <a:rPr lang="es-ES" sz="1400" kern="1200" dirty="0">
                    <a:solidFill>
                      <a:srgbClr val="BF0000"/>
                    </a:solidFill>
                    <a:latin typeface="+mn-lt"/>
                    <a:ea typeface="+mn-ea"/>
                    <a:cs typeface="Arial"/>
                  </a:rPr>
                  <a:t>y otros deberes de índole protocolaria</a:t>
                </a:r>
                <a:endParaRPr lang="es-ES" sz="2800" u="none" dirty="0">
                  <a:latin typeface="+mn-lt"/>
                  <a:cs typeface="Arial"/>
                </a:endParaRPr>
              </a:p>
            </p:txBody>
          </p:sp>
          <p:sp>
            <p:nvSpPr>
              <p:cNvPr id="6" name="object 6"/>
              <p:cNvSpPr txBox="1"/>
              <p:nvPr/>
            </p:nvSpPr>
            <p:spPr>
              <a:xfrm>
                <a:off x="3419872" y="2420888"/>
                <a:ext cx="2592288" cy="924506"/>
              </a:xfrm>
              <a:prstGeom prst="rect">
                <a:avLst/>
              </a:prstGeom>
            </p:spPr>
            <p:txBody>
              <a:bodyPr wrap="square" lIns="0" tIns="0" rIns="0" bIns="0" rtlCol="0">
                <a:noAutofit/>
              </a:bodyPr>
              <a:lstStyle/>
              <a:p>
                <a:pPr marL="7011" algn="ctr" defTabSz="288036">
                  <a:lnSpc>
                    <a:spcPts val="1179"/>
                  </a:lnSpc>
                  <a:spcBef>
                    <a:spcPts val="59"/>
                  </a:spcBef>
                </a:pPr>
                <a:r>
                  <a:rPr lang="es-ES" sz="2800" b="1" kern="1200" spc="-21" baseline="2730" dirty="0">
                    <a:solidFill>
                      <a:srgbClr val="BF0000"/>
                    </a:solidFill>
                    <a:latin typeface="+mn-lt"/>
                    <a:ea typeface="+mn-ea"/>
                    <a:cs typeface="Calibri"/>
                  </a:rPr>
                  <a:t>R</a:t>
                </a:r>
                <a:r>
                  <a:rPr lang="es-ES" sz="2800" b="1" kern="1200" baseline="2730" dirty="0">
                    <a:solidFill>
                      <a:srgbClr val="BF0000"/>
                    </a:solidFill>
                    <a:latin typeface="+mn-lt"/>
                    <a:ea typeface="+mn-ea"/>
                    <a:cs typeface="Calibri"/>
                  </a:rPr>
                  <a:t>oles</a:t>
                </a:r>
                <a:r>
                  <a:rPr lang="es-ES" sz="2800" b="1" kern="1200" spc="-6" baseline="2730" dirty="0">
                    <a:solidFill>
                      <a:srgbClr val="BF0000"/>
                    </a:solidFill>
                    <a:latin typeface="+mn-lt"/>
                    <a:ea typeface="+mn-ea"/>
                    <a:cs typeface="Calibri"/>
                  </a:rPr>
                  <a:t> </a:t>
                </a:r>
                <a:r>
                  <a:rPr lang="es-ES" sz="2800" b="1" kern="1200" baseline="2730" dirty="0">
                    <a:solidFill>
                      <a:srgbClr val="BF0000"/>
                    </a:solidFill>
                    <a:latin typeface="+mn-lt"/>
                    <a:ea typeface="+mn-ea"/>
                    <a:cs typeface="Calibri"/>
                  </a:rPr>
                  <a:t>i</a:t>
                </a:r>
                <a:r>
                  <a:rPr lang="es-ES" sz="2800" b="1" kern="1200" spc="-8" baseline="2730" dirty="0">
                    <a:solidFill>
                      <a:srgbClr val="BF0000"/>
                    </a:solidFill>
                    <a:latin typeface="+mn-lt"/>
                    <a:ea typeface="+mn-ea"/>
                    <a:cs typeface="Calibri"/>
                  </a:rPr>
                  <a:t>n</a:t>
                </a:r>
                <a:r>
                  <a:rPr lang="es-ES" sz="2800" b="1" kern="1200" spc="-14" baseline="2730" dirty="0">
                    <a:solidFill>
                      <a:srgbClr val="BF0000"/>
                    </a:solidFill>
                    <a:latin typeface="+mn-lt"/>
                    <a:ea typeface="+mn-ea"/>
                    <a:cs typeface="Calibri"/>
                  </a:rPr>
                  <a:t>t</a:t>
                </a:r>
                <a:r>
                  <a:rPr lang="es-ES" sz="2800" b="1" kern="1200" baseline="2730" dirty="0">
                    <a:solidFill>
                      <a:srgbClr val="BF0000"/>
                    </a:solidFill>
                    <a:latin typeface="+mn-lt"/>
                    <a:ea typeface="+mn-ea"/>
                    <a:cs typeface="Calibri"/>
                  </a:rPr>
                  <a:t>erpe</a:t>
                </a:r>
                <a:r>
                  <a:rPr lang="es-ES" sz="2800" b="1" kern="1200" spc="-16" baseline="2730" dirty="0">
                    <a:solidFill>
                      <a:srgbClr val="BF0000"/>
                    </a:solidFill>
                    <a:latin typeface="+mn-lt"/>
                    <a:ea typeface="+mn-ea"/>
                    <a:cs typeface="Calibri"/>
                  </a:rPr>
                  <a:t>r</a:t>
                </a:r>
                <a:r>
                  <a:rPr lang="es-ES" sz="2800" b="1" kern="1200" baseline="2730" dirty="0">
                    <a:solidFill>
                      <a:srgbClr val="BF0000"/>
                    </a:solidFill>
                    <a:latin typeface="+mn-lt"/>
                    <a:ea typeface="+mn-ea"/>
                    <a:cs typeface="Calibri"/>
                  </a:rPr>
                  <a:t>sonales</a:t>
                </a:r>
                <a:endParaRPr lang="es-ES" sz="2800" kern="1200" dirty="0">
                  <a:solidFill>
                    <a:schemeClr val="tx1"/>
                  </a:solidFill>
                  <a:latin typeface="+mn-lt"/>
                  <a:ea typeface="+mn-ea"/>
                  <a:cs typeface="Calibri"/>
                </a:endParaRPr>
              </a:p>
              <a:p>
                <a:pPr marL="228029" marR="21010" indent="-180023" defTabSz="288036">
                  <a:lnSpc>
                    <a:spcPts val="1074"/>
                  </a:lnSpc>
                  <a:buSzPct val="60000"/>
                  <a:buFont typeface="+mj-lt"/>
                  <a:buAutoNum type="arabicPeriod"/>
                </a:pPr>
                <a:r>
                  <a:rPr lang="es-ES" sz="2400" kern="1200" baseline="3034" dirty="0">
                    <a:solidFill>
                      <a:schemeClr val="tx1"/>
                    </a:solidFill>
                    <a:latin typeface="+mn-lt"/>
                    <a:ea typeface="+mn-ea"/>
                    <a:cs typeface="Calibri"/>
                  </a:rPr>
                  <a:t>Au</a:t>
                </a:r>
                <a:r>
                  <a:rPr lang="es-ES" sz="2400" kern="1200" spc="-11" baseline="3034" dirty="0">
                    <a:solidFill>
                      <a:schemeClr val="tx1"/>
                    </a:solidFill>
                    <a:latin typeface="+mn-lt"/>
                    <a:ea typeface="+mn-ea"/>
                    <a:cs typeface="Calibri"/>
                  </a:rPr>
                  <a:t>t</a:t>
                </a:r>
                <a:r>
                  <a:rPr lang="es-ES" sz="2400" kern="1200" baseline="3034" dirty="0">
                    <a:solidFill>
                      <a:schemeClr val="tx1"/>
                    </a:solidFill>
                    <a:latin typeface="+mn-lt"/>
                    <a:ea typeface="+mn-ea"/>
                    <a:cs typeface="Calibri"/>
                  </a:rPr>
                  <a:t>oridad</a:t>
                </a:r>
                <a:endParaRPr lang="es-ES" sz="1400" kern="1200" dirty="0">
                  <a:solidFill>
                    <a:schemeClr val="tx1"/>
                  </a:solidFill>
                  <a:latin typeface="+mn-lt"/>
                  <a:ea typeface="+mn-ea"/>
                  <a:cs typeface="Calibri"/>
                </a:endParaRPr>
              </a:p>
              <a:p>
                <a:pPr marL="228029" marR="21010" indent="-180023" defTabSz="288036">
                  <a:lnSpc>
                    <a:spcPts val="1074"/>
                  </a:lnSpc>
                  <a:buSzPct val="60000"/>
                  <a:buFont typeface="+mj-lt"/>
                  <a:buAutoNum type="arabicPeriod"/>
                </a:pPr>
                <a:r>
                  <a:rPr lang="es-ES" sz="2400" kern="1200" baseline="3034" dirty="0">
                    <a:solidFill>
                      <a:schemeClr val="tx1"/>
                    </a:solidFill>
                    <a:latin typeface="+mn-lt"/>
                    <a:ea typeface="+mn-ea"/>
                    <a:cs typeface="Calibri"/>
                  </a:rPr>
                  <a:t>Líder</a:t>
                </a:r>
                <a:endParaRPr lang="es-ES" sz="1400" kern="1200" dirty="0">
                  <a:solidFill>
                    <a:schemeClr val="tx1"/>
                  </a:solidFill>
                  <a:latin typeface="+mn-lt"/>
                  <a:ea typeface="+mn-ea"/>
                  <a:cs typeface="Calibri"/>
                </a:endParaRPr>
              </a:p>
              <a:p>
                <a:pPr marL="228029" marR="21010" indent="-180023" defTabSz="288036">
                  <a:lnSpc>
                    <a:spcPts val="1074"/>
                  </a:lnSpc>
                  <a:buSzPct val="60000"/>
                  <a:buFont typeface="+mj-lt"/>
                  <a:buAutoNum type="arabicPeriod"/>
                </a:pPr>
                <a:r>
                  <a:rPr lang="es-ES" sz="2400" kern="1200" baseline="3034" dirty="0">
                    <a:solidFill>
                      <a:schemeClr val="tx1"/>
                    </a:solidFill>
                    <a:latin typeface="+mn-lt"/>
                    <a:ea typeface="+mn-ea"/>
                    <a:cs typeface="Calibri"/>
                  </a:rPr>
                  <a:t>Enlace</a:t>
                </a:r>
                <a:endParaRPr lang="es-ES" sz="2800" u="none" dirty="0">
                  <a:latin typeface="+mn-lt"/>
                  <a:cs typeface="Calibri"/>
                </a:endParaRPr>
              </a:p>
            </p:txBody>
          </p:sp>
          <p:sp>
            <p:nvSpPr>
              <p:cNvPr id="5" name="object 5"/>
              <p:cNvSpPr txBox="1"/>
              <p:nvPr/>
            </p:nvSpPr>
            <p:spPr>
              <a:xfrm>
                <a:off x="6588224" y="3517290"/>
                <a:ext cx="2028778" cy="1024394"/>
              </a:xfrm>
              <a:prstGeom prst="rect">
                <a:avLst/>
              </a:prstGeom>
              <a:ln cmpd="sng">
                <a:solidFill>
                  <a:srgbClr val="C00000"/>
                </a:solidFill>
                <a:prstDash val="dash"/>
              </a:ln>
            </p:spPr>
            <p:txBody>
              <a:bodyPr wrap="square" lIns="0" tIns="0" rIns="0" bIns="0" rtlCol="0">
                <a:noAutofit/>
              </a:bodyPr>
              <a:lstStyle/>
              <a:p>
                <a:pPr marL="7011" defTabSz="288036">
                  <a:lnSpc>
                    <a:spcPts val="958"/>
                  </a:lnSpc>
                  <a:spcBef>
                    <a:spcPts val="47"/>
                  </a:spcBef>
                </a:pPr>
                <a:endParaRPr lang="es-ES" sz="1400" kern="1200">
                  <a:solidFill>
                    <a:srgbClr val="BF0000"/>
                  </a:solidFill>
                  <a:latin typeface="+mn-lt"/>
                  <a:ea typeface="+mn-ea"/>
                  <a:cs typeface="Arial"/>
                </a:endParaRPr>
              </a:p>
              <a:p>
                <a:pPr marL="7011" defTabSz="288036">
                  <a:lnSpc>
                    <a:spcPts val="958"/>
                  </a:lnSpc>
                  <a:spcBef>
                    <a:spcPts val="47"/>
                  </a:spcBef>
                </a:pPr>
                <a:r>
                  <a:rPr lang="es-ES" sz="1400" kern="1200">
                    <a:solidFill>
                      <a:srgbClr val="BF0000"/>
                    </a:solidFill>
                    <a:latin typeface="+mn-lt"/>
                    <a:ea typeface="+mn-ea"/>
                    <a:cs typeface="Arial"/>
                  </a:rPr>
                  <a:t>Relativos</a:t>
                </a:r>
                <a:r>
                  <a:rPr lang="es-ES" sz="1400" kern="1200" spc="-5">
                    <a:solidFill>
                      <a:srgbClr val="BF0000"/>
                    </a:solidFill>
                    <a:latin typeface="+mn-lt"/>
                    <a:ea typeface="+mn-ea"/>
                    <a:cs typeface="Arial"/>
                  </a:rPr>
                  <a:t> </a:t>
                </a:r>
                <a:r>
                  <a:rPr lang="es-ES" sz="1400" kern="1200">
                    <a:solidFill>
                      <a:srgbClr val="BF0000"/>
                    </a:solidFill>
                    <a:latin typeface="+mn-lt"/>
                    <a:ea typeface="+mn-ea"/>
                    <a:cs typeface="Arial"/>
                  </a:rPr>
                  <a:t>al manejo de información interna</a:t>
                </a:r>
                <a:r>
                  <a:rPr lang="es-ES" sz="1400" kern="1200" spc="5">
                    <a:solidFill>
                      <a:srgbClr val="BF0000"/>
                    </a:solidFill>
                    <a:latin typeface="+mn-lt"/>
                    <a:ea typeface="+mn-ea"/>
                    <a:cs typeface="Arial"/>
                  </a:rPr>
                  <a:t> </a:t>
                </a:r>
                <a:r>
                  <a:rPr lang="es-ES" sz="1400" kern="1200">
                    <a:solidFill>
                      <a:srgbClr val="BF0000"/>
                    </a:solidFill>
                    <a:latin typeface="+mn-lt"/>
                    <a:ea typeface="+mn-ea"/>
                    <a:cs typeface="Arial"/>
                  </a:rPr>
                  <a:t>y externa</a:t>
                </a:r>
                <a:endParaRPr lang="es-ES" sz="2800" u="none">
                  <a:latin typeface="+mn-lt"/>
                  <a:cs typeface="Arial"/>
                </a:endParaRPr>
              </a:p>
            </p:txBody>
          </p:sp>
          <p:sp>
            <p:nvSpPr>
              <p:cNvPr id="4" name="object 4"/>
              <p:cNvSpPr txBox="1"/>
              <p:nvPr/>
            </p:nvSpPr>
            <p:spPr>
              <a:xfrm>
                <a:off x="381706" y="4741426"/>
                <a:ext cx="2146410" cy="1096402"/>
              </a:xfrm>
              <a:prstGeom prst="rect">
                <a:avLst/>
              </a:prstGeom>
              <a:ln>
                <a:solidFill>
                  <a:srgbClr val="C00000"/>
                </a:solidFill>
                <a:prstDash val="dash"/>
              </a:ln>
            </p:spPr>
            <p:txBody>
              <a:bodyPr wrap="square" lIns="0" tIns="0" rIns="0" bIns="0" rtlCol="0">
                <a:noAutofit/>
              </a:bodyPr>
              <a:lstStyle/>
              <a:p>
                <a:pPr marL="7011" marR="12337" defTabSz="288036">
                  <a:lnSpc>
                    <a:spcPts val="958"/>
                  </a:lnSpc>
                  <a:spcBef>
                    <a:spcPts val="47"/>
                  </a:spcBef>
                </a:pPr>
                <a:endParaRPr lang="es-ES" sz="1400" kern="1200">
                  <a:solidFill>
                    <a:srgbClr val="BF0000"/>
                  </a:solidFill>
                  <a:latin typeface="+mn-lt"/>
                  <a:ea typeface="+mn-ea"/>
                  <a:cs typeface="Arial"/>
                </a:endParaRPr>
              </a:p>
              <a:p>
                <a:pPr marL="7011" marR="12337" defTabSz="288036">
                  <a:lnSpc>
                    <a:spcPts val="958"/>
                  </a:lnSpc>
                  <a:spcBef>
                    <a:spcPts val="47"/>
                  </a:spcBef>
                </a:pPr>
                <a:r>
                  <a:rPr lang="es-ES" sz="1400" kern="1200">
                    <a:solidFill>
                      <a:srgbClr val="BF0000"/>
                    </a:solidFill>
                    <a:latin typeface="+mn-lt"/>
                    <a:ea typeface="+mn-ea"/>
                    <a:cs typeface="Arial"/>
                  </a:rPr>
                  <a:t>Relativos</a:t>
                </a:r>
                <a:r>
                  <a:rPr lang="es-ES" sz="1400" kern="1200" spc="-5">
                    <a:solidFill>
                      <a:srgbClr val="BF0000"/>
                    </a:solidFill>
                    <a:latin typeface="+mn-lt"/>
                    <a:ea typeface="+mn-ea"/>
                    <a:cs typeface="Arial"/>
                  </a:rPr>
                  <a:t> </a:t>
                </a:r>
                <a:r>
                  <a:rPr lang="es-ES" sz="1400" kern="1200">
                    <a:solidFill>
                      <a:srgbClr val="BF0000"/>
                    </a:solidFill>
                    <a:latin typeface="+mn-lt"/>
                    <a:ea typeface="+mn-ea"/>
                    <a:cs typeface="Arial"/>
                  </a:rPr>
                  <a:t>a la toma</a:t>
                </a:r>
                <a:r>
                  <a:rPr lang="es-ES" sz="1400" kern="1200" spc="11">
                    <a:solidFill>
                      <a:srgbClr val="BF0000"/>
                    </a:solidFill>
                    <a:latin typeface="+mn-lt"/>
                    <a:ea typeface="+mn-ea"/>
                    <a:cs typeface="Arial"/>
                  </a:rPr>
                  <a:t> </a:t>
                </a:r>
                <a:r>
                  <a:rPr lang="es-ES" sz="1400" kern="1200">
                    <a:solidFill>
                      <a:srgbClr val="BF0000"/>
                    </a:solidFill>
                    <a:latin typeface="+mn-lt"/>
                    <a:ea typeface="+mn-ea"/>
                    <a:cs typeface="Arial"/>
                  </a:rPr>
                  <a:t>de</a:t>
                </a:r>
                <a:endParaRPr lang="es-ES" sz="1400" kern="1200">
                  <a:solidFill>
                    <a:schemeClr val="tx1"/>
                  </a:solidFill>
                  <a:latin typeface="+mn-lt"/>
                  <a:ea typeface="+mn-ea"/>
                  <a:cs typeface="Arial"/>
                </a:endParaRPr>
              </a:p>
              <a:p>
                <a:pPr marL="7011" defTabSz="288036">
                  <a:lnSpc>
                    <a:spcPct val="100041"/>
                  </a:lnSpc>
                </a:pPr>
                <a:r>
                  <a:rPr lang="es-ES" sz="1400" kern="1200">
                    <a:solidFill>
                      <a:srgbClr val="BF0000"/>
                    </a:solidFill>
                    <a:latin typeface="+mn-lt"/>
                    <a:ea typeface="+mn-ea"/>
                    <a:cs typeface="Arial"/>
                  </a:rPr>
                  <a:t>decisiones dentro de la organización</a:t>
                </a:r>
                <a:endParaRPr lang="es-ES" sz="2800" u="none">
                  <a:latin typeface="+mn-lt"/>
                  <a:cs typeface="Arial"/>
                </a:endParaRPr>
              </a:p>
            </p:txBody>
          </p:sp>
          <p:sp>
            <p:nvSpPr>
              <p:cNvPr id="3" name="object 3"/>
              <p:cNvSpPr txBox="1"/>
              <p:nvPr/>
            </p:nvSpPr>
            <p:spPr>
              <a:xfrm>
                <a:off x="3059832" y="5082887"/>
                <a:ext cx="3216988" cy="1370449"/>
              </a:xfrm>
              <a:prstGeom prst="rect">
                <a:avLst/>
              </a:prstGeom>
            </p:spPr>
            <p:txBody>
              <a:bodyPr wrap="square" lIns="0" tIns="0" rIns="0" bIns="0" rtlCol="0">
                <a:noAutofit/>
              </a:bodyPr>
              <a:lstStyle/>
              <a:p>
                <a:pPr marL="375348" marR="376799" algn="ctr" defTabSz="288036">
                  <a:lnSpc>
                    <a:spcPct val="101725"/>
                  </a:lnSpc>
                  <a:spcBef>
                    <a:spcPts val="180"/>
                  </a:spcBef>
                </a:pPr>
                <a:r>
                  <a:rPr lang="es-ES" b="1" kern="1200" spc="-21" dirty="0">
                    <a:solidFill>
                      <a:srgbClr val="BF0000"/>
                    </a:solidFill>
                    <a:latin typeface="+mn-lt"/>
                    <a:ea typeface="+mn-ea"/>
                    <a:cs typeface="Calibri"/>
                  </a:rPr>
                  <a:t>R</a:t>
                </a:r>
                <a:r>
                  <a:rPr lang="es-ES" b="1" kern="1200" dirty="0">
                    <a:solidFill>
                      <a:srgbClr val="BF0000"/>
                    </a:solidFill>
                    <a:latin typeface="+mn-lt"/>
                    <a:ea typeface="+mn-ea"/>
                    <a:cs typeface="Calibri"/>
                  </a:rPr>
                  <a:t>oles</a:t>
                </a:r>
                <a:r>
                  <a:rPr lang="es-ES" b="1" kern="1200" spc="-6" dirty="0">
                    <a:solidFill>
                      <a:srgbClr val="BF0000"/>
                    </a:solidFill>
                    <a:latin typeface="+mn-lt"/>
                    <a:ea typeface="+mn-ea"/>
                    <a:cs typeface="Calibri"/>
                  </a:rPr>
                  <a:t> </a:t>
                </a:r>
                <a:r>
                  <a:rPr lang="es-ES" b="1" kern="1200" dirty="0">
                    <a:solidFill>
                      <a:srgbClr val="BF0000"/>
                    </a:solidFill>
                    <a:latin typeface="+mn-lt"/>
                    <a:ea typeface="+mn-ea"/>
                    <a:cs typeface="Calibri"/>
                  </a:rPr>
                  <a:t>de</a:t>
                </a:r>
                <a:r>
                  <a:rPr lang="es-ES" b="1" kern="1200" spc="-8" dirty="0">
                    <a:solidFill>
                      <a:srgbClr val="BF0000"/>
                    </a:solidFill>
                    <a:latin typeface="+mn-lt"/>
                    <a:ea typeface="+mn-ea"/>
                    <a:cs typeface="Calibri"/>
                  </a:rPr>
                  <a:t> </a:t>
                </a:r>
                <a:r>
                  <a:rPr lang="es-ES" b="1" kern="1200" dirty="0">
                    <a:solidFill>
                      <a:srgbClr val="BF0000"/>
                    </a:solidFill>
                    <a:latin typeface="+mn-lt"/>
                    <a:ea typeface="+mn-ea"/>
                    <a:cs typeface="Calibri"/>
                  </a:rPr>
                  <a:t>decisión</a:t>
                </a:r>
                <a:endParaRPr lang="es-ES" kern="1200" dirty="0">
                  <a:solidFill>
                    <a:schemeClr val="tx1"/>
                  </a:solidFill>
                  <a:latin typeface="+mn-lt"/>
                  <a:ea typeface="+mn-ea"/>
                  <a:cs typeface="Calibri"/>
                </a:endParaRPr>
              </a:p>
              <a:p>
                <a:pPr marL="456057" indent="-154019" defTabSz="288036">
                  <a:lnSpc>
                    <a:spcPts val="1193"/>
                  </a:lnSpc>
                  <a:spcBef>
                    <a:spcPts val="60"/>
                  </a:spcBef>
                  <a:buSzPct val="60000"/>
                  <a:buFont typeface="+mj-lt"/>
                  <a:buAutoNum type="arabicPeriod" startAt="7"/>
                </a:pPr>
                <a:r>
                  <a:rPr lang="es-ES" sz="2400" kern="1200" baseline="1517" dirty="0">
                    <a:solidFill>
                      <a:schemeClr val="tx1"/>
                    </a:solidFill>
                    <a:latin typeface="+mn-lt"/>
                    <a:ea typeface="+mn-ea"/>
                    <a:cs typeface="Calibri"/>
                  </a:rPr>
                  <a:t>Emp</a:t>
                </a:r>
                <a:r>
                  <a:rPr lang="es-ES" sz="2400" kern="1200" spc="-11" baseline="1517" dirty="0">
                    <a:solidFill>
                      <a:schemeClr val="tx1"/>
                    </a:solidFill>
                    <a:latin typeface="+mn-lt"/>
                    <a:ea typeface="+mn-ea"/>
                    <a:cs typeface="Calibri"/>
                  </a:rPr>
                  <a:t>r</a:t>
                </a:r>
                <a:r>
                  <a:rPr lang="es-ES" sz="2400" kern="1200" baseline="1517" dirty="0">
                    <a:solidFill>
                      <a:schemeClr val="tx1"/>
                    </a:solidFill>
                    <a:latin typeface="+mn-lt"/>
                    <a:ea typeface="+mn-ea"/>
                    <a:cs typeface="Calibri"/>
                  </a:rPr>
                  <a:t>esario</a:t>
                </a:r>
                <a:endParaRPr lang="es-ES" sz="1400" kern="1200" dirty="0">
                  <a:solidFill>
                    <a:schemeClr val="tx1"/>
                  </a:solidFill>
                  <a:latin typeface="+mn-lt"/>
                  <a:ea typeface="+mn-ea"/>
                  <a:cs typeface="Calibri"/>
                </a:endParaRPr>
              </a:p>
              <a:p>
                <a:pPr marL="456057" indent="-154019" defTabSz="288036">
                  <a:lnSpc>
                    <a:spcPts val="1193"/>
                  </a:lnSpc>
                  <a:buSzPct val="60000"/>
                  <a:buFont typeface="+mj-lt"/>
                  <a:buAutoNum type="arabicPeriod" startAt="7"/>
                </a:pPr>
                <a:r>
                  <a:rPr lang="es-ES" sz="2400" kern="1200" baseline="1517" dirty="0">
                    <a:solidFill>
                      <a:schemeClr val="tx1"/>
                    </a:solidFill>
                    <a:latin typeface="+mn-lt"/>
                    <a:ea typeface="+mn-ea"/>
                    <a:cs typeface="Calibri"/>
                  </a:rPr>
                  <a:t>Ge</a:t>
                </a:r>
                <a:r>
                  <a:rPr lang="es-ES" sz="2400" kern="1200" spc="-11" baseline="1517" dirty="0">
                    <a:solidFill>
                      <a:schemeClr val="tx1"/>
                    </a:solidFill>
                    <a:latin typeface="+mn-lt"/>
                    <a:ea typeface="+mn-ea"/>
                    <a:cs typeface="Calibri"/>
                  </a:rPr>
                  <a:t>st</a:t>
                </a:r>
                <a:r>
                  <a:rPr lang="es-ES" sz="2400" kern="1200" baseline="1517" dirty="0">
                    <a:solidFill>
                      <a:schemeClr val="tx1"/>
                    </a:solidFill>
                    <a:latin typeface="+mn-lt"/>
                    <a:ea typeface="+mn-ea"/>
                    <a:cs typeface="Calibri"/>
                  </a:rPr>
                  <a:t>or</a:t>
                </a:r>
                <a:r>
                  <a:rPr lang="es-ES" sz="2400" kern="1200" spc="5" baseline="1517" dirty="0">
                    <a:solidFill>
                      <a:schemeClr val="tx1"/>
                    </a:solidFill>
                    <a:latin typeface="+mn-lt"/>
                    <a:ea typeface="+mn-ea"/>
                    <a:cs typeface="Calibri"/>
                  </a:rPr>
                  <a:t> </a:t>
                </a:r>
                <a:r>
                  <a:rPr lang="es-ES" sz="2400" kern="1200" baseline="1517" dirty="0">
                    <a:solidFill>
                      <a:schemeClr val="tx1"/>
                    </a:solidFill>
                    <a:latin typeface="+mn-lt"/>
                    <a:ea typeface="+mn-ea"/>
                    <a:cs typeface="Calibri"/>
                  </a:rPr>
                  <a:t>de</a:t>
                </a:r>
                <a:r>
                  <a:rPr lang="es-ES" sz="2400" kern="1200" spc="5" baseline="1517" dirty="0">
                    <a:solidFill>
                      <a:schemeClr val="tx1"/>
                    </a:solidFill>
                    <a:latin typeface="+mn-lt"/>
                    <a:ea typeface="+mn-ea"/>
                    <a:cs typeface="Calibri"/>
                  </a:rPr>
                  <a:t> </a:t>
                </a:r>
                <a:r>
                  <a:rPr lang="es-ES" sz="2400" kern="1200" baseline="1517" dirty="0">
                    <a:solidFill>
                      <a:schemeClr val="tx1"/>
                    </a:solidFill>
                    <a:latin typeface="+mn-lt"/>
                    <a:ea typeface="+mn-ea"/>
                    <a:cs typeface="Calibri"/>
                  </a:rPr>
                  <a:t>anomalías</a:t>
                </a:r>
                <a:endParaRPr lang="es-ES" sz="1400" kern="1200" dirty="0">
                  <a:solidFill>
                    <a:schemeClr val="tx1"/>
                  </a:solidFill>
                  <a:latin typeface="+mn-lt"/>
                  <a:ea typeface="+mn-ea"/>
                  <a:cs typeface="Calibri"/>
                </a:endParaRPr>
              </a:p>
              <a:p>
                <a:pPr marL="456057" indent="-154019" defTabSz="288036">
                  <a:lnSpc>
                    <a:spcPts val="1193"/>
                  </a:lnSpc>
                  <a:buSzPct val="60000"/>
                  <a:buFont typeface="+mj-lt"/>
                  <a:buAutoNum type="arabicPeriod" startAt="7"/>
                </a:pPr>
                <a:r>
                  <a:rPr lang="es-ES" sz="2400" kern="1200" baseline="1517" dirty="0">
                    <a:solidFill>
                      <a:schemeClr val="tx1"/>
                    </a:solidFill>
                    <a:latin typeface="+mn-lt"/>
                    <a:ea typeface="+mn-ea"/>
                    <a:cs typeface="Calibri"/>
                  </a:rPr>
                  <a:t>Asignador de</a:t>
                </a:r>
                <a:r>
                  <a:rPr lang="es-ES" sz="2400" kern="1200" spc="5" baseline="1517" dirty="0">
                    <a:solidFill>
                      <a:schemeClr val="tx1"/>
                    </a:solidFill>
                    <a:latin typeface="+mn-lt"/>
                    <a:ea typeface="+mn-ea"/>
                    <a:cs typeface="Calibri"/>
                  </a:rPr>
                  <a:t> </a:t>
                </a:r>
                <a:r>
                  <a:rPr lang="es-ES" sz="2400" kern="1200" spc="-11" baseline="1517" dirty="0">
                    <a:solidFill>
                      <a:schemeClr val="tx1"/>
                    </a:solidFill>
                    <a:latin typeface="+mn-lt"/>
                    <a:ea typeface="+mn-ea"/>
                    <a:cs typeface="Calibri"/>
                  </a:rPr>
                  <a:t>r</a:t>
                </a:r>
                <a:r>
                  <a:rPr lang="es-ES" sz="2400" kern="1200" baseline="1517" dirty="0">
                    <a:solidFill>
                      <a:schemeClr val="tx1"/>
                    </a:solidFill>
                    <a:latin typeface="+mn-lt"/>
                    <a:ea typeface="+mn-ea"/>
                    <a:cs typeface="Calibri"/>
                  </a:rPr>
                  <a:t>ecu</a:t>
                </a:r>
                <a:r>
                  <a:rPr lang="es-ES" sz="2400" kern="1200" spc="-14" baseline="1517" dirty="0">
                    <a:solidFill>
                      <a:schemeClr val="tx1"/>
                    </a:solidFill>
                    <a:latin typeface="+mn-lt"/>
                    <a:ea typeface="+mn-ea"/>
                    <a:cs typeface="Calibri"/>
                  </a:rPr>
                  <a:t>r</a:t>
                </a:r>
                <a:r>
                  <a:rPr lang="es-ES" sz="2400" kern="1200" baseline="1517" dirty="0">
                    <a:solidFill>
                      <a:schemeClr val="tx1"/>
                    </a:solidFill>
                    <a:latin typeface="+mn-lt"/>
                    <a:ea typeface="+mn-ea"/>
                    <a:cs typeface="Calibri"/>
                  </a:rPr>
                  <a:t>sos</a:t>
                </a:r>
                <a:endParaRPr lang="es-ES" sz="1400" kern="1200" dirty="0">
                  <a:solidFill>
                    <a:schemeClr val="tx1"/>
                  </a:solidFill>
                  <a:latin typeface="+mn-lt"/>
                  <a:ea typeface="+mn-ea"/>
                  <a:cs typeface="Calibri"/>
                </a:endParaRPr>
              </a:p>
              <a:p>
                <a:pPr marL="456057" indent="-154019" defTabSz="288036">
                  <a:lnSpc>
                    <a:spcPts val="1193"/>
                  </a:lnSpc>
                  <a:buSzPct val="60000"/>
                  <a:buFont typeface="+mj-lt"/>
                  <a:buAutoNum type="arabicPeriod" startAt="7"/>
                </a:pPr>
                <a:r>
                  <a:rPr lang="es-ES" sz="2400" kern="1200" baseline="1517" dirty="0">
                    <a:solidFill>
                      <a:schemeClr val="tx1"/>
                    </a:solidFill>
                    <a:latin typeface="+mn-lt"/>
                    <a:ea typeface="+mn-ea"/>
                    <a:cs typeface="Calibri"/>
                  </a:rPr>
                  <a:t>Ne</a:t>
                </a:r>
                <a:r>
                  <a:rPr lang="es-ES" sz="2400" kern="1200" spc="-5" baseline="1517" dirty="0">
                    <a:solidFill>
                      <a:schemeClr val="tx1"/>
                    </a:solidFill>
                    <a:latin typeface="+mn-lt"/>
                    <a:ea typeface="+mn-ea"/>
                    <a:cs typeface="Calibri"/>
                  </a:rPr>
                  <a:t>g</a:t>
                </a:r>
                <a:r>
                  <a:rPr lang="es-ES" sz="2400" kern="1200" baseline="1517" dirty="0">
                    <a:solidFill>
                      <a:schemeClr val="tx1"/>
                    </a:solidFill>
                    <a:latin typeface="+mn-lt"/>
                    <a:ea typeface="+mn-ea"/>
                    <a:cs typeface="Calibri"/>
                  </a:rPr>
                  <a:t>ociador</a:t>
                </a:r>
                <a:endParaRPr lang="es-ES" sz="2800" u="none" dirty="0">
                  <a:latin typeface="+mn-lt"/>
                  <a:cs typeface="Calibri"/>
                </a:endParaRPr>
              </a:p>
            </p:txBody>
          </p:sp>
          <p:sp>
            <p:nvSpPr>
              <p:cNvPr id="2" name="object 2"/>
              <p:cNvSpPr txBox="1"/>
              <p:nvPr/>
            </p:nvSpPr>
            <p:spPr>
              <a:xfrm>
                <a:off x="3059832" y="3741004"/>
                <a:ext cx="3155282" cy="1209028"/>
              </a:xfrm>
              <a:prstGeom prst="rect">
                <a:avLst/>
              </a:prstGeom>
            </p:spPr>
            <p:txBody>
              <a:bodyPr wrap="square" lIns="0" tIns="0" rIns="0" bIns="0" rtlCol="0">
                <a:noAutofit/>
              </a:bodyPr>
              <a:lstStyle/>
              <a:p>
                <a:pPr marL="335808" marR="336951" algn="ctr" defTabSz="288036">
                  <a:lnSpc>
                    <a:spcPct val="101725"/>
                  </a:lnSpc>
                  <a:spcBef>
                    <a:spcPts val="180"/>
                  </a:spcBef>
                </a:pPr>
                <a:r>
                  <a:rPr lang="es-ES" b="1" kern="1200" spc="-21" dirty="0">
                    <a:solidFill>
                      <a:srgbClr val="BF0000"/>
                    </a:solidFill>
                    <a:latin typeface="+mn-lt"/>
                    <a:ea typeface="+mn-ea"/>
                    <a:cs typeface="Calibri"/>
                  </a:rPr>
                  <a:t>R</a:t>
                </a:r>
                <a:r>
                  <a:rPr lang="es-ES" b="1" kern="1200" dirty="0">
                    <a:solidFill>
                      <a:srgbClr val="BF0000"/>
                    </a:solidFill>
                    <a:latin typeface="+mn-lt"/>
                    <a:ea typeface="+mn-ea"/>
                    <a:cs typeface="Calibri"/>
                  </a:rPr>
                  <a:t>oles</a:t>
                </a:r>
                <a:r>
                  <a:rPr lang="es-ES" b="1" kern="1200" spc="-6" dirty="0">
                    <a:solidFill>
                      <a:srgbClr val="BF0000"/>
                    </a:solidFill>
                    <a:latin typeface="+mn-lt"/>
                    <a:ea typeface="+mn-ea"/>
                    <a:cs typeface="Calibri"/>
                  </a:rPr>
                  <a:t> </a:t>
                </a:r>
                <a:r>
                  <a:rPr lang="es-ES" b="1" kern="1200" dirty="0">
                    <a:solidFill>
                      <a:srgbClr val="BF0000"/>
                    </a:solidFill>
                    <a:latin typeface="+mn-lt"/>
                    <a:ea typeface="+mn-ea"/>
                    <a:cs typeface="Calibri"/>
                  </a:rPr>
                  <a:t>i</a:t>
                </a:r>
                <a:r>
                  <a:rPr lang="es-ES" b="1" kern="1200" spc="-5" dirty="0">
                    <a:solidFill>
                      <a:srgbClr val="BF0000"/>
                    </a:solidFill>
                    <a:latin typeface="+mn-lt"/>
                    <a:ea typeface="+mn-ea"/>
                    <a:cs typeface="Calibri"/>
                  </a:rPr>
                  <a:t>n</a:t>
                </a:r>
                <a:r>
                  <a:rPr lang="es-ES" b="1" kern="1200" spc="-19" dirty="0">
                    <a:solidFill>
                      <a:srgbClr val="BF0000"/>
                    </a:solidFill>
                    <a:latin typeface="+mn-lt"/>
                    <a:ea typeface="+mn-ea"/>
                    <a:cs typeface="Calibri"/>
                  </a:rPr>
                  <a:t>f</a:t>
                </a:r>
                <a:r>
                  <a:rPr lang="es-ES" b="1" kern="1200" dirty="0">
                    <a:solidFill>
                      <a:srgbClr val="BF0000"/>
                    </a:solidFill>
                    <a:latin typeface="+mn-lt"/>
                    <a:ea typeface="+mn-ea"/>
                    <a:cs typeface="Calibri"/>
                  </a:rPr>
                  <a:t>orm</a:t>
                </a:r>
                <a:r>
                  <a:rPr lang="es-ES" b="1" kern="1200" spc="-11" dirty="0">
                    <a:solidFill>
                      <a:srgbClr val="BF0000"/>
                    </a:solidFill>
                    <a:latin typeface="+mn-lt"/>
                    <a:ea typeface="+mn-ea"/>
                    <a:cs typeface="Calibri"/>
                  </a:rPr>
                  <a:t>a</a:t>
                </a:r>
                <a:r>
                  <a:rPr lang="es-ES" b="1" kern="1200" dirty="0">
                    <a:solidFill>
                      <a:srgbClr val="BF0000"/>
                    </a:solidFill>
                    <a:latin typeface="+mn-lt"/>
                    <a:ea typeface="+mn-ea"/>
                    <a:cs typeface="Calibri"/>
                  </a:rPr>
                  <a:t>ti</a:t>
                </a:r>
                <a:r>
                  <a:rPr lang="es-ES" b="1" kern="1200" spc="-8" dirty="0">
                    <a:solidFill>
                      <a:srgbClr val="BF0000"/>
                    </a:solidFill>
                    <a:latin typeface="+mn-lt"/>
                    <a:ea typeface="+mn-ea"/>
                    <a:cs typeface="Calibri"/>
                  </a:rPr>
                  <a:t>v</a:t>
                </a:r>
                <a:r>
                  <a:rPr lang="es-ES" b="1" kern="1200" dirty="0">
                    <a:solidFill>
                      <a:srgbClr val="BF0000"/>
                    </a:solidFill>
                    <a:latin typeface="+mn-lt"/>
                    <a:ea typeface="+mn-ea"/>
                    <a:cs typeface="Calibri"/>
                  </a:rPr>
                  <a:t>os</a:t>
                </a:r>
                <a:endParaRPr lang="es-ES" kern="1200" dirty="0">
                  <a:solidFill>
                    <a:schemeClr val="tx1"/>
                  </a:solidFill>
                  <a:latin typeface="+mn-lt"/>
                  <a:ea typeface="+mn-ea"/>
                  <a:cs typeface="Calibri"/>
                </a:endParaRPr>
              </a:p>
              <a:p>
                <a:pPr marL="456057" indent="-154019" defTabSz="288036">
                  <a:lnSpc>
                    <a:spcPts val="1193"/>
                  </a:lnSpc>
                  <a:spcBef>
                    <a:spcPts val="60"/>
                  </a:spcBef>
                  <a:buSzPct val="60000"/>
                  <a:buFont typeface="+mj-lt"/>
                  <a:buAutoNum type="arabicPeriod" startAt="4"/>
                </a:pPr>
                <a:r>
                  <a:rPr lang="es-ES" sz="2400" kern="1200" baseline="1517" dirty="0">
                    <a:solidFill>
                      <a:schemeClr val="tx1"/>
                    </a:solidFill>
                    <a:latin typeface="+mn-lt"/>
                    <a:ea typeface="+mn-ea"/>
                    <a:cs typeface="Calibri"/>
                  </a:rPr>
                  <a:t>Moni</a:t>
                </a:r>
                <a:r>
                  <a:rPr lang="es-ES" sz="2400" kern="1200" spc="-14" baseline="1517" dirty="0">
                    <a:solidFill>
                      <a:schemeClr val="tx1"/>
                    </a:solidFill>
                    <a:latin typeface="+mn-lt"/>
                    <a:ea typeface="+mn-ea"/>
                    <a:cs typeface="Calibri"/>
                  </a:rPr>
                  <a:t>t</a:t>
                </a:r>
                <a:r>
                  <a:rPr lang="es-ES" sz="2400" kern="1200" baseline="1517" dirty="0">
                    <a:solidFill>
                      <a:schemeClr val="tx1"/>
                    </a:solidFill>
                    <a:latin typeface="+mn-lt"/>
                    <a:ea typeface="+mn-ea"/>
                    <a:cs typeface="Calibri"/>
                  </a:rPr>
                  <a:t>or</a:t>
                </a:r>
                <a:r>
                  <a:rPr lang="es-ES" sz="2400" kern="1200" spc="3" baseline="1517" dirty="0">
                    <a:solidFill>
                      <a:schemeClr val="tx1"/>
                    </a:solidFill>
                    <a:latin typeface="+mn-lt"/>
                    <a:ea typeface="+mn-ea"/>
                    <a:cs typeface="Calibri"/>
                  </a:rPr>
                  <a:t> </a:t>
                </a:r>
                <a:r>
                  <a:rPr lang="es-ES" sz="2400" kern="1200" baseline="1517" dirty="0">
                    <a:solidFill>
                      <a:schemeClr val="tx1"/>
                    </a:solidFill>
                    <a:latin typeface="+mn-lt"/>
                    <a:ea typeface="+mn-ea"/>
                    <a:cs typeface="Calibri"/>
                  </a:rPr>
                  <a:t>o</a:t>
                </a:r>
                <a:r>
                  <a:rPr lang="es-ES" sz="2400" kern="1200" spc="3" baseline="1517" dirty="0">
                    <a:solidFill>
                      <a:schemeClr val="tx1"/>
                    </a:solidFill>
                    <a:latin typeface="+mn-lt"/>
                    <a:ea typeface="+mn-ea"/>
                    <a:cs typeface="Calibri"/>
                  </a:rPr>
                  <a:t> </a:t>
                </a:r>
                <a:r>
                  <a:rPr lang="es-ES" sz="2400" kern="1200" baseline="1517" dirty="0">
                    <a:solidFill>
                      <a:schemeClr val="tx1"/>
                    </a:solidFill>
                    <a:latin typeface="+mn-lt"/>
                    <a:ea typeface="+mn-ea"/>
                    <a:cs typeface="Calibri"/>
                  </a:rPr>
                  <a:t>Supe</a:t>
                </a:r>
                <a:r>
                  <a:rPr lang="es-ES" sz="2400" kern="1200" spc="11" baseline="1517" dirty="0">
                    <a:solidFill>
                      <a:schemeClr val="tx1"/>
                    </a:solidFill>
                    <a:latin typeface="+mn-lt"/>
                    <a:ea typeface="+mn-ea"/>
                    <a:cs typeface="Calibri"/>
                  </a:rPr>
                  <a:t>r</a:t>
                </a:r>
                <a:r>
                  <a:rPr lang="es-ES" sz="2400" kern="1200" spc="3" baseline="1517" dirty="0">
                    <a:solidFill>
                      <a:schemeClr val="tx1"/>
                    </a:solidFill>
                    <a:latin typeface="+mn-lt"/>
                    <a:ea typeface="+mn-ea"/>
                    <a:cs typeface="Calibri"/>
                  </a:rPr>
                  <a:t>v</a:t>
                </a:r>
                <a:r>
                  <a:rPr lang="es-ES" sz="2400" kern="1200" baseline="1517" dirty="0">
                    <a:solidFill>
                      <a:schemeClr val="tx1"/>
                    </a:solidFill>
                    <a:latin typeface="+mn-lt"/>
                    <a:ea typeface="+mn-ea"/>
                    <a:cs typeface="Calibri"/>
                  </a:rPr>
                  <a:t>isor</a:t>
                </a:r>
                <a:endParaRPr lang="es-ES" sz="1400" kern="1200" dirty="0">
                  <a:solidFill>
                    <a:schemeClr val="tx1"/>
                  </a:solidFill>
                  <a:latin typeface="+mn-lt"/>
                  <a:ea typeface="+mn-ea"/>
                  <a:cs typeface="Calibri"/>
                </a:endParaRPr>
              </a:p>
              <a:p>
                <a:pPr marL="456057" indent="-154019" defTabSz="288036">
                  <a:lnSpc>
                    <a:spcPts val="1193"/>
                  </a:lnSpc>
                  <a:buSzPct val="60000"/>
                  <a:buFont typeface="+mj-lt"/>
                  <a:buAutoNum type="arabicPeriod" startAt="4"/>
                </a:pPr>
                <a:r>
                  <a:rPr lang="es-ES" sz="2400" kern="1200" baseline="1517" dirty="0">
                    <a:solidFill>
                      <a:schemeClr val="tx1"/>
                    </a:solidFill>
                    <a:latin typeface="+mn-lt"/>
                    <a:ea typeface="+mn-ea"/>
                    <a:cs typeface="Calibri"/>
                  </a:rPr>
                  <a:t>Difusor</a:t>
                </a:r>
                <a:endParaRPr lang="es-ES" sz="1400" kern="1200" dirty="0">
                  <a:solidFill>
                    <a:schemeClr val="tx1"/>
                  </a:solidFill>
                  <a:latin typeface="+mn-lt"/>
                  <a:ea typeface="+mn-ea"/>
                  <a:cs typeface="Calibri"/>
                </a:endParaRPr>
              </a:p>
              <a:p>
                <a:pPr marL="456057" indent="-154019" defTabSz="288036">
                  <a:lnSpc>
                    <a:spcPts val="1098"/>
                  </a:lnSpc>
                  <a:buSzPct val="60000"/>
                  <a:buFont typeface="+mj-lt"/>
                  <a:buAutoNum type="arabicPeriod" startAt="4"/>
                </a:pPr>
                <a:r>
                  <a:rPr lang="es-ES" sz="2400" kern="1200" spc="-16" baseline="-3034" dirty="0">
                    <a:solidFill>
                      <a:schemeClr val="tx1"/>
                    </a:solidFill>
                    <a:latin typeface="+mn-lt"/>
                    <a:ea typeface="+mn-ea"/>
                    <a:cs typeface="Calibri"/>
                  </a:rPr>
                  <a:t>P</a:t>
                </a:r>
                <a:r>
                  <a:rPr lang="es-ES" sz="2400" kern="1200" baseline="-3034" dirty="0">
                    <a:solidFill>
                      <a:schemeClr val="tx1"/>
                    </a:solidFill>
                    <a:latin typeface="+mn-lt"/>
                    <a:ea typeface="+mn-ea"/>
                    <a:cs typeface="Calibri"/>
                  </a:rPr>
                  <a:t>o</a:t>
                </a:r>
                <a:r>
                  <a:rPr lang="es-ES" sz="2400" kern="1200" spc="3" baseline="-3034" dirty="0">
                    <a:solidFill>
                      <a:schemeClr val="tx1"/>
                    </a:solidFill>
                    <a:latin typeface="+mn-lt"/>
                    <a:ea typeface="+mn-ea"/>
                    <a:cs typeface="Calibri"/>
                  </a:rPr>
                  <a:t>r</a:t>
                </a:r>
                <a:r>
                  <a:rPr lang="es-ES" sz="2400" kern="1200" spc="-14" baseline="-3034" dirty="0">
                    <a:solidFill>
                      <a:schemeClr val="tx1"/>
                    </a:solidFill>
                    <a:latin typeface="+mn-lt"/>
                    <a:ea typeface="+mn-ea"/>
                    <a:cs typeface="Calibri"/>
                  </a:rPr>
                  <a:t>t</a:t>
                </a:r>
                <a:r>
                  <a:rPr lang="es-ES" sz="2400" kern="1200" spc="-16" baseline="-3034" dirty="0">
                    <a:solidFill>
                      <a:schemeClr val="tx1"/>
                    </a:solidFill>
                    <a:latin typeface="+mn-lt"/>
                    <a:ea typeface="+mn-ea"/>
                    <a:cs typeface="Calibri"/>
                  </a:rPr>
                  <a:t>a</a:t>
                </a:r>
                <a:r>
                  <a:rPr lang="es-ES" sz="2400" kern="1200" spc="-8" baseline="-3034" dirty="0">
                    <a:solidFill>
                      <a:schemeClr val="tx1"/>
                    </a:solidFill>
                    <a:latin typeface="+mn-lt"/>
                    <a:ea typeface="+mn-ea"/>
                    <a:cs typeface="Calibri"/>
                  </a:rPr>
                  <a:t>v</a:t>
                </a:r>
                <a:r>
                  <a:rPr lang="es-ES" sz="2400" kern="1200" spc="-14" baseline="-3034" dirty="0">
                    <a:solidFill>
                      <a:schemeClr val="tx1"/>
                    </a:solidFill>
                    <a:latin typeface="+mn-lt"/>
                    <a:ea typeface="+mn-ea"/>
                    <a:cs typeface="Calibri"/>
                  </a:rPr>
                  <a:t>o</a:t>
                </a:r>
                <a:r>
                  <a:rPr lang="es-ES" sz="2400" kern="1200" baseline="-3034" dirty="0">
                    <a:solidFill>
                      <a:schemeClr val="tx1"/>
                    </a:solidFill>
                    <a:latin typeface="+mn-lt"/>
                    <a:ea typeface="+mn-ea"/>
                    <a:cs typeface="Calibri"/>
                  </a:rPr>
                  <a:t>z</a:t>
                </a:r>
                <a:endParaRPr lang="es-ES" sz="2800" u="none" dirty="0">
                  <a:latin typeface="+mn-lt"/>
                  <a:cs typeface="Calibri"/>
                </a:endParaRPr>
              </a:p>
            </p:txBody>
          </p:sp>
          <p:sp>
            <p:nvSpPr>
              <p:cNvPr id="26" name="object 223"/>
              <p:cNvSpPr/>
              <p:nvPr/>
            </p:nvSpPr>
            <p:spPr>
              <a:xfrm rot="10800000">
                <a:off x="2541946" y="5173474"/>
                <a:ext cx="1008112" cy="144016"/>
              </a:xfrm>
              <a:custGeom>
                <a:avLst/>
                <a:gdLst/>
                <a:ahLst/>
                <a:cxnLst/>
                <a:rect l="l" t="t" r="r" b="b"/>
                <a:pathLst>
                  <a:path w="800100" h="132587">
                    <a:moveTo>
                      <a:pt x="672083" y="25146"/>
                    </a:moveTo>
                    <a:lnTo>
                      <a:pt x="678929" y="28956"/>
                    </a:lnTo>
                    <a:lnTo>
                      <a:pt x="719637" y="52578"/>
                    </a:lnTo>
                    <a:lnTo>
                      <a:pt x="743435" y="66387"/>
                    </a:lnTo>
                    <a:lnTo>
                      <a:pt x="719020" y="80771"/>
                    </a:lnTo>
                    <a:lnTo>
                      <a:pt x="678929" y="104394"/>
                    </a:lnTo>
                    <a:lnTo>
                      <a:pt x="672083" y="108204"/>
                    </a:lnTo>
                    <a:lnTo>
                      <a:pt x="669797" y="116586"/>
                    </a:lnTo>
                    <a:lnTo>
                      <a:pt x="673607" y="123444"/>
                    </a:lnTo>
                    <a:lnTo>
                      <a:pt x="677405" y="130301"/>
                    </a:lnTo>
                    <a:lnTo>
                      <a:pt x="686561" y="132587"/>
                    </a:lnTo>
                    <a:lnTo>
                      <a:pt x="693419" y="128778"/>
                    </a:lnTo>
                    <a:lnTo>
                      <a:pt x="771905" y="80772"/>
                    </a:lnTo>
                    <a:lnTo>
                      <a:pt x="764285" y="78486"/>
                    </a:lnTo>
                    <a:lnTo>
                      <a:pt x="764285" y="54101"/>
                    </a:lnTo>
                    <a:lnTo>
                      <a:pt x="771905" y="52578"/>
                    </a:lnTo>
                    <a:lnTo>
                      <a:pt x="693419" y="3810"/>
                    </a:lnTo>
                    <a:lnTo>
                      <a:pt x="686561" y="0"/>
                    </a:lnTo>
                    <a:lnTo>
                      <a:pt x="677405" y="2286"/>
                    </a:lnTo>
                    <a:lnTo>
                      <a:pt x="673607" y="9144"/>
                    </a:lnTo>
                    <a:lnTo>
                      <a:pt x="669797" y="16001"/>
                    </a:lnTo>
                    <a:lnTo>
                      <a:pt x="672083" y="25146"/>
                    </a:lnTo>
                    <a:close/>
                  </a:path>
                  <a:path w="800100" h="132587">
                    <a:moveTo>
                      <a:pt x="771905" y="80772"/>
                    </a:moveTo>
                    <a:lnTo>
                      <a:pt x="693419" y="128778"/>
                    </a:lnTo>
                    <a:lnTo>
                      <a:pt x="800100" y="66294"/>
                    </a:lnTo>
                    <a:lnTo>
                      <a:pt x="693419" y="3810"/>
                    </a:lnTo>
                    <a:lnTo>
                      <a:pt x="771905" y="52578"/>
                    </a:lnTo>
                    <a:lnTo>
                      <a:pt x="764285" y="54101"/>
                    </a:lnTo>
                    <a:lnTo>
                      <a:pt x="764285" y="78486"/>
                    </a:lnTo>
                    <a:lnTo>
                      <a:pt x="771905" y="80772"/>
                    </a:lnTo>
                    <a:close/>
                  </a:path>
                  <a:path w="800100" h="132587">
                    <a:moveTo>
                      <a:pt x="0" y="80772"/>
                    </a:moveTo>
                    <a:lnTo>
                      <a:pt x="719020" y="80771"/>
                    </a:lnTo>
                    <a:lnTo>
                      <a:pt x="743435" y="66387"/>
                    </a:lnTo>
                    <a:lnTo>
                      <a:pt x="719637" y="52578"/>
                    </a:lnTo>
                    <a:lnTo>
                      <a:pt x="0" y="52578"/>
                    </a:lnTo>
                    <a:lnTo>
                      <a:pt x="0" y="80772"/>
                    </a:lnTo>
                    <a:close/>
                  </a:path>
                </a:pathLst>
              </a:custGeom>
              <a:solidFill>
                <a:srgbClr val="BF0000"/>
              </a:solidFill>
            </p:spPr>
            <p:txBody>
              <a:bodyPr wrap="square" lIns="0" tIns="0" rIns="0" bIns="0" rtlCol="0">
                <a:noAutofit/>
              </a:bodyPr>
              <a:lstStyle/>
              <a:p>
                <a:endParaRPr lang="es-ES" sz="3200"/>
              </a:p>
            </p:txBody>
          </p:sp>
          <p:sp>
            <p:nvSpPr>
              <p:cNvPr id="27" name="object 223"/>
              <p:cNvSpPr/>
              <p:nvPr/>
            </p:nvSpPr>
            <p:spPr>
              <a:xfrm rot="10800000">
                <a:off x="2469939" y="2437170"/>
                <a:ext cx="828188" cy="144016"/>
              </a:xfrm>
              <a:custGeom>
                <a:avLst/>
                <a:gdLst/>
                <a:ahLst/>
                <a:cxnLst/>
                <a:rect l="l" t="t" r="r" b="b"/>
                <a:pathLst>
                  <a:path w="800100" h="132587">
                    <a:moveTo>
                      <a:pt x="672083" y="25146"/>
                    </a:moveTo>
                    <a:lnTo>
                      <a:pt x="678929" y="28956"/>
                    </a:lnTo>
                    <a:lnTo>
                      <a:pt x="719637" y="52578"/>
                    </a:lnTo>
                    <a:lnTo>
                      <a:pt x="743435" y="66387"/>
                    </a:lnTo>
                    <a:lnTo>
                      <a:pt x="719020" y="80771"/>
                    </a:lnTo>
                    <a:lnTo>
                      <a:pt x="678929" y="104394"/>
                    </a:lnTo>
                    <a:lnTo>
                      <a:pt x="672083" y="108204"/>
                    </a:lnTo>
                    <a:lnTo>
                      <a:pt x="669797" y="116586"/>
                    </a:lnTo>
                    <a:lnTo>
                      <a:pt x="673607" y="123444"/>
                    </a:lnTo>
                    <a:lnTo>
                      <a:pt x="677405" y="130301"/>
                    </a:lnTo>
                    <a:lnTo>
                      <a:pt x="686561" y="132587"/>
                    </a:lnTo>
                    <a:lnTo>
                      <a:pt x="693419" y="128778"/>
                    </a:lnTo>
                    <a:lnTo>
                      <a:pt x="771905" y="80772"/>
                    </a:lnTo>
                    <a:lnTo>
                      <a:pt x="764285" y="78486"/>
                    </a:lnTo>
                    <a:lnTo>
                      <a:pt x="764285" y="54101"/>
                    </a:lnTo>
                    <a:lnTo>
                      <a:pt x="771905" y="52578"/>
                    </a:lnTo>
                    <a:lnTo>
                      <a:pt x="693419" y="3810"/>
                    </a:lnTo>
                    <a:lnTo>
                      <a:pt x="686561" y="0"/>
                    </a:lnTo>
                    <a:lnTo>
                      <a:pt x="677405" y="2286"/>
                    </a:lnTo>
                    <a:lnTo>
                      <a:pt x="673607" y="9144"/>
                    </a:lnTo>
                    <a:lnTo>
                      <a:pt x="669797" y="16001"/>
                    </a:lnTo>
                    <a:lnTo>
                      <a:pt x="672083" y="25146"/>
                    </a:lnTo>
                    <a:close/>
                  </a:path>
                  <a:path w="800100" h="132587">
                    <a:moveTo>
                      <a:pt x="771905" y="80772"/>
                    </a:moveTo>
                    <a:lnTo>
                      <a:pt x="693419" y="128778"/>
                    </a:lnTo>
                    <a:lnTo>
                      <a:pt x="800100" y="66294"/>
                    </a:lnTo>
                    <a:lnTo>
                      <a:pt x="693419" y="3810"/>
                    </a:lnTo>
                    <a:lnTo>
                      <a:pt x="771905" y="52578"/>
                    </a:lnTo>
                    <a:lnTo>
                      <a:pt x="764285" y="54101"/>
                    </a:lnTo>
                    <a:lnTo>
                      <a:pt x="764285" y="78486"/>
                    </a:lnTo>
                    <a:lnTo>
                      <a:pt x="771905" y="80772"/>
                    </a:lnTo>
                    <a:close/>
                  </a:path>
                  <a:path w="800100" h="132587">
                    <a:moveTo>
                      <a:pt x="0" y="80772"/>
                    </a:moveTo>
                    <a:lnTo>
                      <a:pt x="719020" y="80771"/>
                    </a:lnTo>
                    <a:lnTo>
                      <a:pt x="743435" y="66387"/>
                    </a:lnTo>
                    <a:lnTo>
                      <a:pt x="719637" y="52578"/>
                    </a:lnTo>
                    <a:lnTo>
                      <a:pt x="0" y="52578"/>
                    </a:lnTo>
                    <a:lnTo>
                      <a:pt x="0" y="80772"/>
                    </a:lnTo>
                    <a:close/>
                  </a:path>
                </a:pathLst>
              </a:custGeom>
              <a:solidFill>
                <a:srgbClr val="BF0000"/>
              </a:solidFill>
            </p:spPr>
            <p:txBody>
              <a:bodyPr wrap="square" lIns="0" tIns="0" rIns="0" bIns="0" rtlCol="0">
                <a:noAutofit/>
              </a:bodyPr>
              <a:lstStyle/>
              <a:p>
                <a:endParaRPr lang="es-ES" sz="3200"/>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64" name="Rectangle 45063">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5066" name="Rectangle 45065">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45068" name="Rectangle 45067">
            <a:extLst>
              <a:ext uri="{FF2B5EF4-FFF2-40B4-BE49-F238E27FC236}">
                <a16:creationId xmlns:a16="http://schemas.microsoft.com/office/drawing/2014/main" id="{5DB23C2B-2054-4D8B-9E98-9190F8E0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70" name="Freeform: Shape 45069">
            <a:extLst>
              <a:ext uri="{FF2B5EF4-FFF2-40B4-BE49-F238E27FC236}">
                <a16:creationId xmlns:a16="http://schemas.microsoft.com/office/drawing/2014/main" id="{8797B5BC-9873-45F9-97D6-298FB5AF0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762000"/>
            <a:ext cx="3156366"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 name="3 Título"/>
          <p:cNvSpPr>
            <a:spLocks noGrp="1"/>
          </p:cNvSpPr>
          <p:nvPr>
            <p:ph type="title"/>
          </p:nvPr>
        </p:nvSpPr>
        <p:spPr>
          <a:xfrm>
            <a:off x="58435" y="1490108"/>
            <a:ext cx="2081191" cy="3491712"/>
          </a:xfrm>
        </p:spPr>
        <p:txBody>
          <a:bodyPr vert="horz" lIns="91440" tIns="45720" rIns="91440" bIns="45720" rtlCol="0" anchor="ctr">
            <a:normAutofit/>
          </a:bodyPr>
          <a:lstStyle/>
          <a:p>
            <a:r>
              <a:rPr lang="en-US" sz="3600" dirty="0"/>
              <a:t>2.1.3. Roles </a:t>
            </a:r>
            <a:r>
              <a:rPr lang="en-US" sz="3600" dirty="0" err="1"/>
              <a:t>directivos</a:t>
            </a:r>
            <a:endParaRPr lang="en-US" sz="3600" dirty="0"/>
          </a:p>
        </p:txBody>
      </p:sp>
      <p:sp>
        <p:nvSpPr>
          <p:cNvPr id="45059" name="Rectangle 3"/>
          <p:cNvSpPr>
            <a:spLocks noChangeArrowheads="1"/>
          </p:cNvSpPr>
          <p:nvPr/>
        </p:nvSpPr>
        <p:spPr bwMode="auto">
          <a:xfrm>
            <a:off x="1425571" y="525213"/>
            <a:ext cx="7776864" cy="6048671"/>
          </a:xfrm>
          <a:prstGeom prst="rect">
            <a:avLst/>
          </a:prstGeom>
        </p:spPr>
        <p:txBody>
          <a:bodyPr vert="horz" lIns="91440" tIns="45720" rIns="91440" bIns="45720" rtlCol="0" anchor="ctr">
            <a:normAutofit fontScale="92500" lnSpcReduction="20000"/>
          </a:bodyPr>
          <a:lstStyle/>
          <a:p>
            <a:pPr indent="-182880" defTabSz="914400">
              <a:lnSpc>
                <a:spcPct val="90000"/>
              </a:lnSpc>
              <a:buClr>
                <a:schemeClr val="accent1"/>
              </a:buClr>
              <a:buFont typeface="Wingdings 2" pitchFamily="18" charset="2"/>
              <a:buChar char=""/>
            </a:pPr>
            <a:r>
              <a:rPr lang="es-ES" sz="2400" b="1" u="sng" dirty="0">
                <a:solidFill>
                  <a:schemeClr val="tx1">
                    <a:lumMod val="65000"/>
                    <a:lumOff val="35000"/>
                  </a:schemeClr>
                </a:solidFill>
              </a:rPr>
              <a:t>ROLES DIRECTIVOS</a:t>
            </a:r>
            <a:r>
              <a:rPr lang="es-ES" sz="2400" b="1" dirty="0">
                <a:solidFill>
                  <a:schemeClr val="tx1">
                    <a:lumMod val="65000"/>
                    <a:lumOff val="35000"/>
                  </a:schemeClr>
                </a:solidFill>
              </a:rPr>
              <a:t> </a:t>
            </a:r>
            <a:r>
              <a:rPr lang="es-ES" sz="2400" b="1" dirty="0">
                <a:solidFill>
                  <a:schemeClr val="tx1">
                    <a:lumMod val="65000"/>
                    <a:lumOff val="35000"/>
                  </a:schemeClr>
                </a:solidFill>
                <a:sym typeface="Wingdings" pitchFamily="2" charset="2"/>
              </a:rPr>
              <a:t></a:t>
            </a:r>
            <a:r>
              <a:rPr lang="es-ES" sz="2400" dirty="0">
                <a:solidFill>
                  <a:schemeClr val="tx1">
                    <a:lumMod val="65000"/>
                    <a:lumOff val="35000"/>
                  </a:schemeClr>
                </a:solidFill>
              </a:rPr>
              <a:t>Se refieren a las categorías particulares del comportamiento administrativo</a:t>
            </a:r>
          </a:p>
          <a:p>
            <a:pPr marL="342900" indent="-182880" defTabSz="914400">
              <a:lnSpc>
                <a:spcPct val="90000"/>
              </a:lnSpc>
              <a:spcBef>
                <a:spcPct val="20000"/>
              </a:spcBef>
              <a:buClr>
                <a:schemeClr val="accent1"/>
              </a:buClr>
              <a:buFont typeface="Wingdings 2" pitchFamily="18" charset="2"/>
              <a:buChar char=""/>
            </a:pPr>
            <a:r>
              <a:rPr lang="es-ES" sz="2400" dirty="0">
                <a:solidFill>
                  <a:schemeClr val="tx1">
                    <a:lumMod val="65000"/>
                    <a:lumOff val="35000"/>
                  </a:schemeClr>
                </a:solidFill>
              </a:rPr>
              <a:t>Mintzberg identifica </a:t>
            </a:r>
            <a:r>
              <a:rPr lang="es-ES" sz="2400" b="1" u="sng" dirty="0">
                <a:solidFill>
                  <a:schemeClr val="tx1">
                    <a:lumMod val="65000"/>
                    <a:lumOff val="35000"/>
                  </a:schemeClr>
                </a:solidFill>
              </a:rPr>
              <a:t>10 roles</a:t>
            </a:r>
            <a:r>
              <a:rPr lang="es-ES" sz="2400" dirty="0">
                <a:solidFill>
                  <a:schemeClr val="tx1">
                    <a:lumMod val="65000"/>
                    <a:lumOff val="35000"/>
                  </a:schemeClr>
                </a:solidFill>
              </a:rPr>
              <a:t> que clasifica en tres grandes tipos:</a:t>
            </a:r>
          </a:p>
          <a:p>
            <a:pPr marL="342900" indent="-182880" defTabSz="914400">
              <a:lnSpc>
                <a:spcPct val="90000"/>
              </a:lnSpc>
              <a:spcBef>
                <a:spcPct val="20000"/>
              </a:spcBef>
              <a:buClr>
                <a:schemeClr val="accent1"/>
              </a:buClr>
              <a:buFont typeface="Wingdings 2" pitchFamily="18" charset="2"/>
              <a:buChar char=""/>
            </a:pPr>
            <a:endParaRPr lang="es-ES" sz="2400" dirty="0">
              <a:solidFill>
                <a:schemeClr val="tx1">
                  <a:lumMod val="65000"/>
                  <a:lumOff val="35000"/>
                </a:schemeClr>
              </a:solidFill>
            </a:endParaRPr>
          </a:p>
          <a:p>
            <a:pPr marL="358775" indent="-182880" defTabSz="914400">
              <a:lnSpc>
                <a:spcPct val="90000"/>
              </a:lnSpc>
              <a:spcBef>
                <a:spcPts val="0"/>
              </a:spcBef>
              <a:buClr>
                <a:schemeClr val="accent1"/>
              </a:buClr>
              <a:buFont typeface="Wingdings 2" pitchFamily="18" charset="2"/>
              <a:buChar char=""/>
            </a:pPr>
            <a:r>
              <a:rPr lang="es-ES" sz="2400" b="1" u="sng" dirty="0">
                <a:solidFill>
                  <a:schemeClr val="tx1">
                    <a:lumMod val="65000"/>
                    <a:lumOff val="35000"/>
                  </a:schemeClr>
                </a:solidFill>
              </a:rPr>
              <a:t>Interpersonales</a:t>
            </a:r>
            <a:r>
              <a:rPr lang="es-ES" sz="2400" dirty="0">
                <a:solidFill>
                  <a:schemeClr val="tx1">
                    <a:lumMod val="65000"/>
                    <a:lumOff val="35000"/>
                  </a:schemeClr>
                </a:solidFill>
              </a:rPr>
              <a:t>: aquellos que tienen que ver con la gente y otros deberes de índole protocolaria. </a:t>
            </a:r>
          </a:p>
          <a:p>
            <a:pPr marL="450850" lvl="1" indent="-182880" defTabSz="914400">
              <a:lnSpc>
                <a:spcPct val="90000"/>
              </a:lnSpc>
              <a:spcBef>
                <a:spcPts val="0"/>
              </a:spcBef>
              <a:buClr>
                <a:schemeClr val="accent1"/>
              </a:buClr>
              <a:buFont typeface="Wingdings 2" pitchFamily="18" charset="2"/>
              <a:buChar char=""/>
            </a:pPr>
            <a:endParaRPr lang="es-ES" sz="2400" dirty="0">
              <a:solidFill>
                <a:schemeClr val="tx1">
                  <a:lumMod val="65000"/>
                  <a:lumOff val="35000"/>
                </a:schemeClr>
              </a:solidFill>
            </a:endParaRPr>
          </a:p>
          <a:p>
            <a:pPr marL="531813" lvl="1" indent="-182880" defTabSz="914400">
              <a:lnSpc>
                <a:spcPct val="90000"/>
              </a:lnSpc>
              <a:spcBef>
                <a:spcPts val="432"/>
              </a:spcBef>
              <a:buClr>
                <a:schemeClr val="accent1"/>
              </a:buClr>
              <a:buFont typeface="Wingdings 2" pitchFamily="18" charset="2"/>
              <a:buChar char=""/>
            </a:pPr>
            <a:r>
              <a:rPr lang="es-ES" sz="2800" b="1" u="sng" dirty="0">
                <a:solidFill>
                  <a:schemeClr val="accent1">
                    <a:lumMod val="75000"/>
                  </a:schemeClr>
                </a:solidFill>
              </a:rPr>
              <a:t>Autoridad</a:t>
            </a:r>
            <a:r>
              <a:rPr lang="es-ES" sz="2400" dirty="0">
                <a:solidFill>
                  <a:schemeClr val="tx1">
                    <a:lumMod val="65000"/>
                    <a:lumOff val="35000"/>
                  </a:schemeClr>
                </a:solidFill>
              </a:rPr>
              <a:t> (cabeza visible): símbolo que representa a la organización que tiene a su cargo para todo tipo de actividades (presidir actos, entregar recompensas, recibir a nuevos empleados, comparecer ante los medios de comunicación). </a:t>
            </a:r>
          </a:p>
          <a:p>
            <a:pPr marL="531813" lvl="1" indent="-182880" defTabSz="914400">
              <a:lnSpc>
                <a:spcPct val="90000"/>
              </a:lnSpc>
              <a:spcBef>
                <a:spcPts val="432"/>
              </a:spcBef>
              <a:buClr>
                <a:schemeClr val="accent1"/>
              </a:buClr>
              <a:buFont typeface="Wingdings 2" pitchFamily="18" charset="2"/>
              <a:buChar char=""/>
            </a:pPr>
            <a:r>
              <a:rPr lang="es-ES" sz="2800" b="1" u="sng" dirty="0">
                <a:solidFill>
                  <a:schemeClr val="accent1">
                    <a:lumMod val="75000"/>
                  </a:schemeClr>
                </a:solidFill>
              </a:rPr>
              <a:t>Líder</a:t>
            </a:r>
            <a:r>
              <a:rPr lang="es-ES" sz="2400" dirty="0">
                <a:solidFill>
                  <a:schemeClr val="tx1">
                    <a:lumMod val="65000"/>
                    <a:lumOff val="35000"/>
                  </a:schemeClr>
                </a:solidFill>
              </a:rPr>
              <a:t>: se manifiesta cuando el directivo sanciona, premia o estimula, alienta o reprende, transmitiendo así un sistema de valores y mostrando a sus subordinados que comportamientos deberían seguirse y cuáles evitarse. </a:t>
            </a:r>
          </a:p>
          <a:p>
            <a:pPr marL="531813" lvl="1" indent="-182880" defTabSz="914400">
              <a:lnSpc>
                <a:spcPct val="90000"/>
              </a:lnSpc>
              <a:spcBef>
                <a:spcPts val="432"/>
              </a:spcBef>
              <a:buClr>
                <a:schemeClr val="accent1"/>
              </a:buClr>
              <a:buFont typeface="Wingdings 2" pitchFamily="18" charset="2"/>
              <a:buChar char=""/>
            </a:pPr>
            <a:r>
              <a:rPr lang="es-ES" sz="2800" b="1" u="sng" dirty="0">
                <a:solidFill>
                  <a:schemeClr val="accent1">
                    <a:lumMod val="75000"/>
                  </a:schemeClr>
                </a:solidFill>
              </a:rPr>
              <a:t>Enlace</a:t>
            </a:r>
            <a:r>
              <a:rPr lang="es-ES" sz="2400" u="sng" dirty="0">
                <a:solidFill>
                  <a:schemeClr val="tx1">
                    <a:lumMod val="65000"/>
                    <a:lumOff val="35000"/>
                  </a:schemeClr>
                </a:solidFill>
              </a:rPr>
              <a:t>:</a:t>
            </a:r>
            <a:r>
              <a:rPr lang="es-ES" sz="2400" dirty="0">
                <a:solidFill>
                  <a:schemeClr val="tx1">
                    <a:lumMod val="65000"/>
                    <a:lumOff val="35000"/>
                  </a:schemeClr>
                </a:solidFill>
              </a:rPr>
              <a:t> relaciones con individuos ajenos a su unidad organizativa, tanto del interior de la organización (directivos de otras áreas funcionales, etc.) como del mundo exterior (proveedores, organismos públicos, etc.).</a:t>
            </a:r>
          </a:p>
        </p:txBody>
      </p:sp>
      <p:sp>
        <p:nvSpPr>
          <p:cNvPr id="45072" name="Freeform: Shape 45071">
            <a:extLst>
              <a:ext uri="{FF2B5EF4-FFF2-40B4-BE49-F238E27FC236}">
                <a16:creationId xmlns:a16="http://schemas.microsoft.com/office/drawing/2014/main" id="{665C2FCD-09A4-4B4B-AA73-F330DFE91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8392887" y="1056875"/>
            <a:ext cx="75111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5" name="4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20</a:t>
            </a:fld>
            <a:endParaRPr lang="en-US" sz="1200" b="1" kern="1200" dirty="0">
              <a:solidFill>
                <a:schemeClr val="accent1"/>
              </a:solidFill>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64" name="Rectangle 45063">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5066" name="Rectangle 45065">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45068" name="Rectangle 45067">
            <a:extLst>
              <a:ext uri="{FF2B5EF4-FFF2-40B4-BE49-F238E27FC236}">
                <a16:creationId xmlns:a16="http://schemas.microsoft.com/office/drawing/2014/main" id="{5DB23C2B-2054-4D8B-9E98-9190F8E0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70" name="Freeform: Shape 45069">
            <a:extLst>
              <a:ext uri="{FF2B5EF4-FFF2-40B4-BE49-F238E27FC236}">
                <a16:creationId xmlns:a16="http://schemas.microsoft.com/office/drawing/2014/main" id="{665C2FCD-09A4-4B4B-AA73-F330DFE91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6" y="752748"/>
            <a:ext cx="751111"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5059" name="Rectangle 3"/>
          <p:cNvSpPr>
            <a:spLocks noChangeArrowheads="1"/>
          </p:cNvSpPr>
          <p:nvPr/>
        </p:nvSpPr>
        <p:spPr bwMode="auto">
          <a:xfrm>
            <a:off x="-203510" y="752748"/>
            <a:ext cx="6345640" cy="5584799"/>
          </a:xfrm>
          <a:prstGeom prst="rect">
            <a:avLst/>
          </a:prstGeom>
        </p:spPr>
        <p:txBody>
          <a:bodyPr vert="horz" lIns="91440" tIns="45720" rIns="91440" bIns="45720" rtlCol="0" anchor="ctr">
            <a:normAutofit fontScale="92500" lnSpcReduction="10000"/>
          </a:bodyPr>
          <a:lstStyle/>
          <a:p>
            <a:pPr marL="342900" indent="-182880" defTabSz="914400">
              <a:lnSpc>
                <a:spcPct val="90000"/>
              </a:lnSpc>
              <a:spcBef>
                <a:spcPct val="20000"/>
              </a:spcBef>
              <a:buClr>
                <a:schemeClr val="accent1"/>
              </a:buClr>
              <a:buFont typeface="Wingdings 2" pitchFamily="18" charset="2"/>
              <a:buChar char=""/>
            </a:pPr>
            <a:endParaRPr lang="en-US" sz="2400" dirty="0">
              <a:solidFill>
                <a:schemeClr val="tx1">
                  <a:lumMod val="65000"/>
                  <a:lumOff val="35000"/>
                </a:schemeClr>
              </a:solidFill>
            </a:endParaRPr>
          </a:p>
          <a:p>
            <a:pPr marL="552450" indent="-182880" defTabSz="914400">
              <a:lnSpc>
                <a:spcPct val="90000"/>
              </a:lnSpc>
              <a:spcBef>
                <a:spcPct val="20000"/>
              </a:spcBef>
              <a:buClr>
                <a:schemeClr val="accent1"/>
              </a:buClr>
              <a:buFont typeface="Wingdings 2" pitchFamily="18" charset="2"/>
              <a:buChar char=""/>
            </a:pPr>
            <a:r>
              <a:rPr lang="en-US" sz="2400" b="1" u="sng" dirty="0" err="1">
                <a:solidFill>
                  <a:schemeClr val="tx1">
                    <a:lumMod val="65000"/>
                    <a:lumOff val="35000"/>
                  </a:schemeClr>
                </a:solidFill>
              </a:rPr>
              <a:t>Informativos</a:t>
            </a:r>
            <a:r>
              <a:rPr lang="en-US" sz="2400" b="1" u="sng" dirty="0">
                <a:solidFill>
                  <a:schemeClr val="tx1">
                    <a:lumMod val="65000"/>
                    <a:lumOff val="35000"/>
                  </a:schemeClr>
                </a:solidFill>
              </a:rPr>
              <a:t>:</a:t>
            </a:r>
            <a:r>
              <a:rPr lang="en-US" sz="2400" dirty="0">
                <a:solidFill>
                  <a:schemeClr val="tx1">
                    <a:lumMod val="65000"/>
                    <a:lumOff val="35000"/>
                  </a:schemeClr>
                </a:solidFill>
              </a:rPr>
              <a:t> </a:t>
            </a:r>
            <a:r>
              <a:rPr lang="en-US" sz="2400" dirty="0" err="1">
                <a:solidFill>
                  <a:schemeClr val="tx1">
                    <a:lumMod val="65000"/>
                    <a:lumOff val="35000"/>
                  </a:schemeClr>
                </a:solidFill>
              </a:rPr>
              <a:t>relativos</a:t>
            </a:r>
            <a:r>
              <a:rPr lang="en-US" sz="2400" dirty="0">
                <a:solidFill>
                  <a:schemeClr val="tx1">
                    <a:lumMod val="65000"/>
                    <a:lumOff val="35000"/>
                  </a:schemeClr>
                </a:solidFill>
              </a:rPr>
              <a:t> al </a:t>
            </a:r>
            <a:r>
              <a:rPr lang="en-US" sz="2400" dirty="0" err="1">
                <a:solidFill>
                  <a:schemeClr val="tx1">
                    <a:lumMod val="65000"/>
                    <a:lumOff val="35000"/>
                  </a:schemeClr>
                </a:solidFill>
              </a:rPr>
              <a:t>manejo</a:t>
            </a:r>
            <a:r>
              <a:rPr lang="en-US" sz="2400" dirty="0">
                <a:solidFill>
                  <a:schemeClr val="tx1">
                    <a:lumMod val="65000"/>
                    <a:lumOff val="35000"/>
                  </a:schemeClr>
                </a:solidFill>
              </a:rPr>
              <a:t> de </a:t>
            </a:r>
            <a:r>
              <a:rPr lang="en-US" sz="2400" dirty="0" err="1">
                <a:solidFill>
                  <a:schemeClr val="tx1">
                    <a:lumMod val="65000"/>
                    <a:lumOff val="35000"/>
                  </a:schemeClr>
                </a:solidFill>
              </a:rPr>
              <a:t>información</a:t>
            </a:r>
            <a:r>
              <a:rPr lang="en-US" sz="2400" dirty="0">
                <a:solidFill>
                  <a:schemeClr val="tx1">
                    <a:lumMod val="65000"/>
                    <a:lumOff val="35000"/>
                  </a:schemeClr>
                </a:solidFill>
              </a:rPr>
              <a:t> </a:t>
            </a:r>
            <a:r>
              <a:rPr lang="en-US" sz="2400" dirty="0" err="1">
                <a:solidFill>
                  <a:schemeClr val="tx1">
                    <a:lumMod val="65000"/>
                    <a:lumOff val="35000"/>
                  </a:schemeClr>
                </a:solidFill>
              </a:rPr>
              <a:t>en</a:t>
            </a:r>
            <a:r>
              <a:rPr lang="en-US" sz="2400" dirty="0">
                <a:solidFill>
                  <a:schemeClr val="tx1">
                    <a:lumMod val="65000"/>
                    <a:lumOff val="35000"/>
                  </a:schemeClr>
                </a:solidFill>
              </a:rPr>
              <a:t> </a:t>
            </a:r>
            <a:r>
              <a:rPr lang="en-US" sz="2400" dirty="0" err="1">
                <a:solidFill>
                  <a:schemeClr val="tx1">
                    <a:lumMod val="65000"/>
                    <a:lumOff val="35000"/>
                  </a:schemeClr>
                </a:solidFill>
              </a:rPr>
              <a:t>cuanto</a:t>
            </a:r>
            <a:r>
              <a:rPr lang="en-US" sz="2400" dirty="0">
                <a:solidFill>
                  <a:schemeClr val="tx1">
                    <a:lumMod val="65000"/>
                    <a:lumOff val="35000"/>
                  </a:schemeClr>
                </a:solidFill>
              </a:rPr>
              <a:t> a que </a:t>
            </a:r>
            <a:r>
              <a:rPr lang="en-US" sz="2400" dirty="0" err="1">
                <a:solidFill>
                  <a:schemeClr val="tx1">
                    <a:lumMod val="65000"/>
                    <a:lumOff val="35000"/>
                  </a:schemeClr>
                </a:solidFill>
              </a:rPr>
              <a:t>hacen</a:t>
            </a:r>
            <a:r>
              <a:rPr lang="en-US" sz="2400" dirty="0">
                <a:solidFill>
                  <a:schemeClr val="tx1">
                    <a:lumMod val="65000"/>
                    <a:lumOff val="35000"/>
                  </a:schemeClr>
                </a:solidFill>
              </a:rPr>
              <a:t> </a:t>
            </a:r>
            <a:r>
              <a:rPr lang="en-US" sz="2400" dirty="0" err="1">
                <a:solidFill>
                  <a:schemeClr val="tx1">
                    <a:lumMod val="65000"/>
                    <a:lumOff val="35000"/>
                  </a:schemeClr>
                </a:solidFill>
              </a:rPr>
              <a:t>referencia</a:t>
            </a:r>
            <a:r>
              <a:rPr lang="en-US" sz="2400" dirty="0">
                <a:solidFill>
                  <a:schemeClr val="tx1">
                    <a:lumMod val="65000"/>
                    <a:lumOff val="35000"/>
                  </a:schemeClr>
                </a:solidFill>
              </a:rPr>
              <a:t> a </a:t>
            </a:r>
            <a:r>
              <a:rPr lang="en-US" sz="2400" dirty="0" err="1">
                <a:solidFill>
                  <a:schemeClr val="tx1">
                    <a:lumMod val="65000"/>
                    <a:lumOff val="35000"/>
                  </a:schemeClr>
                </a:solidFill>
              </a:rPr>
              <a:t>recibir</a:t>
            </a:r>
            <a:r>
              <a:rPr lang="en-US" sz="2400" dirty="0">
                <a:solidFill>
                  <a:schemeClr val="tx1">
                    <a:lumMod val="65000"/>
                    <a:lumOff val="35000"/>
                  </a:schemeClr>
                </a:solidFill>
              </a:rPr>
              <a:t>, </a:t>
            </a:r>
            <a:r>
              <a:rPr lang="en-US" sz="2400" dirty="0" err="1">
                <a:solidFill>
                  <a:schemeClr val="tx1">
                    <a:lumMod val="65000"/>
                    <a:lumOff val="35000"/>
                  </a:schemeClr>
                </a:solidFill>
              </a:rPr>
              <a:t>almacenar</a:t>
            </a:r>
            <a:r>
              <a:rPr lang="en-US" sz="2400" dirty="0">
                <a:solidFill>
                  <a:schemeClr val="tx1">
                    <a:lumMod val="65000"/>
                    <a:lumOff val="35000"/>
                  </a:schemeClr>
                </a:solidFill>
              </a:rPr>
              <a:t> y </a:t>
            </a:r>
            <a:r>
              <a:rPr lang="en-US" sz="2400" dirty="0" err="1">
                <a:solidFill>
                  <a:schemeClr val="tx1">
                    <a:lumMod val="65000"/>
                    <a:lumOff val="35000"/>
                  </a:schemeClr>
                </a:solidFill>
              </a:rPr>
              <a:t>difundir</a:t>
            </a:r>
            <a:r>
              <a:rPr lang="en-US" sz="2400" dirty="0">
                <a:solidFill>
                  <a:schemeClr val="tx1">
                    <a:lumMod val="65000"/>
                    <a:lumOff val="35000"/>
                  </a:schemeClr>
                </a:solidFill>
              </a:rPr>
              <a:t> </a:t>
            </a:r>
            <a:r>
              <a:rPr lang="en-US" sz="2400" dirty="0" err="1">
                <a:solidFill>
                  <a:schemeClr val="tx1">
                    <a:lumMod val="65000"/>
                    <a:lumOff val="35000"/>
                  </a:schemeClr>
                </a:solidFill>
              </a:rPr>
              <a:t>información</a:t>
            </a:r>
            <a:r>
              <a:rPr lang="en-US" sz="2400" dirty="0">
                <a:solidFill>
                  <a:schemeClr val="tx1">
                    <a:lumMod val="65000"/>
                    <a:lumOff val="35000"/>
                  </a:schemeClr>
                </a:solidFill>
              </a:rPr>
              <a:t>. </a:t>
            </a:r>
          </a:p>
          <a:p>
            <a:pPr marL="342900" indent="-182880" defTabSz="914400">
              <a:lnSpc>
                <a:spcPct val="90000"/>
              </a:lnSpc>
              <a:spcBef>
                <a:spcPct val="20000"/>
              </a:spcBef>
              <a:buClr>
                <a:schemeClr val="accent1"/>
              </a:buClr>
              <a:buFont typeface="Wingdings 2" pitchFamily="18" charset="2"/>
              <a:buChar char=""/>
            </a:pPr>
            <a:endParaRPr lang="en-US" sz="2400" dirty="0">
              <a:solidFill>
                <a:schemeClr val="tx1">
                  <a:lumMod val="65000"/>
                  <a:lumOff val="35000"/>
                </a:schemeClr>
              </a:solidFill>
            </a:endParaRPr>
          </a:p>
          <a:p>
            <a:pPr marL="800100" lvl="1" indent="-182880" defTabSz="914400">
              <a:lnSpc>
                <a:spcPct val="90000"/>
              </a:lnSpc>
              <a:spcBef>
                <a:spcPct val="20000"/>
              </a:spcBef>
              <a:buClr>
                <a:schemeClr val="accent1"/>
              </a:buClr>
              <a:buFont typeface="Wingdings 2" pitchFamily="18" charset="2"/>
              <a:buChar char=""/>
            </a:pPr>
            <a:r>
              <a:rPr lang="en-US" sz="2400" b="1" u="sng" dirty="0">
                <a:solidFill>
                  <a:schemeClr val="accent1">
                    <a:lumMod val="75000"/>
                  </a:schemeClr>
                </a:solidFill>
              </a:rPr>
              <a:t>Monitor o supervisor</a:t>
            </a:r>
            <a:r>
              <a:rPr lang="en-US" sz="2400" u="sng" dirty="0">
                <a:solidFill>
                  <a:schemeClr val="tx1">
                    <a:lumMod val="65000"/>
                    <a:lumOff val="35000"/>
                  </a:schemeClr>
                </a:solidFill>
              </a:rPr>
              <a:t>:</a:t>
            </a:r>
            <a:r>
              <a:rPr lang="en-US" sz="2400" dirty="0">
                <a:solidFill>
                  <a:schemeClr val="tx1">
                    <a:lumMod val="65000"/>
                    <a:lumOff val="35000"/>
                  </a:schemeClr>
                </a:solidFill>
              </a:rPr>
              <a:t> </a:t>
            </a:r>
            <a:r>
              <a:rPr lang="en-US" sz="2400" dirty="0" err="1">
                <a:solidFill>
                  <a:schemeClr val="tx1">
                    <a:lumMod val="65000"/>
                    <a:lumOff val="35000"/>
                  </a:schemeClr>
                </a:solidFill>
              </a:rPr>
              <a:t>busca</a:t>
            </a:r>
            <a:r>
              <a:rPr lang="en-US" sz="2400" dirty="0">
                <a:solidFill>
                  <a:schemeClr val="tx1">
                    <a:lumMod val="65000"/>
                    <a:lumOff val="35000"/>
                  </a:schemeClr>
                </a:solidFill>
              </a:rPr>
              <a:t> y </a:t>
            </a:r>
            <a:r>
              <a:rPr lang="en-US" sz="2400" dirty="0" err="1">
                <a:solidFill>
                  <a:schemeClr val="tx1">
                    <a:lumMod val="65000"/>
                    <a:lumOff val="35000"/>
                  </a:schemeClr>
                </a:solidFill>
              </a:rPr>
              <a:t>recibe</a:t>
            </a:r>
            <a:r>
              <a:rPr lang="en-US" sz="2400" dirty="0">
                <a:solidFill>
                  <a:schemeClr val="tx1">
                    <a:lumMod val="65000"/>
                    <a:lumOff val="35000"/>
                  </a:schemeClr>
                </a:solidFill>
              </a:rPr>
              <a:t> </a:t>
            </a:r>
            <a:r>
              <a:rPr lang="en-US" sz="2400" dirty="0" err="1">
                <a:solidFill>
                  <a:schemeClr val="tx1">
                    <a:lumMod val="65000"/>
                    <a:lumOff val="35000"/>
                  </a:schemeClr>
                </a:solidFill>
              </a:rPr>
              <a:t>información</a:t>
            </a:r>
            <a:r>
              <a:rPr lang="en-US" sz="2400" dirty="0">
                <a:solidFill>
                  <a:schemeClr val="tx1">
                    <a:lumMod val="65000"/>
                    <a:lumOff val="35000"/>
                  </a:schemeClr>
                </a:solidFill>
              </a:rPr>
              <a:t> interna y externa para </a:t>
            </a:r>
            <a:r>
              <a:rPr lang="en-US" sz="2400" dirty="0" err="1">
                <a:solidFill>
                  <a:schemeClr val="tx1">
                    <a:lumMod val="65000"/>
                    <a:lumOff val="35000"/>
                  </a:schemeClr>
                </a:solidFill>
              </a:rPr>
              <a:t>comprender</a:t>
            </a:r>
            <a:r>
              <a:rPr lang="en-US" sz="2400" dirty="0">
                <a:solidFill>
                  <a:schemeClr val="tx1">
                    <a:lumMod val="65000"/>
                    <a:lumOff val="35000"/>
                  </a:schemeClr>
                </a:solidFill>
              </a:rPr>
              <a:t> a </a:t>
            </a:r>
            <a:r>
              <a:rPr lang="en-US" sz="2400" dirty="0" err="1">
                <a:solidFill>
                  <a:schemeClr val="tx1">
                    <a:lumMod val="65000"/>
                    <a:lumOff val="35000"/>
                  </a:schemeClr>
                </a:solidFill>
              </a:rPr>
              <a:t>fondo</a:t>
            </a:r>
            <a:r>
              <a:rPr lang="en-US" sz="2400" dirty="0">
                <a:solidFill>
                  <a:schemeClr val="tx1">
                    <a:lumMod val="65000"/>
                    <a:lumOff val="35000"/>
                  </a:schemeClr>
                </a:solidFill>
              </a:rPr>
              <a:t> la </a:t>
            </a:r>
            <a:r>
              <a:rPr lang="en-US" sz="2400" dirty="0" err="1">
                <a:solidFill>
                  <a:schemeClr val="tx1">
                    <a:lumMod val="65000"/>
                    <a:lumOff val="35000"/>
                  </a:schemeClr>
                </a:solidFill>
              </a:rPr>
              <a:t>organización</a:t>
            </a:r>
            <a:r>
              <a:rPr lang="en-US" sz="2400" dirty="0">
                <a:solidFill>
                  <a:schemeClr val="tx1">
                    <a:lumMod val="65000"/>
                    <a:lumOff val="35000"/>
                  </a:schemeClr>
                </a:solidFill>
              </a:rPr>
              <a:t> y el </a:t>
            </a:r>
            <a:r>
              <a:rPr lang="en-US" sz="2400" dirty="0" err="1">
                <a:solidFill>
                  <a:schemeClr val="tx1">
                    <a:lumMod val="65000"/>
                    <a:lumOff val="35000"/>
                  </a:schemeClr>
                </a:solidFill>
              </a:rPr>
              <a:t>entorno</a:t>
            </a:r>
            <a:r>
              <a:rPr lang="en-US" sz="2400" dirty="0">
                <a:solidFill>
                  <a:schemeClr val="tx1">
                    <a:lumMod val="65000"/>
                    <a:lumOff val="35000"/>
                  </a:schemeClr>
                </a:solidFill>
              </a:rPr>
              <a:t>.</a:t>
            </a:r>
          </a:p>
          <a:p>
            <a:pPr marL="800100" lvl="1" indent="-182880" defTabSz="914400">
              <a:lnSpc>
                <a:spcPct val="90000"/>
              </a:lnSpc>
              <a:spcBef>
                <a:spcPct val="20000"/>
              </a:spcBef>
              <a:buClr>
                <a:schemeClr val="accent1"/>
              </a:buClr>
              <a:buFont typeface="Wingdings 2" pitchFamily="18" charset="2"/>
              <a:buChar char=""/>
            </a:pPr>
            <a:endParaRPr lang="en-US" sz="2400" dirty="0">
              <a:solidFill>
                <a:schemeClr val="tx1">
                  <a:lumMod val="65000"/>
                  <a:lumOff val="35000"/>
                </a:schemeClr>
              </a:solidFill>
            </a:endParaRPr>
          </a:p>
          <a:p>
            <a:pPr marL="800100" lvl="1" indent="-182880" defTabSz="914400">
              <a:lnSpc>
                <a:spcPct val="90000"/>
              </a:lnSpc>
              <a:spcBef>
                <a:spcPct val="20000"/>
              </a:spcBef>
              <a:buClr>
                <a:schemeClr val="accent1"/>
              </a:buClr>
              <a:buFont typeface="Wingdings 2" pitchFamily="18" charset="2"/>
              <a:buChar char=""/>
            </a:pPr>
            <a:r>
              <a:rPr lang="en-US" sz="2400" b="1" u="sng" dirty="0" err="1">
                <a:solidFill>
                  <a:schemeClr val="accent1">
                    <a:lumMod val="75000"/>
                  </a:schemeClr>
                </a:solidFill>
              </a:rPr>
              <a:t>Difusor</a:t>
            </a:r>
            <a:r>
              <a:rPr lang="en-US" sz="2400" u="sng" dirty="0">
                <a:solidFill>
                  <a:schemeClr val="tx1">
                    <a:lumMod val="65000"/>
                    <a:lumOff val="35000"/>
                  </a:schemeClr>
                </a:solidFill>
              </a:rPr>
              <a:t>:</a:t>
            </a:r>
            <a:r>
              <a:rPr lang="en-US" sz="2400" dirty="0">
                <a:solidFill>
                  <a:schemeClr val="tx1">
                    <a:lumMod val="65000"/>
                    <a:lumOff val="35000"/>
                  </a:schemeClr>
                </a:solidFill>
              </a:rPr>
              <a:t> </a:t>
            </a:r>
            <a:r>
              <a:rPr lang="en-US" sz="2400" dirty="0" err="1">
                <a:solidFill>
                  <a:schemeClr val="tx1">
                    <a:lumMod val="65000"/>
                    <a:lumOff val="35000"/>
                  </a:schemeClr>
                </a:solidFill>
              </a:rPr>
              <a:t>difunde</a:t>
            </a:r>
            <a:r>
              <a:rPr lang="en-US" sz="2400" dirty="0">
                <a:solidFill>
                  <a:schemeClr val="tx1">
                    <a:lumMod val="65000"/>
                    <a:lumOff val="35000"/>
                  </a:schemeClr>
                </a:solidFill>
              </a:rPr>
              <a:t> la </a:t>
            </a:r>
            <a:r>
              <a:rPr lang="en-US" sz="2400" dirty="0" err="1">
                <a:solidFill>
                  <a:schemeClr val="tx1">
                    <a:lumMod val="65000"/>
                    <a:lumOff val="35000"/>
                  </a:schemeClr>
                </a:solidFill>
              </a:rPr>
              <a:t>información</a:t>
            </a:r>
            <a:r>
              <a:rPr lang="en-US" sz="2400" dirty="0">
                <a:solidFill>
                  <a:schemeClr val="tx1">
                    <a:lumMod val="65000"/>
                    <a:lumOff val="35000"/>
                  </a:schemeClr>
                </a:solidFill>
              </a:rPr>
              <a:t> del </a:t>
            </a:r>
            <a:r>
              <a:rPr lang="en-US" sz="2400" dirty="0" err="1">
                <a:solidFill>
                  <a:schemeClr val="tx1">
                    <a:lumMod val="65000"/>
                    <a:lumOff val="35000"/>
                  </a:schemeClr>
                </a:solidFill>
              </a:rPr>
              <a:t>entorno</a:t>
            </a:r>
            <a:r>
              <a:rPr lang="en-US" sz="2400" dirty="0">
                <a:solidFill>
                  <a:schemeClr val="tx1">
                    <a:lumMod val="65000"/>
                    <a:lumOff val="35000"/>
                  </a:schemeClr>
                </a:solidFill>
              </a:rPr>
              <a:t> </a:t>
            </a:r>
            <a:r>
              <a:rPr lang="en-US" sz="2400" dirty="0" err="1">
                <a:solidFill>
                  <a:schemeClr val="tx1">
                    <a:lumMod val="65000"/>
                    <a:lumOff val="35000"/>
                  </a:schemeClr>
                </a:solidFill>
              </a:rPr>
              <a:t>dentro</a:t>
            </a:r>
            <a:r>
              <a:rPr lang="en-US" sz="2400" dirty="0">
                <a:solidFill>
                  <a:schemeClr val="tx1">
                    <a:lumMod val="65000"/>
                    <a:lumOff val="35000"/>
                  </a:schemeClr>
                </a:solidFill>
              </a:rPr>
              <a:t> de la </a:t>
            </a:r>
            <a:r>
              <a:rPr lang="en-US" sz="2400" dirty="0" err="1">
                <a:solidFill>
                  <a:schemeClr val="tx1">
                    <a:lumMod val="65000"/>
                    <a:lumOff val="35000"/>
                  </a:schemeClr>
                </a:solidFill>
              </a:rPr>
              <a:t>empresa</a:t>
            </a:r>
            <a:r>
              <a:rPr lang="en-US" sz="2400" dirty="0">
                <a:solidFill>
                  <a:schemeClr val="tx1">
                    <a:lumMod val="65000"/>
                    <a:lumOff val="35000"/>
                  </a:schemeClr>
                </a:solidFill>
              </a:rPr>
              <a:t> </a:t>
            </a:r>
            <a:r>
              <a:rPr lang="en-US" sz="2400" dirty="0" err="1">
                <a:solidFill>
                  <a:schemeClr val="tx1">
                    <a:lumMod val="65000"/>
                    <a:lumOff val="35000"/>
                  </a:schemeClr>
                </a:solidFill>
              </a:rPr>
              <a:t>así</a:t>
            </a:r>
            <a:r>
              <a:rPr lang="en-US" sz="2400" dirty="0">
                <a:solidFill>
                  <a:schemeClr val="tx1">
                    <a:lumMod val="65000"/>
                    <a:lumOff val="35000"/>
                  </a:schemeClr>
                </a:solidFill>
              </a:rPr>
              <a:t> </a:t>
            </a:r>
            <a:r>
              <a:rPr lang="en-US" sz="2400" dirty="0" err="1">
                <a:solidFill>
                  <a:schemeClr val="tx1">
                    <a:lumMod val="65000"/>
                    <a:lumOff val="35000"/>
                  </a:schemeClr>
                </a:solidFill>
              </a:rPr>
              <a:t>como</a:t>
            </a:r>
            <a:r>
              <a:rPr lang="en-US" sz="2400" dirty="0">
                <a:solidFill>
                  <a:schemeClr val="tx1">
                    <a:lumMod val="65000"/>
                    <a:lumOff val="35000"/>
                  </a:schemeClr>
                </a:solidFill>
              </a:rPr>
              <a:t> la </a:t>
            </a:r>
            <a:r>
              <a:rPr lang="en-US" sz="2400" dirty="0" err="1">
                <a:solidFill>
                  <a:schemeClr val="tx1">
                    <a:lumMod val="65000"/>
                    <a:lumOff val="35000"/>
                  </a:schemeClr>
                </a:solidFill>
              </a:rPr>
              <a:t>información</a:t>
            </a:r>
            <a:r>
              <a:rPr lang="en-US" sz="2400" dirty="0">
                <a:solidFill>
                  <a:schemeClr val="tx1">
                    <a:lumMod val="65000"/>
                    <a:lumOff val="35000"/>
                  </a:schemeClr>
                </a:solidFill>
              </a:rPr>
              <a:t> interna de </a:t>
            </a:r>
            <a:r>
              <a:rPr lang="en-US" sz="2400" dirty="0" err="1">
                <a:solidFill>
                  <a:schemeClr val="tx1">
                    <a:lumMod val="65000"/>
                    <a:lumOff val="35000"/>
                  </a:schemeClr>
                </a:solidFill>
              </a:rPr>
              <a:t>unas</a:t>
            </a:r>
            <a:r>
              <a:rPr lang="en-US" sz="2400" dirty="0">
                <a:solidFill>
                  <a:schemeClr val="tx1">
                    <a:lumMod val="65000"/>
                    <a:lumOff val="35000"/>
                  </a:schemeClr>
                </a:solidFill>
              </a:rPr>
              <a:t> </a:t>
            </a:r>
            <a:r>
              <a:rPr lang="en-US" sz="2400" dirty="0" err="1">
                <a:solidFill>
                  <a:schemeClr val="tx1">
                    <a:lumMod val="65000"/>
                    <a:lumOff val="35000"/>
                  </a:schemeClr>
                </a:solidFill>
              </a:rPr>
              <a:t>unidades</a:t>
            </a:r>
            <a:r>
              <a:rPr lang="en-US" sz="2400" dirty="0">
                <a:solidFill>
                  <a:schemeClr val="tx1">
                    <a:lumMod val="65000"/>
                    <a:lumOff val="35000"/>
                  </a:schemeClr>
                </a:solidFill>
              </a:rPr>
              <a:t> </a:t>
            </a:r>
            <a:r>
              <a:rPr lang="en-US" sz="2400" dirty="0" err="1">
                <a:solidFill>
                  <a:schemeClr val="tx1">
                    <a:lumMod val="65000"/>
                    <a:lumOff val="35000"/>
                  </a:schemeClr>
                </a:solidFill>
              </a:rPr>
              <a:t>organizativas</a:t>
            </a:r>
            <a:r>
              <a:rPr lang="en-US" sz="2400" dirty="0">
                <a:solidFill>
                  <a:schemeClr val="tx1">
                    <a:lumMod val="65000"/>
                    <a:lumOff val="35000"/>
                  </a:schemeClr>
                </a:solidFill>
              </a:rPr>
              <a:t> a </a:t>
            </a:r>
            <a:r>
              <a:rPr lang="en-US" sz="2400" dirty="0" err="1">
                <a:solidFill>
                  <a:schemeClr val="tx1">
                    <a:lumMod val="65000"/>
                    <a:lumOff val="35000"/>
                  </a:schemeClr>
                </a:solidFill>
              </a:rPr>
              <a:t>otras</a:t>
            </a:r>
            <a:r>
              <a:rPr lang="en-US" sz="2400" dirty="0">
                <a:solidFill>
                  <a:schemeClr val="tx1">
                    <a:lumMod val="65000"/>
                    <a:lumOff val="35000"/>
                  </a:schemeClr>
                </a:solidFill>
              </a:rPr>
              <a:t>.</a:t>
            </a:r>
          </a:p>
          <a:p>
            <a:pPr marL="800100" lvl="1" indent="-182880" defTabSz="914400">
              <a:lnSpc>
                <a:spcPct val="90000"/>
              </a:lnSpc>
              <a:spcBef>
                <a:spcPct val="20000"/>
              </a:spcBef>
              <a:buClr>
                <a:schemeClr val="accent1"/>
              </a:buClr>
              <a:buFont typeface="Wingdings 2" pitchFamily="18" charset="2"/>
              <a:buChar char=""/>
            </a:pPr>
            <a:endParaRPr lang="en-US" sz="2400" dirty="0">
              <a:solidFill>
                <a:schemeClr val="tx1">
                  <a:lumMod val="65000"/>
                  <a:lumOff val="35000"/>
                </a:schemeClr>
              </a:solidFill>
            </a:endParaRPr>
          </a:p>
          <a:p>
            <a:pPr marL="800100" lvl="1" indent="-182880" defTabSz="914400">
              <a:lnSpc>
                <a:spcPct val="90000"/>
              </a:lnSpc>
              <a:spcBef>
                <a:spcPct val="20000"/>
              </a:spcBef>
              <a:buClr>
                <a:schemeClr val="accent1"/>
              </a:buClr>
              <a:buFont typeface="Wingdings 2" pitchFamily="18" charset="2"/>
              <a:buChar char=""/>
            </a:pPr>
            <a:r>
              <a:rPr lang="en-US" sz="2400" b="1" u="sng" dirty="0" err="1">
                <a:solidFill>
                  <a:schemeClr val="accent1">
                    <a:lumMod val="75000"/>
                  </a:schemeClr>
                </a:solidFill>
              </a:rPr>
              <a:t>Portavoz</a:t>
            </a:r>
            <a:r>
              <a:rPr lang="en-US" sz="2400" u="sng" dirty="0">
                <a:solidFill>
                  <a:schemeClr val="tx1">
                    <a:lumMod val="65000"/>
                    <a:lumOff val="35000"/>
                  </a:schemeClr>
                </a:solidFill>
              </a:rPr>
              <a:t>:</a:t>
            </a:r>
            <a:r>
              <a:rPr lang="en-US" sz="2400" dirty="0">
                <a:solidFill>
                  <a:schemeClr val="tx1">
                    <a:lumMod val="65000"/>
                    <a:lumOff val="35000"/>
                  </a:schemeClr>
                </a:solidFill>
              </a:rPr>
              <a:t> </a:t>
            </a:r>
            <a:r>
              <a:rPr lang="en-US" sz="2400" dirty="0" err="1">
                <a:solidFill>
                  <a:schemeClr val="tx1">
                    <a:lumMod val="65000"/>
                    <a:lumOff val="35000"/>
                  </a:schemeClr>
                </a:solidFill>
              </a:rPr>
              <a:t>transmite</a:t>
            </a:r>
            <a:r>
              <a:rPr lang="en-US" sz="2400" dirty="0">
                <a:solidFill>
                  <a:schemeClr val="tx1">
                    <a:lumMod val="65000"/>
                    <a:lumOff val="35000"/>
                  </a:schemeClr>
                </a:solidFill>
              </a:rPr>
              <a:t> </a:t>
            </a:r>
            <a:r>
              <a:rPr lang="en-US" sz="2400" dirty="0" err="1">
                <a:solidFill>
                  <a:schemeClr val="tx1">
                    <a:lumMod val="65000"/>
                    <a:lumOff val="35000"/>
                  </a:schemeClr>
                </a:solidFill>
              </a:rPr>
              <a:t>información</a:t>
            </a:r>
            <a:r>
              <a:rPr lang="en-US" sz="2400" dirty="0">
                <a:solidFill>
                  <a:schemeClr val="tx1">
                    <a:lumMod val="65000"/>
                    <a:lumOff val="35000"/>
                  </a:schemeClr>
                </a:solidFill>
              </a:rPr>
              <a:t> al exterior </a:t>
            </a:r>
            <a:r>
              <a:rPr lang="en-US" sz="2400" dirty="0" err="1">
                <a:solidFill>
                  <a:schemeClr val="tx1">
                    <a:lumMod val="65000"/>
                    <a:lumOff val="35000"/>
                  </a:schemeClr>
                </a:solidFill>
              </a:rPr>
              <a:t>sobre</a:t>
            </a:r>
            <a:r>
              <a:rPr lang="en-US" sz="2400" dirty="0">
                <a:solidFill>
                  <a:schemeClr val="tx1">
                    <a:lumMod val="65000"/>
                    <a:lumOff val="35000"/>
                  </a:schemeClr>
                </a:solidFill>
              </a:rPr>
              <a:t> </a:t>
            </a:r>
            <a:r>
              <a:rPr lang="en-US" sz="2400" dirty="0" err="1">
                <a:solidFill>
                  <a:schemeClr val="tx1">
                    <a:lumMod val="65000"/>
                    <a:lumOff val="35000"/>
                  </a:schemeClr>
                </a:solidFill>
              </a:rPr>
              <a:t>los</a:t>
            </a:r>
            <a:r>
              <a:rPr lang="en-US" sz="2400" dirty="0">
                <a:solidFill>
                  <a:schemeClr val="tx1">
                    <a:lumMod val="65000"/>
                    <a:lumOff val="35000"/>
                  </a:schemeClr>
                </a:solidFill>
              </a:rPr>
              <a:t> planes de la </a:t>
            </a:r>
            <a:r>
              <a:rPr lang="en-US" sz="2400" dirty="0" err="1">
                <a:solidFill>
                  <a:schemeClr val="tx1">
                    <a:lumMod val="65000"/>
                    <a:lumOff val="35000"/>
                  </a:schemeClr>
                </a:solidFill>
              </a:rPr>
              <a:t>organización</a:t>
            </a:r>
            <a:r>
              <a:rPr lang="en-US" sz="2400" dirty="0">
                <a:solidFill>
                  <a:schemeClr val="tx1">
                    <a:lumMod val="65000"/>
                    <a:lumOff val="35000"/>
                  </a:schemeClr>
                </a:solidFill>
              </a:rPr>
              <a:t>, </a:t>
            </a:r>
            <a:r>
              <a:rPr lang="en-US" sz="2400" dirty="0" err="1">
                <a:solidFill>
                  <a:schemeClr val="tx1">
                    <a:lumMod val="65000"/>
                    <a:lumOff val="35000"/>
                  </a:schemeClr>
                </a:solidFill>
              </a:rPr>
              <a:t>políticas</a:t>
            </a:r>
            <a:r>
              <a:rPr lang="en-US" sz="2400" dirty="0">
                <a:solidFill>
                  <a:schemeClr val="tx1">
                    <a:lumMod val="65000"/>
                    <a:lumOff val="35000"/>
                  </a:schemeClr>
                </a:solidFill>
              </a:rPr>
              <a:t>, </a:t>
            </a:r>
            <a:r>
              <a:rPr lang="en-US" sz="2400" dirty="0" err="1">
                <a:solidFill>
                  <a:schemeClr val="tx1">
                    <a:lumMod val="65000"/>
                    <a:lumOff val="35000"/>
                  </a:schemeClr>
                </a:solidFill>
              </a:rPr>
              <a:t>acciones</a:t>
            </a:r>
            <a:r>
              <a:rPr lang="en-US" sz="2400" dirty="0">
                <a:solidFill>
                  <a:schemeClr val="tx1">
                    <a:lumMod val="65000"/>
                    <a:lumOff val="35000"/>
                  </a:schemeClr>
                </a:solidFill>
              </a:rPr>
              <a:t>, </a:t>
            </a:r>
            <a:r>
              <a:rPr lang="en-US" sz="2400" dirty="0" err="1">
                <a:solidFill>
                  <a:schemeClr val="tx1">
                    <a:lumMod val="65000"/>
                    <a:lumOff val="35000"/>
                  </a:schemeClr>
                </a:solidFill>
              </a:rPr>
              <a:t>resultados</a:t>
            </a:r>
            <a:r>
              <a:rPr lang="en-US" sz="2400" dirty="0">
                <a:solidFill>
                  <a:schemeClr val="tx1">
                    <a:lumMod val="65000"/>
                    <a:lumOff val="35000"/>
                  </a:schemeClr>
                </a:solidFill>
              </a:rPr>
              <a:t>, etc.</a:t>
            </a:r>
          </a:p>
        </p:txBody>
      </p:sp>
      <p:sp>
        <p:nvSpPr>
          <p:cNvPr id="45072" name="Freeform: Shape 45071">
            <a:extLst>
              <a:ext uri="{FF2B5EF4-FFF2-40B4-BE49-F238E27FC236}">
                <a16:creationId xmlns:a16="http://schemas.microsoft.com/office/drawing/2014/main" id="{8797B5BC-9873-45F9-97D6-298FB5AF0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0320" y="761999"/>
            <a:ext cx="3156367"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 name="3 Título"/>
          <p:cNvSpPr>
            <a:spLocks noGrp="1"/>
          </p:cNvSpPr>
          <p:nvPr>
            <p:ph type="title"/>
          </p:nvPr>
        </p:nvSpPr>
        <p:spPr>
          <a:xfrm>
            <a:off x="6737103" y="1865740"/>
            <a:ext cx="2210612" cy="3126520"/>
          </a:xfrm>
        </p:spPr>
        <p:txBody>
          <a:bodyPr vert="horz" lIns="91440" tIns="45720" rIns="91440" bIns="45720" rtlCol="0" anchor="ctr">
            <a:normAutofit/>
          </a:bodyPr>
          <a:lstStyle/>
          <a:p>
            <a:r>
              <a:rPr lang="en-US" sz="3600"/>
              <a:t>2.1.3. Roles directivos</a:t>
            </a:r>
          </a:p>
        </p:txBody>
      </p:sp>
      <p:sp>
        <p:nvSpPr>
          <p:cNvPr id="5" name="4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21</a:t>
            </a:fld>
            <a:endParaRPr lang="en-US" sz="1200" b="1" kern="1200" dirty="0">
              <a:solidFill>
                <a:schemeClr val="accent1"/>
              </a:solidFill>
              <a:latin typeface="+mn-lt"/>
              <a:ea typeface="+mn-ea"/>
              <a:cs typeface="+mn-cs"/>
            </a:endParaRPr>
          </a:p>
        </p:txBody>
      </p:sp>
    </p:spTree>
    <p:extLst>
      <p:ext uri="{BB962C8B-B14F-4D97-AF65-F5344CB8AC3E}">
        <p14:creationId xmlns:p14="http://schemas.microsoft.com/office/powerpoint/2010/main" val="800162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8" name="Rectangle 73737">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3740" name="Rectangle 73739">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73742" name="Rectangle 73741">
            <a:extLst>
              <a:ext uri="{FF2B5EF4-FFF2-40B4-BE49-F238E27FC236}">
                <a16:creationId xmlns:a16="http://schemas.microsoft.com/office/drawing/2014/main" id="{5DB23C2B-2054-4D8B-9E98-9190F8E0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44" name="Freeform: Shape 73743">
            <a:extLst>
              <a:ext uri="{FF2B5EF4-FFF2-40B4-BE49-F238E27FC236}">
                <a16:creationId xmlns:a16="http://schemas.microsoft.com/office/drawing/2014/main" id="{665C2FCD-09A4-4B4B-AA73-F330DFE91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6" y="752748"/>
            <a:ext cx="751111"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3733" name="Rectangle 5"/>
          <p:cNvSpPr>
            <a:spLocks noChangeArrowheads="1"/>
          </p:cNvSpPr>
          <p:nvPr/>
        </p:nvSpPr>
        <p:spPr bwMode="auto">
          <a:xfrm>
            <a:off x="45028" y="699477"/>
            <a:ext cx="6216176" cy="5603602"/>
          </a:xfrm>
          <a:prstGeom prst="rect">
            <a:avLst/>
          </a:prstGeom>
        </p:spPr>
        <p:txBody>
          <a:bodyPr vert="horz" lIns="91440" tIns="45720" rIns="91440" bIns="45720" rtlCol="0" anchor="ctr">
            <a:normAutofit lnSpcReduction="10000"/>
          </a:bodyPr>
          <a:lstStyle/>
          <a:p>
            <a:pPr marL="457200" indent="-182880" defTabSz="914400">
              <a:lnSpc>
                <a:spcPct val="90000"/>
              </a:lnSpc>
              <a:spcAft>
                <a:spcPts val="600"/>
              </a:spcAft>
              <a:buClr>
                <a:schemeClr val="accent1"/>
              </a:buClr>
              <a:buFont typeface="Wingdings 2" pitchFamily="18" charset="2"/>
              <a:buChar char=""/>
            </a:pPr>
            <a:r>
              <a:rPr lang="en-US" b="1" u="sng" dirty="0">
                <a:solidFill>
                  <a:schemeClr val="tx1">
                    <a:lumMod val="65000"/>
                    <a:lumOff val="35000"/>
                  </a:schemeClr>
                </a:solidFill>
              </a:rPr>
              <a:t>De </a:t>
            </a:r>
            <a:r>
              <a:rPr lang="en-US" b="1" u="sng" dirty="0" err="1">
                <a:solidFill>
                  <a:schemeClr val="tx1">
                    <a:lumMod val="65000"/>
                    <a:lumOff val="35000"/>
                  </a:schemeClr>
                </a:solidFill>
              </a:rPr>
              <a:t>Decisión</a:t>
            </a:r>
            <a:r>
              <a:rPr lang="en-US" b="1" u="sng" dirty="0">
                <a:solidFill>
                  <a:schemeClr val="tx1">
                    <a:lumMod val="65000"/>
                    <a:lumOff val="35000"/>
                  </a:schemeClr>
                </a:solidFill>
              </a:rPr>
              <a:t>:</a:t>
            </a:r>
            <a:r>
              <a:rPr lang="en-US" dirty="0">
                <a:solidFill>
                  <a:schemeClr val="tx1">
                    <a:lumMod val="65000"/>
                    <a:lumOff val="35000"/>
                  </a:schemeClr>
                </a:solidFill>
              </a:rPr>
              <a:t> </a:t>
            </a:r>
            <a:r>
              <a:rPr lang="en-US" dirty="0" err="1">
                <a:solidFill>
                  <a:schemeClr val="tx1">
                    <a:lumMod val="65000"/>
                    <a:lumOff val="35000"/>
                  </a:schemeClr>
                </a:solidFill>
              </a:rPr>
              <a:t>relativos</a:t>
            </a:r>
            <a:r>
              <a:rPr lang="en-US" dirty="0">
                <a:solidFill>
                  <a:schemeClr val="tx1">
                    <a:lumMod val="65000"/>
                    <a:lumOff val="35000"/>
                  </a:schemeClr>
                </a:solidFill>
              </a:rPr>
              <a:t> a la </a:t>
            </a:r>
            <a:r>
              <a:rPr lang="en-US" dirty="0" err="1">
                <a:solidFill>
                  <a:schemeClr val="tx1">
                    <a:lumMod val="65000"/>
                    <a:lumOff val="35000"/>
                  </a:schemeClr>
                </a:solidFill>
              </a:rPr>
              <a:t>toma</a:t>
            </a:r>
            <a:r>
              <a:rPr lang="en-US" dirty="0">
                <a:solidFill>
                  <a:schemeClr val="tx1">
                    <a:lumMod val="65000"/>
                    <a:lumOff val="35000"/>
                  </a:schemeClr>
                </a:solidFill>
              </a:rPr>
              <a:t> de </a:t>
            </a:r>
            <a:r>
              <a:rPr lang="en-US" dirty="0" err="1">
                <a:solidFill>
                  <a:schemeClr val="tx1">
                    <a:lumMod val="65000"/>
                    <a:lumOff val="35000"/>
                  </a:schemeClr>
                </a:solidFill>
              </a:rPr>
              <a:t>decisiones</a:t>
            </a:r>
            <a:r>
              <a:rPr lang="en-US" dirty="0">
                <a:solidFill>
                  <a:schemeClr val="tx1">
                    <a:lumMod val="65000"/>
                    <a:lumOff val="35000"/>
                  </a:schemeClr>
                </a:solidFill>
              </a:rPr>
              <a:t> </a:t>
            </a:r>
            <a:r>
              <a:rPr lang="en-US" dirty="0" err="1">
                <a:solidFill>
                  <a:schemeClr val="tx1">
                    <a:lumMod val="65000"/>
                    <a:lumOff val="35000"/>
                  </a:schemeClr>
                </a:solidFill>
              </a:rPr>
              <a:t>dentro</a:t>
            </a:r>
            <a:r>
              <a:rPr lang="en-US" dirty="0">
                <a:solidFill>
                  <a:schemeClr val="tx1">
                    <a:lumMod val="65000"/>
                    <a:lumOff val="35000"/>
                  </a:schemeClr>
                </a:solidFill>
              </a:rPr>
              <a:t> de la </a:t>
            </a:r>
            <a:r>
              <a:rPr lang="en-US" dirty="0" err="1">
                <a:solidFill>
                  <a:schemeClr val="tx1">
                    <a:lumMod val="65000"/>
                    <a:lumOff val="35000"/>
                  </a:schemeClr>
                </a:solidFill>
              </a:rPr>
              <a:t>organización</a:t>
            </a:r>
            <a:r>
              <a:rPr lang="en-US" dirty="0">
                <a:solidFill>
                  <a:schemeClr val="tx1">
                    <a:lumMod val="65000"/>
                    <a:lumOff val="35000"/>
                  </a:schemeClr>
                </a:solidFill>
              </a:rPr>
              <a:t>.</a:t>
            </a:r>
          </a:p>
          <a:p>
            <a:pPr lvl="1" indent="-182880" defTabSz="914400">
              <a:lnSpc>
                <a:spcPct val="90000"/>
              </a:lnSpc>
              <a:spcAft>
                <a:spcPts val="600"/>
              </a:spcAft>
              <a:buClr>
                <a:schemeClr val="accent1"/>
              </a:buClr>
              <a:buFont typeface="Wingdings 2" pitchFamily="18" charset="2"/>
              <a:buChar char=""/>
            </a:pPr>
            <a:endParaRPr lang="en-US" dirty="0">
              <a:solidFill>
                <a:schemeClr val="tx1">
                  <a:lumMod val="65000"/>
                  <a:lumOff val="35000"/>
                </a:schemeClr>
              </a:solidFill>
            </a:endParaRPr>
          </a:p>
          <a:p>
            <a:pPr marL="800100" lvl="1" indent="-182880" defTabSz="914400">
              <a:lnSpc>
                <a:spcPct val="90000"/>
              </a:lnSpc>
              <a:spcAft>
                <a:spcPts val="600"/>
              </a:spcAft>
              <a:buClr>
                <a:schemeClr val="accent1"/>
              </a:buClr>
              <a:buFont typeface="Wingdings 2" pitchFamily="18" charset="2"/>
              <a:buChar char=""/>
            </a:pPr>
            <a:r>
              <a:rPr lang="en-US" sz="2000" b="1" u="sng" dirty="0">
                <a:solidFill>
                  <a:schemeClr val="accent1">
                    <a:lumMod val="75000"/>
                  </a:schemeClr>
                </a:solidFill>
              </a:rPr>
              <a:t>Empresario</a:t>
            </a:r>
            <a:r>
              <a:rPr lang="en-US" dirty="0">
                <a:solidFill>
                  <a:schemeClr val="tx1">
                    <a:lumMod val="65000"/>
                    <a:lumOff val="35000"/>
                  </a:schemeClr>
                </a:solidFill>
              </a:rPr>
              <a:t>: </a:t>
            </a:r>
            <a:r>
              <a:rPr lang="en-US" dirty="0" err="1">
                <a:solidFill>
                  <a:schemeClr val="tx1">
                    <a:lumMod val="65000"/>
                    <a:lumOff val="35000"/>
                  </a:schemeClr>
                </a:solidFill>
              </a:rPr>
              <a:t>busca</a:t>
            </a:r>
            <a:r>
              <a:rPr lang="en-US" dirty="0">
                <a:solidFill>
                  <a:schemeClr val="tx1">
                    <a:lumMod val="65000"/>
                    <a:lumOff val="35000"/>
                  </a:schemeClr>
                </a:solidFill>
              </a:rPr>
              <a:t> </a:t>
            </a:r>
            <a:r>
              <a:rPr lang="en-US" dirty="0" err="1">
                <a:solidFill>
                  <a:schemeClr val="tx1">
                    <a:lumMod val="65000"/>
                    <a:lumOff val="35000"/>
                  </a:schemeClr>
                </a:solidFill>
              </a:rPr>
              <a:t>oportunidades</a:t>
            </a:r>
            <a:r>
              <a:rPr lang="en-US" dirty="0">
                <a:solidFill>
                  <a:schemeClr val="tx1">
                    <a:lumMod val="65000"/>
                    <a:lumOff val="35000"/>
                  </a:schemeClr>
                </a:solidFill>
              </a:rPr>
              <a:t> </a:t>
            </a:r>
            <a:r>
              <a:rPr lang="en-US" dirty="0" err="1">
                <a:solidFill>
                  <a:schemeClr val="tx1">
                    <a:lumMod val="65000"/>
                    <a:lumOff val="35000"/>
                  </a:schemeClr>
                </a:solidFill>
              </a:rPr>
              <a:t>en</a:t>
            </a:r>
            <a:r>
              <a:rPr lang="en-US" dirty="0">
                <a:solidFill>
                  <a:schemeClr val="tx1">
                    <a:lumMod val="65000"/>
                    <a:lumOff val="35000"/>
                  </a:schemeClr>
                </a:solidFill>
              </a:rPr>
              <a:t> la </a:t>
            </a:r>
            <a:r>
              <a:rPr lang="en-US" dirty="0" err="1">
                <a:solidFill>
                  <a:schemeClr val="tx1">
                    <a:lumMod val="65000"/>
                    <a:lumOff val="35000"/>
                  </a:schemeClr>
                </a:solidFill>
              </a:rPr>
              <a:t>organización</a:t>
            </a:r>
            <a:r>
              <a:rPr lang="en-US" dirty="0">
                <a:solidFill>
                  <a:schemeClr val="tx1">
                    <a:lumMod val="65000"/>
                    <a:lumOff val="35000"/>
                  </a:schemeClr>
                </a:solidFill>
              </a:rPr>
              <a:t> y </a:t>
            </a:r>
            <a:r>
              <a:rPr lang="en-US" dirty="0" err="1">
                <a:solidFill>
                  <a:schemeClr val="tx1">
                    <a:lumMod val="65000"/>
                    <a:lumOff val="35000"/>
                  </a:schemeClr>
                </a:solidFill>
              </a:rPr>
              <a:t>en</a:t>
            </a:r>
            <a:r>
              <a:rPr lang="en-US" dirty="0">
                <a:solidFill>
                  <a:schemeClr val="tx1">
                    <a:lumMod val="65000"/>
                    <a:lumOff val="35000"/>
                  </a:schemeClr>
                </a:solidFill>
              </a:rPr>
              <a:t> el </a:t>
            </a:r>
            <a:r>
              <a:rPr lang="en-US" dirty="0" err="1">
                <a:solidFill>
                  <a:schemeClr val="tx1">
                    <a:lumMod val="65000"/>
                    <a:lumOff val="35000"/>
                  </a:schemeClr>
                </a:solidFill>
              </a:rPr>
              <a:t>entorno</a:t>
            </a:r>
            <a:r>
              <a:rPr lang="en-US" dirty="0">
                <a:solidFill>
                  <a:schemeClr val="tx1">
                    <a:lumMod val="65000"/>
                    <a:lumOff val="35000"/>
                  </a:schemeClr>
                </a:solidFill>
              </a:rPr>
              <a:t> e </a:t>
            </a:r>
            <a:r>
              <a:rPr lang="en-US" dirty="0" err="1">
                <a:solidFill>
                  <a:schemeClr val="tx1">
                    <a:lumMod val="65000"/>
                    <a:lumOff val="35000"/>
                  </a:schemeClr>
                </a:solidFill>
              </a:rPr>
              <a:t>inicia</a:t>
            </a:r>
            <a:r>
              <a:rPr lang="en-US" dirty="0">
                <a:solidFill>
                  <a:schemeClr val="tx1">
                    <a:lumMod val="65000"/>
                    <a:lumOff val="35000"/>
                  </a:schemeClr>
                </a:solidFill>
              </a:rPr>
              <a:t> </a:t>
            </a:r>
            <a:r>
              <a:rPr lang="en-US" dirty="0" err="1">
                <a:solidFill>
                  <a:schemeClr val="tx1">
                    <a:lumMod val="65000"/>
                    <a:lumOff val="35000"/>
                  </a:schemeClr>
                </a:solidFill>
              </a:rPr>
              <a:t>proyectos</a:t>
            </a:r>
            <a:r>
              <a:rPr lang="en-US" dirty="0">
                <a:solidFill>
                  <a:schemeClr val="tx1">
                    <a:lumMod val="65000"/>
                    <a:lumOff val="35000"/>
                  </a:schemeClr>
                </a:solidFill>
              </a:rPr>
              <a:t> de </a:t>
            </a:r>
            <a:r>
              <a:rPr lang="en-US" dirty="0" err="1">
                <a:solidFill>
                  <a:schemeClr val="tx1">
                    <a:lumMod val="65000"/>
                    <a:lumOff val="35000"/>
                  </a:schemeClr>
                </a:solidFill>
              </a:rPr>
              <a:t>mejora</a:t>
            </a:r>
            <a:r>
              <a:rPr lang="en-US" dirty="0">
                <a:solidFill>
                  <a:schemeClr val="tx1">
                    <a:lumMod val="65000"/>
                    <a:lumOff val="35000"/>
                  </a:schemeClr>
                </a:solidFill>
              </a:rPr>
              <a:t> para </a:t>
            </a:r>
            <a:r>
              <a:rPr lang="en-US" dirty="0" err="1">
                <a:solidFill>
                  <a:schemeClr val="tx1">
                    <a:lumMod val="65000"/>
                    <a:lumOff val="35000"/>
                  </a:schemeClr>
                </a:solidFill>
              </a:rPr>
              <a:t>producir</a:t>
            </a:r>
            <a:r>
              <a:rPr lang="en-US" dirty="0">
                <a:solidFill>
                  <a:schemeClr val="tx1">
                    <a:lumMod val="65000"/>
                    <a:lumOff val="35000"/>
                  </a:schemeClr>
                </a:solidFill>
              </a:rPr>
              <a:t> </a:t>
            </a:r>
            <a:r>
              <a:rPr lang="en-US" dirty="0" err="1">
                <a:solidFill>
                  <a:schemeClr val="tx1">
                    <a:lumMod val="65000"/>
                    <a:lumOff val="35000"/>
                  </a:schemeClr>
                </a:solidFill>
              </a:rPr>
              <a:t>cambios</a:t>
            </a:r>
            <a:r>
              <a:rPr lang="en-US" dirty="0">
                <a:solidFill>
                  <a:schemeClr val="tx1">
                    <a:lumMod val="65000"/>
                    <a:lumOff val="35000"/>
                  </a:schemeClr>
                </a:solidFill>
              </a:rPr>
              <a:t>.</a:t>
            </a:r>
          </a:p>
          <a:p>
            <a:pPr marL="800100" lvl="1" indent="-182880" defTabSz="914400">
              <a:lnSpc>
                <a:spcPct val="90000"/>
              </a:lnSpc>
              <a:spcAft>
                <a:spcPts val="600"/>
              </a:spcAft>
              <a:buClr>
                <a:schemeClr val="accent1"/>
              </a:buClr>
              <a:buFont typeface="Wingdings 2" pitchFamily="18" charset="2"/>
              <a:buChar char=""/>
            </a:pPr>
            <a:endParaRPr lang="en-US" dirty="0">
              <a:solidFill>
                <a:schemeClr val="tx1">
                  <a:lumMod val="65000"/>
                  <a:lumOff val="35000"/>
                </a:schemeClr>
              </a:solidFill>
            </a:endParaRPr>
          </a:p>
          <a:p>
            <a:pPr marL="800100" lvl="1" indent="-182880" defTabSz="914400">
              <a:lnSpc>
                <a:spcPct val="90000"/>
              </a:lnSpc>
              <a:spcAft>
                <a:spcPts val="600"/>
              </a:spcAft>
              <a:buClr>
                <a:schemeClr val="accent1"/>
              </a:buClr>
              <a:buFont typeface="Wingdings 2" pitchFamily="18" charset="2"/>
              <a:buChar char=""/>
            </a:pPr>
            <a:r>
              <a:rPr lang="en-US" sz="2000" b="1" u="sng" dirty="0">
                <a:solidFill>
                  <a:schemeClr val="accent1">
                    <a:lumMod val="75000"/>
                  </a:schemeClr>
                </a:solidFill>
              </a:rPr>
              <a:t>Gestor de </a:t>
            </a:r>
            <a:r>
              <a:rPr lang="en-US" sz="2000" b="1" u="sng" dirty="0" err="1">
                <a:solidFill>
                  <a:schemeClr val="accent1">
                    <a:lumMod val="75000"/>
                  </a:schemeClr>
                </a:solidFill>
              </a:rPr>
              <a:t>anomalías</a:t>
            </a:r>
            <a:r>
              <a:rPr lang="en-US" u="sng" dirty="0">
                <a:solidFill>
                  <a:schemeClr val="tx1">
                    <a:lumMod val="65000"/>
                    <a:lumOff val="35000"/>
                  </a:schemeClr>
                </a:solidFill>
              </a:rPr>
              <a:t>:</a:t>
            </a:r>
            <a:r>
              <a:rPr lang="en-US" dirty="0">
                <a:solidFill>
                  <a:schemeClr val="tx1">
                    <a:lumMod val="65000"/>
                    <a:lumOff val="35000"/>
                  </a:schemeClr>
                </a:solidFill>
              </a:rPr>
              <a:t> el </a:t>
            </a:r>
            <a:r>
              <a:rPr lang="en-US" dirty="0" err="1">
                <a:solidFill>
                  <a:schemeClr val="tx1">
                    <a:lumMod val="65000"/>
                    <a:lumOff val="35000"/>
                  </a:schemeClr>
                </a:solidFill>
              </a:rPr>
              <a:t>directivo</a:t>
            </a:r>
            <a:r>
              <a:rPr lang="en-US" dirty="0">
                <a:solidFill>
                  <a:schemeClr val="tx1">
                    <a:lumMod val="65000"/>
                    <a:lumOff val="35000"/>
                  </a:schemeClr>
                </a:solidFill>
              </a:rPr>
              <a:t> </a:t>
            </a:r>
            <a:r>
              <a:rPr lang="en-US" dirty="0" err="1">
                <a:solidFill>
                  <a:schemeClr val="tx1">
                    <a:lumMod val="65000"/>
                    <a:lumOff val="35000"/>
                  </a:schemeClr>
                </a:solidFill>
              </a:rPr>
              <a:t>debe</a:t>
            </a:r>
            <a:r>
              <a:rPr lang="en-US" dirty="0">
                <a:solidFill>
                  <a:schemeClr val="tx1">
                    <a:lumMod val="65000"/>
                    <a:lumOff val="35000"/>
                  </a:schemeClr>
                </a:solidFill>
              </a:rPr>
              <a:t> </a:t>
            </a:r>
            <a:r>
              <a:rPr lang="en-US" dirty="0" err="1">
                <a:solidFill>
                  <a:schemeClr val="tx1">
                    <a:lumMod val="65000"/>
                    <a:lumOff val="35000"/>
                  </a:schemeClr>
                </a:solidFill>
              </a:rPr>
              <a:t>solucionar</a:t>
            </a:r>
            <a:r>
              <a:rPr lang="en-US" dirty="0">
                <a:solidFill>
                  <a:schemeClr val="tx1">
                    <a:lumMod val="65000"/>
                    <a:lumOff val="35000"/>
                  </a:schemeClr>
                </a:solidFill>
              </a:rPr>
              <a:t> </a:t>
            </a:r>
            <a:r>
              <a:rPr lang="en-US" dirty="0" err="1">
                <a:solidFill>
                  <a:schemeClr val="tx1">
                    <a:lumMod val="65000"/>
                    <a:lumOff val="35000"/>
                  </a:schemeClr>
                </a:solidFill>
              </a:rPr>
              <a:t>los</a:t>
            </a:r>
            <a:r>
              <a:rPr lang="en-US" dirty="0">
                <a:solidFill>
                  <a:schemeClr val="tx1">
                    <a:lumMod val="65000"/>
                    <a:lumOff val="35000"/>
                  </a:schemeClr>
                </a:solidFill>
              </a:rPr>
              <a:t> </a:t>
            </a:r>
            <a:r>
              <a:rPr lang="en-US" dirty="0" err="1">
                <a:solidFill>
                  <a:schemeClr val="tx1">
                    <a:lumMod val="65000"/>
                    <a:lumOff val="35000"/>
                  </a:schemeClr>
                </a:solidFill>
              </a:rPr>
              <a:t>problemas</a:t>
            </a:r>
            <a:r>
              <a:rPr lang="en-US" dirty="0">
                <a:solidFill>
                  <a:schemeClr val="tx1">
                    <a:lumMod val="65000"/>
                    <a:lumOff val="35000"/>
                  </a:schemeClr>
                </a:solidFill>
              </a:rPr>
              <a:t> y </a:t>
            </a:r>
            <a:r>
              <a:rPr lang="en-US" dirty="0" err="1">
                <a:solidFill>
                  <a:schemeClr val="tx1">
                    <a:lumMod val="65000"/>
                    <a:lumOff val="35000"/>
                  </a:schemeClr>
                </a:solidFill>
              </a:rPr>
              <a:t>dificultades</a:t>
            </a:r>
            <a:r>
              <a:rPr lang="en-US" dirty="0">
                <a:solidFill>
                  <a:schemeClr val="tx1">
                    <a:lumMod val="65000"/>
                    <a:lumOff val="35000"/>
                  </a:schemeClr>
                </a:solidFill>
              </a:rPr>
              <a:t> que </a:t>
            </a:r>
            <a:r>
              <a:rPr lang="en-US" dirty="0" err="1">
                <a:solidFill>
                  <a:schemeClr val="tx1">
                    <a:lumMod val="65000"/>
                    <a:lumOff val="35000"/>
                  </a:schemeClr>
                </a:solidFill>
              </a:rPr>
              <a:t>surjan</a:t>
            </a:r>
            <a:r>
              <a:rPr lang="en-US" dirty="0">
                <a:solidFill>
                  <a:schemeClr val="tx1">
                    <a:lumMod val="65000"/>
                    <a:lumOff val="35000"/>
                  </a:schemeClr>
                </a:solidFill>
              </a:rPr>
              <a:t> </a:t>
            </a:r>
            <a:r>
              <a:rPr lang="en-US" dirty="0" err="1">
                <a:solidFill>
                  <a:schemeClr val="tx1">
                    <a:lumMod val="65000"/>
                    <a:lumOff val="35000"/>
                  </a:schemeClr>
                </a:solidFill>
              </a:rPr>
              <a:t>en</a:t>
            </a:r>
            <a:r>
              <a:rPr lang="en-US" dirty="0">
                <a:solidFill>
                  <a:schemeClr val="tx1">
                    <a:lumMod val="65000"/>
                    <a:lumOff val="35000"/>
                  </a:schemeClr>
                </a:solidFill>
              </a:rPr>
              <a:t> la </a:t>
            </a:r>
            <a:r>
              <a:rPr lang="en-US" dirty="0" err="1">
                <a:solidFill>
                  <a:schemeClr val="tx1">
                    <a:lumMod val="65000"/>
                    <a:lumOff val="35000"/>
                  </a:schemeClr>
                </a:solidFill>
              </a:rPr>
              <a:t>organización</a:t>
            </a:r>
            <a:r>
              <a:rPr lang="en-US" dirty="0">
                <a:solidFill>
                  <a:schemeClr val="tx1">
                    <a:lumMod val="65000"/>
                    <a:lumOff val="35000"/>
                  </a:schemeClr>
                </a:solidFill>
              </a:rPr>
              <a:t> no </a:t>
            </a:r>
            <a:r>
              <a:rPr lang="en-US" dirty="0" err="1">
                <a:solidFill>
                  <a:schemeClr val="tx1">
                    <a:lumMod val="65000"/>
                    <a:lumOff val="35000"/>
                  </a:schemeClr>
                </a:solidFill>
              </a:rPr>
              <a:t>subsanados</a:t>
            </a:r>
            <a:r>
              <a:rPr lang="en-US" dirty="0">
                <a:solidFill>
                  <a:schemeClr val="tx1">
                    <a:lumMod val="65000"/>
                    <a:lumOff val="35000"/>
                  </a:schemeClr>
                </a:solidFill>
              </a:rPr>
              <a:t> </a:t>
            </a:r>
            <a:r>
              <a:rPr lang="en-US" dirty="0" err="1">
                <a:solidFill>
                  <a:schemeClr val="tx1">
                    <a:lumMod val="65000"/>
                    <a:lumOff val="35000"/>
                  </a:schemeClr>
                </a:solidFill>
              </a:rPr>
              <a:t>por</a:t>
            </a:r>
            <a:r>
              <a:rPr lang="en-US" dirty="0">
                <a:solidFill>
                  <a:schemeClr val="tx1">
                    <a:lumMod val="65000"/>
                    <a:lumOff val="35000"/>
                  </a:schemeClr>
                </a:solidFill>
              </a:rPr>
              <a:t> </a:t>
            </a:r>
            <a:r>
              <a:rPr lang="en-US" dirty="0" err="1">
                <a:solidFill>
                  <a:schemeClr val="tx1">
                    <a:lumMod val="65000"/>
                    <a:lumOff val="35000"/>
                  </a:schemeClr>
                </a:solidFill>
              </a:rPr>
              <a:t>los</a:t>
            </a:r>
            <a:r>
              <a:rPr lang="en-US" dirty="0">
                <a:solidFill>
                  <a:schemeClr val="tx1">
                    <a:lumMod val="65000"/>
                    <a:lumOff val="35000"/>
                  </a:schemeClr>
                </a:solidFill>
              </a:rPr>
              <a:t> </a:t>
            </a:r>
            <a:r>
              <a:rPr lang="en-US" dirty="0" err="1">
                <a:solidFill>
                  <a:schemeClr val="tx1">
                    <a:lumMod val="65000"/>
                    <a:lumOff val="35000"/>
                  </a:schemeClr>
                </a:solidFill>
              </a:rPr>
              <a:t>cauces</a:t>
            </a:r>
            <a:r>
              <a:rPr lang="en-US" dirty="0">
                <a:solidFill>
                  <a:schemeClr val="tx1">
                    <a:lumMod val="65000"/>
                    <a:lumOff val="35000"/>
                  </a:schemeClr>
                </a:solidFill>
              </a:rPr>
              <a:t> </a:t>
            </a:r>
            <a:r>
              <a:rPr lang="en-US" dirty="0" err="1">
                <a:solidFill>
                  <a:schemeClr val="tx1">
                    <a:lumMod val="65000"/>
                    <a:lumOff val="35000"/>
                  </a:schemeClr>
                </a:solidFill>
              </a:rPr>
              <a:t>preestablecidos</a:t>
            </a:r>
            <a:r>
              <a:rPr lang="en-US" dirty="0">
                <a:solidFill>
                  <a:schemeClr val="tx1">
                    <a:lumMod val="65000"/>
                    <a:lumOff val="35000"/>
                  </a:schemeClr>
                </a:solidFill>
              </a:rPr>
              <a:t>, es </a:t>
            </a:r>
            <a:r>
              <a:rPr lang="en-US" dirty="0" err="1">
                <a:solidFill>
                  <a:schemeClr val="tx1">
                    <a:lumMod val="65000"/>
                    <a:lumOff val="35000"/>
                  </a:schemeClr>
                </a:solidFill>
              </a:rPr>
              <a:t>decir</a:t>
            </a:r>
            <a:r>
              <a:rPr lang="en-US" dirty="0">
                <a:solidFill>
                  <a:schemeClr val="tx1">
                    <a:lumMod val="65000"/>
                    <a:lumOff val="35000"/>
                  </a:schemeClr>
                </a:solidFill>
              </a:rPr>
              <a:t>, </a:t>
            </a:r>
            <a:r>
              <a:rPr lang="en-US" dirty="0" err="1">
                <a:solidFill>
                  <a:schemeClr val="tx1">
                    <a:lumMod val="65000"/>
                    <a:lumOff val="35000"/>
                  </a:schemeClr>
                </a:solidFill>
              </a:rPr>
              <a:t>todos</a:t>
            </a:r>
            <a:r>
              <a:rPr lang="en-US" dirty="0">
                <a:solidFill>
                  <a:schemeClr val="tx1">
                    <a:lumMod val="65000"/>
                    <a:lumOff val="35000"/>
                  </a:schemeClr>
                </a:solidFill>
              </a:rPr>
              <a:t> </a:t>
            </a:r>
            <a:r>
              <a:rPr lang="en-US" dirty="0" err="1">
                <a:solidFill>
                  <a:schemeClr val="tx1">
                    <a:lumMod val="65000"/>
                    <a:lumOff val="35000"/>
                  </a:schemeClr>
                </a:solidFill>
              </a:rPr>
              <a:t>aquellos</a:t>
            </a:r>
            <a:r>
              <a:rPr lang="en-US" dirty="0">
                <a:solidFill>
                  <a:schemeClr val="tx1">
                    <a:lumMod val="65000"/>
                    <a:lumOff val="35000"/>
                  </a:schemeClr>
                </a:solidFill>
              </a:rPr>
              <a:t> </a:t>
            </a:r>
            <a:r>
              <a:rPr lang="en-US" dirty="0" err="1">
                <a:solidFill>
                  <a:schemeClr val="tx1">
                    <a:lumMod val="65000"/>
                    <a:lumOff val="35000"/>
                  </a:schemeClr>
                </a:solidFill>
              </a:rPr>
              <a:t>problemas</a:t>
            </a:r>
            <a:r>
              <a:rPr lang="en-US" dirty="0">
                <a:solidFill>
                  <a:schemeClr val="tx1">
                    <a:lumMod val="65000"/>
                    <a:lumOff val="35000"/>
                  </a:schemeClr>
                </a:solidFill>
              </a:rPr>
              <a:t> para </a:t>
            </a:r>
            <a:r>
              <a:rPr lang="en-US" dirty="0" err="1">
                <a:solidFill>
                  <a:schemeClr val="tx1">
                    <a:lumMod val="65000"/>
                    <a:lumOff val="35000"/>
                  </a:schemeClr>
                </a:solidFill>
              </a:rPr>
              <a:t>los</a:t>
            </a:r>
            <a:r>
              <a:rPr lang="en-US" dirty="0">
                <a:solidFill>
                  <a:schemeClr val="tx1">
                    <a:lumMod val="65000"/>
                    <a:lumOff val="35000"/>
                  </a:schemeClr>
                </a:solidFill>
              </a:rPr>
              <a:t> que no se ha </a:t>
            </a:r>
            <a:r>
              <a:rPr lang="en-US" dirty="0" err="1">
                <a:solidFill>
                  <a:schemeClr val="tx1">
                    <a:lumMod val="65000"/>
                    <a:lumOff val="35000"/>
                  </a:schemeClr>
                </a:solidFill>
              </a:rPr>
              <a:t>definido</a:t>
            </a:r>
            <a:r>
              <a:rPr lang="en-US" dirty="0">
                <a:solidFill>
                  <a:schemeClr val="tx1">
                    <a:lumMod val="65000"/>
                    <a:lumOff val="35000"/>
                  </a:schemeClr>
                </a:solidFill>
              </a:rPr>
              <a:t> un </a:t>
            </a:r>
            <a:r>
              <a:rPr lang="en-US" dirty="0" err="1">
                <a:solidFill>
                  <a:schemeClr val="tx1">
                    <a:lumMod val="65000"/>
                    <a:lumOff val="35000"/>
                  </a:schemeClr>
                </a:solidFill>
              </a:rPr>
              <a:t>determinado</a:t>
            </a:r>
            <a:r>
              <a:rPr lang="en-US" dirty="0">
                <a:solidFill>
                  <a:schemeClr val="tx1">
                    <a:lumMod val="65000"/>
                    <a:lumOff val="35000"/>
                  </a:schemeClr>
                </a:solidFill>
              </a:rPr>
              <a:t> </a:t>
            </a:r>
            <a:r>
              <a:rPr lang="en-US" dirty="0" err="1">
                <a:solidFill>
                  <a:schemeClr val="tx1">
                    <a:lumMod val="65000"/>
                    <a:lumOff val="35000"/>
                  </a:schemeClr>
                </a:solidFill>
              </a:rPr>
              <a:t>procedimiento</a:t>
            </a:r>
            <a:r>
              <a:rPr lang="en-US" dirty="0">
                <a:solidFill>
                  <a:schemeClr val="tx1">
                    <a:lumMod val="65000"/>
                    <a:lumOff val="35000"/>
                  </a:schemeClr>
                </a:solidFill>
              </a:rPr>
              <a:t> “</a:t>
            </a:r>
            <a:r>
              <a:rPr lang="en-US" dirty="0" err="1">
                <a:solidFill>
                  <a:schemeClr val="tx1">
                    <a:lumMod val="65000"/>
                    <a:lumOff val="35000"/>
                  </a:schemeClr>
                </a:solidFill>
              </a:rPr>
              <a:t>automático</a:t>
            </a:r>
            <a:r>
              <a:rPr lang="en-US" dirty="0">
                <a:solidFill>
                  <a:schemeClr val="tx1">
                    <a:lumMod val="65000"/>
                    <a:lumOff val="35000"/>
                  </a:schemeClr>
                </a:solidFill>
              </a:rPr>
              <a:t>” de </a:t>
            </a:r>
            <a:r>
              <a:rPr lang="en-US" dirty="0" err="1">
                <a:solidFill>
                  <a:schemeClr val="tx1">
                    <a:lumMod val="65000"/>
                    <a:lumOff val="35000"/>
                  </a:schemeClr>
                </a:solidFill>
              </a:rPr>
              <a:t>solución</a:t>
            </a:r>
            <a:r>
              <a:rPr lang="en-US" dirty="0">
                <a:solidFill>
                  <a:schemeClr val="tx1">
                    <a:lumMod val="65000"/>
                    <a:lumOff val="35000"/>
                  </a:schemeClr>
                </a:solidFill>
              </a:rPr>
              <a:t>.</a:t>
            </a:r>
          </a:p>
          <a:p>
            <a:pPr marL="800100" lvl="1" indent="-182880" defTabSz="914400">
              <a:lnSpc>
                <a:spcPct val="90000"/>
              </a:lnSpc>
              <a:spcAft>
                <a:spcPts val="600"/>
              </a:spcAft>
              <a:buClr>
                <a:schemeClr val="accent1"/>
              </a:buClr>
              <a:buFont typeface="Wingdings 2" pitchFamily="18" charset="2"/>
              <a:buChar char=""/>
            </a:pPr>
            <a:endParaRPr lang="en-US" dirty="0">
              <a:solidFill>
                <a:schemeClr val="tx1">
                  <a:lumMod val="65000"/>
                  <a:lumOff val="35000"/>
                </a:schemeClr>
              </a:solidFill>
            </a:endParaRPr>
          </a:p>
          <a:p>
            <a:pPr marL="800100" lvl="1" indent="-182880" defTabSz="914400">
              <a:lnSpc>
                <a:spcPct val="90000"/>
              </a:lnSpc>
              <a:spcAft>
                <a:spcPts val="600"/>
              </a:spcAft>
              <a:buClr>
                <a:schemeClr val="accent1"/>
              </a:buClr>
              <a:buFont typeface="Wingdings 2" pitchFamily="18" charset="2"/>
              <a:buChar char=""/>
            </a:pPr>
            <a:r>
              <a:rPr lang="en-US" sz="2000" b="1" u="sng" dirty="0" err="1">
                <a:solidFill>
                  <a:schemeClr val="accent1">
                    <a:lumMod val="75000"/>
                  </a:schemeClr>
                </a:solidFill>
              </a:rPr>
              <a:t>Distribuidor</a:t>
            </a:r>
            <a:r>
              <a:rPr lang="en-US" sz="2000" b="1" u="sng" dirty="0">
                <a:solidFill>
                  <a:schemeClr val="accent1">
                    <a:lumMod val="75000"/>
                  </a:schemeClr>
                </a:solidFill>
              </a:rPr>
              <a:t> de </a:t>
            </a:r>
            <a:r>
              <a:rPr lang="en-US" sz="2000" b="1" u="sng" dirty="0" err="1">
                <a:solidFill>
                  <a:schemeClr val="accent1">
                    <a:lumMod val="75000"/>
                  </a:schemeClr>
                </a:solidFill>
              </a:rPr>
              <a:t>recursos</a:t>
            </a:r>
            <a:r>
              <a:rPr lang="en-US" u="sng" dirty="0">
                <a:solidFill>
                  <a:schemeClr val="tx1">
                    <a:lumMod val="65000"/>
                    <a:lumOff val="35000"/>
                  </a:schemeClr>
                </a:solidFill>
              </a:rPr>
              <a:t>:</a:t>
            </a:r>
            <a:r>
              <a:rPr lang="en-US" dirty="0">
                <a:solidFill>
                  <a:schemeClr val="tx1">
                    <a:lumMod val="65000"/>
                    <a:lumOff val="35000"/>
                  </a:schemeClr>
                </a:solidFill>
              </a:rPr>
              <a:t> es </a:t>
            </a:r>
            <a:r>
              <a:rPr lang="en-US" dirty="0" err="1">
                <a:solidFill>
                  <a:schemeClr val="tx1">
                    <a:lumMod val="65000"/>
                    <a:lumOff val="35000"/>
                  </a:schemeClr>
                </a:solidFill>
              </a:rPr>
              <a:t>responsable</a:t>
            </a:r>
            <a:r>
              <a:rPr lang="en-US" dirty="0">
                <a:solidFill>
                  <a:schemeClr val="tx1">
                    <a:lumMod val="65000"/>
                    <a:lumOff val="35000"/>
                  </a:schemeClr>
                </a:solidFill>
              </a:rPr>
              <a:t> de la </a:t>
            </a:r>
            <a:r>
              <a:rPr lang="en-US" dirty="0" err="1">
                <a:solidFill>
                  <a:schemeClr val="tx1">
                    <a:lumMod val="65000"/>
                    <a:lumOff val="35000"/>
                  </a:schemeClr>
                </a:solidFill>
              </a:rPr>
              <a:t>asignación</a:t>
            </a:r>
            <a:r>
              <a:rPr lang="en-US" dirty="0">
                <a:solidFill>
                  <a:schemeClr val="tx1">
                    <a:lumMod val="65000"/>
                    <a:lumOff val="35000"/>
                  </a:schemeClr>
                </a:solidFill>
              </a:rPr>
              <a:t> de </a:t>
            </a:r>
            <a:r>
              <a:rPr lang="en-US" dirty="0" err="1">
                <a:solidFill>
                  <a:schemeClr val="tx1">
                    <a:lumMod val="65000"/>
                    <a:lumOff val="35000"/>
                  </a:schemeClr>
                </a:solidFill>
              </a:rPr>
              <a:t>todos</a:t>
            </a:r>
            <a:r>
              <a:rPr lang="en-US" dirty="0">
                <a:solidFill>
                  <a:schemeClr val="tx1">
                    <a:lumMod val="65000"/>
                    <a:lumOff val="35000"/>
                  </a:schemeClr>
                </a:solidFill>
              </a:rPr>
              <a:t> </a:t>
            </a:r>
            <a:r>
              <a:rPr lang="en-US" dirty="0" err="1">
                <a:solidFill>
                  <a:schemeClr val="tx1">
                    <a:lumMod val="65000"/>
                    <a:lumOff val="35000"/>
                  </a:schemeClr>
                </a:solidFill>
              </a:rPr>
              <a:t>los</a:t>
            </a:r>
            <a:r>
              <a:rPr lang="en-US" dirty="0">
                <a:solidFill>
                  <a:schemeClr val="tx1">
                    <a:lumMod val="65000"/>
                    <a:lumOff val="35000"/>
                  </a:schemeClr>
                </a:solidFill>
              </a:rPr>
              <a:t> </a:t>
            </a:r>
            <a:r>
              <a:rPr lang="en-US" dirty="0" err="1">
                <a:solidFill>
                  <a:schemeClr val="tx1">
                    <a:lumMod val="65000"/>
                    <a:lumOff val="35000"/>
                  </a:schemeClr>
                </a:solidFill>
              </a:rPr>
              <a:t>recursos</a:t>
            </a:r>
            <a:r>
              <a:rPr lang="en-US" dirty="0">
                <a:solidFill>
                  <a:schemeClr val="tx1">
                    <a:lumMod val="65000"/>
                    <a:lumOff val="35000"/>
                  </a:schemeClr>
                </a:solidFill>
              </a:rPr>
              <a:t> de la </a:t>
            </a:r>
            <a:r>
              <a:rPr lang="en-US" dirty="0" err="1">
                <a:solidFill>
                  <a:schemeClr val="tx1">
                    <a:lumMod val="65000"/>
                    <a:lumOff val="35000"/>
                  </a:schemeClr>
                </a:solidFill>
              </a:rPr>
              <a:t>organización</a:t>
            </a:r>
            <a:r>
              <a:rPr lang="en-US" dirty="0">
                <a:solidFill>
                  <a:schemeClr val="tx1">
                    <a:lumMod val="65000"/>
                    <a:lumOff val="35000"/>
                  </a:schemeClr>
                </a:solidFill>
              </a:rPr>
              <a:t>; </a:t>
            </a:r>
            <a:r>
              <a:rPr lang="en-US" dirty="0" err="1">
                <a:solidFill>
                  <a:schemeClr val="tx1">
                    <a:lumMod val="65000"/>
                    <a:lumOff val="35000"/>
                  </a:schemeClr>
                </a:solidFill>
              </a:rPr>
              <a:t>toma</a:t>
            </a:r>
            <a:r>
              <a:rPr lang="en-US" dirty="0">
                <a:solidFill>
                  <a:schemeClr val="tx1">
                    <a:lumMod val="65000"/>
                    <a:lumOff val="35000"/>
                  </a:schemeClr>
                </a:solidFill>
              </a:rPr>
              <a:t> o </a:t>
            </a:r>
            <a:r>
              <a:rPr lang="en-US" dirty="0" err="1">
                <a:solidFill>
                  <a:schemeClr val="tx1">
                    <a:lumMod val="65000"/>
                    <a:lumOff val="35000"/>
                  </a:schemeClr>
                </a:solidFill>
              </a:rPr>
              <a:t>aprueba</a:t>
            </a:r>
            <a:r>
              <a:rPr lang="en-US" dirty="0">
                <a:solidFill>
                  <a:schemeClr val="tx1">
                    <a:lumMod val="65000"/>
                    <a:lumOff val="35000"/>
                  </a:schemeClr>
                </a:solidFill>
              </a:rPr>
              <a:t> </a:t>
            </a:r>
            <a:r>
              <a:rPr lang="en-US" dirty="0" err="1">
                <a:solidFill>
                  <a:schemeClr val="tx1">
                    <a:lumMod val="65000"/>
                    <a:lumOff val="35000"/>
                  </a:schemeClr>
                </a:solidFill>
              </a:rPr>
              <a:t>todas</a:t>
            </a:r>
            <a:r>
              <a:rPr lang="en-US" dirty="0">
                <a:solidFill>
                  <a:schemeClr val="tx1">
                    <a:lumMod val="65000"/>
                    <a:lumOff val="35000"/>
                  </a:schemeClr>
                </a:solidFill>
              </a:rPr>
              <a:t> las </a:t>
            </a:r>
            <a:r>
              <a:rPr lang="en-US" dirty="0" err="1">
                <a:solidFill>
                  <a:schemeClr val="tx1">
                    <a:lumMod val="65000"/>
                    <a:lumOff val="35000"/>
                  </a:schemeClr>
                </a:solidFill>
              </a:rPr>
              <a:t>decisiones</a:t>
            </a:r>
            <a:r>
              <a:rPr lang="en-US" dirty="0">
                <a:solidFill>
                  <a:schemeClr val="tx1">
                    <a:lumMod val="65000"/>
                    <a:lumOff val="35000"/>
                  </a:schemeClr>
                </a:solidFill>
              </a:rPr>
              <a:t> </a:t>
            </a:r>
            <a:r>
              <a:rPr lang="en-US" dirty="0" err="1">
                <a:solidFill>
                  <a:schemeClr val="tx1">
                    <a:lumMod val="65000"/>
                    <a:lumOff val="35000"/>
                  </a:schemeClr>
                </a:solidFill>
              </a:rPr>
              <a:t>importantes</a:t>
            </a:r>
            <a:r>
              <a:rPr lang="en-US" dirty="0">
                <a:solidFill>
                  <a:schemeClr val="tx1">
                    <a:lumMod val="65000"/>
                    <a:lumOff val="35000"/>
                  </a:schemeClr>
                </a:solidFill>
              </a:rPr>
              <a:t> de la </a:t>
            </a:r>
            <a:r>
              <a:rPr lang="en-US" dirty="0" err="1">
                <a:solidFill>
                  <a:schemeClr val="tx1">
                    <a:lumMod val="65000"/>
                    <a:lumOff val="35000"/>
                  </a:schemeClr>
                </a:solidFill>
              </a:rPr>
              <a:t>empresa</a:t>
            </a:r>
            <a:r>
              <a:rPr lang="en-US" dirty="0">
                <a:solidFill>
                  <a:schemeClr val="tx1">
                    <a:lumMod val="65000"/>
                    <a:lumOff val="35000"/>
                  </a:schemeClr>
                </a:solidFill>
              </a:rPr>
              <a:t>.</a:t>
            </a:r>
          </a:p>
          <a:p>
            <a:pPr marL="800100" lvl="1" indent="-182880" defTabSz="914400">
              <a:lnSpc>
                <a:spcPct val="90000"/>
              </a:lnSpc>
              <a:spcAft>
                <a:spcPts val="600"/>
              </a:spcAft>
              <a:buClr>
                <a:schemeClr val="accent1"/>
              </a:buClr>
              <a:buFont typeface="Wingdings 2" pitchFamily="18" charset="2"/>
              <a:buChar char=""/>
            </a:pPr>
            <a:endParaRPr lang="en-US" dirty="0">
              <a:solidFill>
                <a:schemeClr val="tx1">
                  <a:lumMod val="65000"/>
                  <a:lumOff val="35000"/>
                </a:schemeClr>
              </a:solidFill>
            </a:endParaRPr>
          </a:p>
          <a:p>
            <a:pPr marL="800100" lvl="1" indent="-182880" defTabSz="914400">
              <a:lnSpc>
                <a:spcPct val="90000"/>
              </a:lnSpc>
              <a:spcAft>
                <a:spcPts val="600"/>
              </a:spcAft>
              <a:buClr>
                <a:schemeClr val="accent1"/>
              </a:buClr>
              <a:buFont typeface="Wingdings 2" pitchFamily="18" charset="2"/>
              <a:buChar char=""/>
            </a:pPr>
            <a:r>
              <a:rPr lang="en-US" sz="2000" u="sng" dirty="0" err="1">
                <a:solidFill>
                  <a:schemeClr val="accent1">
                    <a:lumMod val="75000"/>
                  </a:schemeClr>
                </a:solidFill>
              </a:rPr>
              <a:t>Negociador</a:t>
            </a:r>
            <a:r>
              <a:rPr lang="en-US" u="sng" dirty="0">
                <a:solidFill>
                  <a:schemeClr val="tx1">
                    <a:lumMod val="65000"/>
                    <a:lumOff val="35000"/>
                  </a:schemeClr>
                </a:solidFill>
              </a:rPr>
              <a:t>:</a:t>
            </a:r>
            <a:r>
              <a:rPr lang="en-US" dirty="0">
                <a:solidFill>
                  <a:schemeClr val="tx1">
                    <a:lumMod val="65000"/>
                    <a:lumOff val="35000"/>
                  </a:schemeClr>
                </a:solidFill>
              </a:rPr>
              <a:t> es </a:t>
            </a:r>
            <a:r>
              <a:rPr lang="en-US" dirty="0" err="1">
                <a:solidFill>
                  <a:schemeClr val="tx1">
                    <a:lumMod val="65000"/>
                    <a:lumOff val="35000"/>
                  </a:schemeClr>
                </a:solidFill>
              </a:rPr>
              <a:t>responsable</a:t>
            </a:r>
            <a:r>
              <a:rPr lang="en-US" dirty="0">
                <a:solidFill>
                  <a:schemeClr val="tx1">
                    <a:lumMod val="65000"/>
                    <a:lumOff val="35000"/>
                  </a:schemeClr>
                </a:solidFill>
              </a:rPr>
              <a:t> de </a:t>
            </a:r>
            <a:r>
              <a:rPr lang="en-US" dirty="0" err="1">
                <a:solidFill>
                  <a:schemeClr val="tx1">
                    <a:lumMod val="65000"/>
                    <a:lumOff val="35000"/>
                  </a:schemeClr>
                </a:solidFill>
              </a:rPr>
              <a:t>representar</a:t>
            </a:r>
            <a:r>
              <a:rPr lang="en-US" dirty="0">
                <a:solidFill>
                  <a:schemeClr val="tx1">
                    <a:lumMod val="65000"/>
                    <a:lumOff val="35000"/>
                  </a:schemeClr>
                </a:solidFill>
              </a:rPr>
              <a:t> a la </a:t>
            </a:r>
            <a:r>
              <a:rPr lang="en-US" dirty="0" err="1">
                <a:solidFill>
                  <a:schemeClr val="tx1">
                    <a:lumMod val="65000"/>
                    <a:lumOff val="35000"/>
                  </a:schemeClr>
                </a:solidFill>
              </a:rPr>
              <a:t>organización</a:t>
            </a:r>
            <a:r>
              <a:rPr lang="en-US" dirty="0">
                <a:solidFill>
                  <a:schemeClr val="tx1">
                    <a:lumMod val="65000"/>
                    <a:lumOff val="35000"/>
                  </a:schemeClr>
                </a:solidFill>
              </a:rPr>
              <a:t> </a:t>
            </a:r>
            <a:r>
              <a:rPr lang="en-US" dirty="0" err="1">
                <a:solidFill>
                  <a:schemeClr val="tx1">
                    <a:lumMod val="65000"/>
                    <a:lumOff val="35000"/>
                  </a:schemeClr>
                </a:solidFill>
              </a:rPr>
              <a:t>en</a:t>
            </a:r>
            <a:r>
              <a:rPr lang="en-US" dirty="0">
                <a:solidFill>
                  <a:schemeClr val="tx1">
                    <a:lumMod val="65000"/>
                    <a:lumOff val="35000"/>
                  </a:schemeClr>
                </a:solidFill>
              </a:rPr>
              <a:t> </a:t>
            </a:r>
            <a:r>
              <a:rPr lang="en-US" dirty="0" err="1">
                <a:solidFill>
                  <a:schemeClr val="tx1">
                    <a:lumMod val="65000"/>
                    <a:lumOff val="35000"/>
                  </a:schemeClr>
                </a:solidFill>
              </a:rPr>
              <a:t>todas</a:t>
            </a:r>
            <a:r>
              <a:rPr lang="en-US" dirty="0">
                <a:solidFill>
                  <a:schemeClr val="tx1">
                    <a:lumMod val="65000"/>
                    <a:lumOff val="35000"/>
                  </a:schemeClr>
                </a:solidFill>
              </a:rPr>
              <a:t> las </a:t>
            </a:r>
            <a:r>
              <a:rPr lang="en-US" dirty="0" err="1">
                <a:solidFill>
                  <a:schemeClr val="tx1">
                    <a:lumMod val="65000"/>
                    <a:lumOff val="35000"/>
                  </a:schemeClr>
                </a:solidFill>
              </a:rPr>
              <a:t>principales</a:t>
            </a:r>
            <a:r>
              <a:rPr lang="en-US" dirty="0">
                <a:solidFill>
                  <a:schemeClr val="tx1">
                    <a:lumMod val="65000"/>
                    <a:lumOff val="35000"/>
                  </a:schemeClr>
                </a:solidFill>
              </a:rPr>
              <a:t> </a:t>
            </a:r>
            <a:r>
              <a:rPr lang="en-US" dirty="0" err="1">
                <a:solidFill>
                  <a:schemeClr val="tx1">
                    <a:lumMod val="65000"/>
                    <a:lumOff val="35000"/>
                  </a:schemeClr>
                </a:solidFill>
              </a:rPr>
              <a:t>negociaciones</a:t>
            </a:r>
            <a:r>
              <a:rPr lang="en-US" dirty="0">
                <a:solidFill>
                  <a:schemeClr val="tx1">
                    <a:lumMod val="65000"/>
                    <a:lumOff val="35000"/>
                  </a:schemeClr>
                </a:solidFill>
              </a:rPr>
              <a:t>.</a:t>
            </a:r>
          </a:p>
        </p:txBody>
      </p:sp>
      <p:sp>
        <p:nvSpPr>
          <p:cNvPr id="73746" name="Freeform: Shape 73745">
            <a:extLst>
              <a:ext uri="{FF2B5EF4-FFF2-40B4-BE49-F238E27FC236}">
                <a16:creationId xmlns:a16="http://schemas.microsoft.com/office/drawing/2014/main" id="{8797B5BC-9873-45F9-97D6-298FB5AF0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0320" y="761999"/>
            <a:ext cx="3156367"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5" name="4 Título"/>
          <p:cNvSpPr>
            <a:spLocks noGrp="1"/>
          </p:cNvSpPr>
          <p:nvPr>
            <p:ph type="title"/>
          </p:nvPr>
        </p:nvSpPr>
        <p:spPr>
          <a:xfrm>
            <a:off x="6737103" y="1865740"/>
            <a:ext cx="2210612" cy="3126520"/>
          </a:xfrm>
        </p:spPr>
        <p:txBody>
          <a:bodyPr vert="horz" lIns="91440" tIns="45720" rIns="91440" bIns="45720" rtlCol="0" anchor="ctr">
            <a:normAutofit/>
          </a:bodyPr>
          <a:lstStyle/>
          <a:p>
            <a:r>
              <a:rPr lang="en-US" sz="3600"/>
              <a:t>2.1.3. Roles directivos</a:t>
            </a:r>
          </a:p>
        </p:txBody>
      </p:sp>
      <p:sp>
        <p:nvSpPr>
          <p:cNvPr id="6" name="5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22</a:t>
            </a:fld>
            <a:endParaRPr lang="en-US" sz="1200" b="1" kern="1200" dirty="0">
              <a:solidFill>
                <a:schemeClr val="accent1"/>
              </a:solidFill>
              <a:latin typeface="+mn-lt"/>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6" name="Rectangle 25">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28" name="Rectangle 2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ítulo 1">
            <a:extLst>
              <a:ext uri="{FF2B5EF4-FFF2-40B4-BE49-F238E27FC236}">
                <a16:creationId xmlns:a16="http://schemas.microsoft.com/office/drawing/2014/main" id="{6ADCB46D-17CC-43E0-9AF9-D5544ED8887E}"/>
              </a:ext>
            </a:extLst>
          </p:cNvPr>
          <p:cNvSpPr>
            <a:spLocks noGrp="1"/>
          </p:cNvSpPr>
          <p:nvPr>
            <p:ph type="title"/>
          </p:nvPr>
        </p:nvSpPr>
        <p:spPr>
          <a:xfrm>
            <a:off x="1154337" y="864108"/>
            <a:ext cx="2305435" cy="5120639"/>
          </a:xfrm>
        </p:spPr>
        <p:txBody>
          <a:bodyPr vert="horz" lIns="91440" tIns="45720" rIns="91440" bIns="45720" rtlCol="0" anchor="ctr">
            <a:normAutofit/>
          </a:bodyPr>
          <a:lstStyle/>
          <a:p>
            <a:pPr algn="r"/>
            <a:r>
              <a:rPr lang="en-US" sz="2800" b="1" u="none">
                <a:solidFill>
                  <a:schemeClr val="tx1">
                    <a:lumMod val="85000"/>
                    <a:lumOff val="15000"/>
                  </a:schemeClr>
                </a:solidFill>
              </a:rPr>
              <a:t>2.2. LA TOMA DE DECISIONES: FUNCIÓN PRINCIPAL DEL DIRECTIVO</a:t>
            </a:r>
            <a:br>
              <a:rPr lang="en-US" sz="2800" b="1" u="none">
                <a:solidFill>
                  <a:schemeClr val="tx1">
                    <a:lumMod val="85000"/>
                    <a:lumOff val="15000"/>
                  </a:schemeClr>
                </a:solidFill>
              </a:rPr>
            </a:br>
            <a:endParaRPr lang="en-US" sz="2800">
              <a:solidFill>
                <a:schemeClr val="tx1">
                  <a:lumMod val="85000"/>
                  <a:lumOff val="15000"/>
                </a:schemeClr>
              </a:solidFill>
            </a:endParaRPr>
          </a:p>
        </p:txBody>
      </p:sp>
      <p:sp>
        <p:nvSpPr>
          <p:cNvPr id="30" name="Rectangle 2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32" name="Straight Connector 3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3 Rectángulo"/>
          <p:cNvSpPr/>
          <p:nvPr/>
        </p:nvSpPr>
        <p:spPr>
          <a:xfrm>
            <a:off x="3966921" y="864108"/>
            <a:ext cx="4433008" cy="5120640"/>
          </a:xfrm>
          <a:prstGeom prst="rect">
            <a:avLst/>
          </a:prstGeom>
        </p:spPr>
        <p:txBody>
          <a:bodyPr vert="horz" lIns="91440" tIns="45720" rIns="91440" bIns="45720" rtlCol="0" anchor="ctr">
            <a:normAutofit/>
          </a:bodyPr>
          <a:lstStyle/>
          <a:p>
            <a:pPr marL="285750" indent="-182880" defTabSz="914400">
              <a:lnSpc>
                <a:spcPct val="90000"/>
              </a:lnSpc>
              <a:spcBef>
                <a:spcPct val="20000"/>
              </a:spcBef>
              <a:buClr>
                <a:schemeClr val="accent1"/>
              </a:buClr>
              <a:buFont typeface="Wingdings 2" pitchFamily="18" charset="2"/>
              <a:buChar char=""/>
            </a:pPr>
            <a:r>
              <a:rPr lang="en-US">
                <a:solidFill>
                  <a:schemeClr val="tx1">
                    <a:lumMod val="65000"/>
                    <a:lumOff val="35000"/>
                  </a:schemeClr>
                </a:solidFill>
              </a:rPr>
              <a:t>2.2.1. Conceptos generales.</a:t>
            </a:r>
          </a:p>
          <a:p>
            <a:pPr marL="285750" indent="-182880" defTabSz="914400">
              <a:lnSpc>
                <a:spcPct val="90000"/>
              </a:lnSpc>
              <a:spcBef>
                <a:spcPct val="20000"/>
              </a:spcBef>
              <a:buClr>
                <a:schemeClr val="accent1"/>
              </a:buClr>
              <a:buFont typeface="Wingdings 2" pitchFamily="18" charset="2"/>
              <a:buChar char=""/>
            </a:pPr>
            <a:r>
              <a:rPr lang="en-US">
                <a:solidFill>
                  <a:schemeClr val="tx1">
                    <a:lumMod val="65000"/>
                    <a:lumOff val="35000"/>
                  </a:schemeClr>
                </a:solidFill>
              </a:rPr>
              <a:t>2.2.2. El proceso de toma de decisiones.</a:t>
            </a:r>
            <a:endParaRPr lang="en-US" u="none">
              <a:solidFill>
                <a:schemeClr val="tx1">
                  <a:lumMod val="65000"/>
                  <a:lumOff val="35000"/>
                </a:schemeClr>
              </a:solidFill>
            </a:endParaRPr>
          </a:p>
          <a:p>
            <a:pPr marL="285750" indent="-182880" defTabSz="914400">
              <a:lnSpc>
                <a:spcPct val="90000"/>
              </a:lnSpc>
              <a:spcBef>
                <a:spcPct val="20000"/>
              </a:spcBef>
              <a:buClr>
                <a:schemeClr val="accent1"/>
              </a:buClr>
              <a:buFont typeface="Wingdings 2" pitchFamily="18" charset="2"/>
              <a:buChar char=""/>
            </a:pPr>
            <a:r>
              <a:rPr lang="en-US" u="none">
                <a:solidFill>
                  <a:schemeClr val="tx1">
                    <a:lumMod val="65000"/>
                    <a:lumOff val="35000"/>
                  </a:schemeClr>
                </a:solidFill>
              </a:rPr>
              <a:t>2.2.3. Tipos de problemas y decisiones.</a:t>
            </a:r>
            <a:endParaRPr lang="en-US">
              <a:solidFill>
                <a:schemeClr val="tx1">
                  <a:lumMod val="65000"/>
                  <a:lumOff val="35000"/>
                </a:schemeClr>
              </a:solidFill>
            </a:endParaRPr>
          </a:p>
        </p:txBody>
      </p:sp>
      <p:sp>
        <p:nvSpPr>
          <p:cNvPr id="34" name="Rectangle 3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23</a:t>
            </a:fld>
            <a:endParaRPr lang="en-US" sz="1200" b="1" kern="1200" dirty="0">
              <a:solidFill>
                <a:schemeClr val="accent1"/>
              </a:solidFill>
              <a:latin typeface="+mn-lt"/>
              <a:ea typeface="+mn-ea"/>
              <a:cs typeface="+mn-cs"/>
            </a:endParaRPr>
          </a:p>
        </p:txBody>
      </p:sp>
    </p:spTree>
    <p:extLst>
      <p:ext uri="{BB962C8B-B14F-4D97-AF65-F5344CB8AC3E}">
        <p14:creationId xmlns:p14="http://schemas.microsoft.com/office/powerpoint/2010/main" val="1971172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Título"/>
          <p:cNvSpPr>
            <a:spLocks noGrp="1"/>
          </p:cNvSpPr>
          <p:nvPr>
            <p:ph type="title"/>
          </p:nvPr>
        </p:nvSpPr>
        <p:spPr/>
        <p:txBody>
          <a:bodyPr/>
          <a:lstStyle/>
          <a:p>
            <a:pPr algn="l"/>
            <a:r>
              <a:rPr lang="es-ES_tradnl" dirty="0"/>
              <a:t>2.2.1. Conceptos generales</a:t>
            </a:r>
            <a:endParaRPr lang="es-ES" dirty="0"/>
          </a:p>
        </p:txBody>
      </p:sp>
      <p:sp>
        <p:nvSpPr>
          <p:cNvPr id="16" name="15 Marcador de número de diapositiva"/>
          <p:cNvSpPr>
            <a:spLocks noGrp="1"/>
          </p:cNvSpPr>
          <p:nvPr>
            <p:ph type="sldNum" sz="quarter" idx="12"/>
          </p:nvPr>
        </p:nvSpPr>
        <p:spPr>
          <a:xfrm>
            <a:off x="0" y="6232525"/>
            <a:ext cx="720725" cy="365125"/>
          </a:xfrm>
          <a:prstGeom prst="rect">
            <a:avLst/>
          </a:prstGeom>
        </p:spPr>
        <p:txBody>
          <a:bodyPr/>
          <a:lstStyle/>
          <a:p>
            <a:fld id="{3A50B82F-E44A-4FE6-8B99-53CD253DED7E}" type="slidenum">
              <a:rPr lang="es-ES" smtClean="0"/>
              <a:pPr/>
              <a:t>24</a:t>
            </a:fld>
            <a:endParaRPr lang="es-ES" dirty="0"/>
          </a:p>
        </p:txBody>
      </p:sp>
      <p:sp>
        <p:nvSpPr>
          <p:cNvPr id="12" name="11 Rectángulo"/>
          <p:cNvSpPr/>
          <p:nvPr/>
        </p:nvSpPr>
        <p:spPr>
          <a:xfrm>
            <a:off x="2843808" y="5085184"/>
            <a:ext cx="4915128" cy="461665"/>
          </a:xfrm>
          <a:prstGeom prst="rect">
            <a:avLst/>
          </a:prstGeom>
        </p:spPr>
        <p:txBody>
          <a:bodyPr wrap="none">
            <a:spAutoFit/>
          </a:bodyPr>
          <a:lstStyle/>
          <a:p>
            <a:pPr marL="542925" lvl="0" indent="0" algn="ctr"/>
            <a:r>
              <a:rPr lang="es-ES_tradnl" sz="2400" b="1" dirty="0">
                <a:solidFill>
                  <a:srgbClr val="C00000"/>
                </a:solidFill>
                <a:latin typeface="+mn-lt"/>
              </a:rPr>
              <a:t>DIRIGIR significa DECIDIR</a:t>
            </a:r>
          </a:p>
        </p:txBody>
      </p:sp>
      <p:sp>
        <p:nvSpPr>
          <p:cNvPr id="13" name="12 Rectángulo"/>
          <p:cNvSpPr/>
          <p:nvPr/>
        </p:nvSpPr>
        <p:spPr>
          <a:xfrm>
            <a:off x="3203848" y="684925"/>
            <a:ext cx="4932040" cy="2585323"/>
          </a:xfrm>
          <a:prstGeom prst="rect">
            <a:avLst/>
          </a:prstGeom>
        </p:spPr>
        <p:txBody>
          <a:bodyPr wrap="square">
            <a:spAutoFit/>
          </a:bodyPr>
          <a:lstStyle/>
          <a:p>
            <a:pPr lvl="0" algn="just"/>
            <a:r>
              <a:rPr lang="es-ES_tradnl" dirty="0">
                <a:latin typeface="+mn-lt"/>
              </a:rPr>
              <a:t>La Dirección es el primer nivel de actuaciones de la administración, cuyas funciones son fijar los objetivos y estrategias, orientar el comportamiento empresarial y controlarlo. </a:t>
            </a:r>
          </a:p>
          <a:p>
            <a:pPr lvl="0"/>
            <a:endParaRPr lang="es-ES_tradnl" dirty="0">
              <a:latin typeface="+mn-lt"/>
            </a:endParaRPr>
          </a:p>
          <a:p>
            <a:r>
              <a:rPr lang="es-ES" dirty="0"/>
              <a:t>Una decisión es la elección de la alternativa más adecuada de entre varias  posibilidades con el fin de alcanzar un estado deseado, considerando la limitación de recursos. </a:t>
            </a:r>
          </a:p>
        </p:txBody>
      </p:sp>
      <p:sp>
        <p:nvSpPr>
          <p:cNvPr id="14" name="13 Flecha a la derecha con muesca"/>
          <p:cNvSpPr/>
          <p:nvPr/>
        </p:nvSpPr>
        <p:spPr>
          <a:xfrm rot="5400000">
            <a:off x="4783668" y="3784685"/>
            <a:ext cx="1016823" cy="1152128"/>
          </a:xfrm>
          <a:prstGeom prst="notched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14 Rectángulo"/>
          <p:cNvSpPr/>
          <p:nvPr/>
        </p:nvSpPr>
        <p:spPr>
          <a:xfrm>
            <a:off x="2934400" y="5733256"/>
            <a:ext cx="4968552" cy="584775"/>
          </a:xfrm>
          <a:prstGeom prst="rect">
            <a:avLst/>
          </a:prstGeom>
        </p:spPr>
        <p:txBody>
          <a:bodyPr wrap="square">
            <a:spAutoFit/>
          </a:bodyPr>
          <a:lstStyle/>
          <a:p>
            <a:pPr lvl="0" algn="ctr">
              <a:spcBef>
                <a:spcPct val="20000"/>
              </a:spcBef>
            </a:pPr>
            <a:r>
              <a:rPr lang="es-ES" sz="1600" kern="0" dirty="0">
                <a:solidFill>
                  <a:srgbClr val="000000"/>
                </a:solidFill>
                <a:latin typeface="Comic Sans MS"/>
                <a:cs typeface="+mn-cs"/>
              </a:rPr>
              <a:t>Según Drucker todo lo que hace un directivo lo hace tomando decisiones.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889F96-F62B-40ED-9767-D7D02FFC9FEF}"/>
              </a:ext>
            </a:extLst>
          </p:cNvPr>
          <p:cNvSpPr>
            <a:spLocks noGrp="1"/>
          </p:cNvSpPr>
          <p:nvPr>
            <p:ph type="title"/>
          </p:nvPr>
        </p:nvSpPr>
        <p:spPr/>
        <p:txBody>
          <a:bodyPr/>
          <a:lstStyle/>
          <a:p>
            <a:r>
              <a:rPr lang="es-ES_tradnl" dirty="0"/>
              <a:t>2.2.1. Conceptos generales</a:t>
            </a:r>
            <a:endParaRPr lang="es-ES" dirty="0"/>
          </a:p>
        </p:txBody>
      </p:sp>
      <p:sp>
        <p:nvSpPr>
          <p:cNvPr id="4" name="Marcador de contenido 3">
            <a:extLst>
              <a:ext uri="{FF2B5EF4-FFF2-40B4-BE49-F238E27FC236}">
                <a16:creationId xmlns:a16="http://schemas.microsoft.com/office/drawing/2014/main" id="{EE9608BF-A8D1-4026-9CF3-2363067B4B7F}"/>
              </a:ext>
            </a:extLst>
          </p:cNvPr>
          <p:cNvSpPr>
            <a:spLocks noGrp="1"/>
          </p:cNvSpPr>
          <p:nvPr>
            <p:ph idx="1"/>
          </p:nvPr>
        </p:nvSpPr>
        <p:spPr/>
        <p:txBody>
          <a:bodyPr>
            <a:normAutofit fontScale="77500" lnSpcReduction="20000"/>
          </a:bodyPr>
          <a:lstStyle/>
          <a:p>
            <a:pPr algn="just"/>
            <a:r>
              <a:rPr lang="es-ES" dirty="0"/>
              <a:t>Existen diferentes enfoques que han estudiado el proceso de toma de decisiones:</a:t>
            </a:r>
          </a:p>
          <a:p>
            <a:pPr algn="just"/>
            <a:r>
              <a:rPr lang="es-ES" dirty="0"/>
              <a:t>El </a:t>
            </a:r>
            <a:r>
              <a:rPr lang="es-ES" sz="2100" b="1" dirty="0">
                <a:solidFill>
                  <a:schemeClr val="accent1"/>
                </a:solidFill>
              </a:rPr>
              <a:t>decisor racional</a:t>
            </a:r>
            <a:r>
              <a:rPr lang="es-ES" dirty="0"/>
              <a:t>. En este caso, se identifican y enumeran las alternativas posibles, se analizan las consecuencias derivadas de cada una y se valoran y comparan dichas consecuencias. En cuanto al decisor, debe describir su función de utilidad, es decir, su preferencia por distintas consecuencias. Es el “</a:t>
            </a:r>
            <a:r>
              <a:rPr lang="es-ES" dirty="0">
                <a:solidFill>
                  <a:schemeClr val="accent1"/>
                </a:solidFill>
              </a:rPr>
              <a:t>hombre económico.</a:t>
            </a:r>
          </a:p>
          <a:p>
            <a:pPr algn="just"/>
            <a:r>
              <a:rPr lang="es-ES" dirty="0"/>
              <a:t>Sin embargo, la cantidad de información disponible no siempre es toda con la que se debería contar para tomar una decisión y además, influyen las decisiones de otros decisores y otros factores empresariales como las normas, la autoridad, la división del trabajo, etc. . Es el </a:t>
            </a:r>
            <a:r>
              <a:rPr lang="es-ES" dirty="0">
                <a:solidFill>
                  <a:schemeClr val="accent1"/>
                </a:solidFill>
              </a:rPr>
              <a:t>“hombre administrativo</a:t>
            </a:r>
            <a:r>
              <a:rPr lang="es-ES" dirty="0"/>
              <a:t>”, que se conforma con una solución satisfactoria. </a:t>
            </a:r>
          </a:p>
          <a:p>
            <a:pPr algn="just"/>
            <a:r>
              <a:rPr lang="es-ES" dirty="0"/>
              <a:t>El </a:t>
            </a:r>
            <a:r>
              <a:rPr lang="es-ES" sz="2100" b="1" dirty="0">
                <a:solidFill>
                  <a:schemeClr val="accent1"/>
                </a:solidFill>
              </a:rPr>
              <a:t>enfoque del procedimiento organizacional </a:t>
            </a:r>
            <a:r>
              <a:rPr lang="es-ES" dirty="0"/>
              <a:t>se centra en el análisis de los canales de comunicación, la formalización de procesos y la distinción entre estructura formal e informal. Para evitar la incertidumbre se siguen procedimientos estándar, reglas sencillas y se utiliza la retroalimentación. En muchos casos se elige la primera alternativa que se encuentra satisfactoria.</a:t>
            </a:r>
          </a:p>
          <a:p>
            <a:pPr algn="just"/>
            <a:r>
              <a:rPr lang="es-ES" dirty="0"/>
              <a:t>El enfoque que considera los </a:t>
            </a:r>
            <a:r>
              <a:rPr lang="es-ES" sz="2100" b="1" dirty="0">
                <a:solidFill>
                  <a:schemeClr val="accent1"/>
                </a:solidFill>
              </a:rPr>
              <a:t>juegos políticos y de poder</a:t>
            </a:r>
            <a:r>
              <a:rPr lang="es-ES" dirty="0"/>
              <a:t>. En la empresa existen diferentes grupos de personas que tienen intereses distintos. Por tanto, para alcanzar una solución satisfactoria se recurre a la negociación, mediante la cual se consiguen gran parte de las reivindicaciones de cada grupo a través del consenso.</a:t>
            </a:r>
          </a:p>
        </p:txBody>
      </p:sp>
      <p:sp>
        <p:nvSpPr>
          <p:cNvPr id="3" name="Marcador de número de diapositiva 2">
            <a:extLst>
              <a:ext uri="{FF2B5EF4-FFF2-40B4-BE49-F238E27FC236}">
                <a16:creationId xmlns:a16="http://schemas.microsoft.com/office/drawing/2014/main" id="{A5F00352-6691-409D-A9D6-46442873B9AD}"/>
              </a:ext>
            </a:extLst>
          </p:cNvPr>
          <p:cNvSpPr>
            <a:spLocks noGrp="1"/>
          </p:cNvSpPr>
          <p:nvPr>
            <p:ph type="sldNum" sz="quarter" idx="12"/>
          </p:nvPr>
        </p:nvSpPr>
        <p:spPr/>
        <p:txBody>
          <a:bodyPr/>
          <a:lstStyle/>
          <a:p>
            <a:fld id="{5263617F-1627-43AB-9FC2-D1A40487E69C}" type="slidenum">
              <a:rPr lang="es-ES" smtClean="0"/>
              <a:t>25</a:t>
            </a:fld>
            <a:endParaRPr lang="es-ES"/>
          </a:p>
        </p:txBody>
      </p:sp>
    </p:spTree>
    <p:extLst>
      <p:ext uri="{BB962C8B-B14F-4D97-AF65-F5344CB8AC3E}">
        <p14:creationId xmlns:p14="http://schemas.microsoft.com/office/powerpoint/2010/main" val="1684135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70B88E-574C-4D2B-8E31-9334033BE0FC}"/>
              </a:ext>
            </a:extLst>
          </p:cNvPr>
          <p:cNvSpPr>
            <a:spLocks noGrp="1"/>
          </p:cNvSpPr>
          <p:nvPr>
            <p:ph type="title"/>
          </p:nvPr>
        </p:nvSpPr>
        <p:spPr/>
        <p:txBody>
          <a:bodyPr/>
          <a:lstStyle/>
          <a:p>
            <a:r>
              <a:rPr lang="es-ES_tradnl" dirty="0"/>
              <a:t>2.2.1. Conceptos generales</a:t>
            </a:r>
            <a:endParaRPr lang="es-ES" dirty="0"/>
          </a:p>
        </p:txBody>
      </p:sp>
      <p:sp>
        <p:nvSpPr>
          <p:cNvPr id="4" name="Marcador de contenido 3">
            <a:extLst>
              <a:ext uri="{FF2B5EF4-FFF2-40B4-BE49-F238E27FC236}">
                <a16:creationId xmlns:a16="http://schemas.microsoft.com/office/drawing/2014/main" id="{1FC0ACF7-D4DE-4FB1-8FB4-5B025C73324E}"/>
              </a:ext>
            </a:extLst>
          </p:cNvPr>
          <p:cNvSpPr>
            <a:spLocks noGrp="1"/>
          </p:cNvSpPr>
          <p:nvPr>
            <p:ph sz="half" idx="1"/>
          </p:nvPr>
        </p:nvSpPr>
        <p:spPr/>
        <p:txBody>
          <a:bodyPr/>
          <a:lstStyle/>
          <a:p>
            <a:pPr algn="just"/>
            <a:r>
              <a:rPr lang="es-ES" dirty="0"/>
              <a:t>La información es el principio y el fin del ciclo Información-Decisión-Acción.</a:t>
            </a:r>
          </a:p>
          <a:p>
            <a:endParaRPr lang="es-ES" dirty="0"/>
          </a:p>
          <a:p>
            <a:r>
              <a:rPr lang="es-ES" dirty="0"/>
              <a:t>La toma de decisiones es un proceso que facilita la conversión de la información en acción.</a:t>
            </a:r>
          </a:p>
        </p:txBody>
      </p:sp>
      <p:graphicFrame>
        <p:nvGraphicFramePr>
          <p:cNvPr id="6" name="Marcador de contenido 5">
            <a:extLst>
              <a:ext uri="{FF2B5EF4-FFF2-40B4-BE49-F238E27FC236}">
                <a16:creationId xmlns:a16="http://schemas.microsoft.com/office/drawing/2014/main" id="{C6958108-48CC-4446-BC31-B4CDA7F8B80C}"/>
              </a:ext>
            </a:extLst>
          </p:cNvPr>
          <p:cNvGraphicFramePr>
            <a:graphicFrameLocks noGrp="1"/>
          </p:cNvGraphicFramePr>
          <p:nvPr>
            <p:ph sz="half" idx="2"/>
            <p:extLst>
              <p:ext uri="{D42A27DB-BD31-4B8C-83A1-F6EECF244321}">
                <p14:modId xmlns:p14="http://schemas.microsoft.com/office/powerpoint/2010/main" val="3457559654"/>
              </p:ext>
            </p:extLst>
          </p:nvPr>
        </p:nvGraphicFramePr>
        <p:xfrm>
          <a:off x="5864225" y="868363"/>
          <a:ext cx="2605088"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Marcador de número de diapositiva 2">
            <a:extLst>
              <a:ext uri="{FF2B5EF4-FFF2-40B4-BE49-F238E27FC236}">
                <a16:creationId xmlns:a16="http://schemas.microsoft.com/office/drawing/2014/main" id="{0FD757B3-0AEE-4682-A0FA-E3EF499C77A8}"/>
              </a:ext>
            </a:extLst>
          </p:cNvPr>
          <p:cNvSpPr>
            <a:spLocks noGrp="1"/>
          </p:cNvSpPr>
          <p:nvPr>
            <p:ph type="sldNum" sz="quarter" idx="12"/>
          </p:nvPr>
        </p:nvSpPr>
        <p:spPr/>
        <p:txBody>
          <a:bodyPr/>
          <a:lstStyle/>
          <a:p>
            <a:fld id="{5263617F-1627-43AB-9FC2-D1A40487E69C}" type="slidenum">
              <a:rPr lang="es-ES" smtClean="0"/>
              <a:t>26</a:t>
            </a:fld>
            <a:endParaRPr lang="es-ES"/>
          </a:p>
        </p:txBody>
      </p:sp>
    </p:spTree>
    <p:extLst>
      <p:ext uri="{BB962C8B-B14F-4D97-AF65-F5344CB8AC3E}">
        <p14:creationId xmlns:p14="http://schemas.microsoft.com/office/powerpoint/2010/main" val="1537234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0" name="Rectangle 29">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32" name="Rectangle 31">
            <a:extLst>
              <a:ext uri="{FF2B5EF4-FFF2-40B4-BE49-F238E27FC236}">
                <a16:creationId xmlns:a16="http://schemas.microsoft.com/office/drawing/2014/main" id="{5DB23C2B-2054-4D8B-9E98-9190F8E0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8797B5BC-9873-45F9-97D6-298FB5AF0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762000"/>
            <a:ext cx="3156366"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6" name="6 Título"/>
          <p:cNvSpPr>
            <a:spLocks noGrp="1"/>
          </p:cNvSpPr>
          <p:nvPr>
            <p:ph type="title"/>
          </p:nvPr>
        </p:nvSpPr>
        <p:spPr>
          <a:xfrm>
            <a:off x="43110" y="1617589"/>
            <a:ext cx="2081191" cy="3491712"/>
          </a:xfrm>
        </p:spPr>
        <p:txBody>
          <a:bodyPr vert="horz" lIns="91440" tIns="45720" rIns="91440" bIns="45720" rtlCol="0" anchor="ctr">
            <a:normAutofit/>
          </a:bodyPr>
          <a:lstStyle/>
          <a:p>
            <a:r>
              <a:rPr lang="en-US" sz="3300" dirty="0"/>
              <a:t>2.2.1. </a:t>
            </a:r>
            <a:r>
              <a:rPr lang="en-US" sz="3300" dirty="0" err="1"/>
              <a:t>Conceptos</a:t>
            </a:r>
            <a:r>
              <a:rPr lang="en-US" sz="3300" dirty="0"/>
              <a:t> </a:t>
            </a:r>
            <a:r>
              <a:rPr lang="en-US" sz="3300" dirty="0" err="1"/>
              <a:t>generales</a:t>
            </a:r>
            <a:endParaRPr lang="en-US" sz="3300" dirty="0"/>
          </a:p>
        </p:txBody>
      </p:sp>
      <p:sp>
        <p:nvSpPr>
          <p:cNvPr id="4" name="7 Marcador de contenido"/>
          <p:cNvSpPr txBox="1">
            <a:spLocks/>
          </p:cNvSpPr>
          <p:nvPr/>
        </p:nvSpPr>
        <p:spPr bwMode="auto">
          <a:xfrm>
            <a:off x="1979713" y="1748698"/>
            <a:ext cx="6493634" cy="3491713"/>
          </a:xfrm>
          <a:prstGeom prst="round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numCol="1" rtlCol="0" anchor="ctr" anchorCtr="0" compatLnSpc="1">
            <a:prstTxWarp prst="textNoShape">
              <a:avLst/>
            </a:prstTxWarp>
            <a:noAutofit/>
          </a:bodyPr>
          <a:lstStyle/>
          <a:p>
            <a:pPr marL="342900" indent="-182880" defTabSz="914400">
              <a:lnSpc>
                <a:spcPct val="90000"/>
              </a:lnSpc>
              <a:spcBef>
                <a:spcPct val="20000"/>
              </a:spcBef>
              <a:buClr>
                <a:schemeClr val="accent1"/>
              </a:buClr>
              <a:buFont typeface="Wingdings 2" pitchFamily="18" charset="2"/>
              <a:buChar char=""/>
              <a:defRPr/>
            </a:pPr>
            <a:r>
              <a:rPr lang="en-US" b="1" dirty="0">
                <a:solidFill>
                  <a:schemeClr val="tx1">
                    <a:lumMod val="65000"/>
                    <a:lumOff val="35000"/>
                  </a:schemeClr>
                </a:solidFill>
              </a:rPr>
              <a:t>PROBLEMA</a:t>
            </a:r>
            <a:r>
              <a:rPr lang="en-US" dirty="0">
                <a:solidFill>
                  <a:schemeClr val="tx1">
                    <a:lumMod val="65000"/>
                    <a:lumOff val="35000"/>
                  </a:schemeClr>
                </a:solidFill>
              </a:rPr>
              <a:t>: </a:t>
            </a:r>
            <a:r>
              <a:rPr lang="en-US" dirty="0" err="1">
                <a:solidFill>
                  <a:schemeClr val="tx1">
                    <a:lumMod val="65000"/>
                    <a:lumOff val="35000"/>
                  </a:schemeClr>
                </a:solidFill>
              </a:rPr>
              <a:t>discrepancia</a:t>
            </a:r>
            <a:r>
              <a:rPr lang="en-US" dirty="0">
                <a:solidFill>
                  <a:schemeClr val="tx1">
                    <a:lumMod val="65000"/>
                    <a:lumOff val="35000"/>
                  </a:schemeClr>
                </a:solidFill>
              </a:rPr>
              <a:t> entre la </a:t>
            </a:r>
            <a:r>
              <a:rPr lang="en-US" dirty="0" err="1">
                <a:solidFill>
                  <a:schemeClr val="tx1">
                    <a:lumMod val="65000"/>
                    <a:lumOff val="35000"/>
                  </a:schemeClr>
                </a:solidFill>
              </a:rPr>
              <a:t>situación</a:t>
            </a:r>
            <a:r>
              <a:rPr lang="en-US" dirty="0">
                <a:solidFill>
                  <a:schemeClr val="tx1">
                    <a:lumMod val="65000"/>
                    <a:lumOff val="35000"/>
                  </a:schemeClr>
                </a:solidFill>
              </a:rPr>
              <a:t> actual y la </a:t>
            </a:r>
            <a:r>
              <a:rPr lang="en-US" sz="2000" dirty="0" err="1">
                <a:solidFill>
                  <a:schemeClr val="tx1">
                    <a:lumMod val="65000"/>
                    <a:lumOff val="35000"/>
                  </a:schemeClr>
                </a:solidFill>
              </a:rPr>
              <a:t>situación</a:t>
            </a:r>
            <a:r>
              <a:rPr lang="en-US" dirty="0">
                <a:solidFill>
                  <a:schemeClr val="tx1">
                    <a:lumMod val="65000"/>
                    <a:lumOff val="35000"/>
                  </a:schemeClr>
                </a:solidFill>
              </a:rPr>
              <a:t> </a:t>
            </a:r>
            <a:r>
              <a:rPr lang="en-US" dirty="0" err="1">
                <a:solidFill>
                  <a:schemeClr val="tx1">
                    <a:lumMod val="65000"/>
                    <a:lumOff val="35000"/>
                  </a:schemeClr>
                </a:solidFill>
              </a:rPr>
              <a:t>deseada</a:t>
            </a:r>
            <a:r>
              <a:rPr lang="en-US" dirty="0">
                <a:solidFill>
                  <a:schemeClr val="tx1">
                    <a:lumMod val="65000"/>
                    <a:lumOff val="35000"/>
                  </a:schemeClr>
                </a:solidFill>
              </a:rPr>
              <a:t>.</a:t>
            </a:r>
          </a:p>
          <a:p>
            <a:pPr marL="342900" marR="0" lvl="0" indent="-182880" defTabSz="914400" fontAlgn="base">
              <a:lnSpc>
                <a:spcPct val="90000"/>
              </a:lnSpc>
              <a:spcBef>
                <a:spcPct val="20000"/>
              </a:spcBef>
              <a:spcAft>
                <a:spcPct val="0"/>
              </a:spcAft>
              <a:buClr>
                <a:schemeClr val="accent1"/>
              </a:buClr>
              <a:buSzTx/>
              <a:buFont typeface="Wingdings 2" pitchFamily="18" charset="2"/>
              <a:buChar char=""/>
              <a:tabLst/>
              <a:defRPr/>
            </a:pPr>
            <a:endParaRPr kumimoji="0" lang="en-US" b="1" i="0" u="none" strike="noStrike" cap="none" spc="0" normalizeH="0" baseline="0" noProof="0" dirty="0">
              <a:ln>
                <a:noFill/>
              </a:ln>
              <a:solidFill>
                <a:schemeClr val="tx1">
                  <a:lumMod val="65000"/>
                  <a:lumOff val="35000"/>
                </a:schemeClr>
              </a:solidFill>
              <a:effectLst/>
              <a:uLnTx/>
              <a:uFillTx/>
            </a:endParaRPr>
          </a:p>
          <a:p>
            <a:pPr marL="342900" marR="0" lvl="0" indent="-182880" defTabSz="914400" fontAlgn="base">
              <a:lnSpc>
                <a:spcPct val="90000"/>
              </a:lnSpc>
              <a:spcBef>
                <a:spcPct val="20000"/>
              </a:spcBef>
              <a:spcAft>
                <a:spcPct val="0"/>
              </a:spcAft>
              <a:buClr>
                <a:schemeClr val="accent1"/>
              </a:buClr>
              <a:buSzTx/>
              <a:buFont typeface="Wingdings 2" pitchFamily="18" charset="2"/>
              <a:buChar char=""/>
              <a:tabLst/>
              <a:defRPr/>
            </a:pPr>
            <a:r>
              <a:rPr kumimoji="0" lang="en-US" b="1" i="0" u="none" strike="noStrike" cap="none" spc="0" normalizeH="0" baseline="0" noProof="0" dirty="0">
                <a:ln>
                  <a:noFill/>
                </a:ln>
                <a:solidFill>
                  <a:schemeClr val="tx1">
                    <a:lumMod val="65000"/>
                    <a:lumOff val="35000"/>
                  </a:schemeClr>
                </a:solidFill>
                <a:effectLst/>
                <a:uLnTx/>
                <a:uFillTx/>
              </a:rPr>
              <a:t>DECISIÓN</a:t>
            </a:r>
            <a:r>
              <a:rPr kumimoji="0" lang="en-US" b="0" i="0" u="none" strike="noStrike" cap="none" spc="0" normalizeH="0" baseline="0" noProof="0" dirty="0">
                <a:ln>
                  <a:noFill/>
                </a:ln>
                <a:solidFill>
                  <a:schemeClr val="tx1">
                    <a:lumMod val="65000"/>
                    <a:lumOff val="35000"/>
                  </a:schemeClr>
                </a:solidFill>
                <a:effectLst/>
                <a:uLnTx/>
                <a:uFillTx/>
              </a:rPr>
              <a:t>: </a:t>
            </a:r>
            <a:r>
              <a:rPr kumimoji="0" lang="en-US" b="0" i="0" u="none" strike="noStrike" cap="none" spc="0" normalizeH="0" baseline="0" noProof="0" dirty="0" err="1">
                <a:ln>
                  <a:noFill/>
                </a:ln>
                <a:solidFill>
                  <a:schemeClr val="tx1">
                    <a:lumMod val="65000"/>
                    <a:lumOff val="35000"/>
                  </a:schemeClr>
                </a:solidFill>
                <a:effectLst/>
                <a:uLnTx/>
                <a:uFillTx/>
              </a:rPr>
              <a:t>consecuencia</a:t>
            </a:r>
            <a:r>
              <a:rPr kumimoji="0" lang="en-US" b="0" i="0" u="none" strike="noStrike" cap="none" spc="0" normalizeH="0" noProof="0" dirty="0">
                <a:ln>
                  <a:noFill/>
                </a:ln>
                <a:solidFill>
                  <a:schemeClr val="tx1">
                    <a:lumMod val="65000"/>
                    <a:lumOff val="35000"/>
                  </a:schemeClr>
                </a:solidFill>
                <a:effectLst/>
                <a:uLnTx/>
                <a:uFillTx/>
              </a:rPr>
              <a:t> de la </a:t>
            </a:r>
            <a:r>
              <a:rPr kumimoji="0" lang="en-US" b="0" i="0" u="none" strike="noStrike" cap="none" spc="0" normalizeH="0" baseline="0" noProof="0" dirty="0" err="1">
                <a:ln>
                  <a:noFill/>
                </a:ln>
                <a:solidFill>
                  <a:schemeClr val="tx1">
                    <a:lumMod val="65000"/>
                    <a:lumOff val="35000"/>
                  </a:schemeClr>
                </a:solidFill>
                <a:effectLst/>
                <a:uLnTx/>
                <a:uFillTx/>
              </a:rPr>
              <a:t>elección</a:t>
            </a:r>
            <a:r>
              <a:rPr kumimoji="0" lang="en-US" b="0" i="0" u="none" strike="noStrike" cap="none" spc="0" normalizeH="0" baseline="0" noProof="0" dirty="0">
                <a:ln>
                  <a:noFill/>
                </a:ln>
                <a:solidFill>
                  <a:schemeClr val="tx1">
                    <a:lumMod val="65000"/>
                    <a:lumOff val="35000"/>
                  </a:schemeClr>
                </a:solidFill>
                <a:effectLst/>
                <a:uLnTx/>
                <a:uFillTx/>
              </a:rPr>
              <a:t> entre dos o </a:t>
            </a:r>
            <a:r>
              <a:rPr kumimoji="0" lang="en-US" b="0" i="0" u="none" strike="noStrike" cap="none" spc="0" normalizeH="0" baseline="0" noProof="0" dirty="0" err="1">
                <a:ln>
                  <a:noFill/>
                </a:ln>
                <a:solidFill>
                  <a:schemeClr val="tx1">
                    <a:lumMod val="65000"/>
                    <a:lumOff val="35000"/>
                  </a:schemeClr>
                </a:solidFill>
                <a:effectLst/>
                <a:uLnTx/>
                <a:uFillTx/>
              </a:rPr>
              <a:t>más</a:t>
            </a:r>
            <a:r>
              <a:rPr kumimoji="0" lang="en-US" b="0" i="0" u="none" strike="noStrike" cap="none" spc="0" normalizeH="0" baseline="0" noProof="0" dirty="0">
                <a:ln>
                  <a:noFill/>
                </a:ln>
                <a:solidFill>
                  <a:schemeClr val="tx1">
                    <a:lumMod val="65000"/>
                    <a:lumOff val="35000"/>
                  </a:schemeClr>
                </a:solidFill>
                <a:effectLst/>
                <a:uLnTx/>
                <a:uFillTx/>
              </a:rPr>
              <a:t> </a:t>
            </a:r>
            <a:r>
              <a:rPr kumimoji="0" lang="en-US" b="0" i="0" u="none" strike="noStrike" cap="none" spc="0" normalizeH="0" baseline="0" noProof="0" dirty="0" err="1">
                <a:ln>
                  <a:noFill/>
                </a:ln>
                <a:solidFill>
                  <a:schemeClr val="tx1">
                    <a:lumMod val="65000"/>
                    <a:lumOff val="35000"/>
                  </a:schemeClr>
                </a:solidFill>
                <a:effectLst/>
                <a:uLnTx/>
                <a:uFillTx/>
              </a:rPr>
              <a:t>alternativas</a:t>
            </a:r>
            <a:r>
              <a:rPr kumimoji="0" lang="en-US" b="0" i="0" u="none" strike="noStrike" cap="none" spc="0" normalizeH="0" baseline="0" noProof="0" dirty="0">
                <a:ln>
                  <a:noFill/>
                </a:ln>
                <a:solidFill>
                  <a:schemeClr val="tx1">
                    <a:lumMod val="65000"/>
                    <a:lumOff val="35000"/>
                  </a:schemeClr>
                </a:solidFill>
                <a:effectLst/>
                <a:uLnTx/>
                <a:uFillTx/>
              </a:rPr>
              <a:t>. </a:t>
            </a:r>
          </a:p>
          <a:p>
            <a:pPr marL="342900" lvl="0" indent="-182880" defTabSz="914400">
              <a:lnSpc>
                <a:spcPct val="90000"/>
              </a:lnSpc>
              <a:spcBef>
                <a:spcPct val="20000"/>
              </a:spcBef>
              <a:buClr>
                <a:schemeClr val="accent1"/>
              </a:buClr>
              <a:buFont typeface="Wingdings 2" pitchFamily="18" charset="2"/>
              <a:buChar char=""/>
            </a:pPr>
            <a:r>
              <a:rPr lang="en-US" dirty="0">
                <a:solidFill>
                  <a:schemeClr val="tx1">
                    <a:lumMod val="65000"/>
                    <a:lumOff val="35000"/>
                  </a:schemeClr>
                </a:solidFill>
              </a:rPr>
              <a:t>Para que las </a:t>
            </a:r>
            <a:r>
              <a:rPr lang="en-US" dirty="0" err="1">
                <a:solidFill>
                  <a:schemeClr val="tx1">
                    <a:lumMod val="65000"/>
                    <a:lumOff val="35000"/>
                  </a:schemeClr>
                </a:solidFill>
              </a:rPr>
              <a:t>decisiones</a:t>
            </a:r>
            <a:r>
              <a:rPr lang="en-US" dirty="0">
                <a:solidFill>
                  <a:schemeClr val="tx1">
                    <a:lumMod val="65000"/>
                    <a:lumOff val="35000"/>
                  </a:schemeClr>
                </a:solidFill>
              </a:rPr>
              <a:t> </a:t>
            </a:r>
            <a:r>
              <a:rPr lang="en-US" dirty="0" err="1">
                <a:solidFill>
                  <a:schemeClr val="tx1">
                    <a:lumMod val="65000"/>
                    <a:lumOff val="35000"/>
                  </a:schemeClr>
                </a:solidFill>
              </a:rPr>
              <a:t>sean</a:t>
            </a:r>
            <a:r>
              <a:rPr lang="en-US" dirty="0">
                <a:solidFill>
                  <a:schemeClr val="tx1">
                    <a:lumMod val="65000"/>
                    <a:lumOff val="35000"/>
                  </a:schemeClr>
                </a:solidFill>
              </a:rPr>
              <a:t> </a:t>
            </a:r>
            <a:r>
              <a:rPr lang="en-US" dirty="0" err="1">
                <a:solidFill>
                  <a:schemeClr val="tx1">
                    <a:lumMod val="65000"/>
                    <a:lumOff val="35000"/>
                  </a:schemeClr>
                </a:solidFill>
              </a:rPr>
              <a:t>correctas</a:t>
            </a:r>
            <a:r>
              <a:rPr lang="en-US" dirty="0">
                <a:solidFill>
                  <a:schemeClr val="tx1">
                    <a:lumMod val="65000"/>
                    <a:lumOff val="35000"/>
                  </a:schemeClr>
                </a:solidFill>
              </a:rPr>
              <a:t> y </a:t>
            </a:r>
            <a:r>
              <a:rPr lang="en-US" dirty="0" err="1">
                <a:solidFill>
                  <a:schemeClr val="tx1">
                    <a:lumMod val="65000"/>
                    <a:lumOff val="35000"/>
                  </a:schemeClr>
                </a:solidFill>
              </a:rPr>
              <a:t>racionales</a:t>
            </a:r>
            <a:r>
              <a:rPr lang="en-US" dirty="0">
                <a:solidFill>
                  <a:schemeClr val="tx1">
                    <a:lumMod val="65000"/>
                    <a:lumOff val="35000"/>
                  </a:schemeClr>
                </a:solidFill>
              </a:rPr>
              <a:t> </a:t>
            </a:r>
            <a:r>
              <a:rPr lang="en-US" dirty="0" err="1">
                <a:solidFill>
                  <a:schemeClr val="tx1">
                    <a:lumMod val="65000"/>
                    <a:lumOff val="35000"/>
                  </a:schemeClr>
                </a:solidFill>
              </a:rPr>
              <a:t>deben</a:t>
            </a:r>
            <a:r>
              <a:rPr lang="en-US" dirty="0">
                <a:solidFill>
                  <a:schemeClr val="tx1">
                    <a:lumMod val="65000"/>
                    <a:lumOff val="35000"/>
                  </a:schemeClr>
                </a:solidFill>
              </a:rPr>
              <a:t>:</a:t>
            </a:r>
          </a:p>
          <a:p>
            <a:pPr marL="742950" lvl="1" indent="-182880" defTabSz="914400">
              <a:lnSpc>
                <a:spcPct val="90000"/>
              </a:lnSpc>
              <a:spcBef>
                <a:spcPct val="20000"/>
              </a:spcBef>
              <a:buClr>
                <a:schemeClr val="accent1"/>
              </a:buClr>
              <a:buFont typeface="Wingdings 2" pitchFamily="18" charset="2"/>
              <a:buChar char=""/>
            </a:pPr>
            <a:r>
              <a:rPr lang="en-US" dirty="0" err="1">
                <a:solidFill>
                  <a:schemeClr val="tx1">
                    <a:lumMod val="65000"/>
                    <a:lumOff val="35000"/>
                  </a:schemeClr>
                </a:solidFill>
              </a:rPr>
              <a:t>Permitir</a:t>
            </a:r>
            <a:r>
              <a:rPr lang="en-US" dirty="0">
                <a:solidFill>
                  <a:schemeClr val="tx1">
                    <a:lumMod val="65000"/>
                    <a:lumOff val="35000"/>
                  </a:schemeClr>
                </a:solidFill>
              </a:rPr>
              <a:t> </a:t>
            </a:r>
            <a:r>
              <a:rPr lang="en-US" dirty="0" err="1">
                <a:solidFill>
                  <a:schemeClr val="tx1">
                    <a:lumMod val="65000"/>
                    <a:lumOff val="35000"/>
                  </a:schemeClr>
                </a:solidFill>
              </a:rPr>
              <a:t>alcanzar</a:t>
            </a:r>
            <a:r>
              <a:rPr lang="en-US" dirty="0">
                <a:solidFill>
                  <a:schemeClr val="tx1">
                    <a:lumMod val="65000"/>
                    <a:lumOff val="35000"/>
                  </a:schemeClr>
                </a:solidFill>
              </a:rPr>
              <a:t> </a:t>
            </a:r>
            <a:r>
              <a:rPr lang="en-US" dirty="0" err="1">
                <a:solidFill>
                  <a:schemeClr val="tx1">
                    <a:lumMod val="65000"/>
                    <a:lumOff val="35000"/>
                  </a:schemeClr>
                </a:solidFill>
              </a:rPr>
              <a:t>el</a:t>
            </a:r>
            <a:r>
              <a:rPr lang="en-US" dirty="0">
                <a:solidFill>
                  <a:schemeClr val="tx1">
                    <a:lumMod val="65000"/>
                    <a:lumOff val="35000"/>
                  </a:schemeClr>
                </a:solidFill>
              </a:rPr>
              <a:t> </a:t>
            </a:r>
            <a:r>
              <a:rPr lang="en-US" dirty="0" err="1">
                <a:solidFill>
                  <a:schemeClr val="tx1">
                    <a:lumMod val="65000"/>
                    <a:lumOff val="35000"/>
                  </a:schemeClr>
                </a:solidFill>
              </a:rPr>
              <a:t>objetivo</a:t>
            </a:r>
            <a:r>
              <a:rPr lang="en-US" dirty="0">
                <a:solidFill>
                  <a:schemeClr val="tx1">
                    <a:lumMod val="65000"/>
                    <a:lumOff val="35000"/>
                  </a:schemeClr>
                </a:solidFill>
              </a:rPr>
              <a:t> </a:t>
            </a:r>
            <a:r>
              <a:rPr lang="en-US" dirty="0" err="1">
                <a:solidFill>
                  <a:schemeClr val="tx1">
                    <a:lumMod val="65000"/>
                    <a:lumOff val="35000"/>
                  </a:schemeClr>
                </a:solidFill>
              </a:rPr>
              <a:t>en</a:t>
            </a:r>
            <a:r>
              <a:rPr lang="en-US" dirty="0">
                <a:solidFill>
                  <a:schemeClr val="tx1">
                    <a:lumMod val="65000"/>
                    <a:lumOff val="35000"/>
                  </a:schemeClr>
                </a:solidFill>
              </a:rPr>
              <a:t> la </a:t>
            </a:r>
            <a:r>
              <a:rPr lang="en-US" dirty="0" err="1">
                <a:solidFill>
                  <a:schemeClr val="tx1">
                    <a:lumMod val="65000"/>
                    <a:lumOff val="35000"/>
                  </a:schemeClr>
                </a:solidFill>
              </a:rPr>
              <a:t>mejor</a:t>
            </a:r>
            <a:r>
              <a:rPr lang="en-US" dirty="0">
                <a:solidFill>
                  <a:schemeClr val="tx1">
                    <a:lumMod val="65000"/>
                    <a:lumOff val="35000"/>
                  </a:schemeClr>
                </a:solidFill>
              </a:rPr>
              <a:t> forma </a:t>
            </a:r>
            <a:r>
              <a:rPr lang="en-US" dirty="0" err="1">
                <a:solidFill>
                  <a:schemeClr val="tx1">
                    <a:lumMod val="65000"/>
                    <a:lumOff val="35000"/>
                  </a:schemeClr>
                </a:solidFill>
              </a:rPr>
              <a:t>posible</a:t>
            </a:r>
            <a:r>
              <a:rPr lang="en-US" dirty="0">
                <a:solidFill>
                  <a:schemeClr val="tx1">
                    <a:lumMod val="65000"/>
                    <a:lumOff val="35000"/>
                  </a:schemeClr>
                </a:solidFill>
              </a:rPr>
              <a:t>, dadas las </a:t>
            </a:r>
            <a:r>
              <a:rPr lang="en-US" dirty="0" err="1">
                <a:solidFill>
                  <a:schemeClr val="tx1">
                    <a:lumMod val="65000"/>
                    <a:lumOff val="35000"/>
                  </a:schemeClr>
                </a:solidFill>
              </a:rPr>
              <a:t>circunstancias</a:t>
            </a:r>
            <a:r>
              <a:rPr lang="en-US" dirty="0">
                <a:solidFill>
                  <a:schemeClr val="tx1">
                    <a:lumMod val="65000"/>
                    <a:lumOff val="35000"/>
                  </a:schemeClr>
                </a:solidFill>
              </a:rPr>
              <a:t>, </a:t>
            </a:r>
            <a:r>
              <a:rPr lang="en-US" dirty="0" err="1">
                <a:solidFill>
                  <a:schemeClr val="tx1">
                    <a:lumMod val="65000"/>
                    <a:lumOff val="35000"/>
                  </a:schemeClr>
                </a:solidFill>
              </a:rPr>
              <a:t>condiciones</a:t>
            </a:r>
            <a:r>
              <a:rPr lang="en-US" dirty="0">
                <a:solidFill>
                  <a:schemeClr val="tx1">
                    <a:lumMod val="65000"/>
                    <a:lumOff val="35000"/>
                  </a:schemeClr>
                </a:solidFill>
              </a:rPr>
              <a:t> y </a:t>
            </a:r>
            <a:r>
              <a:rPr lang="en-US" dirty="0" err="1">
                <a:solidFill>
                  <a:schemeClr val="tx1">
                    <a:lumMod val="65000"/>
                    <a:lumOff val="35000"/>
                  </a:schemeClr>
                </a:solidFill>
              </a:rPr>
              <a:t>medios</a:t>
            </a:r>
            <a:r>
              <a:rPr lang="en-US" dirty="0">
                <a:solidFill>
                  <a:schemeClr val="tx1">
                    <a:lumMod val="65000"/>
                    <a:lumOff val="35000"/>
                  </a:schemeClr>
                </a:solidFill>
              </a:rPr>
              <a:t> de que se dispone.</a:t>
            </a:r>
          </a:p>
          <a:p>
            <a:pPr marL="742950" lvl="1" indent="-182880" defTabSz="914400">
              <a:lnSpc>
                <a:spcPct val="90000"/>
              </a:lnSpc>
              <a:spcBef>
                <a:spcPct val="20000"/>
              </a:spcBef>
              <a:buClr>
                <a:schemeClr val="accent1"/>
              </a:buClr>
              <a:buFont typeface="Wingdings 2" pitchFamily="18" charset="2"/>
              <a:buChar char=""/>
            </a:pPr>
            <a:r>
              <a:rPr lang="en-US" dirty="0">
                <a:solidFill>
                  <a:schemeClr val="tx1">
                    <a:lumMod val="65000"/>
                    <a:lumOff val="35000"/>
                  </a:schemeClr>
                </a:solidFill>
              </a:rPr>
              <a:t>Tener </a:t>
            </a:r>
            <a:r>
              <a:rPr lang="en-US" dirty="0" err="1">
                <a:solidFill>
                  <a:schemeClr val="tx1">
                    <a:lumMod val="65000"/>
                    <a:lumOff val="35000"/>
                  </a:schemeClr>
                </a:solidFill>
              </a:rPr>
              <a:t>en</a:t>
            </a:r>
            <a:r>
              <a:rPr lang="en-US" dirty="0">
                <a:solidFill>
                  <a:schemeClr val="tx1">
                    <a:lumMod val="65000"/>
                    <a:lumOff val="35000"/>
                  </a:schemeClr>
                </a:solidFill>
              </a:rPr>
              <a:t> </a:t>
            </a:r>
            <a:r>
              <a:rPr lang="en-US" dirty="0" err="1">
                <a:solidFill>
                  <a:schemeClr val="tx1">
                    <a:lumMod val="65000"/>
                    <a:lumOff val="35000"/>
                  </a:schemeClr>
                </a:solidFill>
              </a:rPr>
              <a:t>cuenta</a:t>
            </a:r>
            <a:r>
              <a:rPr lang="en-US" dirty="0">
                <a:solidFill>
                  <a:schemeClr val="tx1">
                    <a:lumMod val="65000"/>
                    <a:lumOff val="35000"/>
                  </a:schemeClr>
                </a:solidFill>
              </a:rPr>
              <a:t> los </a:t>
            </a:r>
            <a:r>
              <a:rPr lang="en-US" dirty="0" err="1">
                <a:solidFill>
                  <a:schemeClr val="tx1">
                    <a:lumMod val="65000"/>
                    <a:lumOff val="35000"/>
                  </a:schemeClr>
                </a:solidFill>
              </a:rPr>
              <a:t>valores</a:t>
            </a:r>
            <a:r>
              <a:rPr lang="en-US" dirty="0">
                <a:solidFill>
                  <a:schemeClr val="tx1">
                    <a:lumMod val="65000"/>
                    <a:lumOff val="35000"/>
                  </a:schemeClr>
                </a:solidFill>
              </a:rPr>
              <a:t> que </a:t>
            </a:r>
            <a:r>
              <a:rPr lang="en-US" dirty="0" err="1">
                <a:solidFill>
                  <a:schemeClr val="tx1">
                    <a:lumMod val="65000"/>
                    <a:lumOff val="35000"/>
                  </a:schemeClr>
                </a:solidFill>
              </a:rPr>
              <a:t>el</a:t>
            </a:r>
            <a:r>
              <a:rPr lang="en-US" dirty="0">
                <a:solidFill>
                  <a:schemeClr val="tx1">
                    <a:lumMod val="65000"/>
                    <a:lumOff val="35000"/>
                  </a:schemeClr>
                </a:solidFill>
              </a:rPr>
              <a:t> </a:t>
            </a:r>
            <a:r>
              <a:rPr lang="en-US" dirty="0" err="1">
                <a:solidFill>
                  <a:schemeClr val="tx1">
                    <a:lumMod val="65000"/>
                    <a:lumOff val="35000"/>
                  </a:schemeClr>
                </a:solidFill>
              </a:rPr>
              <a:t>sujeto</a:t>
            </a:r>
            <a:r>
              <a:rPr lang="en-US" dirty="0">
                <a:solidFill>
                  <a:schemeClr val="tx1">
                    <a:lumMod val="65000"/>
                    <a:lumOff val="35000"/>
                  </a:schemeClr>
                </a:solidFill>
              </a:rPr>
              <a:t> </a:t>
            </a:r>
            <a:r>
              <a:rPr lang="en-US" dirty="0" err="1">
                <a:solidFill>
                  <a:schemeClr val="tx1">
                    <a:lumMod val="65000"/>
                    <a:lumOff val="35000"/>
                  </a:schemeClr>
                </a:solidFill>
              </a:rPr>
              <a:t>asocia</a:t>
            </a:r>
            <a:r>
              <a:rPr lang="en-US" dirty="0">
                <a:solidFill>
                  <a:schemeClr val="tx1">
                    <a:lumMod val="65000"/>
                    <a:lumOff val="35000"/>
                  </a:schemeClr>
                </a:solidFill>
              </a:rPr>
              <a:t> a las </a:t>
            </a:r>
            <a:r>
              <a:rPr lang="en-US" dirty="0" err="1">
                <a:solidFill>
                  <a:schemeClr val="tx1">
                    <a:lumMod val="65000"/>
                    <a:lumOff val="35000"/>
                  </a:schemeClr>
                </a:solidFill>
              </a:rPr>
              <a:t>distintas</a:t>
            </a:r>
            <a:r>
              <a:rPr lang="en-US" dirty="0">
                <a:solidFill>
                  <a:schemeClr val="tx1">
                    <a:lumMod val="65000"/>
                    <a:lumOff val="35000"/>
                  </a:schemeClr>
                </a:solidFill>
              </a:rPr>
              <a:t> </a:t>
            </a:r>
            <a:r>
              <a:rPr lang="en-US" dirty="0" err="1">
                <a:solidFill>
                  <a:schemeClr val="tx1">
                    <a:lumMod val="65000"/>
                    <a:lumOff val="35000"/>
                  </a:schemeClr>
                </a:solidFill>
              </a:rPr>
              <a:t>alternativas</a:t>
            </a:r>
            <a:r>
              <a:rPr lang="en-US" dirty="0">
                <a:solidFill>
                  <a:schemeClr val="tx1">
                    <a:lumMod val="65000"/>
                    <a:lumOff val="35000"/>
                  </a:schemeClr>
                </a:solidFill>
              </a:rPr>
              <a:t> </a:t>
            </a:r>
            <a:r>
              <a:rPr lang="en-US" dirty="0" err="1">
                <a:solidFill>
                  <a:schemeClr val="tx1">
                    <a:lumMod val="65000"/>
                    <a:lumOff val="35000"/>
                  </a:schemeClr>
                </a:solidFill>
              </a:rPr>
              <a:t>posibles</a:t>
            </a:r>
            <a:r>
              <a:rPr lang="en-US" dirty="0">
                <a:solidFill>
                  <a:schemeClr val="tx1">
                    <a:lumMod val="65000"/>
                    <a:lumOff val="35000"/>
                  </a:schemeClr>
                </a:solidFill>
              </a:rPr>
              <a:t> y sus </a:t>
            </a:r>
            <a:r>
              <a:rPr lang="en-US" dirty="0" err="1">
                <a:solidFill>
                  <a:schemeClr val="tx1">
                    <a:lumMod val="65000"/>
                    <a:lumOff val="35000"/>
                  </a:schemeClr>
                </a:solidFill>
              </a:rPr>
              <a:t>consecuencias</a:t>
            </a:r>
            <a:r>
              <a:rPr lang="en-US" dirty="0">
                <a:solidFill>
                  <a:schemeClr val="tx1">
                    <a:lumMod val="65000"/>
                    <a:lumOff val="35000"/>
                  </a:schemeClr>
                </a:solidFill>
              </a:rPr>
              <a:t>.</a:t>
            </a:r>
          </a:p>
          <a:p>
            <a:pPr marL="742950" lvl="1" indent="-182880" defTabSz="914400">
              <a:lnSpc>
                <a:spcPct val="90000"/>
              </a:lnSpc>
              <a:spcBef>
                <a:spcPct val="20000"/>
              </a:spcBef>
              <a:buClr>
                <a:schemeClr val="accent1"/>
              </a:buClr>
              <a:buFont typeface="Wingdings 2" pitchFamily="18" charset="2"/>
              <a:buChar char=""/>
            </a:pPr>
            <a:r>
              <a:rPr lang="en-US" dirty="0" err="1">
                <a:solidFill>
                  <a:schemeClr val="tx1">
                    <a:lumMod val="65000"/>
                    <a:lumOff val="35000"/>
                  </a:schemeClr>
                </a:solidFill>
              </a:rPr>
              <a:t>Armonizar</a:t>
            </a:r>
            <a:r>
              <a:rPr lang="en-US" dirty="0">
                <a:solidFill>
                  <a:schemeClr val="tx1">
                    <a:lumMod val="65000"/>
                    <a:lumOff val="35000"/>
                  </a:schemeClr>
                </a:solidFill>
              </a:rPr>
              <a:t> con los </a:t>
            </a:r>
            <a:r>
              <a:rPr lang="en-US" dirty="0" err="1">
                <a:solidFill>
                  <a:schemeClr val="tx1">
                    <a:lumMod val="65000"/>
                    <a:lumOff val="35000"/>
                  </a:schemeClr>
                </a:solidFill>
              </a:rPr>
              <a:t>valores</a:t>
            </a:r>
            <a:r>
              <a:rPr lang="en-US" dirty="0">
                <a:solidFill>
                  <a:schemeClr val="tx1">
                    <a:lumMod val="65000"/>
                    <a:lumOff val="35000"/>
                  </a:schemeClr>
                </a:solidFill>
              </a:rPr>
              <a:t> </a:t>
            </a:r>
            <a:r>
              <a:rPr lang="en-US" dirty="0" err="1">
                <a:solidFill>
                  <a:schemeClr val="tx1">
                    <a:lumMod val="65000"/>
                    <a:lumOff val="35000"/>
                  </a:schemeClr>
                </a:solidFill>
              </a:rPr>
              <a:t>generales</a:t>
            </a:r>
            <a:r>
              <a:rPr lang="en-US" dirty="0">
                <a:solidFill>
                  <a:schemeClr val="tx1">
                    <a:lumMod val="65000"/>
                    <a:lumOff val="35000"/>
                  </a:schemeClr>
                </a:solidFill>
              </a:rPr>
              <a:t> de la </a:t>
            </a:r>
            <a:r>
              <a:rPr lang="en-US" dirty="0" err="1">
                <a:solidFill>
                  <a:schemeClr val="tx1">
                    <a:lumMod val="65000"/>
                    <a:lumOff val="35000"/>
                  </a:schemeClr>
                </a:solidFill>
              </a:rPr>
              <a:t>organización</a:t>
            </a:r>
            <a:r>
              <a:rPr lang="en-US" dirty="0">
                <a:solidFill>
                  <a:schemeClr val="tx1">
                    <a:lumMod val="65000"/>
                    <a:lumOff val="35000"/>
                  </a:schemeClr>
                </a:solidFill>
              </a:rPr>
              <a:t> de la que forma </a:t>
            </a:r>
            <a:r>
              <a:rPr lang="en-US" dirty="0" err="1">
                <a:solidFill>
                  <a:schemeClr val="tx1">
                    <a:lumMod val="65000"/>
                    <a:lumOff val="35000"/>
                  </a:schemeClr>
                </a:solidFill>
              </a:rPr>
              <a:t>parte</a:t>
            </a:r>
            <a:r>
              <a:rPr lang="en-US" dirty="0">
                <a:solidFill>
                  <a:schemeClr val="tx1">
                    <a:lumMod val="65000"/>
                    <a:lumOff val="35000"/>
                  </a:schemeClr>
                </a:solidFill>
              </a:rPr>
              <a:t> </a:t>
            </a:r>
            <a:r>
              <a:rPr lang="en-US" dirty="0" err="1">
                <a:solidFill>
                  <a:schemeClr val="tx1">
                    <a:lumMod val="65000"/>
                    <a:lumOff val="35000"/>
                  </a:schemeClr>
                </a:solidFill>
              </a:rPr>
              <a:t>el</a:t>
            </a:r>
            <a:r>
              <a:rPr lang="en-US" dirty="0">
                <a:solidFill>
                  <a:schemeClr val="tx1">
                    <a:lumMod val="65000"/>
                    <a:lumOff val="35000"/>
                  </a:schemeClr>
                </a:solidFill>
              </a:rPr>
              <a:t> </a:t>
            </a:r>
            <a:r>
              <a:rPr lang="en-US" dirty="0" err="1">
                <a:solidFill>
                  <a:schemeClr val="tx1">
                    <a:lumMod val="65000"/>
                    <a:lumOff val="35000"/>
                  </a:schemeClr>
                </a:solidFill>
              </a:rPr>
              <a:t>sujeto</a:t>
            </a:r>
            <a:r>
              <a:rPr lang="en-US" dirty="0">
                <a:solidFill>
                  <a:schemeClr val="tx1">
                    <a:lumMod val="65000"/>
                    <a:lumOff val="35000"/>
                  </a:schemeClr>
                </a:solidFill>
              </a:rPr>
              <a:t>.</a:t>
            </a:r>
          </a:p>
          <a:p>
            <a:pPr marL="342900" marR="0" lvl="0" indent="-182880" defTabSz="914400" fontAlgn="base">
              <a:lnSpc>
                <a:spcPct val="90000"/>
              </a:lnSpc>
              <a:spcBef>
                <a:spcPct val="20000"/>
              </a:spcBef>
              <a:spcAft>
                <a:spcPct val="0"/>
              </a:spcAft>
              <a:buClr>
                <a:schemeClr val="accent1"/>
              </a:buClr>
              <a:buSzTx/>
              <a:buFont typeface="Wingdings 2" pitchFamily="18" charset="2"/>
              <a:buChar char=""/>
              <a:tabLst/>
              <a:defRPr/>
            </a:pPr>
            <a:endParaRPr kumimoji="0" lang="en-US" b="0" i="0" u="none" strike="noStrike" cap="none" spc="0" normalizeH="0" baseline="0" noProof="0" dirty="0">
              <a:ln>
                <a:noFill/>
              </a:ln>
              <a:solidFill>
                <a:schemeClr val="tx1">
                  <a:lumMod val="65000"/>
                  <a:lumOff val="35000"/>
                </a:schemeClr>
              </a:solidFill>
              <a:effectLst/>
              <a:uLnTx/>
              <a:uFillTx/>
            </a:endParaRPr>
          </a:p>
          <a:p>
            <a:pPr marR="0" lvl="0" indent="-182880" defTabSz="914400" fontAlgn="base">
              <a:lnSpc>
                <a:spcPct val="90000"/>
              </a:lnSpc>
              <a:spcBef>
                <a:spcPct val="20000"/>
              </a:spcBef>
              <a:spcAft>
                <a:spcPct val="0"/>
              </a:spcAft>
              <a:buClr>
                <a:schemeClr val="accent1"/>
              </a:buClr>
              <a:buSzTx/>
              <a:buFont typeface="Wingdings 2" pitchFamily="18" charset="2"/>
              <a:buChar char=""/>
              <a:tabLst/>
              <a:defRPr/>
            </a:pPr>
            <a:r>
              <a:rPr kumimoji="0" lang="en-US" b="1" i="0" u="none" strike="noStrike" cap="none" spc="0" normalizeH="0" baseline="0" noProof="0" dirty="0">
                <a:ln>
                  <a:noFill/>
                </a:ln>
                <a:solidFill>
                  <a:schemeClr val="tx1">
                    <a:lumMod val="65000"/>
                    <a:lumOff val="35000"/>
                  </a:schemeClr>
                </a:solidFill>
                <a:effectLst/>
                <a:uLnTx/>
                <a:uFillTx/>
              </a:rPr>
              <a:t>PROCESO DE TOMA DE DECISIONES</a:t>
            </a:r>
            <a:r>
              <a:rPr kumimoji="0" lang="en-US" b="0" i="0" u="none" strike="noStrike" cap="none" spc="0" normalizeH="0" baseline="0" noProof="0" dirty="0">
                <a:ln>
                  <a:noFill/>
                </a:ln>
                <a:solidFill>
                  <a:schemeClr val="tx1">
                    <a:lumMod val="65000"/>
                    <a:lumOff val="35000"/>
                  </a:schemeClr>
                </a:solidFill>
                <a:effectLst/>
                <a:uLnTx/>
                <a:uFillTx/>
              </a:rPr>
              <a:t>: </a:t>
            </a:r>
            <a:r>
              <a:rPr kumimoji="0" lang="en-US" b="0" i="0" u="none" strike="noStrike" cap="none" spc="0" normalizeH="0" baseline="0" noProof="0" dirty="0" err="1">
                <a:ln>
                  <a:noFill/>
                </a:ln>
                <a:solidFill>
                  <a:schemeClr val="tx1">
                    <a:lumMod val="65000"/>
                    <a:lumOff val="35000"/>
                  </a:schemeClr>
                </a:solidFill>
                <a:effectLst/>
                <a:uLnTx/>
                <a:uFillTx/>
              </a:rPr>
              <a:t>serie</a:t>
            </a:r>
            <a:r>
              <a:rPr kumimoji="0" lang="en-US" b="0" i="0" u="none" strike="noStrike" cap="none" spc="0" normalizeH="0" baseline="0" noProof="0" dirty="0">
                <a:ln>
                  <a:noFill/>
                </a:ln>
                <a:solidFill>
                  <a:schemeClr val="tx1">
                    <a:lumMod val="65000"/>
                    <a:lumOff val="35000"/>
                  </a:schemeClr>
                </a:solidFill>
                <a:effectLst/>
                <a:uLnTx/>
                <a:uFillTx/>
              </a:rPr>
              <a:t> de 8 </a:t>
            </a:r>
            <a:r>
              <a:rPr kumimoji="0" lang="en-US" b="0" i="0" u="none" strike="noStrike" cap="none" spc="0" normalizeH="0" baseline="0" noProof="0" dirty="0" err="1">
                <a:ln>
                  <a:noFill/>
                </a:ln>
                <a:solidFill>
                  <a:schemeClr val="tx1">
                    <a:lumMod val="65000"/>
                    <a:lumOff val="35000"/>
                  </a:schemeClr>
                </a:solidFill>
                <a:effectLst/>
                <a:uLnTx/>
                <a:uFillTx/>
              </a:rPr>
              <a:t>etapas</a:t>
            </a:r>
            <a:r>
              <a:rPr kumimoji="0" lang="en-US" b="0" i="0" u="none" strike="noStrike" cap="none" spc="0" normalizeH="0" baseline="0" noProof="0" dirty="0">
                <a:ln>
                  <a:noFill/>
                </a:ln>
                <a:solidFill>
                  <a:schemeClr val="tx1">
                    <a:lumMod val="65000"/>
                    <a:lumOff val="35000"/>
                  </a:schemeClr>
                </a:solidFill>
                <a:effectLst/>
                <a:uLnTx/>
                <a:uFillTx/>
              </a:rPr>
              <a:t> para </a:t>
            </a:r>
            <a:r>
              <a:rPr kumimoji="0" lang="en-US" b="0" i="0" u="none" strike="noStrike" cap="none" spc="0" normalizeH="0" baseline="0" noProof="0" dirty="0" err="1">
                <a:ln>
                  <a:noFill/>
                </a:ln>
                <a:solidFill>
                  <a:schemeClr val="tx1">
                    <a:lumMod val="65000"/>
                    <a:lumOff val="35000"/>
                  </a:schemeClr>
                </a:solidFill>
                <a:effectLst/>
                <a:uLnTx/>
                <a:uFillTx/>
              </a:rPr>
              <a:t>identificar</a:t>
            </a:r>
            <a:r>
              <a:rPr kumimoji="0" lang="en-US" b="0" i="0" u="none" strike="noStrike" cap="none" spc="0" normalizeH="0" baseline="0" noProof="0" dirty="0">
                <a:ln>
                  <a:noFill/>
                </a:ln>
                <a:solidFill>
                  <a:schemeClr val="tx1">
                    <a:lumMod val="65000"/>
                    <a:lumOff val="35000"/>
                  </a:schemeClr>
                </a:solidFill>
                <a:effectLst/>
                <a:uLnTx/>
                <a:uFillTx/>
              </a:rPr>
              <a:t> un </a:t>
            </a:r>
            <a:r>
              <a:rPr kumimoji="0" lang="en-US" b="0" i="0" u="none" strike="noStrike" cap="none" spc="0" normalizeH="0" baseline="0" noProof="0" dirty="0" err="1">
                <a:ln>
                  <a:noFill/>
                </a:ln>
                <a:solidFill>
                  <a:schemeClr val="tx1">
                    <a:lumMod val="65000"/>
                    <a:lumOff val="35000"/>
                  </a:schemeClr>
                </a:solidFill>
                <a:effectLst/>
                <a:uLnTx/>
                <a:uFillTx/>
              </a:rPr>
              <a:t>problema</a:t>
            </a:r>
            <a:r>
              <a:rPr kumimoji="0" lang="en-US" b="0" i="0" u="none" strike="noStrike" cap="none" spc="0" normalizeH="0" baseline="0" noProof="0" dirty="0">
                <a:ln>
                  <a:noFill/>
                </a:ln>
                <a:solidFill>
                  <a:schemeClr val="tx1">
                    <a:lumMod val="65000"/>
                    <a:lumOff val="35000"/>
                  </a:schemeClr>
                </a:solidFill>
                <a:effectLst/>
                <a:uLnTx/>
                <a:uFillTx/>
              </a:rPr>
              <a:t>, </a:t>
            </a:r>
            <a:r>
              <a:rPr kumimoji="0" lang="en-US" b="0" i="0" u="none" strike="noStrike" cap="none" spc="0" normalizeH="0" baseline="0" noProof="0" dirty="0" err="1">
                <a:ln>
                  <a:noFill/>
                </a:ln>
                <a:solidFill>
                  <a:schemeClr val="tx1">
                    <a:lumMod val="65000"/>
                    <a:lumOff val="35000"/>
                  </a:schemeClr>
                </a:solidFill>
                <a:effectLst/>
                <a:uLnTx/>
                <a:uFillTx/>
              </a:rPr>
              <a:t>elegir</a:t>
            </a:r>
            <a:r>
              <a:rPr kumimoji="0" lang="en-US" b="0" i="0" u="none" strike="noStrike" cap="none" spc="0" normalizeH="0" baseline="0" noProof="0" dirty="0">
                <a:ln>
                  <a:noFill/>
                </a:ln>
                <a:solidFill>
                  <a:schemeClr val="tx1">
                    <a:lumMod val="65000"/>
                    <a:lumOff val="35000"/>
                  </a:schemeClr>
                </a:solidFill>
                <a:effectLst/>
                <a:uLnTx/>
                <a:uFillTx/>
              </a:rPr>
              <a:t> una </a:t>
            </a:r>
            <a:r>
              <a:rPr kumimoji="0" lang="en-US" b="0" i="0" u="none" strike="noStrike" cap="none" spc="0" normalizeH="0" baseline="0" noProof="0" dirty="0" err="1">
                <a:ln>
                  <a:noFill/>
                </a:ln>
                <a:solidFill>
                  <a:schemeClr val="tx1">
                    <a:lumMod val="65000"/>
                    <a:lumOff val="35000"/>
                  </a:schemeClr>
                </a:solidFill>
                <a:effectLst/>
                <a:uLnTx/>
                <a:uFillTx/>
              </a:rPr>
              <a:t>alternativa</a:t>
            </a:r>
            <a:r>
              <a:rPr kumimoji="0" lang="en-US" b="0" i="0" u="none" strike="noStrike" cap="none" spc="0" normalizeH="0" baseline="0" noProof="0" dirty="0">
                <a:ln>
                  <a:noFill/>
                </a:ln>
                <a:solidFill>
                  <a:schemeClr val="tx1">
                    <a:lumMod val="65000"/>
                    <a:lumOff val="35000"/>
                  </a:schemeClr>
                </a:solidFill>
                <a:effectLst/>
                <a:uLnTx/>
                <a:uFillTx/>
              </a:rPr>
              <a:t> y </a:t>
            </a:r>
            <a:r>
              <a:rPr kumimoji="0" lang="en-US" b="0" i="0" u="none" strike="noStrike" cap="none" spc="0" normalizeH="0" baseline="0" noProof="0" dirty="0" err="1">
                <a:ln>
                  <a:noFill/>
                </a:ln>
                <a:solidFill>
                  <a:schemeClr val="tx1">
                    <a:lumMod val="65000"/>
                    <a:lumOff val="35000"/>
                  </a:schemeClr>
                </a:solidFill>
                <a:effectLst/>
                <a:uLnTx/>
                <a:uFillTx/>
              </a:rPr>
              <a:t>evaluar</a:t>
            </a:r>
            <a:r>
              <a:rPr kumimoji="0" lang="en-US" b="0" i="0" u="none" strike="noStrike" cap="none" spc="0" normalizeH="0" baseline="0" noProof="0" dirty="0">
                <a:ln>
                  <a:noFill/>
                </a:ln>
                <a:solidFill>
                  <a:schemeClr val="tx1">
                    <a:lumMod val="65000"/>
                    <a:lumOff val="35000"/>
                  </a:schemeClr>
                </a:solidFill>
                <a:effectLst/>
                <a:uLnTx/>
                <a:uFillTx/>
              </a:rPr>
              <a:t> la </a:t>
            </a:r>
            <a:r>
              <a:rPr kumimoji="0" lang="en-US" b="0" i="0" u="none" strike="noStrike" cap="none" spc="0" normalizeH="0" baseline="0" noProof="0" dirty="0" err="1">
                <a:ln>
                  <a:noFill/>
                </a:ln>
                <a:solidFill>
                  <a:schemeClr val="tx1">
                    <a:lumMod val="65000"/>
                    <a:lumOff val="35000"/>
                  </a:schemeClr>
                </a:solidFill>
                <a:effectLst/>
                <a:uLnTx/>
                <a:uFillTx/>
              </a:rPr>
              <a:t>eficacia</a:t>
            </a:r>
            <a:r>
              <a:rPr kumimoji="0" lang="en-US" b="0" i="0" u="none" strike="noStrike" cap="none" spc="0" normalizeH="0" baseline="0" noProof="0" dirty="0">
                <a:ln>
                  <a:noFill/>
                </a:ln>
                <a:solidFill>
                  <a:schemeClr val="tx1">
                    <a:lumMod val="65000"/>
                    <a:lumOff val="35000"/>
                  </a:schemeClr>
                </a:solidFill>
                <a:effectLst/>
                <a:uLnTx/>
                <a:uFillTx/>
              </a:rPr>
              <a:t> de la </a:t>
            </a:r>
            <a:r>
              <a:rPr kumimoji="0" lang="en-US" b="0" i="0" u="none" strike="noStrike" cap="none" spc="0" normalizeH="0" baseline="0" noProof="0" dirty="0" err="1">
                <a:ln>
                  <a:noFill/>
                </a:ln>
                <a:solidFill>
                  <a:schemeClr val="tx1">
                    <a:lumMod val="65000"/>
                    <a:lumOff val="35000"/>
                  </a:schemeClr>
                </a:solidFill>
                <a:effectLst/>
                <a:uLnTx/>
                <a:uFillTx/>
              </a:rPr>
              <a:t>decisión</a:t>
            </a:r>
            <a:r>
              <a:rPr kumimoji="0" lang="en-US" b="0" i="0" u="none" strike="noStrike" cap="none" spc="0" normalizeH="0" baseline="0" noProof="0" dirty="0">
                <a:ln>
                  <a:noFill/>
                </a:ln>
                <a:solidFill>
                  <a:schemeClr val="tx1">
                    <a:lumMod val="65000"/>
                    <a:lumOff val="35000"/>
                  </a:schemeClr>
                </a:solidFill>
                <a:effectLst/>
                <a:uLnTx/>
                <a:uFillTx/>
              </a:rPr>
              <a:t>.</a:t>
            </a:r>
          </a:p>
          <a:p>
            <a:pPr marL="1000125" marR="0" lvl="0" indent="-182880" defTabSz="914400" fontAlgn="base">
              <a:lnSpc>
                <a:spcPct val="90000"/>
              </a:lnSpc>
              <a:spcBef>
                <a:spcPct val="20000"/>
              </a:spcBef>
              <a:spcAft>
                <a:spcPct val="0"/>
              </a:spcAft>
              <a:buClr>
                <a:schemeClr val="accent1"/>
              </a:buClr>
              <a:buSzTx/>
              <a:buFont typeface="Wingdings 2" pitchFamily="18" charset="2"/>
              <a:buChar char=""/>
              <a:tabLst/>
              <a:defRPr/>
            </a:pPr>
            <a:r>
              <a:rPr kumimoji="0" lang="en-US" b="0" i="0" u="none" strike="noStrike" cap="none" spc="0" normalizeH="0" baseline="0" noProof="0" dirty="0" err="1">
                <a:ln>
                  <a:noFill/>
                </a:ln>
                <a:solidFill>
                  <a:schemeClr val="tx1">
                    <a:lumMod val="65000"/>
                    <a:lumOff val="35000"/>
                  </a:schemeClr>
                </a:solidFill>
                <a:effectLst/>
                <a:uLnTx/>
                <a:uFillTx/>
              </a:rPr>
              <a:t>Comienza</a:t>
            </a:r>
            <a:r>
              <a:rPr kumimoji="0" lang="en-US" b="0" i="0" u="none" strike="noStrike" cap="none" spc="0" normalizeH="0" baseline="0" noProof="0" dirty="0">
                <a:ln>
                  <a:noFill/>
                </a:ln>
                <a:solidFill>
                  <a:schemeClr val="tx1">
                    <a:lumMod val="65000"/>
                    <a:lumOff val="35000"/>
                  </a:schemeClr>
                </a:solidFill>
                <a:effectLst/>
                <a:uLnTx/>
                <a:uFillTx/>
              </a:rPr>
              <a:t> por </a:t>
            </a:r>
            <a:r>
              <a:rPr kumimoji="0" lang="en-US" b="0" i="0" u="none" strike="noStrike" cap="none" spc="0" normalizeH="0" baseline="0" noProof="0" dirty="0" err="1">
                <a:ln>
                  <a:noFill/>
                </a:ln>
                <a:solidFill>
                  <a:schemeClr val="tx1">
                    <a:lumMod val="65000"/>
                    <a:lumOff val="35000"/>
                  </a:schemeClr>
                </a:solidFill>
                <a:effectLst/>
                <a:uLnTx/>
                <a:uFillTx/>
              </a:rPr>
              <a:t>identificar</a:t>
            </a:r>
            <a:r>
              <a:rPr kumimoji="0" lang="en-US" b="0" i="0" u="none" strike="noStrike" cap="none" spc="0" normalizeH="0" baseline="0" noProof="0" dirty="0">
                <a:ln>
                  <a:noFill/>
                </a:ln>
                <a:solidFill>
                  <a:schemeClr val="tx1">
                    <a:lumMod val="65000"/>
                    <a:lumOff val="35000"/>
                  </a:schemeClr>
                </a:solidFill>
                <a:effectLst/>
                <a:uLnTx/>
                <a:uFillTx/>
              </a:rPr>
              <a:t> un </a:t>
            </a:r>
            <a:r>
              <a:rPr kumimoji="0" lang="en-US" b="0" i="0" u="none" strike="noStrike" cap="none" spc="0" normalizeH="0" baseline="0" noProof="0" dirty="0" err="1">
                <a:ln>
                  <a:noFill/>
                </a:ln>
                <a:solidFill>
                  <a:schemeClr val="tx1">
                    <a:lumMod val="65000"/>
                    <a:lumOff val="35000"/>
                  </a:schemeClr>
                </a:solidFill>
                <a:effectLst/>
                <a:uLnTx/>
                <a:uFillTx/>
              </a:rPr>
              <a:t>problema</a:t>
            </a:r>
            <a:r>
              <a:rPr kumimoji="0" lang="en-US" b="0" i="0" u="none" strike="noStrike" cap="none" spc="0" normalizeH="0" baseline="0" noProof="0" dirty="0">
                <a:ln>
                  <a:noFill/>
                </a:ln>
                <a:solidFill>
                  <a:schemeClr val="tx1">
                    <a:lumMod val="65000"/>
                    <a:lumOff val="35000"/>
                  </a:schemeClr>
                </a:solidFill>
                <a:effectLst/>
                <a:uLnTx/>
                <a:uFillTx/>
              </a:rPr>
              <a:t> y los </a:t>
            </a:r>
            <a:r>
              <a:rPr kumimoji="0" lang="en-US" b="0" i="0" u="none" strike="noStrike" cap="none" spc="0" normalizeH="0" baseline="0" noProof="0" dirty="0" err="1">
                <a:ln>
                  <a:noFill/>
                </a:ln>
                <a:solidFill>
                  <a:schemeClr val="tx1">
                    <a:lumMod val="65000"/>
                    <a:lumOff val="35000"/>
                  </a:schemeClr>
                </a:solidFill>
                <a:effectLst/>
                <a:uLnTx/>
                <a:uFillTx/>
              </a:rPr>
              <a:t>criterios</a:t>
            </a:r>
            <a:r>
              <a:rPr kumimoji="0" lang="en-US" b="0" i="0" u="none" strike="noStrike" cap="none" spc="0" normalizeH="0" baseline="0" noProof="0" dirty="0">
                <a:ln>
                  <a:noFill/>
                </a:ln>
                <a:solidFill>
                  <a:schemeClr val="tx1">
                    <a:lumMod val="65000"/>
                    <a:lumOff val="35000"/>
                  </a:schemeClr>
                </a:solidFill>
                <a:effectLst/>
                <a:uLnTx/>
                <a:uFillTx/>
              </a:rPr>
              <a:t> de </a:t>
            </a:r>
            <a:r>
              <a:rPr kumimoji="0" lang="en-US" b="0" i="0" u="none" strike="noStrike" cap="none" spc="0" normalizeH="0" baseline="0" noProof="0" dirty="0" err="1">
                <a:ln>
                  <a:noFill/>
                </a:ln>
                <a:solidFill>
                  <a:schemeClr val="tx1">
                    <a:lumMod val="65000"/>
                    <a:lumOff val="35000"/>
                  </a:schemeClr>
                </a:solidFill>
                <a:effectLst/>
                <a:uLnTx/>
                <a:uFillTx/>
              </a:rPr>
              <a:t>decisión</a:t>
            </a:r>
            <a:r>
              <a:rPr kumimoji="0" lang="en-US" b="0" i="0" u="none" strike="noStrike" cap="none" spc="0" normalizeH="0" baseline="0" noProof="0" dirty="0">
                <a:ln>
                  <a:noFill/>
                </a:ln>
                <a:solidFill>
                  <a:schemeClr val="tx1">
                    <a:lumMod val="65000"/>
                    <a:lumOff val="35000"/>
                  </a:schemeClr>
                </a:solidFill>
                <a:effectLst/>
                <a:uLnTx/>
                <a:uFillTx/>
              </a:rPr>
              <a:t> y </a:t>
            </a:r>
            <a:r>
              <a:rPr kumimoji="0" lang="en-US" b="0" i="0" u="none" strike="noStrike" cap="none" spc="0" normalizeH="0" baseline="0" noProof="0" dirty="0" err="1">
                <a:ln>
                  <a:noFill/>
                </a:ln>
                <a:solidFill>
                  <a:schemeClr val="tx1">
                    <a:lumMod val="65000"/>
                    <a:lumOff val="35000"/>
                  </a:schemeClr>
                </a:solidFill>
                <a:effectLst/>
                <a:uLnTx/>
                <a:uFillTx/>
              </a:rPr>
              <a:t>ponderarlos</a:t>
            </a:r>
            <a:r>
              <a:rPr kumimoji="0" lang="en-US" b="0" i="0" u="none" strike="noStrike" cap="none" spc="0" normalizeH="0" baseline="0" noProof="0" dirty="0">
                <a:ln>
                  <a:noFill/>
                </a:ln>
                <a:solidFill>
                  <a:schemeClr val="tx1">
                    <a:lumMod val="65000"/>
                    <a:lumOff val="35000"/>
                  </a:schemeClr>
                </a:solidFill>
                <a:effectLst/>
                <a:uLnTx/>
                <a:uFillTx/>
              </a:rPr>
              <a:t>.</a:t>
            </a:r>
          </a:p>
          <a:p>
            <a:pPr marL="1000125" marR="0" lvl="0" indent="-182880" defTabSz="914400" fontAlgn="base">
              <a:lnSpc>
                <a:spcPct val="90000"/>
              </a:lnSpc>
              <a:spcBef>
                <a:spcPct val="20000"/>
              </a:spcBef>
              <a:spcAft>
                <a:spcPct val="0"/>
              </a:spcAft>
              <a:buClr>
                <a:schemeClr val="accent1"/>
              </a:buClr>
              <a:buSzTx/>
              <a:buFont typeface="Wingdings 2" pitchFamily="18" charset="2"/>
              <a:buChar char=""/>
              <a:tabLst/>
              <a:defRPr/>
            </a:pPr>
            <a:r>
              <a:rPr kumimoji="0" lang="en-US" b="0" i="0" u="none" strike="noStrike" cap="none" spc="0" normalizeH="0" baseline="0" noProof="0" dirty="0" err="1">
                <a:ln>
                  <a:noFill/>
                </a:ln>
                <a:solidFill>
                  <a:schemeClr val="tx1">
                    <a:lumMod val="65000"/>
                    <a:lumOff val="35000"/>
                  </a:schemeClr>
                </a:solidFill>
                <a:effectLst/>
                <a:uLnTx/>
                <a:uFillTx/>
              </a:rPr>
              <a:t>Trazar</a:t>
            </a:r>
            <a:r>
              <a:rPr kumimoji="0" lang="en-US" b="0" i="0" u="none" strike="noStrike" cap="none" spc="0" normalizeH="0" baseline="0" noProof="0" dirty="0">
                <a:ln>
                  <a:noFill/>
                </a:ln>
                <a:solidFill>
                  <a:schemeClr val="tx1">
                    <a:lumMod val="65000"/>
                    <a:lumOff val="35000"/>
                  </a:schemeClr>
                </a:solidFill>
                <a:effectLst/>
                <a:uLnTx/>
                <a:uFillTx/>
              </a:rPr>
              <a:t>, </a:t>
            </a:r>
            <a:r>
              <a:rPr kumimoji="0" lang="en-US" b="0" i="0" u="none" strike="noStrike" cap="none" spc="0" normalizeH="0" baseline="0" noProof="0" dirty="0" err="1">
                <a:ln>
                  <a:noFill/>
                </a:ln>
                <a:solidFill>
                  <a:schemeClr val="tx1">
                    <a:lumMod val="65000"/>
                    <a:lumOff val="35000"/>
                  </a:schemeClr>
                </a:solidFill>
                <a:effectLst/>
                <a:uLnTx/>
                <a:uFillTx/>
              </a:rPr>
              <a:t>analizar</a:t>
            </a:r>
            <a:r>
              <a:rPr kumimoji="0" lang="en-US" b="0" i="0" u="none" strike="noStrike" cap="none" spc="0" normalizeH="0" baseline="0" noProof="0" dirty="0">
                <a:ln>
                  <a:noFill/>
                </a:ln>
                <a:solidFill>
                  <a:schemeClr val="tx1">
                    <a:lumMod val="65000"/>
                    <a:lumOff val="35000"/>
                  </a:schemeClr>
                </a:solidFill>
                <a:effectLst/>
                <a:uLnTx/>
                <a:uFillTx/>
              </a:rPr>
              <a:t> y </a:t>
            </a:r>
            <a:r>
              <a:rPr kumimoji="0" lang="en-US" b="0" i="0" u="none" strike="noStrike" cap="none" spc="0" normalizeH="0" baseline="0" noProof="0" dirty="0" err="1">
                <a:ln>
                  <a:noFill/>
                </a:ln>
                <a:solidFill>
                  <a:schemeClr val="tx1">
                    <a:lumMod val="65000"/>
                    <a:lumOff val="35000"/>
                  </a:schemeClr>
                </a:solidFill>
                <a:effectLst/>
                <a:uLnTx/>
                <a:uFillTx/>
              </a:rPr>
              <a:t>elegir</a:t>
            </a:r>
            <a:r>
              <a:rPr kumimoji="0" lang="en-US" b="0" i="0" u="none" strike="noStrike" cap="none" spc="0" normalizeH="0" baseline="0" noProof="0" dirty="0">
                <a:ln>
                  <a:noFill/>
                </a:ln>
                <a:solidFill>
                  <a:schemeClr val="tx1">
                    <a:lumMod val="65000"/>
                    <a:lumOff val="35000"/>
                  </a:schemeClr>
                </a:solidFill>
                <a:effectLst/>
                <a:uLnTx/>
                <a:uFillTx/>
              </a:rPr>
              <a:t> una </a:t>
            </a:r>
            <a:r>
              <a:rPr kumimoji="0" lang="en-US" b="0" i="0" u="none" strike="noStrike" cap="none" spc="0" normalizeH="0" baseline="0" noProof="0" dirty="0" err="1">
                <a:ln>
                  <a:noFill/>
                </a:ln>
                <a:solidFill>
                  <a:schemeClr val="tx1">
                    <a:lumMod val="65000"/>
                    <a:lumOff val="35000"/>
                  </a:schemeClr>
                </a:solidFill>
                <a:effectLst/>
                <a:uLnTx/>
                <a:uFillTx/>
              </a:rPr>
              <a:t>alternativa</a:t>
            </a:r>
            <a:r>
              <a:rPr kumimoji="0" lang="en-US" b="0" i="0" u="none" strike="noStrike" cap="none" spc="0" normalizeH="0" baseline="0" noProof="0" dirty="0">
                <a:ln>
                  <a:noFill/>
                </a:ln>
                <a:solidFill>
                  <a:schemeClr val="tx1">
                    <a:lumMod val="65000"/>
                    <a:lumOff val="35000"/>
                  </a:schemeClr>
                </a:solidFill>
                <a:effectLst/>
                <a:uLnTx/>
                <a:uFillTx/>
              </a:rPr>
              <a:t> para resolver </a:t>
            </a:r>
            <a:r>
              <a:rPr kumimoji="0" lang="en-US" b="0" i="0" u="none" strike="noStrike" cap="none" spc="0" normalizeH="0" baseline="0" noProof="0" dirty="0" err="1">
                <a:ln>
                  <a:noFill/>
                </a:ln>
                <a:solidFill>
                  <a:schemeClr val="tx1">
                    <a:lumMod val="65000"/>
                    <a:lumOff val="35000"/>
                  </a:schemeClr>
                </a:solidFill>
                <a:effectLst/>
                <a:uLnTx/>
                <a:uFillTx/>
              </a:rPr>
              <a:t>el</a:t>
            </a:r>
            <a:r>
              <a:rPr kumimoji="0" lang="en-US" b="0" i="0" u="none" strike="noStrike" cap="none" spc="0" normalizeH="0" baseline="0" noProof="0" dirty="0">
                <a:ln>
                  <a:noFill/>
                </a:ln>
                <a:solidFill>
                  <a:schemeClr val="tx1">
                    <a:lumMod val="65000"/>
                    <a:lumOff val="35000"/>
                  </a:schemeClr>
                </a:solidFill>
                <a:effectLst/>
                <a:uLnTx/>
                <a:uFillTx/>
              </a:rPr>
              <a:t> </a:t>
            </a:r>
            <a:r>
              <a:rPr kumimoji="0" lang="en-US" b="0" i="0" u="none" strike="noStrike" cap="none" spc="0" normalizeH="0" baseline="0" noProof="0" dirty="0" err="1">
                <a:ln>
                  <a:noFill/>
                </a:ln>
                <a:solidFill>
                  <a:schemeClr val="tx1">
                    <a:lumMod val="65000"/>
                    <a:lumOff val="35000"/>
                  </a:schemeClr>
                </a:solidFill>
                <a:effectLst/>
                <a:uLnTx/>
                <a:uFillTx/>
              </a:rPr>
              <a:t>problema</a:t>
            </a:r>
            <a:r>
              <a:rPr kumimoji="0" lang="en-US" b="0" i="0" u="none" strike="noStrike" cap="none" spc="0" normalizeH="0" baseline="0" noProof="0" dirty="0">
                <a:ln>
                  <a:noFill/>
                </a:ln>
                <a:solidFill>
                  <a:schemeClr val="tx1">
                    <a:lumMod val="65000"/>
                    <a:lumOff val="35000"/>
                  </a:schemeClr>
                </a:solidFill>
                <a:effectLst/>
                <a:uLnTx/>
                <a:uFillTx/>
              </a:rPr>
              <a:t>.</a:t>
            </a:r>
          </a:p>
          <a:p>
            <a:pPr marL="1000125" marR="0" lvl="0" indent="-182880" defTabSz="914400" fontAlgn="base">
              <a:lnSpc>
                <a:spcPct val="90000"/>
              </a:lnSpc>
              <a:spcBef>
                <a:spcPct val="20000"/>
              </a:spcBef>
              <a:spcAft>
                <a:spcPct val="0"/>
              </a:spcAft>
              <a:buClr>
                <a:schemeClr val="accent1"/>
              </a:buClr>
              <a:buSzTx/>
              <a:buFont typeface="Wingdings 2" pitchFamily="18" charset="2"/>
              <a:buChar char=""/>
              <a:tabLst/>
              <a:defRPr/>
            </a:pPr>
            <a:r>
              <a:rPr kumimoji="0" lang="en-US" b="0" i="0" u="none" strike="noStrike" cap="none" spc="0" normalizeH="0" baseline="0" noProof="0" dirty="0" err="1">
                <a:ln>
                  <a:noFill/>
                </a:ln>
                <a:solidFill>
                  <a:schemeClr val="tx1">
                    <a:lumMod val="65000"/>
                    <a:lumOff val="35000"/>
                  </a:schemeClr>
                </a:solidFill>
                <a:effectLst/>
                <a:uLnTx/>
                <a:uFillTx/>
              </a:rPr>
              <a:t>Evaluar</a:t>
            </a:r>
            <a:r>
              <a:rPr kumimoji="0" lang="en-US" b="0" i="0" u="none" strike="noStrike" cap="none" spc="0" normalizeH="0" baseline="0" noProof="0" dirty="0">
                <a:ln>
                  <a:noFill/>
                </a:ln>
                <a:solidFill>
                  <a:schemeClr val="tx1">
                    <a:lumMod val="65000"/>
                    <a:lumOff val="35000"/>
                  </a:schemeClr>
                </a:solidFill>
                <a:effectLst/>
                <a:uLnTx/>
                <a:uFillTx/>
              </a:rPr>
              <a:t> de la </a:t>
            </a:r>
            <a:r>
              <a:rPr kumimoji="0" lang="en-US" b="0" i="0" u="none" strike="noStrike" cap="none" spc="0" normalizeH="0" baseline="0" noProof="0" dirty="0" err="1">
                <a:ln>
                  <a:noFill/>
                </a:ln>
                <a:solidFill>
                  <a:schemeClr val="tx1">
                    <a:lumMod val="65000"/>
                    <a:lumOff val="35000"/>
                  </a:schemeClr>
                </a:solidFill>
                <a:effectLst/>
                <a:uLnTx/>
                <a:uFillTx/>
              </a:rPr>
              <a:t>eficacia</a:t>
            </a:r>
            <a:r>
              <a:rPr kumimoji="0" lang="en-US" b="0" i="0" u="none" strike="noStrike" cap="none" spc="0" normalizeH="0" baseline="0" noProof="0" dirty="0">
                <a:ln>
                  <a:noFill/>
                </a:ln>
                <a:solidFill>
                  <a:schemeClr val="tx1">
                    <a:lumMod val="65000"/>
                    <a:lumOff val="35000"/>
                  </a:schemeClr>
                </a:solidFill>
                <a:effectLst/>
                <a:uLnTx/>
                <a:uFillTx/>
              </a:rPr>
              <a:t> de la </a:t>
            </a:r>
            <a:r>
              <a:rPr kumimoji="0" lang="en-US" b="0" i="0" u="none" strike="noStrike" cap="none" spc="0" normalizeH="0" baseline="0" noProof="0" dirty="0" err="1">
                <a:ln>
                  <a:noFill/>
                </a:ln>
                <a:solidFill>
                  <a:schemeClr val="tx1">
                    <a:lumMod val="65000"/>
                    <a:lumOff val="35000"/>
                  </a:schemeClr>
                </a:solidFill>
                <a:effectLst/>
                <a:uLnTx/>
                <a:uFillTx/>
              </a:rPr>
              <a:t>decisión</a:t>
            </a:r>
            <a:r>
              <a:rPr kumimoji="0" lang="en-US" b="0" i="0" u="none" strike="noStrike" cap="none" spc="0" normalizeH="0" baseline="0" noProof="0" dirty="0">
                <a:ln>
                  <a:noFill/>
                </a:ln>
                <a:solidFill>
                  <a:schemeClr val="tx1">
                    <a:lumMod val="65000"/>
                    <a:lumOff val="35000"/>
                  </a:schemeClr>
                </a:solidFill>
                <a:effectLst/>
                <a:uLnTx/>
                <a:uFillTx/>
              </a:rPr>
              <a:t>.</a:t>
            </a:r>
          </a:p>
        </p:txBody>
      </p:sp>
      <p:sp>
        <p:nvSpPr>
          <p:cNvPr id="36" name="Freeform: Shape 35">
            <a:extLst>
              <a:ext uri="{FF2B5EF4-FFF2-40B4-BE49-F238E27FC236}">
                <a16:creationId xmlns:a16="http://schemas.microsoft.com/office/drawing/2014/main" id="{665C2FCD-09A4-4B4B-AA73-F330DFE91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8392887" y="1056875"/>
            <a:ext cx="75111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 name="2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27</a:t>
            </a:fld>
            <a:endParaRPr lang="en-US" sz="1200" b="1" kern="1200" dirty="0">
              <a:solidFill>
                <a:schemeClr val="accent1"/>
              </a:solidFill>
              <a:latin typeface="+mn-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86" name="Rectangle 85">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88" name="Rectangle 87">
            <a:extLst>
              <a:ext uri="{FF2B5EF4-FFF2-40B4-BE49-F238E27FC236}">
                <a16:creationId xmlns:a16="http://schemas.microsoft.com/office/drawing/2014/main" id="{17AD4738-6130-415F-BA58-176DA30005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567643AF-5083-45CE-BA04-BFB1A37D1D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484787"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7" name="6 Título"/>
          <p:cNvSpPr>
            <a:spLocks noGrp="1"/>
          </p:cNvSpPr>
          <p:nvPr>
            <p:ph type="title"/>
          </p:nvPr>
        </p:nvSpPr>
        <p:spPr>
          <a:xfrm>
            <a:off x="196849" y="1123837"/>
            <a:ext cx="2142904" cy="4805200"/>
          </a:xfrm>
        </p:spPr>
        <p:txBody>
          <a:bodyPr vert="horz" lIns="91440" tIns="45720" rIns="91440" bIns="45720" rtlCol="0" anchor="ctr">
            <a:normAutofit/>
          </a:bodyPr>
          <a:lstStyle/>
          <a:p>
            <a:pPr algn="r"/>
            <a:r>
              <a:rPr lang="en-US" sz="3500" dirty="0"/>
              <a:t>2.2.1. </a:t>
            </a:r>
            <a:r>
              <a:rPr lang="en-US" sz="3500" dirty="0" err="1"/>
              <a:t>Conceptos</a:t>
            </a:r>
            <a:r>
              <a:rPr lang="en-US" sz="3500" dirty="0"/>
              <a:t> </a:t>
            </a:r>
            <a:r>
              <a:rPr lang="en-US" sz="3500" dirty="0" err="1"/>
              <a:t>generales</a:t>
            </a:r>
            <a:endParaRPr lang="en-US" sz="3500" dirty="0"/>
          </a:p>
        </p:txBody>
      </p:sp>
      <p:sp>
        <p:nvSpPr>
          <p:cNvPr id="26626" name="Rectangle 3"/>
          <p:cNvSpPr>
            <a:spLocks noGrp="1" noChangeArrowheads="1"/>
          </p:cNvSpPr>
          <p:nvPr>
            <p:ph type="body" sz="half" idx="4294967295"/>
          </p:nvPr>
        </p:nvSpPr>
        <p:spPr>
          <a:xfrm>
            <a:off x="2483769" y="332656"/>
            <a:ext cx="6372196" cy="6388819"/>
          </a:xfrm>
        </p:spPr>
        <p:txBody>
          <a:bodyPr vert="horz" lIns="91440" tIns="45720" rIns="91440" bIns="45720" rtlCol="0" anchor="t">
            <a:normAutofit fontScale="92500"/>
          </a:bodyPr>
          <a:lstStyle/>
          <a:p>
            <a:pPr marL="0" algn="just"/>
            <a:r>
              <a:rPr lang="en-US" sz="2000" b="1" dirty="0" err="1"/>
              <a:t>Proceso</a:t>
            </a:r>
            <a:r>
              <a:rPr lang="en-US" sz="2000" b="1" dirty="0"/>
              <a:t> de </a:t>
            </a:r>
            <a:r>
              <a:rPr lang="en-US" sz="2000" b="1" dirty="0" err="1"/>
              <a:t>decisión</a:t>
            </a:r>
            <a:r>
              <a:rPr lang="en-US" sz="2000" dirty="0"/>
              <a:t>: </a:t>
            </a:r>
            <a:r>
              <a:rPr lang="en-US" sz="2000" dirty="0" err="1"/>
              <a:t>proceso</a:t>
            </a:r>
            <a:r>
              <a:rPr lang="en-US" sz="2000" dirty="0"/>
              <a:t> </a:t>
            </a:r>
            <a:r>
              <a:rPr lang="en-US" sz="2000" dirty="0" err="1"/>
              <a:t>racional</a:t>
            </a:r>
            <a:r>
              <a:rPr lang="en-US" sz="2000" dirty="0"/>
              <a:t> y continuo </a:t>
            </a:r>
            <a:r>
              <a:rPr lang="en-US" sz="2000" dirty="0" err="1"/>
              <a:t>mediante</a:t>
            </a:r>
            <a:r>
              <a:rPr lang="en-US" sz="2000" dirty="0"/>
              <a:t> </a:t>
            </a:r>
            <a:r>
              <a:rPr lang="en-US" sz="2000" dirty="0" err="1"/>
              <a:t>el</a:t>
            </a:r>
            <a:r>
              <a:rPr lang="en-US" sz="2000" dirty="0"/>
              <a:t> </a:t>
            </a:r>
            <a:r>
              <a:rPr lang="en-US" sz="2000" dirty="0" err="1"/>
              <a:t>cual</a:t>
            </a:r>
            <a:r>
              <a:rPr lang="en-US" sz="2000" dirty="0"/>
              <a:t> </a:t>
            </a:r>
            <a:r>
              <a:rPr lang="en-US" sz="2000" dirty="0" err="1"/>
              <a:t>partiendo</a:t>
            </a:r>
            <a:r>
              <a:rPr lang="en-US" sz="2000" dirty="0"/>
              <a:t> de </a:t>
            </a:r>
            <a:r>
              <a:rPr lang="en-US" sz="2000" dirty="0" err="1"/>
              <a:t>ciertos</a:t>
            </a:r>
            <a:r>
              <a:rPr lang="en-US" sz="2000" dirty="0"/>
              <a:t> </a:t>
            </a:r>
            <a:r>
              <a:rPr lang="en-US" sz="2000" dirty="0" err="1"/>
              <a:t>datos</a:t>
            </a:r>
            <a:r>
              <a:rPr lang="en-US" sz="2000" dirty="0"/>
              <a:t> y </a:t>
            </a:r>
            <a:r>
              <a:rPr lang="en-US" sz="2000" dirty="0" err="1"/>
              <a:t>efectuando</a:t>
            </a:r>
            <a:r>
              <a:rPr lang="en-US" sz="2000" dirty="0"/>
              <a:t> un </a:t>
            </a:r>
            <a:r>
              <a:rPr lang="en-US" sz="2000" dirty="0" err="1"/>
              <a:t>análisis</a:t>
            </a:r>
            <a:r>
              <a:rPr lang="en-US" sz="2000" dirty="0"/>
              <a:t> y una </a:t>
            </a:r>
            <a:r>
              <a:rPr lang="en-US" sz="2000" dirty="0" err="1"/>
              <a:t>valoración</a:t>
            </a:r>
            <a:r>
              <a:rPr lang="en-US" sz="2000" dirty="0"/>
              <a:t> </a:t>
            </a:r>
            <a:r>
              <a:rPr lang="en-US" sz="2000" dirty="0" err="1"/>
              <a:t>sobre</a:t>
            </a:r>
            <a:r>
              <a:rPr lang="en-US" sz="2000" dirty="0"/>
              <a:t> la </a:t>
            </a:r>
            <a:r>
              <a:rPr lang="en-US" sz="2000" dirty="0" err="1"/>
              <a:t>conveniencia</a:t>
            </a:r>
            <a:r>
              <a:rPr lang="en-US" sz="2000" dirty="0"/>
              <a:t> y </a:t>
            </a:r>
            <a:r>
              <a:rPr lang="en-US" sz="2000" dirty="0" err="1"/>
              <a:t>sobre</a:t>
            </a:r>
            <a:r>
              <a:rPr lang="en-US" sz="2000" dirty="0"/>
              <a:t> las </a:t>
            </a:r>
            <a:r>
              <a:rPr lang="en-US" sz="2000" dirty="0" err="1"/>
              <a:t>consecuencias</a:t>
            </a:r>
            <a:r>
              <a:rPr lang="en-US" sz="2000" dirty="0"/>
              <a:t> de las </a:t>
            </a:r>
            <a:r>
              <a:rPr lang="en-US" sz="2000" dirty="0" err="1"/>
              <a:t>soluciones</a:t>
            </a:r>
            <a:r>
              <a:rPr lang="en-US" sz="2000" dirty="0"/>
              <a:t> </a:t>
            </a:r>
            <a:r>
              <a:rPr lang="en-US" sz="2000" dirty="0" err="1"/>
              <a:t>alternativas</a:t>
            </a:r>
            <a:r>
              <a:rPr lang="en-US" sz="2000" dirty="0"/>
              <a:t> </a:t>
            </a:r>
            <a:r>
              <a:rPr lang="en-US" sz="2000" dirty="0" err="1"/>
              <a:t>posibles</a:t>
            </a:r>
            <a:r>
              <a:rPr lang="en-US" sz="2000" dirty="0"/>
              <a:t>, </a:t>
            </a:r>
            <a:r>
              <a:rPr lang="en-US" sz="2000" dirty="0" err="1"/>
              <a:t>respecto</a:t>
            </a:r>
            <a:r>
              <a:rPr lang="en-US" sz="2000" dirty="0"/>
              <a:t> de un </a:t>
            </a:r>
            <a:r>
              <a:rPr lang="en-US" sz="2000" dirty="0" err="1"/>
              <a:t>determinado</a:t>
            </a:r>
            <a:r>
              <a:rPr lang="en-US" sz="2000" dirty="0"/>
              <a:t> </a:t>
            </a:r>
            <a:r>
              <a:rPr lang="en-US" sz="2000" dirty="0" err="1"/>
              <a:t>objetivo</a:t>
            </a:r>
            <a:r>
              <a:rPr lang="en-US" sz="2000" dirty="0"/>
              <a:t>, se </a:t>
            </a:r>
            <a:r>
              <a:rPr lang="en-US" sz="2000" dirty="0" err="1"/>
              <a:t>llega</a:t>
            </a:r>
            <a:r>
              <a:rPr lang="en-US" sz="2000" dirty="0"/>
              <a:t> a </a:t>
            </a:r>
            <a:r>
              <a:rPr lang="en-US" sz="2000" dirty="0" err="1"/>
              <a:t>efectuar</a:t>
            </a:r>
            <a:r>
              <a:rPr lang="en-US" sz="2000" dirty="0"/>
              <a:t> una </a:t>
            </a:r>
            <a:r>
              <a:rPr lang="en-US" sz="2000" dirty="0" err="1"/>
              <a:t>elección</a:t>
            </a:r>
            <a:r>
              <a:rPr lang="en-US" sz="2000" dirty="0"/>
              <a:t> final. </a:t>
            </a:r>
          </a:p>
          <a:p>
            <a:pPr algn="just"/>
            <a:endParaRPr lang="en-US" sz="2000" dirty="0"/>
          </a:p>
          <a:p>
            <a:pPr lvl="1" algn="just">
              <a:spcAft>
                <a:spcPts val="600"/>
              </a:spcAft>
            </a:pPr>
            <a:r>
              <a:rPr lang="en-US" sz="2000" dirty="0"/>
              <a:t>El </a:t>
            </a:r>
            <a:r>
              <a:rPr lang="en-US" sz="2000" dirty="0" err="1"/>
              <a:t>proceso</a:t>
            </a:r>
            <a:r>
              <a:rPr lang="en-US" sz="2000" dirty="0"/>
              <a:t> de </a:t>
            </a:r>
            <a:r>
              <a:rPr lang="en-US" sz="2000" dirty="0" err="1"/>
              <a:t>decisión</a:t>
            </a:r>
            <a:r>
              <a:rPr lang="en-US" sz="2000" dirty="0"/>
              <a:t> </a:t>
            </a:r>
            <a:r>
              <a:rPr lang="en-US" sz="2000" dirty="0" err="1"/>
              <a:t>convierte</a:t>
            </a:r>
            <a:r>
              <a:rPr lang="en-US" sz="2000" dirty="0"/>
              <a:t> </a:t>
            </a:r>
            <a:r>
              <a:rPr lang="en-US" sz="2000" dirty="0" err="1"/>
              <a:t>información</a:t>
            </a:r>
            <a:r>
              <a:rPr lang="en-US" sz="2000" dirty="0"/>
              <a:t> </a:t>
            </a:r>
            <a:r>
              <a:rPr lang="en-US" sz="2000" dirty="0" err="1"/>
              <a:t>en</a:t>
            </a:r>
            <a:r>
              <a:rPr lang="en-US" sz="2000" dirty="0"/>
              <a:t> </a:t>
            </a:r>
            <a:r>
              <a:rPr lang="en-US" sz="2000" dirty="0" err="1"/>
              <a:t>acción</a:t>
            </a:r>
            <a:r>
              <a:rPr lang="en-US" sz="2000" dirty="0"/>
              <a:t>.</a:t>
            </a:r>
          </a:p>
          <a:p>
            <a:pPr lvl="1" algn="just">
              <a:spcAft>
                <a:spcPts val="600"/>
              </a:spcAft>
            </a:pPr>
            <a:r>
              <a:rPr lang="en-US" sz="2000" dirty="0"/>
              <a:t>El </a:t>
            </a:r>
            <a:r>
              <a:rPr lang="en-US" sz="2000" dirty="0" err="1"/>
              <a:t>directivo</a:t>
            </a:r>
            <a:r>
              <a:rPr lang="en-US" sz="2000" dirty="0"/>
              <a:t> </a:t>
            </a:r>
            <a:r>
              <a:rPr lang="en-US" sz="2000" dirty="0" err="1"/>
              <a:t>pasa</a:t>
            </a:r>
            <a:r>
              <a:rPr lang="en-US" sz="2000" dirty="0"/>
              <a:t> la mayor </a:t>
            </a:r>
            <a:r>
              <a:rPr lang="en-US" sz="2000" dirty="0" err="1"/>
              <a:t>parte</a:t>
            </a:r>
            <a:r>
              <a:rPr lang="en-US" sz="2000" dirty="0"/>
              <a:t> de </a:t>
            </a:r>
            <a:r>
              <a:rPr lang="en-US" sz="2000" dirty="0" err="1"/>
              <a:t>su</a:t>
            </a:r>
            <a:r>
              <a:rPr lang="en-US" sz="2000" dirty="0"/>
              <a:t> </a:t>
            </a:r>
            <a:r>
              <a:rPr lang="en-US" sz="2000" dirty="0" err="1"/>
              <a:t>tiempo</a:t>
            </a:r>
            <a:r>
              <a:rPr lang="en-US" sz="2000" dirty="0"/>
              <a:t> </a:t>
            </a:r>
            <a:r>
              <a:rPr lang="en-US" sz="2000" dirty="0" err="1"/>
              <a:t>resolviendo</a:t>
            </a:r>
            <a:r>
              <a:rPr lang="en-US" sz="2000" dirty="0"/>
              <a:t> </a:t>
            </a:r>
            <a:r>
              <a:rPr lang="en-US" sz="2000" dirty="0" err="1"/>
              <a:t>problemas</a:t>
            </a:r>
            <a:r>
              <a:rPr lang="en-US" sz="2000" dirty="0"/>
              <a:t> y </a:t>
            </a:r>
            <a:r>
              <a:rPr lang="en-US" sz="2000" dirty="0" err="1"/>
              <a:t>tomando</a:t>
            </a:r>
            <a:r>
              <a:rPr lang="en-US" sz="2000" dirty="0"/>
              <a:t> </a:t>
            </a:r>
            <a:r>
              <a:rPr lang="en-US" sz="2000" dirty="0" err="1"/>
              <a:t>decisiones</a:t>
            </a:r>
            <a:r>
              <a:rPr lang="en-US" sz="2000" dirty="0"/>
              <a:t>.</a:t>
            </a:r>
          </a:p>
          <a:p>
            <a:pPr marL="0" indent="0" algn="just">
              <a:spcAft>
                <a:spcPts val="600"/>
              </a:spcAft>
              <a:buNone/>
            </a:pPr>
            <a:r>
              <a:rPr lang="en-US" sz="2400" b="1" dirty="0">
                <a:solidFill>
                  <a:schemeClr val="accent1">
                    <a:lumMod val="75000"/>
                  </a:schemeClr>
                </a:solidFill>
              </a:rPr>
              <a:t>Para ser </a:t>
            </a:r>
            <a:r>
              <a:rPr lang="en-US" sz="2400" b="1" dirty="0" err="1">
                <a:solidFill>
                  <a:schemeClr val="accent1">
                    <a:lumMod val="75000"/>
                  </a:schemeClr>
                </a:solidFill>
              </a:rPr>
              <a:t>eficaces</a:t>
            </a:r>
            <a:r>
              <a:rPr lang="en-US" sz="2400" b="1" dirty="0">
                <a:solidFill>
                  <a:schemeClr val="accent1">
                    <a:lumMod val="75000"/>
                  </a:schemeClr>
                </a:solidFill>
              </a:rPr>
              <a:t> </a:t>
            </a:r>
            <a:r>
              <a:rPr lang="en-US" sz="2400" b="1" dirty="0" err="1">
                <a:solidFill>
                  <a:schemeClr val="accent1">
                    <a:lumMod val="75000"/>
                  </a:schemeClr>
                </a:solidFill>
              </a:rPr>
              <a:t>en</a:t>
            </a:r>
            <a:r>
              <a:rPr lang="en-US" sz="2400" b="1" dirty="0">
                <a:solidFill>
                  <a:schemeClr val="accent1">
                    <a:lumMod val="75000"/>
                  </a:schemeClr>
                </a:solidFill>
              </a:rPr>
              <a:t> </a:t>
            </a:r>
            <a:r>
              <a:rPr lang="en-US" sz="2400" b="1" dirty="0" err="1">
                <a:solidFill>
                  <a:schemeClr val="accent1">
                    <a:lumMod val="75000"/>
                  </a:schemeClr>
                </a:solidFill>
              </a:rPr>
              <a:t>su</a:t>
            </a:r>
            <a:r>
              <a:rPr lang="en-US" sz="2400" b="1" dirty="0">
                <a:solidFill>
                  <a:schemeClr val="accent1">
                    <a:lumMod val="75000"/>
                  </a:schemeClr>
                </a:solidFill>
              </a:rPr>
              <a:t> </a:t>
            </a:r>
            <a:r>
              <a:rPr lang="en-US" sz="2400" b="1" dirty="0" err="1">
                <a:solidFill>
                  <a:schemeClr val="accent1">
                    <a:lumMod val="75000"/>
                  </a:schemeClr>
                </a:solidFill>
              </a:rPr>
              <a:t>trabajo</a:t>
            </a:r>
            <a:r>
              <a:rPr lang="en-US" sz="2400" b="1" dirty="0">
                <a:solidFill>
                  <a:schemeClr val="accent1">
                    <a:lumMod val="75000"/>
                  </a:schemeClr>
                </a:solidFill>
              </a:rPr>
              <a:t> </a:t>
            </a:r>
            <a:r>
              <a:rPr lang="en-US" sz="2400" b="1" dirty="0" err="1">
                <a:solidFill>
                  <a:schemeClr val="accent1">
                    <a:lumMod val="75000"/>
                  </a:schemeClr>
                </a:solidFill>
              </a:rPr>
              <a:t>deben</a:t>
            </a:r>
            <a:r>
              <a:rPr lang="en-US" sz="2400" b="1" dirty="0">
                <a:solidFill>
                  <a:schemeClr val="accent1">
                    <a:lumMod val="75000"/>
                  </a:schemeClr>
                </a:solidFill>
              </a:rPr>
              <a:t> </a:t>
            </a:r>
            <a:r>
              <a:rPr lang="en-US" sz="2400" b="1" dirty="0" err="1">
                <a:solidFill>
                  <a:schemeClr val="accent1">
                    <a:lumMod val="75000"/>
                  </a:schemeClr>
                </a:solidFill>
              </a:rPr>
              <a:t>poseer</a:t>
            </a:r>
            <a:r>
              <a:rPr lang="en-US" sz="2400" dirty="0"/>
              <a:t>:</a:t>
            </a:r>
          </a:p>
          <a:p>
            <a:pPr lvl="2" algn="just"/>
            <a:r>
              <a:rPr lang="en-US" sz="2000" dirty="0" err="1"/>
              <a:t>Conocimientos</a:t>
            </a:r>
            <a:r>
              <a:rPr lang="en-US" sz="2000" dirty="0"/>
              <a:t> </a:t>
            </a:r>
            <a:r>
              <a:rPr lang="en-US" sz="2000" dirty="0" err="1"/>
              <a:t>técnicos</a:t>
            </a:r>
            <a:r>
              <a:rPr lang="en-US" sz="2000" dirty="0"/>
              <a:t> </a:t>
            </a:r>
            <a:r>
              <a:rPr lang="en-US" sz="2000" dirty="0" err="1"/>
              <a:t>adecuados</a:t>
            </a:r>
            <a:r>
              <a:rPr lang="en-US" sz="2000" dirty="0"/>
              <a:t>.</a:t>
            </a:r>
          </a:p>
          <a:p>
            <a:pPr lvl="2" algn="just"/>
            <a:r>
              <a:rPr lang="en-US" sz="2000" dirty="0" err="1"/>
              <a:t>Experiencia</a:t>
            </a:r>
            <a:r>
              <a:rPr lang="en-US" sz="2000" dirty="0"/>
              <a:t> </a:t>
            </a:r>
            <a:r>
              <a:rPr lang="en-US" sz="2000" dirty="0" err="1"/>
              <a:t>suficiente</a:t>
            </a:r>
            <a:r>
              <a:rPr lang="en-US" sz="2000" dirty="0"/>
              <a:t>.</a:t>
            </a:r>
          </a:p>
          <a:p>
            <a:pPr lvl="2" algn="just"/>
            <a:r>
              <a:rPr lang="en-US" sz="2000" dirty="0"/>
              <a:t>Saber </a:t>
            </a:r>
            <a:r>
              <a:rPr lang="en-US" sz="2000" dirty="0" err="1"/>
              <a:t>manejar</a:t>
            </a:r>
            <a:r>
              <a:rPr lang="en-US" sz="2000" dirty="0"/>
              <a:t>, por lo </a:t>
            </a:r>
            <a:r>
              <a:rPr lang="en-US" sz="2000" dirty="0" err="1"/>
              <a:t>menos</a:t>
            </a:r>
            <a:r>
              <a:rPr lang="en-US" sz="2000" dirty="0"/>
              <a:t>, </a:t>
            </a:r>
            <a:r>
              <a:rPr lang="en-US" sz="2000" dirty="0" err="1"/>
              <a:t>algún</a:t>
            </a:r>
            <a:r>
              <a:rPr lang="en-US" sz="2000" dirty="0"/>
              <a:t> </a:t>
            </a:r>
            <a:r>
              <a:rPr lang="en-US" sz="2000" dirty="0" err="1"/>
              <a:t>método</a:t>
            </a:r>
            <a:r>
              <a:rPr lang="en-US" sz="2000" dirty="0"/>
              <a:t> para la </a:t>
            </a:r>
            <a:r>
              <a:rPr lang="en-US" sz="2000" dirty="0" err="1"/>
              <a:t>toma</a:t>
            </a:r>
            <a:r>
              <a:rPr lang="en-US" sz="2000" dirty="0"/>
              <a:t> de </a:t>
            </a:r>
            <a:r>
              <a:rPr lang="en-US" sz="2000" dirty="0" err="1"/>
              <a:t>decisiones</a:t>
            </a:r>
            <a:r>
              <a:rPr lang="en-US" sz="2000" dirty="0"/>
              <a:t>.</a:t>
            </a:r>
          </a:p>
          <a:p>
            <a:pPr marL="0" indent="0" algn="just">
              <a:spcAft>
                <a:spcPts val="600"/>
              </a:spcAft>
              <a:buNone/>
            </a:pPr>
            <a:r>
              <a:rPr lang="en-US" sz="2400" b="1" dirty="0" err="1">
                <a:solidFill>
                  <a:schemeClr val="accent1">
                    <a:lumMod val="75000"/>
                  </a:schemeClr>
                </a:solidFill>
              </a:rPr>
              <a:t>Aspectos</a:t>
            </a:r>
            <a:r>
              <a:rPr lang="en-US" sz="2400" b="1" dirty="0">
                <a:solidFill>
                  <a:schemeClr val="accent1">
                    <a:lumMod val="75000"/>
                  </a:schemeClr>
                </a:solidFill>
              </a:rPr>
              <a:t> que </a:t>
            </a:r>
            <a:r>
              <a:rPr lang="en-US" sz="2400" b="1" dirty="0" err="1">
                <a:solidFill>
                  <a:schemeClr val="accent1">
                    <a:lumMod val="75000"/>
                  </a:schemeClr>
                </a:solidFill>
              </a:rPr>
              <a:t>influyen</a:t>
            </a:r>
            <a:r>
              <a:rPr lang="en-US" sz="2400" b="1" dirty="0">
                <a:solidFill>
                  <a:schemeClr val="accent1">
                    <a:lumMod val="75000"/>
                  </a:schemeClr>
                </a:solidFill>
              </a:rPr>
              <a:t> </a:t>
            </a:r>
            <a:r>
              <a:rPr lang="en-US" sz="2400" b="1" dirty="0" err="1">
                <a:solidFill>
                  <a:schemeClr val="accent1">
                    <a:lumMod val="75000"/>
                  </a:schemeClr>
                </a:solidFill>
              </a:rPr>
              <a:t>en</a:t>
            </a:r>
            <a:r>
              <a:rPr lang="en-US" sz="2400" b="1" dirty="0">
                <a:solidFill>
                  <a:schemeClr val="accent1">
                    <a:lumMod val="75000"/>
                  </a:schemeClr>
                </a:solidFill>
              </a:rPr>
              <a:t> la </a:t>
            </a:r>
            <a:r>
              <a:rPr lang="en-US" sz="2400" b="1" dirty="0" err="1">
                <a:solidFill>
                  <a:schemeClr val="accent1">
                    <a:lumMod val="75000"/>
                  </a:schemeClr>
                </a:solidFill>
              </a:rPr>
              <a:t>toma</a:t>
            </a:r>
            <a:r>
              <a:rPr lang="en-US" sz="2400" b="1" dirty="0">
                <a:solidFill>
                  <a:schemeClr val="accent1">
                    <a:lumMod val="75000"/>
                  </a:schemeClr>
                </a:solidFill>
              </a:rPr>
              <a:t> de </a:t>
            </a:r>
            <a:r>
              <a:rPr lang="en-US" sz="2400" b="1" dirty="0" err="1">
                <a:solidFill>
                  <a:schemeClr val="accent1">
                    <a:lumMod val="75000"/>
                  </a:schemeClr>
                </a:solidFill>
              </a:rPr>
              <a:t>decisiones</a:t>
            </a:r>
            <a:r>
              <a:rPr lang="en-US" sz="2400" b="1" dirty="0">
                <a:solidFill>
                  <a:schemeClr val="accent1">
                    <a:lumMod val="75000"/>
                  </a:schemeClr>
                </a:solidFill>
              </a:rPr>
              <a:t>:</a:t>
            </a:r>
          </a:p>
          <a:p>
            <a:pPr marL="342900" algn="just">
              <a:spcAft>
                <a:spcPts val="600"/>
              </a:spcAft>
            </a:pPr>
            <a:r>
              <a:rPr lang="en-US" sz="2000" dirty="0"/>
              <a:t>Las </a:t>
            </a:r>
            <a:r>
              <a:rPr lang="en-US" sz="2000" dirty="0" err="1"/>
              <a:t>condiciones</a:t>
            </a:r>
            <a:r>
              <a:rPr lang="en-US" sz="2000" dirty="0"/>
              <a:t> </a:t>
            </a:r>
            <a:r>
              <a:rPr lang="en-US" sz="2000" dirty="0" err="1"/>
              <a:t>en</a:t>
            </a:r>
            <a:r>
              <a:rPr lang="en-US" sz="2000" dirty="0"/>
              <a:t> las que se toman.</a:t>
            </a:r>
          </a:p>
          <a:p>
            <a:pPr marL="342900" algn="just">
              <a:spcAft>
                <a:spcPts val="600"/>
              </a:spcAft>
            </a:pPr>
            <a:r>
              <a:rPr lang="en-US" sz="2000" dirty="0"/>
              <a:t>La forma de </a:t>
            </a:r>
            <a:r>
              <a:rPr lang="en-US" sz="2000" dirty="0" err="1"/>
              <a:t>procesar</a:t>
            </a:r>
            <a:r>
              <a:rPr lang="en-US" sz="2000" dirty="0"/>
              <a:t> la </a:t>
            </a:r>
            <a:r>
              <a:rPr lang="en-US" sz="2000" dirty="0" err="1"/>
              <a:t>información</a:t>
            </a:r>
            <a:r>
              <a:rPr lang="en-US" sz="2000" dirty="0"/>
              <a:t> de </a:t>
            </a:r>
            <a:r>
              <a:rPr lang="en-US" sz="2000" dirty="0" err="1"/>
              <a:t>quien</a:t>
            </a:r>
            <a:r>
              <a:rPr lang="en-US" sz="2000" dirty="0"/>
              <a:t> las </a:t>
            </a:r>
            <a:r>
              <a:rPr lang="en-US" sz="2000" dirty="0" err="1"/>
              <a:t>toma</a:t>
            </a:r>
            <a:r>
              <a:rPr lang="en-US" sz="2000" dirty="0"/>
              <a:t> (</a:t>
            </a:r>
            <a:r>
              <a:rPr lang="en-US" sz="2000" dirty="0" err="1"/>
              <a:t>el</a:t>
            </a:r>
            <a:r>
              <a:rPr lang="en-US" sz="2000" dirty="0"/>
              <a:t> </a:t>
            </a:r>
            <a:r>
              <a:rPr lang="en-US" sz="2000" dirty="0" err="1"/>
              <a:t>estilo</a:t>
            </a:r>
            <a:r>
              <a:rPr lang="en-US" sz="2000" dirty="0"/>
              <a:t> de </a:t>
            </a:r>
            <a:r>
              <a:rPr lang="en-US" sz="2000" dirty="0" err="1"/>
              <a:t>toma</a:t>
            </a:r>
            <a:r>
              <a:rPr lang="en-US" sz="2000" dirty="0"/>
              <a:t> de </a:t>
            </a:r>
            <a:r>
              <a:rPr lang="en-US" sz="2000" dirty="0" err="1"/>
              <a:t>decisiones</a:t>
            </a:r>
            <a:r>
              <a:rPr lang="en-US" sz="2000" dirty="0"/>
              <a:t>).</a:t>
            </a:r>
          </a:p>
          <a:p>
            <a:pPr algn="just"/>
            <a:endParaRPr lang="en-US" sz="2000" dirty="0"/>
          </a:p>
        </p:txBody>
      </p:sp>
      <p:sp>
        <p:nvSpPr>
          <p:cNvPr id="92" name="Rectangle 91">
            <a:extLst>
              <a:ext uri="{FF2B5EF4-FFF2-40B4-BE49-F238E27FC236}">
                <a16:creationId xmlns:a16="http://schemas.microsoft.com/office/drawing/2014/main" id="{CC7E0005-C596-4A5C-BAFA-6C5CFA03A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6627" name="3 Marcador de número de diapositiva"/>
          <p:cNvSpPr>
            <a:spLocks noGrp="1"/>
          </p:cNvSpPr>
          <p:nvPr>
            <p:ph type="sldNum" sz="quarter" idx="12"/>
          </p:nvPr>
        </p:nvSpPr>
        <p:spPr bwMode="auto">
          <a:xfrm>
            <a:off x="7975601" y="6356350"/>
            <a:ext cx="1148195" cy="365125"/>
          </a:xfrm>
          <a:prstGeom prst="rect">
            <a:avLst/>
          </a:prstGeom>
        </p:spPr>
        <p:txBody>
          <a:bodyPr vert="horz" lIns="91440" tIns="45720" rIns="91440" bIns="45720" rtlCol="0" anchor="ctr">
            <a:normAutofit/>
          </a:bodyPr>
          <a:lstStyle/>
          <a:p>
            <a:pPr>
              <a:spcAft>
                <a:spcPts val="600"/>
              </a:spcAft>
            </a:pPr>
            <a:r>
              <a:rPr lang="en-US" sz="1200" b="1" kern="1200" dirty="0">
                <a:solidFill>
                  <a:schemeClr val="accent1"/>
                </a:solidFill>
                <a:latin typeface="+mn-lt"/>
                <a:ea typeface="+mn-ea"/>
                <a:cs typeface="+mn-cs"/>
              </a:rPr>
              <a:t>              17</a:t>
            </a:r>
          </a:p>
          <a:p>
            <a:pPr>
              <a:spcAft>
                <a:spcPts val="600"/>
              </a:spcAft>
            </a:pPr>
            <a:endParaRPr lang="en-US" sz="1200" b="1" kern="1200" dirty="0">
              <a:solidFill>
                <a:schemeClr val="accent1"/>
              </a:solidFill>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845DB188-4006-4207-A473-B4B569C5B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5" name="Rectangle 44">
            <a:extLst>
              <a:ext uri="{FF2B5EF4-FFF2-40B4-BE49-F238E27FC236}">
                <a16:creationId xmlns:a16="http://schemas.microsoft.com/office/drawing/2014/main" id="{BAB4522D-D095-4687-BFB3-976E665AD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 name="Título 3">
            <a:extLst>
              <a:ext uri="{FF2B5EF4-FFF2-40B4-BE49-F238E27FC236}">
                <a16:creationId xmlns:a16="http://schemas.microsoft.com/office/drawing/2014/main" id="{06AB28D1-C9FF-42D4-9175-C4A7D592EC61}"/>
              </a:ext>
            </a:extLst>
          </p:cNvPr>
          <p:cNvSpPr>
            <a:spLocks noGrp="1"/>
          </p:cNvSpPr>
          <p:nvPr>
            <p:ph type="title" idx="4294967295"/>
          </p:nvPr>
        </p:nvSpPr>
        <p:spPr>
          <a:xfrm>
            <a:off x="0" y="1123837"/>
            <a:ext cx="1928103" cy="4601183"/>
          </a:xfrm>
        </p:spPr>
        <p:txBody>
          <a:bodyPr vert="horz" lIns="91440" tIns="45720" rIns="91440" bIns="45720" rtlCol="0" anchor="ctr">
            <a:normAutofit/>
          </a:bodyPr>
          <a:lstStyle/>
          <a:p>
            <a:r>
              <a:rPr lang="en-US" sz="3200" dirty="0"/>
              <a:t>2.2.1. </a:t>
            </a:r>
            <a:r>
              <a:rPr lang="en-US" sz="3200" dirty="0" err="1"/>
              <a:t>Conceptos</a:t>
            </a:r>
            <a:r>
              <a:rPr lang="en-US" sz="3200" dirty="0"/>
              <a:t> </a:t>
            </a:r>
            <a:r>
              <a:rPr lang="en-US" sz="3200" dirty="0" err="1"/>
              <a:t>generales</a:t>
            </a:r>
            <a:endParaRPr lang="en-US" sz="3200" dirty="0"/>
          </a:p>
        </p:txBody>
      </p:sp>
      <p:sp>
        <p:nvSpPr>
          <p:cNvPr id="3" name="Marcador de número de diapositiva 2">
            <a:extLst>
              <a:ext uri="{FF2B5EF4-FFF2-40B4-BE49-F238E27FC236}">
                <a16:creationId xmlns:a16="http://schemas.microsoft.com/office/drawing/2014/main" id="{D132B6BD-66E0-4004-AC7A-2DB32D666249}"/>
              </a:ext>
            </a:extLst>
          </p:cNvPr>
          <p:cNvSpPr>
            <a:spLocks noGrp="1"/>
          </p:cNvSpPr>
          <p:nvPr>
            <p:ph type="sldNum" sz="quarter" idx="12"/>
          </p:nvPr>
        </p:nvSpPr>
        <p:spPr>
          <a:xfrm>
            <a:off x="7975601" y="6356350"/>
            <a:ext cx="1148195" cy="365125"/>
          </a:xfrm>
        </p:spPr>
        <p:txBody>
          <a:bodyPr vert="horz" lIns="91440" tIns="45720" rIns="91440" bIns="45720" rtlCol="0" anchor="ctr">
            <a:normAutofit/>
          </a:bodyPr>
          <a:lstStyle/>
          <a:p>
            <a:pPr>
              <a:spcAft>
                <a:spcPts val="600"/>
              </a:spcAft>
            </a:pPr>
            <a:fld id="{5263617F-1627-43AB-9FC2-D1A40487E69C}" type="slidenum">
              <a:rPr lang="en-US" sz="1200" b="1" kern="1200" dirty="0">
                <a:solidFill>
                  <a:schemeClr val="accent1"/>
                </a:solidFill>
                <a:latin typeface="+mn-lt"/>
                <a:ea typeface="+mn-ea"/>
                <a:cs typeface="+mn-cs"/>
              </a:rPr>
              <a:pPr>
                <a:spcAft>
                  <a:spcPts val="600"/>
                </a:spcAft>
              </a:pPr>
              <a:t>29</a:t>
            </a:fld>
            <a:endParaRPr lang="en-US" sz="1200" b="1" kern="1200" dirty="0">
              <a:solidFill>
                <a:schemeClr val="accent1"/>
              </a:solidFill>
              <a:latin typeface="+mn-lt"/>
              <a:ea typeface="+mn-ea"/>
              <a:cs typeface="+mn-cs"/>
            </a:endParaRPr>
          </a:p>
        </p:txBody>
      </p:sp>
      <p:graphicFrame>
        <p:nvGraphicFramePr>
          <p:cNvPr id="31" name="Marcador de contenido 4">
            <a:extLst>
              <a:ext uri="{FF2B5EF4-FFF2-40B4-BE49-F238E27FC236}">
                <a16:creationId xmlns:a16="http://schemas.microsoft.com/office/drawing/2014/main" id="{DA75E790-8547-48FC-9D28-1AD7AA429A3A}"/>
              </a:ext>
            </a:extLst>
          </p:cNvPr>
          <p:cNvGraphicFramePr>
            <a:graphicFrameLocks noGrp="1"/>
          </p:cNvGraphicFramePr>
          <p:nvPr>
            <p:ph idx="4294967295"/>
            <p:extLst>
              <p:ext uri="{D42A27DB-BD31-4B8C-83A1-F6EECF244321}">
                <p14:modId xmlns:p14="http://schemas.microsoft.com/office/powerpoint/2010/main" val="1511859689"/>
              </p:ext>
            </p:extLst>
          </p:nvPr>
        </p:nvGraphicFramePr>
        <p:xfrm>
          <a:off x="2123727" y="885505"/>
          <a:ext cx="6830583" cy="56168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uadroTexto 7">
            <a:extLst>
              <a:ext uri="{FF2B5EF4-FFF2-40B4-BE49-F238E27FC236}">
                <a16:creationId xmlns:a16="http://schemas.microsoft.com/office/drawing/2014/main" id="{5940DE7F-43A5-2D52-EE83-1C3E2E4224DE}"/>
              </a:ext>
            </a:extLst>
          </p:cNvPr>
          <p:cNvSpPr txBox="1"/>
          <p:nvPr/>
        </p:nvSpPr>
        <p:spPr>
          <a:xfrm>
            <a:off x="683568" y="200507"/>
            <a:ext cx="7932554" cy="830997"/>
          </a:xfrm>
          <a:prstGeom prst="rect">
            <a:avLst/>
          </a:prstGeom>
          <a:noFill/>
        </p:spPr>
        <p:txBody>
          <a:bodyPr wrap="square">
            <a:sp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sz="2400" dirty="0">
                <a:solidFill>
                  <a:schemeClr val="accent1">
                    <a:lumMod val="75000"/>
                  </a:schemeClr>
                </a:solidFill>
              </a:rPr>
              <a:t>Los modelos de toma de decisión empresarial se establecen en función de tres premisas básicas:</a:t>
            </a:r>
            <a:endParaRPr lang="en-US" sz="2400" dirty="0">
              <a:solidFill>
                <a:schemeClr val="accent1">
                  <a:lumMod val="75000"/>
                </a:schemeClr>
              </a:solidFill>
            </a:endParaRPr>
          </a:p>
        </p:txBody>
      </p:sp>
    </p:spTree>
    <p:extLst>
      <p:ext uri="{BB962C8B-B14F-4D97-AF65-F5344CB8AC3E}">
        <p14:creationId xmlns:p14="http://schemas.microsoft.com/office/powerpoint/2010/main" val="1423171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00ABC7E-4F8E-4F20-B31D-8266934823A5}"/>
              </a:ext>
            </a:extLst>
          </p:cNvPr>
          <p:cNvSpPr>
            <a:spLocks noGrp="1"/>
          </p:cNvSpPr>
          <p:nvPr>
            <p:ph type="title"/>
          </p:nvPr>
        </p:nvSpPr>
        <p:spPr/>
        <p:txBody>
          <a:bodyPr/>
          <a:lstStyle/>
          <a:p>
            <a:r>
              <a:rPr lang="en-US" sz="3200" dirty="0"/>
              <a:t>2.2.1. </a:t>
            </a:r>
            <a:r>
              <a:rPr lang="en-US" sz="3200" dirty="0" err="1"/>
              <a:t>Conceptos</a:t>
            </a:r>
            <a:r>
              <a:rPr lang="en-US" sz="3200" dirty="0"/>
              <a:t> </a:t>
            </a:r>
            <a:r>
              <a:rPr lang="en-US" sz="3200" dirty="0" err="1"/>
              <a:t>generales</a:t>
            </a:r>
            <a:endParaRPr lang="es-ES" dirty="0"/>
          </a:p>
        </p:txBody>
      </p:sp>
      <p:graphicFrame>
        <p:nvGraphicFramePr>
          <p:cNvPr id="5" name="Marcador de contenido 4">
            <a:extLst>
              <a:ext uri="{FF2B5EF4-FFF2-40B4-BE49-F238E27FC236}">
                <a16:creationId xmlns:a16="http://schemas.microsoft.com/office/drawing/2014/main" id="{E226195C-F5E0-34D9-79C6-10F0D5488E70}"/>
              </a:ext>
            </a:extLst>
          </p:cNvPr>
          <p:cNvGraphicFramePr>
            <a:graphicFrameLocks noGrp="1"/>
          </p:cNvGraphicFramePr>
          <p:nvPr>
            <p:ph idx="1"/>
            <p:extLst>
              <p:ext uri="{D42A27DB-BD31-4B8C-83A1-F6EECF244321}">
                <p14:modId xmlns:p14="http://schemas.microsoft.com/office/powerpoint/2010/main" val="952407981"/>
              </p:ext>
            </p:extLst>
          </p:nvPr>
        </p:nvGraphicFramePr>
        <p:xfrm>
          <a:off x="2901951" y="864108"/>
          <a:ext cx="5486400" cy="512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Marcador de número de diapositiva 1">
            <a:extLst>
              <a:ext uri="{FF2B5EF4-FFF2-40B4-BE49-F238E27FC236}">
                <a16:creationId xmlns:a16="http://schemas.microsoft.com/office/drawing/2014/main" id="{373E2205-DE80-435C-9F37-2DA412AB671B}"/>
              </a:ext>
            </a:extLst>
          </p:cNvPr>
          <p:cNvSpPr>
            <a:spLocks noGrp="1"/>
          </p:cNvSpPr>
          <p:nvPr>
            <p:ph type="sldNum" sz="quarter" idx="12"/>
          </p:nvPr>
        </p:nvSpPr>
        <p:spPr/>
        <p:txBody>
          <a:bodyPr/>
          <a:lstStyle/>
          <a:p>
            <a:fld id="{5263617F-1627-43AB-9FC2-D1A40487E69C}" type="slidenum">
              <a:rPr lang="es-ES" smtClean="0"/>
              <a:t>30</a:t>
            </a:fld>
            <a:endParaRPr lang="es-ES"/>
          </a:p>
        </p:txBody>
      </p:sp>
    </p:spTree>
    <p:extLst>
      <p:ext uri="{BB962C8B-B14F-4D97-AF65-F5344CB8AC3E}">
        <p14:creationId xmlns:p14="http://schemas.microsoft.com/office/powerpoint/2010/main" val="1378518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86EEAC6-011F-4499-ACFF-2FDC742DB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3" name="Rectangle 22">
            <a:extLst>
              <a:ext uri="{FF2B5EF4-FFF2-40B4-BE49-F238E27FC236}">
                <a16:creationId xmlns:a16="http://schemas.microsoft.com/office/drawing/2014/main" id="{6970F14D-B6E6-40EA-96B4-4E18D0CF9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25" name="Rectangle 24">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9" name="6 Título">
            <a:extLst>
              <a:ext uri="{FF2B5EF4-FFF2-40B4-BE49-F238E27FC236}">
                <a16:creationId xmlns:a16="http://schemas.microsoft.com/office/drawing/2014/main" id="{36230532-35ED-412A-89D5-0C0E3F06E1DA}"/>
              </a:ext>
            </a:extLst>
          </p:cNvPr>
          <p:cNvSpPr>
            <a:spLocks noGrp="1"/>
          </p:cNvSpPr>
          <p:nvPr>
            <p:ph type="title"/>
          </p:nvPr>
        </p:nvSpPr>
        <p:spPr>
          <a:xfrm>
            <a:off x="189689" y="1123837"/>
            <a:ext cx="2210611" cy="4601183"/>
          </a:xfrm>
        </p:spPr>
        <p:txBody>
          <a:bodyPr vert="horz" lIns="91440" tIns="45720" rIns="91440" bIns="45720" rtlCol="0" anchor="ctr">
            <a:normAutofit/>
          </a:bodyPr>
          <a:lstStyle/>
          <a:p>
            <a:r>
              <a:rPr lang="en-US" sz="3600" dirty="0"/>
              <a:t>2.2.1. </a:t>
            </a:r>
            <a:r>
              <a:rPr lang="en-US" sz="3600" dirty="0" err="1"/>
              <a:t>Conceptos</a:t>
            </a:r>
            <a:r>
              <a:rPr lang="en-US" sz="3600" dirty="0"/>
              <a:t> </a:t>
            </a:r>
            <a:r>
              <a:rPr lang="en-US" sz="3600" dirty="0" err="1"/>
              <a:t>generales</a:t>
            </a:r>
            <a:endParaRPr lang="en-US" sz="3600" dirty="0"/>
          </a:p>
        </p:txBody>
      </p:sp>
      <p:sp>
        <p:nvSpPr>
          <p:cNvPr id="7" name="6 CuadroTexto"/>
          <p:cNvSpPr txBox="1"/>
          <p:nvPr/>
        </p:nvSpPr>
        <p:spPr>
          <a:xfrm>
            <a:off x="359532" y="230150"/>
            <a:ext cx="8424936" cy="707886"/>
          </a:xfrm>
          <a:prstGeom prst="rect">
            <a:avLst/>
          </a:prstGeom>
          <a:noFill/>
        </p:spPr>
        <p:txBody>
          <a:bodyPr wrap="square" rtlCol="0">
            <a:spAutoFit/>
          </a:bodyPr>
          <a:lstStyle/>
          <a:p>
            <a:pPr marL="457200" indent="-457200" algn="just">
              <a:spcAft>
                <a:spcPts val="600"/>
              </a:spcAft>
              <a:buFont typeface="+mj-lt"/>
              <a:buAutoNum type="arabicPeriod"/>
            </a:pPr>
            <a:r>
              <a:rPr lang="es-ES" sz="2000" b="1" u="sng" dirty="0">
                <a:solidFill>
                  <a:srgbClr val="C00000"/>
                </a:solidFill>
                <a:latin typeface="+mn-lt"/>
              </a:rPr>
              <a:t>Condiciones en las que toman las decisiones</a:t>
            </a:r>
            <a:r>
              <a:rPr lang="es-ES" sz="2000" dirty="0">
                <a:solidFill>
                  <a:srgbClr val="C00000"/>
                </a:solidFill>
                <a:latin typeface="+mn-lt"/>
              </a:rPr>
              <a:t> </a:t>
            </a:r>
            <a:r>
              <a:rPr lang="es-ES" sz="2000" dirty="0">
                <a:latin typeface="+mn-lt"/>
                <a:sym typeface="Wingdings" panose="05000000000000000000" pitchFamily="2" charset="2"/>
              </a:rPr>
              <a:t></a:t>
            </a:r>
            <a:r>
              <a:rPr lang="es-ES" sz="2000" dirty="0">
                <a:latin typeface="+mn-lt"/>
              </a:rPr>
              <a:t> relación alternativas / conocimiento del resultado esperado.</a:t>
            </a:r>
            <a:endParaRPr lang="es-ES" sz="2000" u="sng" dirty="0">
              <a:latin typeface="+mn-lt"/>
            </a:endParaRPr>
          </a:p>
        </p:txBody>
      </p:sp>
      <p:sp>
        <p:nvSpPr>
          <p:cNvPr id="29" name="Rectangle 28">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8" name="7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dirty="0"/>
              <a:pPr>
                <a:spcAft>
                  <a:spcPts val="600"/>
                </a:spcAft>
              </a:pPr>
              <a:t>31</a:t>
            </a:fld>
            <a:endParaRPr lang="en-US" sz="1200"/>
          </a:p>
        </p:txBody>
      </p:sp>
      <p:graphicFrame>
        <p:nvGraphicFramePr>
          <p:cNvPr id="5" name="4 Marcador de contenido"/>
          <p:cNvGraphicFramePr>
            <a:graphicFrameLocks noGrp="1"/>
          </p:cNvGraphicFramePr>
          <p:nvPr>
            <p:ph sz="half" idx="4294967295"/>
            <p:extLst>
              <p:ext uri="{D42A27DB-BD31-4B8C-83A1-F6EECF244321}">
                <p14:modId xmlns:p14="http://schemas.microsoft.com/office/powerpoint/2010/main" val="687514660"/>
              </p:ext>
            </p:extLst>
          </p:nvPr>
        </p:nvGraphicFramePr>
        <p:xfrm>
          <a:off x="2901951" y="864108"/>
          <a:ext cx="5486400" cy="512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39">
            <a:extLst>
              <a:ext uri="{FF2B5EF4-FFF2-40B4-BE49-F238E27FC236}">
                <a16:creationId xmlns:a16="http://schemas.microsoft.com/office/drawing/2014/main" id="{B86EEAC6-011F-4499-ACFF-2FDC742DB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7" name="Rectangle 41">
            <a:extLst>
              <a:ext uri="{FF2B5EF4-FFF2-40B4-BE49-F238E27FC236}">
                <a16:creationId xmlns:a16="http://schemas.microsoft.com/office/drawing/2014/main" id="{6970F14D-B6E6-40EA-96B4-4E18D0CF9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44" name="Rectangle 43">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35">
            <a:extLst>
              <a:ext uri="{FF2B5EF4-FFF2-40B4-BE49-F238E27FC236}">
                <a16:creationId xmlns:a16="http://schemas.microsoft.com/office/drawing/2014/main" id="{CEA5E773-910E-45AB-8D09-A1848CFAF2D7}"/>
              </a:ext>
            </a:extLst>
          </p:cNvPr>
          <p:cNvPicPr>
            <a:picLocks noChangeAspect="1"/>
          </p:cNvPicPr>
          <p:nvPr/>
        </p:nvPicPr>
        <p:blipFill rotWithShape="1">
          <a:blip r:embed="rId3">
            <a:duotone>
              <a:schemeClr val="bg2">
                <a:shade val="45000"/>
                <a:satMod val="135000"/>
              </a:schemeClr>
              <a:prstClr val="white"/>
            </a:duotone>
            <a:alphaModFix amt="25000"/>
          </a:blip>
          <a:srcRect r="25"/>
          <a:stretch/>
        </p:blipFill>
        <p:spPr>
          <a:xfrm>
            <a:off x="20" y="1"/>
            <a:ext cx="9141694" cy="6858000"/>
          </a:xfrm>
          <a:prstGeom prst="rect">
            <a:avLst/>
          </a:prstGeom>
        </p:spPr>
      </p:pic>
      <p:sp>
        <p:nvSpPr>
          <p:cNvPr id="46" name="Rectangle 45">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3" name="6 Título">
            <a:extLst>
              <a:ext uri="{FF2B5EF4-FFF2-40B4-BE49-F238E27FC236}">
                <a16:creationId xmlns:a16="http://schemas.microsoft.com/office/drawing/2014/main" id="{01D6B1F3-CABF-4F12-912F-5BD4E85F601D}"/>
              </a:ext>
            </a:extLst>
          </p:cNvPr>
          <p:cNvSpPr>
            <a:spLocks noGrp="1"/>
          </p:cNvSpPr>
          <p:nvPr>
            <p:ph type="title"/>
          </p:nvPr>
        </p:nvSpPr>
        <p:spPr>
          <a:xfrm>
            <a:off x="189689" y="1123837"/>
            <a:ext cx="2210611" cy="4601183"/>
          </a:xfrm>
        </p:spPr>
        <p:txBody>
          <a:bodyPr vert="horz" lIns="91440" tIns="45720" rIns="91440" bIns="45720" rtlCol="0" anchor="ctr">
            <a:normAutofit/>
          </a:bodyPr>
          <a:lstStyle/>
          <a:p>
            <a:r>
              <a:rPr lang="en-US" sz="3600" dirty="0"/>
              <a:t>2.2.1. </a:t>
            </a:r>
            <a:r>
              <a:rPr lang="en-US" sz="3600" dirty="0" err="1"/>
              <a:t>Conceptos</a:t>
            </a:r>
            <a:r>
              <a:rPr lang="en-US" sz="3600" dirty="0"/>
              <a:t> </a:t>
            </a:r>
            <a:r>
              <a:rPr lang="en-US" sz="3600" dirty="0" err="1"/>
              <a:t>generales</a:t>
            </a:r>
            <a:r>
              <a:rPr lang="en-US" sz="3600" dirty="0"/>
              <a:t>.</a:t>
            </a:r>
            <a:br>
              <a:rPr lang="en-US" sz="3600" dirty="0"/>
            </a:br>
            <a:br>
              <a:rPr lang="en-US" sz="3600" u="sng" dirty="0"/>
            </a:br>
            <a:endParaRPr lang="en-US" sz="3600" dirty="0"/>
          </a:p>
        </p:txBody>
      </p:sp>
      <p:sp>
        <p:nvSpPr>
          <p:cNvPr id="50" name="6 CuadroTexto"/>
          <p:cNvSpPr txBox="1"/>
          <p:nvPr/>
        </p:nvSpPr>
        <p:spPr>
          <a:xfrm>
            <a:off x="2901951" y="864108"/>
            <a:ext cx="5486400" cy="5120640"/>
          </a:xfrm>
          <a:prstGeom prst="rect">
            <a:avLst/>
          </a:prstGeom>
        </p:spPr>
        <p:txBody>
          <a:bodyPr vert="horz" lIns="91440" tIns="45720" rIns="91440" bIns="45720" rtlCol="0" anchor="ctr">
            <a:normAutofit/>
          </a:bodyPr>
          <a:lstStyle/>
          <a:p>
            <a:pPr indent="-182880" defTabSz="914400">
              <a:lnSpc>
                <a:spcPct val="90000"/>
              </a:lnSpc>
              <a:spcAft>
                <a:spcPts val="600"/>
              </a:spcAft>
              <a:buClr>
                <a:schemeClr val="accent1"/>
              </a:buClr>
              <a:buFont typeface="Wingdings 2" pitchFamily="18" charset="2"/>
              <a:buChar char=""/>
            </a:pPr>
            <a:r>
              <a:rPr lang="en-US" b="1" dirty="0">
                <a:solidFill>
                  <a:schemeClr val="tx1">
                    <a:lumMod val="65000"/>
                    <a:lumOff val="35000"/>
                  </a:schemeClr>
                </a:solidFill>
              </a:rPr>
              <a:t>SEGÚN SU FORMA DE PENSAR</a:t>
            </a:r>
          </a:p>
          <a:p>
            <a:pPr indent="-182880" defTabSz="914400">
              <a:lnSpc>
                <a:spcPct val="90000"/>
              </a:lnSpc>
              <a:spcAft>
                <a:spcPts val="600"/>
              </a:spcAft>
              <a:buClr>
                <a:schemeClr val="accent1"/>
              </a:buClr>
              <a:buFont typeface="Wingdings 2" pitchFamily="18" charset="2"/>
              <a:buChar char=""/>
            </a:pPr>
            <a:r>
              <a:rPr lang="en-US" u="sng" dirty="0">
                <a:solidFill>
                  <a:schemeClr val="tx1">
                    <a:lumMod val="65000"/>
                    <a:lumOff val="35000"/>
                  </a:schemeClr>
                </a:solidFill>
              </a:rPr>
              <a:t>RACIONAL</a:t>
            </a:r>
          </a:p>
          <a:p>
            <a:pPr lvl="1" indent="-182880" defTabSz="914400">
              <a:lnSpc>
                <a:spcPct val="90000"/>
              </a:lnSpc>
              <a:spcAft>
                <a:spcPts val="600"/>
              </a:spcAft>
              <a:buClr>
                <a:schemeClr val="accent1"/>
              </a:buClr>
              <a:buFont typeface="Wingdings 2" pitchFamily="18" charset="2"/>
              <a:buChar char=""/>
            </a:pPr>
            <a:r>
              <a:rPr lang="en-US" dirty="0" err="1">
                <a:solidFill>
                  <a:schemeClr val="tx1">
                    <a:lumMod val="65000"/>
                    <a:lumOff val="35000"/>
                  </a:schemeClr>
                </a:solidFill>
              </a:rPr>
              <a:t>Estudia</a:t>
            </a:r>
            <a:r>
              <a:rPr lang="en-US" dirty="0">
                <a:solidFill>
                  <a:schemeClr val="tx1">
                    <a:lumMod val="65000"/>
                    <a:lumOff val="35000"/>
                  </a:schemeClr>
                </a:solidFill>
              </a:rPr>
              <a:t> la </a:t>
            </a:r>
            <a:r>
              <a:rPr lang="en-US" dirty="0" err="1">
                <a:solidFill>
                  <a:schemeClr val="tx1">
                    <a:lumMod val="65000"/>
                    <a:lumOff val="35000"/>
                  </a:schemeClr>
                </a:solidFill>
              </a:rPr>
              <a:t>información</a:t>
            </a:r>
            <a:r>
              <a:rPr lang="en-US" dirty="0">
                <a:solidFill>
                  <a:schemeClr val="tx1">
                    <a:lumMod val="65000"/>
                    <a:lumOff val="35000"/>
                  </a:schemeClr>
                </a:solidFill>
              </a:rPr>
              <a:t> </a:t>
            </a:r>
            <a:r>
              <a:rPr lang="en-US" dirty="0" err="1">
                <a:solidFill>
                  <a:schemeClr val="tx1">
                    <a:lumMod val="65000"/>
                    <a:lumOff val="35000"/>
                  </a:schemeClr>
                </a:solidFill>
              </a:rPr>
              <a:t>en</a:t>
            </a:r>
            <a:r>
              <a:rPr lang="en-US" dirty="0">
                <a:solidFill>
                  <a:schemeClr val="tx1">
                    <a:lumMod val="65000"/>
                    <a:lumOff val="35000"/>
                  </a:schemeClr>
                </a:solidFill>
              </a:rPr>
              <a:t> </a:t>
            </a:r>
            <a:r>
              <a:rPr lang="en-US" dirty="0" err="1">
                <a:solidFill>
                  <a:schemeClr val="tx1">
                    <a:lumMod val="65000"/>
                    <a:lumOff val="35000"/>
                  </a:schemeClr>
                </a:solidFill>
              </a:rPr>
              <a:t>orden</a:t>
            </a:r>
            <a:r>
              <a:rPr lang="en-US" dirty="0">
                <a:solidFill>
                  <a:schemeClr val="tx1">
                    <a:lumMod val="65000"/>
                    <a:lumOff val="35000"/>
                  </a:schemeClr>
                </a:solidFill>
              </a:rPr>
              <a:t> y se </a:t>
            </a:r>
            <a:r>
              <a:rPr lang="en-US" dirty="0" err="1">
                <a:solidFill>
                  <a:schemeClr val="tx1">
                    <a:lumMod val="65000"/>
                    <a:lumOff val="35000"/>
                  </a:schemeClr>
                </a:solidFill>
              </a:rPr>
              <a:t>asegura</a:t>
            </a:r>
            <a:r>
              <a:rPr lang="en-US" dirty="0">
                <a:solidFill>
                  <a:schemeClr val="tx1">
                    <a:lumMod val="65000"/>
                    <a:lumOff val="35000"/>
                  </a:schemeClr>
                </a:solidFill>
              </a:rPr>
              <a:t>  de que sea </a:t>
            </a:r>
            <a:r>
              <a:rPr lang="en-US" dirty="0" err="1">
                <a:solidFill>
                  <a:schemeClr val="tx1">
                    <a:lumMod val="65000"/>
                    <a:lumOff val="35000"/>
                  </a:schemeClr>
                </a:solidFill>
              </a:rPr>
              <a:t>lógica</a:t>
            </a:r>
            <a:r>
              <a:rPr lang="en-US" dirty="0">
                <a:solidFill>
                  <a:schemeClr val="tx1">
                    <a:lumMod val="65000"/>
                    <a:lumOff val="35000"/>
                  </a:schemeClr>
                </a:solidFill>
              </a:rPr>
              <a:t> y </a:t>
            </a:r>
            <a:r>
              <a:rPr lang="en-US" dirty="0" err="1">
                <a:solidFill>
                  <a:schemeClr val="tx1">
                    <a:lumMod val="65000"/>
                    <a:lumOff val="35000"/>
                  </a:schemeClr>
                </a:solidFill>
              </a:rPr>
              <a:t>congruente</a:t>
            </a:r>
            <a:r>
              <a:rPr lang="en-US" dirty="0">
                <a:solidFill>
                  <a:schemeClr val="tx1">
                    <a:lumMod val="65000"/>
                    <a:lumOff val="35000"/>
                  </a:schemeClr>
                </a:solidFill>
              </a:rPr>
              <a:t>.</a:t>
            </a:r>
          </a:p>
          <a:p>
            <a:pPr indent="-182880" defTabSz="914400">
              <a:lnSpc>
                <a:spcPct val="90000"/>
              </a:lnSpc>
              <a:spcAft>
                <a:spcPts val="600"/>
              </a:spcAft>
              <a:buClr>
                <a:schemeClr val="accent1"/>
              </a:buClr>
              <a:buFont typeface="Wingdings 2" pitchFamily="18" charset="2"/>
              <a:buChar char=""/>
            </a:pPr>
            <a:r>
              <a:rPr lang="en-US" u="sng" dirty="0">
                <a:solidFill>
                  <a:schemeClr val="tx1">
                    <a:lumMod val="65000"/>
                    <a:lumOff val="35000"/>
                  </a:schemeClr>
                </a:solidFill>
              </a:rPr>
              <a:t>INTUITIVA</a:t>
            </a:r>
          </a:p>
          <a:p>
            <a:pPr lvl="1" indent="-182880" defTabSz="914400">
              <a:lnSpc>
                <a:spcPct val="90000"/>
              </a:lnSpc>
              <a:spcAft>
                <a:spcPts val="600"/>
              </a:spcAft>
              <a:buClr>
                <a:schemeClr val="accent1"/>
              </a:buClr>
              <a:buFont typeface="Wingdings 2" pitchFamily="18" charset="2"/>
              <a:buChar char=""/>
            </a:pPr>
            <a:r>
              <a:rPr lang="en-US" dirty="0" err="1">
                <a:solidFill>
                  <a:schemeClr val="tx1">
                    <a:lumMod val="65000"/>
                    <a:lumOff val="35000"/>
                  </a:schemeClr>
                </a:solidFill>
              </a:rPr>
              <a:t>Creativa</a:t>
            </a:r>
            <a:r>
              <a:rPr lang="en-US" dirty="0">
                <a:solidFill>
                  <a:schemeClr val="tx1">
                    <a:lumMod val="65000"/>
                    <a:lumOff val="35000"/>
                  </a:schemeClr>
                </a:solidFill>
              </a:rPr>
              <a:t> y con la </a:t>
            </a:r>
            <a:r>
              <a:rPr lang="en-US" dirty="0" err="1">
                <a:solidFill>
                  <a:schemeClr val="tx1">
                    <a:lumMod val="65000"/>
                    <a:lumOff val="35000"/>
                  </a:schemeClr>
                </a:solidFill>
              </a:rPr>
              <a:t>información</a:t>
            </a:r>
            <a:r>
              <a:rPr lang="en-US" dirty="0">
                <a:solidFill>
                  <a:schemeClr val="tx1">
                    <a:lumMod val="65000"/>
                    <a:lumOff val="35000"/>
                  </a:schemeClr>
                </a:solidFill>
              </a:rPr>
              <a:t> </a:t>
            </a:r>
            <a:r>
              <a:rPr lang="en-US" dirty="0" err="1">
                <a:solidFill>
                  <a:schemeClr val="tx1">
                    <a:lumMod val="65000"/>
                    <a:lumOff val="35000"/>
                  </a:schemeClr>
                </a:solidFill>
              </a:rPr>
              <a:t>analizada</a:t>
            </a:r>
            <a:r>
              <a:rPr lang="en-US" dirty="0">
                <a:solidFill>
                  <a:schemeClr val="tx1">
                    <a:lumMod val="65000"/>
                    <a:lumOff val="35000"/>
                  </a:schemeClr>
                </a:solidFill>
              </a:rPr>
              <a:t> </a:t>
            </a:r>
            <a:r>
              <a:rPr lang="en-US" dirty="0" err="1">
                <a:solidFill>
                  <a:schemeClr val="tx1">
                    <a:lumMod val="65000"/>
                    <a:lumOff val="35000"/>
                  </a:schemeClr>
                </a:solidFill>
              </a:rPr>
              <a:t>en</a:t>
            </a:r>
            <a:r>
              <a:rPr lang="en-US" dirty="0">
                <a:solidFill>
                  <a:schemeClr val="tx1">
                    <a:lumMod val="65000"/>
                    <a:lumOff val="35000"/>
                  </a:schemeClr>
                </a:solidFill>
              </a:rPr>
              <a:t> conjunto.</a:t>
            </a:r>
          </a:p>
          <a:p>
            <a:pPr lvl="1" indent="-182880" defTabSz="914400">
              <a:lnSpc>
                <a:spcPct val="90000"/>
              </a:lnSpc>
              <a:spcAft>
                <a:spcPts val="600"/>
              </a:spcAft>
              <a:buClr>
                <a:schemeClr val="accent1"/>
              </a:buClr>
              <a:buFont typeface="Wingdings 2" pitchFamily="18" charset="2"/>
              <a:buChar char=""/>
            </a:pPr>
            <a:r>
              <a:rPr lang="en-US" b="1" dirty="0">
                <a:solidFill>
                  <a:schemeClr val="tx1">
                    <a:lumMod val="65000"/>
                    <a:lumOff val="35000"/>
                  </a:schemeClr>
                </a:solidFill>
              </a:rPr>
              <a:t>SEGÚN SU TOLERANCIA A LA AMBIGÜEDAD</a:t>
            </a:r>
          </a:p>
          <a:p>
            <a:pPr indent="-182880" defTabSz="914400">
              <a:lnSpc>
                <a:spcPct val="90000"/>
              </a:lnSpc>
              <a:spcAft>
                <a:spcPts val="600"/>
              </a:spcAft>
              <a:buClr>
                <a:schemeClr val="accent1"/>
              </a:buClr>
              <a:buFont typeface="Wingdings 2" pitchFamily="18" charset="2"/>
              <a:buChar char=""/>
            </a:pPr>
            <a:r>
              <a:rPr lang="en-US" u="sng" dirty="0">
                <a:solidFill>
                  <a:schemeClr val="tx1">
                    <a:lumMod val="65000"/>
                    <a:lumOff val="35000"/>
                  </a:schemeClr>
                </a:solidFill>
              </a:rPr>
              <a:t>ALTA TOLERANCIA</a:t>
            </a:r>
          </a:p>
          <a:p>
            <a:pPr lvl="1" indent="-182880" defTabSz="914400">
              <a:lnSpc>
                <a:spcPct val="90000"/>
              </a:lnSpc>
              <a:spcAft>
                <a:spcPts val="600"/>
              </a:spcAft>
              <a:buClr>
                <a:schemeClr val="accent1"/>
              </a:buClr>
              <a:buFont typeface="Wingdings 2" pitchFamily="18" charset="2"/>
              <a:buChar char=""/>
            </a:pPr>
            <a:r>
              <a:rPr lang="en-US" dirty="0" err="1">
                <a:solidFill>
                  <a:schemeClr val="tx1">
                    <a:lumMod val="65000"/>
                    <a:lumOff val="35000"/>
                  </a:schemeClr>
                </a:solidFill>
              </a:rPr>
              <a:t>Puede</a:t>
            </a:r>
            <a:r>
              <a:rPr lang="en-US" dirty="0">
                <a:solidFill>
                  <a:schemeClr val="tx1">
                    <a:lumMod val="65000"/>
                    <a:lumOff val="35000"/>
                  </a:schemeClr>
                </a:solidFill>
              </a:rPr>
              <a:t> </a:t>
            </a:r>
            <a:r>
              <a:rPr lang="en-US" dirty="0" err="1">
                <a:solidFill>
                  <a:schemeClr val="tx1">
                    <a:lumMod val="65000"/>
                    <a:lumOff val="35000"/>
                  </a:schemeClr>
                </a:solidFill>
              </a:rPr>
              <a:t>procesar</a:t>
            </a:r>
            <a:r>
              <a:rPr lang="en-US" dirty="0">
                <a:solidFill>
                  <a:schemeClr val="tx1">
                    <a:lumMod val="65000"/>
                    <a:lumOff val="35000"/>
                  </a:schemeClr>
                </a:solidFill>
              </a:rPr>
              <a:t> </a:t>
            </a:r>
            <a:r>
              <a:rPr lang="en-US" dirty="0" err="1">
                <a:solidFill>
                  <a:schemeClr val="tx1">
                    <a:lumMod val="65000"/>
                    <a:lumOff val="35000"/>
                  </a:schemeClr>
                </a:solidFill>
              </a:rPr>
              <a:t>muchas</a:t>
            </a:r>
            <a:r>
              <a:rPr lang="en-US" dirty="0">
                <a:solidFill>
                  <a:schemeClr val="tx1">
                    <a:lumMod val="65000"/>
                    <a:lumOff val="35000"/>
                  </a:schemeClr>
                </a:solidFill>
              </a:rPr>
              <a:t> ideas al </a:t>
            </a:r>
            <a:r>
              <a:rPr lang="en-US" dirty="0" err="1">
                <a:solidFill>
                  <a:schemeClr val="tx1">
                    <a:lumMod val="65000"/>
                    <a:lumOff val="35000"/>
                  </a:schemeClr>
                </a:solidFill>
              </a:rPr>
              <a:t>mismo</a:t>
            </a:r>
            <a:r>
              <a:rPr lang="en-US" dirty="0">
                <a:solidFill>
                  <a:schemeClr val="tx1">
                    <a:lumMod val="65000"/>
                    <a:lumOff val="35000"/>
                  </a:schemeClr>
                </a:solidFill>
              </a:rPr>
              <a:t> </a:t>
            </a:r>
            <a:r>
              <a:rPr lang="en-US" dirty="0" err="1">
                <a:solidFill>
                  <a:schemeClr val="tx1">
                    <a:lumMod val="65000"/>
                    <a:lumOff val="35000"/>
                  </a:schemeClr>
                </a:solidFill>
              </a:rPr>
              <a:t>tiempo</a:t>
            </a:r>
            <a:r>
              <a:rPr lang="en-US" dirty="0">
                <a:solidFill>
                  <a:schemeClr val="tx1">
                    <a:lumMod val="65000"/>
                    <a:lumOff val="35000"/>
                  </a:schemeClr>
                </a:solidFill>
              </a:rPr>
              <a:t>.</a:t>
            </a:r>
          </a:p>
          <a:p>
            <a:pPr indent="-182880" defTabSz="914400">
              <a:lnSpc>
                <a:spcPct val="90000"/>
              </a:lnSpc>
              <a:spcAft>
                <a:spcPts val="600"/>
              </a:spcAft>
              <a:buClr>
                <a:schemeClr val="accent1"/>
              </a:buClr>
              <a:buFont typeface="Wingdings 2" pitchFamily="18" charset="2"/>
              <a:buChar char=""/>
            </a:pPr>
            <a:r>
              <a:rPr lang="en-US" u="sng" dirty="0">
                <a:solidFill>
                  <a:schemeClr val="tx1">
                    <a:lumMod val="65000"/>
                    <a:lumOff val="35000"/>
                  </a:schemeClr>
                </a:solidFill>
              </a:rPr>
              <a:t>BAJA TOLERANCIA</a:t>
            </a:r>
          </a:p>
          <a:p>
            <a:pPr lvl="1" indent="-182880" defTabSz="914400">
              <a:lnSpc>
                <a:spcPct val="90000"/>
              </a:lnSpc>
              <a:spcAft>
                <a:spcPts val="600"/>
              </a:spcAft>
              <a:buClr>
                <a:schemeClr val="accent1"/>
              </a:buClr>
              <a:buFont typeface="Wingdings 2" pitchFamily="18" charset="2"/>
              <a:buChar char=""/>
            </a:pPr>
            <a:r>
              <a:rPr lang="en-US" dirty="0" err="1">
                <a:solidFill>
                  <a:schemeClr val="tx1">
                    <a:lumMod val="65000"/>
                    <a:lumOff val="35000"/>
                  </a:schemeClr>
                </a:solidFill>
              </a:rPr>
              <a:t>Requiere</a:t>
            </a:r>
            <a:r>
              <a:rPr lang="en-US" dirty="0">
                <a:solidFill>
                  <a:schemeClr val="tx1">
                    <a:lumMod val="65000"/>
                    <a:lumOff val="35000"/>
                  </a:schemeClr>
                </a:solidFill>
              </a:rPr>
              <a:t> </a:t>
            </a:r>
            <a:r>
              <a:rPr lang="en-US" dirty="0" err="1">
                <a:solidFill>
                  <a:schemeClr val="tx1">
                    <a:lumMod val="65000"/>
                    <a:lumOff val="35000"/>
                  </a:schemeClr>
                </a:solidFill>
              </a:rPr>
              <a:t>constancia</a:t>
            </a:r>
            <a:r>
              <a:rPr lang="en-US" dirty="0">
                <a:solidFill>
                  <a:schemeClr val="tx1">
                    <a:lumMod val="65000"/>
                    <a:lumOff val="35000"/>
                  </a:schemeClr>
                </a:solidFill>
              </a:rPr>
              <a:t> y </a:t>
            </a:r>
            <a:r>
              <a:rPr lang="en-US" dirty="0" err="1">
                <a:solidFill>
                  <a:schemeClr val="tx1">
                    <a:lumMod val="65000"/>
                    <a:lumOff val="35000"/>
                  </a:schemeClr>
                </a:solidFill>
              </a:rPr>
              <a:t>orden</a:t>
            </a:r>
            <a:r>
              <a:rPr lang="en-US" dirty="0">
                <a:solidFill>
                  <a:schemeClr val="tx1">
                    <a:lumMod val="65000"/>
                    <a:lumOff val="35000"/>
                  </a:schemeClr>
                </a:solidFill>
              </a:rPr>
              <a:t> </a:t>
            </a:r>
            <a:r>
              <a:rPr lang="en-US" dirty="0" err="1">
                <a:solidFill>
                  <a:schemeClr val="tx1">
                    <a:lumMod val="65000"/>
                    <a:lumOff val="35000"/>
                  </a:schemeClr>
                </a:solidFill>
              </a:rPr>
              <a:t>en</a:t>
            </a:r>
            <a:r>
              <a:rPr lang="en-US" dirty="0">
                <a:solidFill>
                  <a:schemeClr val="tx1">
                    <a:lumMod val="65000"/>
                    <a:lumOff val="35000"/>
                  </a:schemeClr>
                </a:solidFill>
              </a:rPr>
              <a:t> la forma </a:t>
            </a:r>
            <a:r>
              <a:rPr lang="en-US" dirty="0" err="1">
                <a:solidFill>
                  <a:schemeClr val="tx1">
                    <a:lumMod val="65000"/>
                    <a:lumOff val="35000"/>
                  </a:schemeClr>
                </a:solidFill>
              </a:rPr>
              <a:t>en</a:t>
            </a:r>
            <a:r>
              <a:rPr lang="en-US" dirty="0">
                <a:solidFill>
                  <a:schemeClr val="tx1">
                    <a:lumMod val="65000"/>
                    <a:lumOff val="35000"/>
                  </a:schemeClr>
                </a:solidFill>
              </a:rPr>
              <a:t> que </a:t>
            </a:r>
            <a:r>
              <a:rPr lang="en-US" dirty="0" err="1">
                <a:solidFill>
                  <a:schemeClr val="tx1">
                    <a:lumMod val="65000"/>
                    <a:lumOff val="35000"/>
                  </a:schemeClr>
                </a:solidFill>
              </a:rPr>
              <a:t>estructuran</a:t>
            </a:r>
            <a:r>
              <a:rPr lang="en-US" dirty="0">
                <a:solidFill>
                  <a:schemeClr val="tx1">
                    <a:lumMod val="65000"/>
                    <a:lumOff val="35000"/>
                  </a:schemeClr>
                </a:solidFill>
              </a:rPr>
              <a:t> la </a:t>
            </a:r>
            <a:r>
              <a:rPr lang="en-US" dirty="0" err="1">
                <a:solidFill>
                  <a:schemeClr val="tx1">
                    <a:lumMod val="65000"/>
                    <a:lumOff val="35000"/>
                  </a:schemeClr>
                </a:solidFill>
              </a:rPr>
              <a:t>información</a:t>
            </a:r>
            <a:endParaRPr lang="en-US" dirty="0">
              <a:solidFill>
                <a:schemeClr val="tx1">
                  <a:lumMod val="65000"/>
                  <a:lumOff val="35000"/>
                </a:schemeClr>
              </a:solidFill>
            </a:endParaRPr>
          </a:p>
        </p:txBody>
      </p:sp>
      <p:sp>
        <p:nvSpPr>
          <p:cNvPr id="48" name="Rectangle 47">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1" name="10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dirty="0"/>
              <a:pPr>
                <a:spcAft>
                  <a:spcPts val="600"/>
                </a:spcAft>
              </a:pPr>
              <a:t>32</a:t>
            </a:fld>
            <a:endParaRPr lang="en-US" sz="1200"/>
          </a:p>
        </p:txBody>
      </p:sp>
      <p:sp>
        <p:nvSpPr>
          <p:cNvPr id="2" name="CuadroTexto 1">
            <a:extLst>
              <a:ext uri="{FF2B5EF4-FFF2-40B4-BE49-F238E27FC236}">
                <a16:creationId xmlns:a16="http://schemas.microsoft.com/office/drawing/2014/main" id="{5A7CE7A3-C2B4-45A2-8725-729F8E5D4B5B}"/>
              </a:ext>
            </a:extLst>
          </p:cNvPr>
          <p:cNvSpPr txBox="1"/>
          <p:nvPr/>
        </p:nvSpPr>
        <p:spPr>
          <a:xfrm>
            <a:off x="2874501" y="768096"/>
            <a:ext cx="5657940" cy="369332"/>
          </a:xfrm>
          <a:prstGeom prst="rect">
            <a:avLst/>
          </a:prstGeom>
          <a:noFill/>
        </p:spPr>
        <p:txBody>
          <a:bodyPr wrap="square" rtlCol="0">
            <a:spAutoFit/>
          </a:bodyPr>
          <a:lstStyle/>
          <a:p>
            <a:r>
              <a:rPr lang="en-US" sz="1800" b="1" dirty="0" err="1">
                <a:solidFill>
                  <a:schemeClr val="accent6"/>
                </a:solidFill>
              </a:rPr>
              <a:t>Estilos</a:t>
            </a:r>
            <a:r>
              <a:rPr lang="en-US" sz="1800" b="1" dirty="0">
                <a:solidFill>
                  <a:schemeClr val="accent6"/>
                </a:solidFill>
              </a:rPr>
              <a:t> de </a:t>
            </a:r>
            <a:r>
              <a:rPr lang="en-US" sz="1800" b="1" dirty="0" err="1">
                <a:solidFill>
                  <a:schemeClr val="accent6"/>
                </a:solidFill>
              </a:rPr>
              <a:t>toma</a:t>
            </a:r>
            <a:r>
              <a:rPr lang="en-US" sz="1800" b="1" dirty="0">
                <a:solidFill>
                  <a:schemeClr val="accent6"/>
                </a:solidFill>
              </a:rPr>
              <a:t> de </a:t>
            </a:r>
            <a:r>
              <a:rPr lang="en-US" sz="1800" b="1" dirty="0" err="1">
                <a:solidFill>
                  <a:schemeClr val="accent6"/>
                </a:solidFill>
              </a:rPr>
              <a:t>decisiones</a:t>
            </a:r>
            <a:r>
              <a:rPr lang="en-US" sz="1800" b="1" dirty="0">
                <a:solidFill>
                  <a:schemeClr val="accent6"/>
                </a:solidFill>
              </a:rPr>
              <a:t> del </a:t>
            </a:r>
            <a:r>
              <a:rPr lang="en-US" sz="1800" b="1" dirty="0" err="1">
                <a:solidFill>
                  <a:schemeClr val="accent6"/>
                </a:solidFill>
              </a:rPr>
              <a:t>directivo</a:t>
            </a:r>
            <a:endParaRPr lang="es-ES" dirty="0">
              <a:solidFill>
                <a:schemeClr val="accent6"/>
              </a:solidFill>
            </a:endParaRPr>
          </a:p>
        </p:txBody>
      </p:sp>
      <p:sp>
        <p:nvSpPr>
          <p:cNvPr id="3" name="object 4">
            <a:extLst>
              <a:ext uri="{FF2B5EF4-FFF2-40B4-BE49-F238E27FC236}">
                <a16:creationId xmlns:a16="http://schemas.microsoft.com/office/drawing/2014/main" id="{DB60C7AD-3C80-6844-C877-4115D3B12380}"/>
              </a:ext>
            </a:extLst>
          </p:cNvPr>
          <p:cNvSpPr txBox="1"/>
          <p:nvPr/>
        </p:nvSpPr>
        <p:spPr>
          <a:xfrm>
            <a:off x="2320289" y="6261608"/>
            <a:ext cx="4790440" cy="391160"/>
          </a:xfrm>
          <a:prstGeom prst="rect">
            <a:avLst/>
          </a:prstGeom>
        </p:spPr>
        <p:txBody>
          <a:bodyPr vert="horz" wrap="square" lIns="0" tIns="12700" rIns="0" bIns="0" rtlCol="0">
            <a:spAutoFit/>
          </a:bodyPr>
          <a:lstStyle/>
          <a:p>
            <a:pPr marL="195580" indent="-182880">
              <a:lnSpc>
                <a:spcPct val="100000"/>
              </a:lnSpc>
              <a:spcBef>
                <a:spcPts val="100"/>
              </a:spcBef>
              <a:buClr>
                <a:srgbClr val="40B9D2"/>
              </a:buClr>
              <a:buFont typeface="Wingdings 2"/>
              <a:buChar char=""/>
              <a:tabLst>
                <a:tab pos="195580" algn="l"/>
              </a:tabLst>
            </a:pPr>
            <a:r>
              <a:rPr sz="2400" spc="-5" dirty="0">
                <a:solidFill>
                  <a:schemeClr val="accent1">
                    <a:lumMod val="75000"/>
                  </a:schemeClr>
                </a:solidFill>
                <a:latin typeface="Corbel"/>
                <a:cs typeface="Corbel"/>
              </a:rPr>
              <a:t>Cuatro</a:t>
            </a:r>
            <a:r>
              <a:rPr sz="2400" spc="-30" dirty="0">
                <a:solidFill>
                  <a:schemeClr val="accent1">
                    <a:lumMod val="75000"/>
                  </a:schemeClr>
                </a:solidFill>
                <a:latin typeface="Corbel"/>
                <a:cs typeface="Corbel"/>
              </a:rPr>
              <a:t> </a:t>
            </a:r>
            <a:r>
              <a:rPr sz="2400" spc="-5" dirty="0">
                <a:solidFill>
                  <a:schemeClr val="accent1">
                    <a:lumMod val="75000"/>
                  </a:schemeClr>
                </a:solidFill>
                <a:latin typeface="Corbel"/>
                <a:cs typeface="Corbel"/>
              </a:rPr>
              <a:t>estilos</a:t>
            </a:r>
            <a:r>
              <a:rPr sz="2400" spc="20" dirty="0">
                <a:solidFill>
                  <a:schemeClr val="accent1">
                    <a:lumMod val="75000"/>
                  </a:schemeClr>
                </a:solidFill>
                <a:latin typeface="Corbel"/>
                <a:cs typeface="Corbel"/>
              </a:rPr>
              <a:t> </a:t>
            </a:r>
            <a:r>
              <a:rPr sz="2400" dirty="0">
                <a:solidFill>
                  <a:schemeClr val="accent1">
                    <a:lumMod val="75000"/>
                  </a:schemeClr>
                </a:solidFill>
                <a:latin typeface="Corbel"/>
                <a:cs typeface="Corbel"/>
              </a:rPr>
              <a:t>de</a:t>
            </a:r>
            <a:r>
              <a:rPr sz="2400" spc="-5" dirty="0">
                <a:solidFill>
                  <a:schemeClr val="accent1">
                    <a:lumMod val="75000"/>
                  </a:schemeClr>
                </a:solidFill>
                <a:latin typeface="Corbel"/>
                <a:cs typeface="Corbel"/>
              </a:rPr>
              <a:t> toma</a:t>
            </a:r>
            <a:r>
              <a:rPr sz="2400" spc="-15" dirty="0">
                <a:solidFill>
                  <a:schemeClr val="accent1">
                    <a:lumMod val="75000"/>
                  </a:schemeClr>
                </a:solidFill>
                <a:latin typeface="Corbel"/>
                <a:cs typeface="Corbel"/>
              </a:rPr>
              <a:t> </a:t>
            </a:r>
            <a:r>
              <a:rPr sz="2400" dirty="0">
                <a:solidFill>
                  <a:schemeClr val="accent1">
                    <a:lumMod val="75000"/>
                  </a:schemeClr>
                </a:solidFill>
                <a:latin typeface="Corbel"/>
                <a:cs typeface="Corbel"/>
              </a:rPr>
              <a:t>de</a:t>
            </a:r>
            <a:r>
              <a:rPr sz="2400" spc="-5" dirty="0">
                <a:solidFill>
                  <a:schemeClr val="accent1">
                    <a:lumMod val="75000"/>
                  </a:schemeClr>
                </a:solidFill>
                <a:latin typeface="Corbel"/>
                <a:cs typeface="Corbel"/>
              </a:rPr>
              <a:t> decisiones</a:t>
            </a:r>
            <a:endParaRPr sz="2400" dirty="0">
              <a:solidFill>
                <a:schemeClr val="accent1">
                  <a:lumMod val="75000"/>
                </a:schemeClr>
              </a:solidFill>
              <a:latin typeface="Corbel"/>
              <a:cs typeface="Corbe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16 Conector recto de flecha"/>
          <p:cNvCxnSpPr/>
          <p:nvPr/>
        </p:nvCxnSpPr>
        <p:spPr>
          <a:xfrm flipV="1">
            <a:off x="971600" y="1340768"/>
            <a:ext cx="0" cy="4608512"/>
          </a:xfrm>
          <a:prstGeom prst="straightConnector1">
            <a:avLst/>
          </a:prstGeom>
          <a:ln w="25400">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a:cxnSpLocks/>
          </p:cNvCxnSpPr>
          <p:nvPr/>
        </p:nvCxnSpPr>
        <p:spPr>
          <a:xfrm>
            <a:off x="1619672" y="6287834"/>
            <a:ext cx="6264696" cy="0"/>
          </a:xfrm>
          <a:prstGeom prst="straightConnector1">
            <a:avLst/>
          </a:prstGeom>
          <a:ln w="25400">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8" name="27 Marcador de número de diapositiva"/>
          <p:cNvSpPr>
            <a:spLocks noGrp="1"/>
          </p:cNvSpPr>
          <p:nvPr>
            <p:ph type="sldNum" sz="quarter" idx="12"/>
          </p:nvPr>
        </p:nvSpPr>
        <p:spPr>
          <a:prstGeom prst="rect">
            <a:avLst/>
          </a:prstGeom>
        </p:spPr>
        <p:txBody>
          <a:bodyPr/>
          <a:lstStyle/>
          <a:p>
            <a:fld id="{3A50B82F-E44A-4FE6-8B99-53CD253DED7E}" type="slidenum">
              <a:rPr lang="es-ES" smtClean="0"/>
              <a:pPr/>
              <a:t>33</a:t>
            </a:fld>
            <a:endParaRPr lang="es-ES" dirty="0"/>
          </a:p>
        </p:txBody>
      </p:sp>
      <p:grpSp>
        <p:nvGrpSpPr>
          <p:cNvPr id="14" name="13 Grupo"/>
          <p:cNvGrpSpPr/>
          <p:nvPr/>
        </p:nvGrpSpPr>
        <p:grpSpPr>
          <a:xfrm>
            <a:off x="1331641" y="936141"/>
            <a:ext cx="7488830" cy="4913611"/>
            <a:chOff x="755577" y="936141"/>
            <a:chExt cx="7488830" cy="4913611"/>
          </a:xfrm>
        </p:grpSpPr>
        <p:sp>
          <p:nvSpPr>
            <p:cNvPr id="9" name="8 Rectángulo redondeado"/>
            <p:cNvSpPr/>
            <p:nvPr/>
          </p:nvSpPr>
          <p:spPr>
            <a:xfrm>
              <a:off x="4572000" y="936141"/>
              <a:ext cx="3672407" cy="24928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lvl="0"/>
              <a:r>
                <a:rPr lang="es-ES_tradnl" sz="1500" b="1" dirty="0">
                  <a:solidFill>
                    <a:srgbClr val="C00000"/>
                  </a:solidFill>
                </a:rPr>
                <a:t>CONCEPTUAL</a:t>
              </a:r>
            </a:p>
            <a:p>
              <a:pPr marL="176213" lvl="0" indent="-176213" algn="just">
                <a:buFont typeface="Arial" panose="020B0604020202020204" pitchFamily="34" charset="0"/>
                <a:buChar char="•"/>
              </a:pPr>
              <a:r>
                <a:rPr lang="es-ES_tradnl" sz="1500" dirty="0">
                  <a:solidFill>
                    <a:schemeClr val="tx1"/>
                  </a:solidFill>
                </a:rPr>
                <a:t>Tolerancia a la ambigüedad y forma intuitiva de pensar: se enfocan en el  largo plazo y encuentran soluciones creativas.</a:t>
              </a:r>
            </a:p>
            <a:p>
              <a:pPr marL="176213" lvl="0" indent="-176213" algn="just">
                <a:buFont typeface="Arial" panose="020B0604020202020204" pitchFamily="34" charset="0"/>
                <a:buChar char="•"/>
              </a:pPr>
              <a:r>
                <a:rPr lang="es-ES_tradnl" sz="1500" dirty="0">
                  <a:solidFill>
                    <a:schemeClr val="tx1"/>
                  </a:solidFill>
                </a:rPr>
                <a:t>Tienen miras amplias y buscan muchas alternativas.</a:t>
              </a:r>
              <a:endParaRPr lang="es-ES" sz="1500" dirty="0"/>
            </a:p>
          </p:txBody>
        </p:sp>
        <p:sp>
          <p:nvSpPr>
            <p:cNvPr id="10" name="9 Rectángulo redondeado"/>
            <p:cNvSpPr/>
            <p:nvPr/>
          </p:nvSpPr>
          <p:spPr>
            <a:xfrm>
              <a:off x="755577" y="958294"/>
              <a:ext cx="3672404" cy="2470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lvl="0" algn="just"/>
              <a:r>
                <a:rPr lang="es-ES_tradnl" sz="1500" b="1" dirty="0">
                  <a:solidFill>
                    <a:srgbClr val="C00000"/>
                  </a:solidFill>
                </a:rPr>
                <a:t>ANALÍTICO</a:t>
              </a:r>
            </a:p>
            <a:p>
              <a:pPr marL="176213" lvl="0" indent="-176213" algn="just">
                <a:buFont typeface="Arial" panose="020B0604020202020204" pitchFamily="34" charset="0"/>
                <a:buChar char="•"/>
              </a:pPr>
              <a:r>
                <a:rPr lang="es-ES_tradnl" sz="1500" dirty="0">
                  <a:solidFill>
                    <a:schemeClr val="tx1"/>
                  </a:solidFill>
                </a:rPr>
                <a:t>Tolerancia a la ambigüedad y forma racional de pensar: capacidad para adaptarse o enfrentar situaciones únicas.</a:t>
              </a:r>
            </a:p>
            <a:p>
              <a:pPr marL="176213" lvl="0" indent="-176213" algn="just">
                <a:buFont typeface="Arial" panose="020B0604020202020204" pitchFamily="34" charset="0"/>
                <a:buChar char="•"/>
              </a:pPr>
              <a:r>
                <a:rPr lang="es-ES_tradnl" sz="1500" dirty="0">
                  <a:solidFill>
                    <a:schemeClr val="tx1"/>
                  </a:solidFill>
                </a:rPr>
                <a:t>Quieren más información antes de tomar la decisión y consideran más alternativas que el estilo directivo.</a:t>
              </a:r>
              <a:endParaRPr lang="es-ES" sz="1500" dirty="0"/>
            </a:p>
          </p:txBody>
        </p:sp>
        <p:sp>
          <p:nvSpPr>
            <p:cNvPr id="13" name="12 Rectángulo redondeado"/>
            <p:cNvSpPr/>
            <p:nvPr/>
          </p:nvSpPr>
          <p:spPr>
            <a:xfrm>
              <a:off x="4572000" y="3527617"/>
              <a:ext cx="3600399" cy="23221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lvl="0" algn="just"/>
              <a:r>
                <a:rPr lang="es-ES_tradnl" sz="1500" b="1" dirty="0">
                  <a:solidFill>
                    <a:srgbClr val="C00000"/>
                  </a:solidFill>
                </a:rPr>
                <a:t>CONDUCTUAL</a:t>
              </a:r>
            </a:p>
            <a:p>
              <a:pPr marL="285750" lvl="0" indent="-285750" algn="just">
                <a:buFont typeface="Arial" panose="020B0604020202020204" pitchFamily="34" charset="0"/>
                <a:buChar char="•"/>
              </a:pPr>
              <a:r>
                <a:rPr lang="es-ES_tradnl" sz="1500" dirty="0">
                  <a:solidFill>
                    <a:schemeClr val="tx1"/>
                  </a:solidFill>
                </a:rPr>
                <a:t>Poca tolerancia a la ambigüedad y forma intuitiva de pensar.</a:t>
              </a:r>
            </a:p>
            <a:p>
              <a:pPr marL="285750" lvl="0" indent="-285750" algn="just">
                <a:buFont typeface="Arial" panose="020B0604020202020204" pitchFamily="34" charset="0"/>
                <a:buChar char="•"/>
              </a:pPr>
              <a:r>
                <a:rPr lang="es-ES_tradnl" sz="1500" dirty="0">
                  <a:solidFill>
                    <a:schemeClr val="tx1"/>
                  </a:solidFill>
                </a:rPr>
                <a:t>Trabajan bien con los demás.</a:t>
              </a:r>
            </a:p>
            <a:p>
              <a:pPr marL="285750" lvl="0" indent="-285750" algn="just">
                <a:buFont typeface="Arial" panose="020B0604020202020204" pitchFamily="34" charset="0"/>
                <a:buChar char="•"/>
              </a:pPr>
              <a:r>
                <a:rPr lang="es-ES_tradnl" sz="1500" dirty="0">
                  <a:solidFill>
                    <a:schemeClr val="tx1"/>
                  </a:solidFill>
                </a:rPr>
                <a:t>Convocan juntas para comunicarse y tratan de evitar conflictos.</a:t>
              </a:r>
            </a:p>
            <a:p>
              <a:pPr marL="285750" lvl="0" indent="-285750" algn="just">
                <a:buFont typeface="Arial" panose="020B0604020202020204" pitchFamily="34" charset="0"/>
                <a:buChar char="•"/>
              </a:pPr>
              <a:r>
                <a:rPr lang="es-ES_tradnl" sz="1500" dirty="0">
                  <a:solidFill>
                    <a:schemeClr val="tx1"/>
                  </a:solidFill>
                </a:rPr>
                <a:t>La aceptación de los demás es muy  importante.</a:t>
              </a:r>
              <a:endParaRPr lang="es-ES" sz="1500" dirty="0"/>
            </a:p>
          </p:txBody>
        </p:sp>
        <p:sp>
          <p:nvSpPr>
            <p:cNvPr id="8" name="7 Rectángulo redondeado"/>
            <p:cNvSpPr/>
            <p:nvPr/>
          </p:nvSpPr>
          <p:spPr>
            <a:xfrm>
              <a:off x="827581" y="3527618"/>
              <a:ext cx="3600399" cy="2322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lvl="0" algn="just"/>
              <a:r>
                <a:rPr lang="es-ES_tradnl" sz="1500" b="1" dirty="0">
                  <a:solidFill>
                    <a:srgbClr val="C00000"/>
                  </a:solidFill>
                </a:rPr>
                <a:t>DIRECTIVO</a:t>
              </a:r>
            </a:p>
            <a:p>
              <a:pPr marL="285750" lvl="0" indent="-285750" algn="just">
                <a:buFont typeface="Arial" panose="020B0604020202020204" pitchFamily="34" charset="0"/>
                <a:buChar char="•"/>
              </a:pPr>
              <a:r>
                <a:rPr lang="es-ES_tradnl" sz="1500" dirty="0">
                  <a:solidFill>
                    <a:schemeClr val="tx1"/>
                  </a:solidFill>
                </a:rPr>
                <a:t>Poca tolerancia a la ambigüedad y una forma racional de pensar: toma decisiones rápidas y se centran en el corto plazo. </a:t>
              </a:r>
            </a:p>
            <a:p>
              <a:pPr marL="285750" lvl="0" indent="-285750" algn="just">
                <a:buFont typeface="Arial" panose="020B0604020202020204" pitchFamily="34" charset="0"/>
                <a:buChar char="•"/>
              </a:pPr>
              <a:r>
                <a:rPr lang="es-ES_tradnl" sz="1500" dirty="0">
                  <a:solidFill>
                    <a:schemeClr val="tx1"/>
                  </a:solidFill>
                </a:rPr>
                <a:t>Son eficientes y lógicos. Evalúan pocas alternativas y toman la decisión con poca información.</a:t>
              </a:r>
              <a:endParaRPr lang="es-ES" sz="1500" dirty="0"/>
            </a:p>
          </p:txBody>
        </p:sp>
      </p:grpSp>
      <p:sp>
        <p:nvSpPr>
          <p:cNvPr id="22" name="21 Rectángulo"/>
          <p:cNvSpPr/>
          <p:nvPr/>
        </p:nvSpPr>
        <p:spPr>
          <a:xfrm>
            <a:off x="3707904" y="5949280"/>
            <a:ext cx="2220480" cy="338554"/>
          </a:xfrm>
          <a:prstGeom prst="rect">
            <a:avLst/>
          </a:prstGeom>
        </p:spPr>
        <p:txBody>
          <a:bodyPr wrap="none">
            <a:spAutoFit/>
          </a:bodyPr>
          <a:lstStyle/>
          <a:p>
            <a:pPr lvl="0" algn="just"/>
            <a:r>
              <a:rPr lang="es-ES_tradnl" sz="1600" b="1" dirty="0">
                <a:solidFill>
                  <a:srgbClr val="C00000"/>
                </a:solidFill>
                <a:latin typeface="Comic Sans MS"/>
                <a:cs typeface="+mn-cs"/>
              </a:rPr>
              <a:t>FORMA DE PENSAR</a:t>
            </a:r>
          </a:p>
        </p:txBody>
      </p:sp>
      <p:sp>
        <p:nvSpPr>
          <p:cNvPr id="23" name="22 Rectángulo"/>
          <p:cNvSpPr/>
          <p:nvPr/>
        </p:nvSpPr>
        <p:spPr>
          <a:xfrm rot="20448542">
            <a:off x="-3848" y="3225929"/>
            <a:ext cx="1542128" cy="738664"/>
          </a:xfrm>
          <a:prstGeom prst="rect">
            <a:avLst/>
          </a:prstGeom>
        </p:spPr>
        <p:txBody>
          <a:bodyPr wrap="square">
            <a:spAutoFit/>
          </a:bodyPr>
          <a:lstStyle/>
          <a:p>
            <a:pPr lvl="0" algn="ctr"/>
            <a:r>
              <a:rPr lang="es-ES_tradnl" sz="1400" b="1" dirty="0">
                <a:solidFill>
                  <a:srgbClr val="C00000"/>
                </a:solidFill>
                <a:latin typeface="Comic Sans MS"/>
                <a:cs typeface="+mn-cs"/>
              </a:rPr>
              <a:t>TOLERANCIA A LA AMBIGÜEDAD</a:t>
            </a:r>
          </a:p>
        </p:txBody>
      </p:sp>
      <p:sp>
        <p:nvSpPr>
          <p:cNvPr id="24" name="23 Rectángulo"/>
          <p:cNvSpPr/>
          <p:nvPr/>
        </p:nvSpPr>
        <p:spPr>
          <a:xfrm>
            <a:off x="1536529" y="5893673"/>
            <a:ext cx="978153" cy="338554"/>
          </a:xfrm>
          <a:prstGeom prst="rect">
            <a:avLst/>
          </a:prstGeom>
        </p:spPr>
        <p:txBody>
          <a:bodyPr wrap="none">
            <a:spAutoFit/>
          </a:bodyPr>
          <a:lstStyle/>
          <a:p>
            <a:pPr lvl="0" algn="just"/>
            <a:r>
              <a:rPr lang="es-ES_tradnl" sz="1600" dirty="0">
                <a:latin typeface="Comic Sans MS"/>
                <a:cs typeface="+mn-cs"/>
              </a:rPr>
              <a:t>Racional</a:t>
            </a:r>
          </a:p>
        </p:txBody>
      </p:sp>
      <p:sp>
        <p:nvSpPr>
          <p:cNvPr id="25" name="24 Rectángulo"/>
          <p:cNvSpPr/>
          <p:nvPr/>
        </p:nvSpPr>
        <p:spPr>
          <a:xfrm>
            <a:off x="6984268" y="5917983"/>
            <a:ext cx="1026243" cy="338554"/>
          </a:xfrm>
          <a:prstGeom prst="rect">
            <a:avLst/>
          </a:prstGeom>
        </p:spPr>
        <p:txBody>
          <a:bodyPr wrap="none">
            <a:spAutoFit/>
          </a:bodyPr>
          <a:lstStyle/>
          <a:p>
            <a:pPr lvl="0" algn="just"/>
            <a:r>
              <a:rPr lang="es-ES_tradnl" sz="1600" dirty="0">
                <a:latin typeface="Comic Sans MS"/>
                <a:cs typeface="+mn-cs"/>
              </a:rPr>
              <a:t>Intuitivo</a:t>
            </a:r>
          </a:p>
        </p:txBody>
      </p:sp>
      <p:sp>
        <p:nvSpPr>
          <p:cNvPr id="26" name="25 Rectángulo"/>
          <p:cNvSpPr/>
          <p:nvPr/>
        </p:nvSpPr>
        <p:spPr>
          <a:xfrm>
            <a:off x="178735" y="5661248"/>
            <a:ext cx="620683" cy="338554"/>
          </a:xfrm>
          <a:prstGeom prst="rect">
            <a:avLst/>
          </a:prstGeom>
        </p:spPr>
        <p:txBody>
          <a:bodyPr wrap="none">
            <a:spAutoFit/>
          </a:bodyPr>
          <a:lstStyle/>
          <a:p>
            <a:pPr lvl="0" algn="just"/>
            <a:r>
              <a:rPr lang="es-ES_tradnl" sz="1600" dirty="0">
                <a:latin typeface="Comic Sans MS"/>
                <a:cs typeface="+mn-cs"/>
              </a:rPr>
              <a:t>Poca</a:t>
            </a:r>
          </a:p>
        </p:txBody>
      </p:sp>
      <p:sp>
        <p:nvSpPr>
          <p:cNvPr id="27" name="26 Rectángulo"/>
          <p:cNvSpPr/>
          <p:nvPr/>
        </p:nvSpPr>
        <p:spPr>
          <a:xfrm>
            <a:off x="179512" y="1196752"/>
            <a:ext cx="811441" cy="338554"/>
          </a:xfrm>
          <a:prstGeom prst="rect">
            <a:avLst/>
          </a:prstGeom>
        </p:spPr>
        <p:txBody>
          <a:bodyPr wrap="none">
            <a:spAutoFit/>
          </a:bodyPr>
          <a:lstStyle/>
          <a:p>
            <a:pPr lvl="0" algn="just"/>
            <a:r>
              <a:rPr lang="es-ES_tradnl" sz="1600" dirty="0">
                <a:latin typeface="Comic Sans MS"/>
                <a:cs typeface="+mn-cs"/>
              </a:rPr>
              <a:t>Mucha</a:t>
            </a:r>
          </a:p>
        </p:txBody>
      </p:sp>
      <p:sp>
        <p:nvSpPr>
          <p:cNvPr id="4" name="6 Título">
            <a:extLst>
              <a:ext uri="{FF2B5EF4-FFF2-40B4-BE49-F238E27FC236}">
                <a16:creationId xmlns:a16="http://schemas.microsoft.com/office/drawing/2014/main" id="{F1A08BAF-791D-40E7-AC5E-BDFAD5DB80D6}"/>
              </a:ext>
            </a:extLst>
          </p:cNvPr>
          <p:cNvSpPr txBox="1">
            <a:spLocks/>
          </p:cNvSpPr>
          <p:nvPr/>
        </p:nvSpPr>
        <p:spPr>
          <a:xfrm>
            <a:off x="3410837" y="6714"/>
            <a:ext cx="4677326" cy="5863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kern="1200" spc="-60" baseline="0">
                <a:solidFill>
                  <a:srgbClr val="FFFFFF"/>
                </a:solidFill>
                <a:latin typeface="+mj-lt"/>
                <a:ea typeface="+mj-ea"/>
                <a:cs typeface="+mj-cs"/>
              </a:defRPr>
            </a:lvl1pPr>
          </a:lstStyle>
          <a:p>
            <a:r>
              <a:rPr lang="es-ES_tradnl" dirty="0">
                <a:solidFill>
                  <a:schemeClr val="accent1">
                    <a:lumMod val="75000"/>
                  </a:schemeClr>
                </a:solidFill>
              </a:rPr>
              <a:t>2.2.1. Conceptos generales</a:t>
            </a:r>
            <a:endParaRPr lang="es-ES" dirty="0">
              <a:solidFill>
                <a:schemeClr val="accent1">
                  <a:lumMod val="75000"/>
                </a:schemeClr>
              </a:solidFill>
            </a:endParaRPr>
          </a:p>
        </p:txBody>
      </p:sp>
      <p:sp>
        <p:nvSpPr>
          <p:cNvPr id="5" name="CuadroTexto 4">
            <a:extLst>
              <a:ext uri="{FF2B5EF4-FFF2-40B4-BE49-F238E27FC236}">
                <a16:creationId xmlns:a16="http://schemas.microsoft.com/office/drawing/2014/main" id="{BC1634C7-C41B-42A7-B198-319A6D2E3CF2}"/>
              </a:ext>
            </a:extLst>
          </p:cNvPr>
          <p:cNvSpPr txBox="1"/>
          <p:nvPr/>
        </p:nvSpPr>
        <p:spPr>
          <a:xfrm>
            <a:off x="136073" y="228684"/>
            <a:ext cx="3384375" cy="646331"/>
          </a:xfrm>
          <a:prstGeom prst="rect">
            <a:avLst/>
          </a:prstGeom>
          <a:noFill/>
        </p:spPr>
        <p:txBody>
          <a:bodyPr wrap="square" rtlCol="0">
            <a:spAutoFit/>
          </a:bodyPr>
          <a:lstStyle/>
          <a:p>
            <a:r>
              <a:rPr lang="es-ES" b="1" dirty="0">
                <a:solidFill>
                  <a:schemeClr val="accent6"/>
                </a:solidFill>
              </a:rPr>
              <a:t>Matriz tolerancia/forma de pensar</a:t>
            </a:r>
          </a:p>
        </p:txBody>
      </p:sp>
    </p:spTree>
    <p:extLst>
      <p:ext uri="{BB962C8B-B14F-4D97-AF65-F5344CB8AC3E}">
        <p14:creationId xmlns:p14="http://schemas.microsoft.com/office/powerpoint/2010/main" val="2692366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 name="Rectangle 101">
            <a:extLst>
              <a:ext uri="{FF2B5EF4-FFF2-40B4-BE49-F238E27FC236}">
                <a16:creationId xmlns:a16="http://schemas.microsoft.com/office/drawing/2014/main" id="{B86EEAC6-011F-4499-ACFF-2FDC742DB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04" name="Rectangle 103">
            <a:extLst>
              <a:ext uri="{FF2B5EF4-FFF2-40B4-BE49-F238E27FC236}">
                <a16:creationId xmlns:a16="http://schemas.microsoft.com/office/drawing/2014/main" id="{6970F14D-B6E6-40EA-96B4-4E18D0CF9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106" name="Rectangle 105">
            <a:extLst>
              <a:ext uri="{FF2B5EF4-FFF2-40B4-BE49-F238E27FC236}">
                <a16:creationId xmlns:a16="http://schemas.microsoft.com/office/drawing/2014/main" id="{886D4068-D045-48B0-9A00-198F2FE4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 name="Picture 71" descr="Diagrama&#10;&#10;Descripción generada automáticamente">
            <a:extLst>
              <a:ext uri="{FF2B5EF4-FFF2-40B4-BE49-F238E27FC236}">
                <a16:creationId xmlns:a16="http://schemas.microsoft.com/office/drawing/2014/main" id="{A604EE74-1E4D-41C8-8A28-7C4C0D5DC731}"/>
              </a:ext>
            </a:extLst>
          </p:cNvPr>
          <p:cNvPicPr>
            <a:picLocks noChangeAspect="1"/>
          </p:cNvPicPr>
          <p:nvPr/>
        </p:nvPicPr>
        <p:blipFill rotWithShape="1">
          <a:blip r:embed="rId3">
            <a:duotone>
              <a:schemeClr val="bg2">
                <a:shade val="45000"/>
                <a:satMod val="135000"/>
              </a:schemeClr>
              <a:prstClr val="white"/>
            </a:duotone>
            <a:alphaModFix amt="25000"/>
          </a:blip>
          <a:srcRect l="25473" t="9091"/>
          <a:stretch/>
        </p:blipFill>
        <p:spPr>
          <a:xfrm>
            <a:off x="20" y="1"/>
            <a:ext cx="9141694" cy="6858000"/>
          </a:xfrm>
          <a:prstGeom prst="rect">
            <a:avLst/>
          </a:prstGeom>
        </p:spPr>
      </p:pic>
      <p:sp>
        <p:nvSpPr>
          <p:cNvPr id="108" name="Rectangle 107">
            <a:extLst>
              <a:ext uri="{FF2B5EF4-FFF2-40B4-BE49-F238E27FC236}">
                <a16:creationId xmlns:a16="http://schemas.microsoft.com/office/drawing/2014/main" id="{12664C4B-AAE2-4AA0-8918-134E8086F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1 Título"/>
          <p:cNvSpPr>
            <a:spLocks noGrp="1"/>
          </p:cNvSpPr>
          <p:nvPr>
            <p:ph type="title"/>
          </p:nvPr>
        </p:nvSpPr>
        <p:spPr>
          <a:xfrm>
            <a:off x="189689" y="1123837"/>
            <a:ext cx="2210611" cy="4601183"/>
          </a:xfrm>
        </p:spPr>
        <p:txBody>
          <a:bodyPr vert="horz" lIns="91440" tIns="45720" rIns="91440" bIns="45720" rtlCol="0" anchor="ctr">
            <a:normAutofit/>
          </a:bodyPr>
          <a:lstStyle/>
          <a:p>
            <a:r>
              <a:rPr lang="es-ES_tradnl" sz="3600" dirty="0"/>
              <a:t>2.2.2. Tipos de problemas y decisiones.</a:t>
            </a:r>
            <a:endParaRPr lang="en-US" sz="3600" dirty="0"/>
          </a:p>
        </p:txBody>
      </p:sp>
      <p:sp>
        <p:nvSpPr>
          <p:cNvPr id="110" name="Rectangle 109">
            <a:extLst>
              <a:ext uri="{FF2B5EF4-FFF2-40B4-BE49-F238E27FC236}">
                <a16:creationId xmlns:a16="http://schemas.microsoft.com/office/drawing/2014/main" id="{616F9FD8-4CFE-4C77-8F29-5D801C57E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 name="2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dirty="0"/>
              <a:pPr>
                <a:spcAft>
                  <a:spcPts val="600"/>
                </a:spcAft>
              </a:pPr>
              <a:t>34</a:t>
            </a:fld>
            <a:endParaRPr lang="en-US" sz="1200"/>
          </a:p>
        </p:txBody>
      </p:sp>
      <p:sp>
        <p:nvSpPr>
          <p:cNvPr id="6" name="5 CuadroTexto"/>
          <p:cNvSpPr txBox="1"/>
          <p:nvPr/>
        </p:nvSpPr>
        <p:spPr>
          <a:xfrm>
            <a:off x="4355976" y="6237312"/>
            <a:ext cx="936104" cy="369332"/>
          </a:xfrm>
          <a:prstGeom prst="rect">
            <a:avLst/>
          </a:prstGeom>
          <a:noFill/>
        </p:spPr>
        <p:txBody>
          <a:bodyPr wrap="square" rtlCol="0">
            <a:spAutoFit/>
          </a:bodyPr>
          <a:lstStyle/>
          <a:p>
            <a:endParaRPr lang="es-ES" dirty="0"/>
          </a:p>
        </p:txBody>
      </p:sp>
      <p:graphicFrame>
        <p:nvGraphicFramePr>
          <p:cNvPr id="7" name="Diagrama 6">
            <a:extLst>
              <a:ext uri="{FF2B5EF4-FFF2-40B4-BE49-F238E27FC236}">
                <a16:creationId xmlns:a16="http://schemas.microsoft.com/office/drawing/2014/main" id="{FBC3D130-DEC5-4CDB-80A0-A11A02B00573}"/>
              </a:ext>
            </a:extLst>
          </p:cNvPr>
          <p:cNvGraphicFramePr/>
          <p:nvPr>
            <p:extLst>
              <p:ext uri="{D42A27DB-BD31-4B8C-83A1-F6EECF244321}">
                <p14:modId xmlns:p14="http://schemas.microsoft.com/office/powerpoint/2010/main" val="2626865847"/>
              </p:ext>
            </p:extLst>
          </p:nvPr>
        </p:nvGraphicFramePr>
        <p:xfrm>
          <a:off x="2901951" y="864108"/>
          <a:ext cx="5486400" cy="51206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Rectángulo: esquinas redondeadas 3">
            <a:extLst>
              <a:ext uri="{FF2B5EF4-FFF2-40B4-BE49-F238E27FC236}">
                <a16:creationId xmlns:a16="http://schemas.microsoft.com/office/drawing/2014/main" id="{D94EE9A0-13F9-C634-179E-092FEE979BB4}"/>
              </a:ext>
            </a:extLst>
          </p:cNvPr>
          <p:cNvSpPr/>
          <p:nvPr/>
        </p:nvSpPr>
        <p:spPr>
          <a:xfrm>
            <a:off x="2901951" y="260648"/>
            <a:ext cx="5342457" cy="350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Tipos de </a:t>
            </a:r>
            <a:r>
              <a:rPr lang="es-ES" dirty="0" err="1"/>
              <a:t>decisones</a:t>
            </a:r>
            <a:endParaRPr lang="es-ES" dirty="0"/>
          </a:p>
        </p:txBody>
      </p:sp>
    </p:spTree>
    <p:extLst>
      <p:ext uri="{BB962C8B-B14F-4D97-AF65-F5344CB8AC3E}">
        <p14:creationId xmlns:p14="http://schemas.microsoft.com/office/powerpoint/2010/main" val="4023562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1 Título"/>
          <p:cNvSpPr>
            <a:spLocks noGrp="1"/>
          </p:cNvSpPr>
          <p:nvPr>
            <p:ph type="title"/>
          </p:nvPr>
        </p:nvSpPr>
        <p:spPr/>
        <p:txBody>
          <a:bodyPr/>
          <a:lstStyle/>
          <a:p>
            <a:pPr algn="l"/>
            <a:r>
              <a:rPr lang="es-ES_tradnl" dirty="0"/>
              <a:t>2.2.2. Tipos de problemas y decisiones.</a:t>
            </a:r>
            <a:endParaRPr lang="es-ES" dirty="0"/>
          </a:p>
        </p:txBody>
      </p:sp>
      <p:sp>
        <p:nvSpPr>
          <p:cNvPr id="23" name="22 Marcador de número de diapositiva"/>
          <p:cNvSpPr>
            <a:spLocks noGrp="1"/>
          </p:cNvSpPr>
          <p:nvPr>
            <p:ph type="sldNum" sz="quarter" idx="12"/>
          </p:nvPr>
        </p:nvSpPr>
        <p:spPr>
          <a:xfrm>
            <a:off x="0" y="6232525"/>
            <a:ext cx="720725" cy="365125"/>
          </a:xfrm>
          <a:prstGeom prst="rect">
            <a:avLst/>
          </a:prstGeom>
        </p:spPr>
        <p:txBody>
          <a:bodyPr/>
          <a:lstStyle/>
          <a:p>
            <a:fld id="{3A50B82F-E44A-4FE6-8B99-53CD253DED7E}" type="slidenum">
              <a:rPr lang="es-ES" smtClean="0"/>
              <a:pPr/>
              <a:t>35</a:t>
            </a:fld>
            <a:endParaRPr lang="es-ES" dirty="0"/>
          </a:p>
        </p:txBody>
      </p:sp>
      <p:sp>
        <p:nvSpPr>
          <p:cNvPr id="41985" name="2 Marcador de contenido"/>
          <p:cNvSpPr>
            <a:spLocks noGrp="1"/>
          </p:cNvSpPr>
          <p:nvPr>
            <p:ph idx="4294967295"/>
          </p:nvPr>
        </p:nvSpPr>
        <p:spPr>
          <a:xfrm>
            <a:off x="2542506" y="1012981"/>
            <a:ext cx="6170584" cy="1566584"/>
          </a:xfrm>
        </p:spPr>
        <p:txBody>
          <a:bodyPr anchor="t">
            <a:normAutofit lnSpcReduction="10000"/>
          </a:bodyPr>
          <a:lstStyle/>
          <a:p>
            <a:pPr algn="just" eaLnBrk="1" hangingPunct="1">
              <a:buFont typeface="Wingdings" pitchFamily="2" charset="2"/>
              <a:buChar char="Ø"/>
            </a:pPr>
            <a:r>
              <a:rPr lang="es-ES_tradnl" sz="2000" dirty="0"/>
              <a:t>Dependiendo de la </a:t>
            </a:r>
            <a:r>
              <a:rPr lang="es-ES_tradnl" sz="2000" u="sng" dirty="0"/>
              <a:t>naturaleza del problema</a:t>
            </a:r>
            <a:r>
              <a:rPr lang="es-ES_tradnl" sz="2000" dirty="0"/>
              <a:t>, los directivos acuden a diversos </a:t>
            </a:r>
            <a:r>
              <a:rPr lang="es-ES_tradnl" sz="2000" u="sng" dirty="0"/>
              <a:t>modelos de toma de decisiones</a:t>
            </a:r>
            <a:r>
              <a:rPr lang="es-ES_tradnl" sz="2000" dirty="0"/>
              <a:t>.</a:t>
            </a:r>
          </a:p>
          <a:p>
            <a:pPr algn="just" eaLnBrk="1" hangingPunct="1">
              <a:buFont typeface="Wingdings" pitchFamily="2" charset="2"/>
              <a:buChar char="Ø"/>
            </a:pPr>
            <a:r>
              <a:rPr lang="es-ES_tradnl" sz="2000" u="sng" dirty="0"/>
              <a:t>Diferentes niveles gerenciales</a:t>
            </a:r>
            <a:r>
              <a:rPr lang="es-ES_tradnl" sz="2000" dirty="0"/>
              <a:t> enfrentan </a:t>
            </a:r>
            <a:r>
              <a:rPr lang="es-ES_tradnl" sz="2000" u="sng" dirty="0"/>
              <a:t>diferentes problemas de decisiones</a:t>
            </a:r>
            <a:r>
              <a:rPr lang="es-ES_tradnl" sz="2000" dirty="0"/>
              <a:t>.</a:t>
            </a:r>
          </a:p>
        </p:txBody>
      </p:sp>
      <p:grpSp>
        <p:nvGrpSpPr>
          <p:cNvPr id="20" name="19 Grupo"/>
          <p:cNvGrpSpPr/>
          <p:nvPr/>
        </p:nvGrpSpPr>
        <p:grpSpPr>
          <a:xfrm>
            <a:off x="2177602" y="2771654"/>
            <a:ext cx="6768753" cy="3219837"/>
            <a:chOff x="785813" y="2708920"/>
            <a:chExt cx="7287766" cy="3219837"/>
          </a:xfrm>
        </p:grpSpPr>
        <p:sp>
          <p:nvSpPr>
            <p:cNvPr id="41993" name="14 CuadroTexto"/>
            <p:cNvSpPr txBox="1">
              <a:spLocks noChangeArrowheads="1"/>
            </p:cNvSpPr>
            <p:nvPr/>
          </p:nvSpPr>
          <p:spPr bwMode="auto">
            <a:xfrm>
              <a:off x="800100" y="5559425"/>
              <a:ext cx="1958000" cy="369332"/>
            </a:xfrm>
            <a:prstGeom prst="rect">
              <a:avLst/>
            </a:prstGeom>
            <a:noFill/>
            <a:ln w="9525">
              <a:noFill/>
              <a:miter lim="800000"/>
              <a:headEnd/>
              <a:tailEnd/>
            </a:ln>
          </p:spPr>
          <p:txBody>
            <a:bodyPr wrap="none">
              <a:spAutoFit/>
            </a:bodyPr>
            <a:lstStyle/>
            <a:p>
              <a:r>
                <a:rPr lang="es-ES_tradnl" b="1" dirty="0">
                  <a:solidFill>
                    <a:schemeClr val="accent1">
                      <a:lumMod val="50000"/>
                    </a:schemeClr>
                  </a:solidFill>
                  <a:latin typeface="+mn-lt"/>
                </a:rPr>
                <a:t>Bien estructurado</a:t>
              </a:r>
            </a:p>
          </p:txBody>
        </p:sp>
        <p:sp>
          <p:nvSpPr>
            <p:cNvPr id="41997" name="19 CuadroTexto"/>
            <p:cNvSpPr txBox="1">
              <a:spLocks noChangeArrowheads="1"/>
            </p:cNvSpPr>
            <p:nvPr/>
          </p:nvSpPr>
          <p:spPr bwMode="auto">
            <a:xfrm>
              <a:off x="6400209" y="5530745"/>
              <a:ext cx="915933" cy="369332"/>
            </a:xfrm>
            <a:prstGeom prst="rect">
              <a:avLst/>
            </a:prstGeom>
            <a:noFill/>
            <a:ln w="9525">
              <a:noFill/>
              <a:miter lim="800000"/>
              <a:headEnd/>
              <a:tailEnd/>
            </a:ln>
          </p:spPr>
          <p:txBody>
            <a:bodyPr wrap="none">
              <a:spAutoFit/>
            </a:bodyPr>
            <a:lstStyle/>
            <a:p>
              <a:r>
                <a:rPr lang="es-ES_tradnl" b="1" dirty="0">
                  <a:solidFill>
                    <a:schemeClr val="accent1">
                      <a:lumMod val="50000"/>
                    </a:schemeClr>
                  </a:solidFill>
                  <a:latin typeface="+mn-lt"/>
                </a:rPr>
                <a:t>Inferior</a:t>
              </a:r>
            </a:p>
          </p:txBody>
        </p:sp>
        <p:grpSp>
          <p:nvGrpSpPr>
            <p:cNvPr id="18" name="17 Grupo"/>
            <p:cNvGrpSpPr/>
            <p:nvPr/>
          </p:nvGrpSpPr>
          <p:grpSpPr>
            <a:xfrm>
              <a:off x="785813" y="2708920"/>
              <a:ext cx="7287766" cy="2773362"/>
              <a:chOff x="785813" y="2786063"/>
              <a:chExt cx="7287766" cy="2773362"/>
            </a:xfrm>
          </p:grpSpPr>
          <p:cxnSp>
            <p:nvCxnSpPr>
              <p:cNvPr id="7" name="6 Conector recto"/>
              <p:cNvCxnSpPr/>
              <p:nvPr/>
            </p:nvCxnSpPr>
            <p:spPr>
              <a:xfrm rot="5400000">
                <a:off x="1264443" y="4380707"/>
                <a:ext cx="221456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2371725" y="5487988"/>
                <a:ext cx="40005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9 Triángulo isósceles"/>
              <p:cNvSpPr/>
              <p:nvPr/>
            </p:nvSpPr>
            <p:spPr>
              <a:xfrm>
                <a:off x="2500313" y="3429000"/>
                <a:ext cx="3786187" cy="1928813"/>
              </a:xfrm>
              <a:prstGeom prst="triangle">
                <a:avLst>
                  <a:gd name="adj" fmla="val 61"/>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es-ES_tradnl" dirty="0"/>
                  <a:t>Decisiones programadas</a:t>
                </a:r>
              </a:p>
            </p:txBody>
          </p:sp>
          <p:cxnSp>
            <p:nvCxnSpPr>
              <p:cNvPr id="12" name="11 Conector recto de flecha"/>
              <p:cNvCxnSpPr/>
              <p:nvPr/>
            </p:nvCxnSpPr>
            <p:spPr>
              <a:xfrm rot="5400000">
                <a:off x="650131" y="4345781"/>
                <a:ext cx="2286000" cy="1588"/>
              </a:xfrm>
              <a:prstGeom prst="straightConnector1">
                <a:avLst/>
              </a:prstGeom>
              <a:ln w="28575">
                <a:headEnd type="arrow"/>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971550" y="3987800"/>
                <a:ext cx="1328738" cy="6667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s-ES_tradnl" dirty="0"/>
                  <a:t>Tipo de problema</a:t>
                </a:r>
              </a:p>
            </p:txBody>
          </p:sp>
          <p:sp>
            <p:nvSpPr>
              <p:cNvPr id="41992" name="13 CuadroTexto"/>
              <p:cNvSpPr txBox="1">
                <a:spLocks noChangeArrowheads="1"/>
              </p:cNvSpPr>
              <p:nvPr/>
            </p:nvSpPr>
            <p:spPr bwMode="auto">
              <a:xfrm>
                <a:off x="785813" y="2786063"/>
                <a:ext cx="1553019" cy="369332"/>
              </a:xfrm>
              <a:prstGeom prst="rect">
                <a:avLst/>
              </a:prstGeom>
              <a:noFill/>
              <a:ln w="9525">
                <a:noFill/>
                <a:miter lim="800000"/>
                <a:headEnd/>
                <a:tailEnd/>
              </a:ln>
            </p:spPr>
            <p:txBody>
              <a:bodyPr wrap="none">
                <a:spAutoFit/>
              </a:bodyPr>
              <a:lstStyle/>
              <a:p>
                <a:r>
                  <a:rPr lang="es-ES_tradnl" dirty="0">
                    <a:latin typeface="+mn-lt"/>
                  </a:rPr>
                  <a:t>Sin </a:t>
                </a:r>
                <a:r>
                  <a:rPr lang="es-ES_tradnl" b="1" dirty="0">
                    <a:solidFill>
                      <a:schemeClr val="accent1">
                        <a:lumMod val="50000"/>
                      </a:schemeClr>
                    </a:solidFill>
                    <a:latin typeface="+mn-lt"/>
                  </a:rPr>
                  <a:t>estructura</a:t>
                </a:r>
              </a:p>
            </p:txBody>
          </p:sp>
          <p:cxnSp>
            <p:nvCxnSpPr>
              <p:cNvPr id="17" name="16 Conector recto de flecha"/>
              <p:cNvCxnSpPr/>
              <p:nvPr/>
            </p:nvCxnSpPr>
            <p:spPr>
              <a:xfrm rot="5400000">
                <a:off x="5834707" y="4415631"/>
                <a:ext cx="2286000" cy="1587"/>
              </a:xfrm>
              <a:prstGeom prst="straightConnector1">
                <a:avLst/>
              </a:prstGeom>
              <a:ln w="28575">
                <a:headEnd type="arrow"/>
                <a:tailEnd type="arrow"/>
              </a:ln>
            </p:spPr>
            <p:style>
              <a:lnRef idx="1">
                <a:schemeClr val="accent1"/>
              </a:lnRef>
              <a:fillRef idx="0">
                <a:schemeClr val="accent1"/>
              </a:fillRef>
              <a:effectRef idx="0">
                <a:schemeClr val="accent1"/>
              </a:effectRef>
              <a:fontRef idx="minor">
                <a:schemeClr val="tx1"/>
              </a:fontRef>
            </p:style>
          </p:cxnSp>
          <p:sp>
            <p:nvSpPr>
              <p:cNvPr id="41995" name="17 CuadroTexto"/>
              <p:cNvSpPr txBox="1">
                <a:spLocks noChangeArrowheads="1"/>
              </p:cNvSpPr>
              <p:nvPr/>
            </p:nvSpPr>
            <p:spPr bwMode="auto">
              <a:xfrm>
                <a:off x="6288126" y="2799576"/>
                <a:ext cx="1032784" cy="369332"/>
              </a:xfrm>
              <a:prstGeom prst="rect">
                <a:avLst/>
              </a:prstGeom>
              <a:noFill/>
              <a:ln w="9525">
                <a:noFill/>
                <a:miter lim="800000"/>
                <a:headEnd/>
                <a:tailEnd/>
              </a:ln>
            </p:spPr>
            <p:txBody>
              <a:bodyPr wrap="none">
                <a:spAutoFit/>
              </a:bodyPr>
              <a:lstStyle/>
              <a:p>
                <a:r>
                  <a:rPr lang="es-ES_tradnl" b="1" dirty="0">
                    <a:solidFill>
                      <a:schemeClr val="accent1">
                        <a:lumMod val="50000"/>
                      </a:schemeClr>
                    </a:solidFill>
                    <a:latin typeface="+mn-lt"/>
                  </a:rPr>
                  <a:t>Superior</a:t>
                </a:r>
              </a:p>
            </p:txBody>
          </p:sp>
          <p:sp>
            <p:nvSpPr>
              <p:cNvPr id="19" name="18 CuadroTexto"/>
              <p:cNvSpPr txBox="1"/>
              <p:nvPr/>
            </p:nvSpPr>
            <p:spPr>
              <a:xfrm>
                <a:off x="6501954" y="3997325"/>
                <a:ext cx="1571625" cy="64611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a:defRPr/>
                </a:pPr>
                <a:r>
                  <a:rPr lang="es-ES_tradnl" dirty="0"/>
                  <a:t>Nivel de la organización</a:t>
                </a:r>
              </a:p>
            </p:txBody>
          </p:sp>
          <p:sp>
            <p:nvSpPr>
              <p:cNvPr id="21" name="20 Triángulo isósceles"/>
              <p:cNvSpPr/>
              <p:nvPr/>
            </p:nvSpPr>
            <p:spPr>
              <a:xfrm flipV="1">
                <a:off x="2571750" y="3429000"/>
                <a:ext cx="3857625" cy="1928813"/>
              </a:xfrm>
              <a:prstGeom prst="triangle">
                <a:avLst>
                  <a:gd name="adj" fmla="val 97848"/>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endParaRPr lang="es-ES_tradnl"/>
              </a:p>
            </p:txBody>
          </p:sp>
          <p:sp>
            <p:nvSpPr>
              <p:cNvPr id="41999" name="15 CuadroTexto"/>
              <p:cNvSpPr txBox="1">
                <a:spLocks noChangeArrowheads="1"/>
              </p:cNvSpPr>
              <p:nvPr/>
            </p:nvSpPr>
            <p:spPr bwMode="auto">
              <a:xfrm>
                <a:off x="4157663" y="3559175"/>
                <a:ext cx="2071687" cy="646113"/>
              </a:xfrm>
              <a:prstGeom prst="rect">
                <a:avLst/>
              </a:prstGeom>
              <a:noFill/>
              <a:ln w="9525">
                <a:noFill/>
                <a:miter lim="800000"/>
                <a:headEnd/>
                <a:tailEnd/>
              </a:ln>
            </p:spPr>
            <p:txBody>
              <a:bodyPr>
                <a:spAutoFit/>
              </a:bodyPr>
              <a:lstStyle/>
              <a:p>
                <a:r>
                  <a:rPr lang="es-ES_tradnl" dirty="0">
                    <a:latin typeface="+mn-lt"/>
                  </a:rPr>
                  <a:t>Decisiones sin programar</a:t>
                </a:r>
              </a:p>
            </p:txBody>
          </p:sp>
        </p:grpSp>
      </p:grpSp>
      <p:sp>
        <p:nvSpPr>
          <p:cNvPr id="22" name="21 CuadroTexto"/>
          <p:cNvSpPr txBox="1"/>
          <p:nvPr/>
        </p:nvSpPr>
        <p:spPr>
          <a:xfrm>
            <a:off x="998920" y="115557"/>
            <a:ext cx="6768753" cy="830997"/>
          </a:xfrm>
          <a:prstGeom prst="rect">
            <a:avLst/>
          </a:prstGeom>
          <a:noFill/>
        </p:spPr>
        <p:txBody>
          <a:bodyPr wrap="square" rtlCol="0">
            <a:spAutoFit/>
          </a:bodyPr>
          <a:lstStyle/>
          <a:p>
            <a:pPr algn="ctr"/>
            <a:r>
              <a:rPr lang="es-ES" sz="2400" b="1" dirty="0">
                <a:solidFill>
                  <a:srgbClr val="C00000"/>
                </a:solidFill>
                <a:latin typeface="+mn-lt"/>
              </a:rPr>
              <a:t>RELACIÓN TIPO PROBLEMA/DECISIÓN EN LOS DISTINTOS NIVELES DIRECTIVOS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7" name="Rectangle 76">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79" name="Rectangle 78">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1 Título"/>
          <p:cNvSpPr>
            <a:spLocks noGrp="1"/>
          </p:cNvSpPr>
          <p:nvPr>
            <p:ph type="title"/>
          </p:nvPr>
        </p:nvSpPr>
        <p:spPr>
          <a:xfrm>
            <a:off x="1154337" y="864108"/>
            <a:ext cx="2305435" cy="5120639"/>
          </a:xfrm>
        </p:spPr>
        <p:txBody>
          <a:bodyPr vert="horz" lIns="91440" tIns="45720" rIns="91440" bIns="45720" rtlCol="0" anchor="ctr">
            <a:normAutofit/>
          </a:bodyPr>
          <a:lstStyle/>
          <a:p>
            <a:pPr algn="r"/>
            <a:r>
              <a:rPr lang="en-US" sz="3600" dirty="0">
                <a:solidFill>
                  <a:schemeClr val="tx1">
                    <a:lumMod val="85000"/>
                    <a:lumOff val="15000"/>
                  </a:schemeClr>
                </a:solidFill>
              </a:rPr>
              <a:t>2.2.2. </a:t>
            </a:r>
            <a:r>
              <a:rPr lang="en-US" sz="3600" dirty="0" err="1">
                <a:solidFill>
                  <a:schemeClr val="tx1">
                    <a:lumMod val="85000"/>
                    <a:lumOff val="15000"/>
                  </a:schemeClr>
                </a:solidFill>
              </a:rPr>
              <a:t>Tipos</a:t>
            </a:r>
            <a:r>
              <a:rPr lang="en-US" sz="3600" dirty="0">
                <a:solidFill>
                  <a:schemeClr val="tx1">
                    <a:lumMod val="85000"/>
                    <a:lumOff val="15000"/>
                  </a:schemeClr>
                </a:solidFill>
              </a:rPr>
              <a:t> de </a:t>
            </a:r>
            <a:r>
              <a:rPr lang="en-US" sz="3600" dirty="0" err="1">
                <a:solidFill>
                  <a:schemeClr val="tx1">
                    <a:lumMod val="85000"/>
                    <a:lumOff val="15000"/>
                  </a:schemeClr>
                </a:solidFill>
              </a:rPr>
              <a:t>problemas</a:t>
            </a:r>
            <a:r>
              <a:rPr lang="en-US" sz="3600" dirty="0">
                <a:solidFill>
                  <a:schemeClr val="tx1">
                    <a:lumMod val="85000"/>
                    <a:lumOff val="15000"/>
                  </a:schemeClr>
                </a:solidFill>
              </a:rPr>
              <a:t>.</a:t>
            </a:r>
          </a:p>
        </p:txBody>
      </p:sp>
      <p:sp>
        <p:nvSpPr>
          <p:cNvPr id="81" name="Rectangle 80">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83" name="Straight Connector 82">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2 Marcador de contenido"/>
          <p:cNvSpPr txBox="1">
            <a:spLocks/>
          </p:cNvSpPr>
          <p:nvPr/>
        </p:nvSpPr>
        <p:spPr bwMode="auto">
          <a:xfrm>
            <a:off x="3966921" y="864108"/>
            <a:ext cx="4433008" cy="5120640"/>
          </a:xfrm>
          <a:prstGeom prst="rect">
            <a:avLst/>
          </a:prstGeom>
        </p:spPr>
        <p:txBody>
          <a:bodyPr vert="horz" lIns="91440" tIns="45720" rIns="91440" bIns="45720" numCol="1" rtlCol="0" anchor="ctr" anchorCtr="0" compatLnSpc="1">
            <a:prstTxWarp prst="textNoShape">
              <a:avLst/>
            </a:prstTxWarp>
            <a:normAutofit/>
          </a:bodyPr>
          <a:lstStyle/>
          <a:p>
            <a:pPr marL="102870" indent="-182880" defTabSz="914400">
              <a:lnSpc>
                <a:spcPct val="90000"/>
              </a:lnSpc>
              <a:spcAft>
                <a:spcPts val="600"/>
              </a:spcAft>
              <a:buClr>
                <a:schemeClr val="accent1"/>
              </a:buClr>
              <a:buFont typeface="Wingdings 2" pitchFamily="18" charset="2"/>
              <a:buChar char=""/>
            </a:pPr>
            <a:r>
              <a:rPr lang="es-ES" b="1">
                <a:solidFill>
                  <a:schemeClr val="tx1">
                    <a:lumMod val="65000"/>
                    <a:lumOff val="35000"/>
                  </a:schemeClr>
                </a:solidFill>
              </a:rPr>
              <a:t>TIPOS DE PROBLEMAS</a:t>
            </a:r>
          </a:p>
          <a:p>
            <a:pPr indent="-182880" defTabSz="914400">
              <a:lnSpc>
                <a:spcPct val="90000"/>
              </a:lnSpc>
              <a:buClr>
                <a:schemeClr val="accent1"/>
              </a:buClr>
              <a:buFont typeface="Wingdings 2" pitchFamily="18" charset="2"/>
              <a:buChar char=""/>
            </a:pPr>
            <a:r>
              <a:rPr lang="es-ES" b="1" u="sng" dirty="0">
                <a:solidFill>
                  <a:schemeClr val="tx1">
                    <a:lumMod val="65000"/>
                    <a:lumOff val="35000"/>
                  </a:schemeClr>
                </a:solidFill>
              </a:rPr>
              <a:t>Problemas Estructurados</a:t>
            </a:r>
            <a:r>
              <a:rPr lang="es-ES" dirty="0">
                <a:solidFill>
                  <a:schemeClr val="tx1">
                    <a:lumMod val="65000"/>
                    <a:lumOff val="35000"/>
                  </a:schemeClr>
                </a:solidFill>
              </a:rPr>
              <a:t>: problemas sencillos, conocidos y fáciles de definir.</a:t>
            </a:r>
          </a:p>
          <a:p>
            <a:pPr marL="171450" indent="-182880" defTabSz="914400">
              <a:lnSpc>
                <a:spcPct val="90000"/>
              </a:lnSpc>
              <a:buClr>
                <a:schemeClr val="accent1"/>
              </a:buClr>
              <a:buFont typeface="Wingdings 2" pitchFamily="18" charset="2"/>
              <a:buChar char=""/>
            </a:pPr>
            <a:r>
              <a:rPr lang="es-ES" dirty="0">
                <a:solidFill>
                  <a:schemeClr val="tx1">
                    <a:lumMod val="65000"/>
                    <a:lumOff val="35000"/>
                  </a:schemeClr>
                </a:solidFill>
              </a:rPr>
              <a:t>Su solución es evidente o por lo menos se reduce a unas pocas alternativas conocidas y que se ha probado que funcionan, por lo que la etapa de encontrar alternativas del proceso no existe o se le presta poca atención.</a:t>
            </a:r>
          </a:p>
          <a:p>
            <a:pPr lvl="0" indent="-182880" defTabSz="914400">
              <a:lnSpc>
                <a:spcPct val="90000"/>
              </a:lnSpc>
              <a:buClr>
                <a:schemeClr val="accent1"/>
              </a:buClr>
              <a:buFont typeface="Wingdings 2" pitchFamily="18" charset="2"/>
              <a:buChar char=""/>
              <a:defRPr/>
            </a:pPr>
            <a:r>
              <a:rPr lang="es-ES" b="1" u="sng" dirty="0">
                <a:solidFill>
                  <a:schemeClr val="tx1">
                    <a:lumMod val="65000"/>
                    <a:lumOff val="35000"/>
                  </a:schemeClr>
                </a:solidFill>
              </a:rPr>
              <a:t>Problemas sin estructurar</a:t>
            </a:r>
            <a:r>
              <a:rPr lang="es-ES" dirty="0">
                <a:solidFill>
                  <a:schemeClr val="tx1">
                    <a:lumMod val="65000"/>
                    <a:lumOff val="35000"/>
                  </a:schemeClr>
                </a:solidFill>
              </a:rPr>
              <a:t>: problemas que son nuevos o inusuales y para los cuales la información es ambigua o incompleta.</a:t>
            </a:r>
          </a:p>
          <a:p>
            <a:pPr marL="171450" lvl="0" indent="-182880" defTabSz="914400">
              <a:lnSpc>
                <a:spcPct val="90000"/>
              </a:lnSpc>
              <a:buClr>
                <a:schemeClr val="accent1"/>
              </a:buClr>
              <a:buFont typeface="Wingdings 2" pitchFamily="18" charset="2"/>
              <a:buChar char=""/>
              <a:defRPr/>
            </a:pPr>
            <a:r>
              <a:rPr lang="es-ES" dirty="0">
                <a:solidFill>
                  <a:schemeClr val="tx1">
                    <a:lumMod val="65000"/>
                    <a:lumOff val="35000"/>
                  </a:schemeClr>
                </a:solidFill>
              </a:rPr>
              <a:t>Su solución suele conllevar soluciones a medida y únicas.</a:t>
            </a:r>
          </a:p>
          <a:p>
            <a:pPr marL="171450" indent="-182880" defTabSz="914400">
              <a:lnSpc>
                <a:spcPct val="90000"/>
              </a:lnSpc>
              <a:buClr>
                <a:schemeClr val="accent1"/>
              </a:buClr>
              <a:buFont typeface="Wingdings 2" pitchFamily="18" charset="2"/>
              <a:buChar char=""/>
            </a:pPr>
            <a:endParaRPr lang="es-ES" dirty="0">
              <a:solidFill>
                <a:schemeClr val="tx1">
                  <a:lumMod val="65000"/>
                  <a:lumOff val="35000"/>
                </a:schemeClr>
              </a:solidFill>
            </a:endParaRPr>
          </a:p>
          <a:p>
            <a:pPr lvl="1" indent="-182880" defTabSz="914400">
              <a:lnSpc>
                <a:spcPct val="90000"/>
              </a:lnSpc>
              <a:spcAft>
                <a:spcPts val="600"/>
              </a:spcAft>
              <a:buClr>
                <a:schemeClr val="accent1"/>
              </a:buClr>
              <a:buFont typeface="Wingdings 2" pitchFamily="18" charset="2"/>
              <a:buChar char=""/>
            </a:pPr>
            <a:endParaRPr lang="es-ES" dirty="0">
              <a:solidFill>
                <a:schemeClr val="tx1">
                  <a:lumMod val="65000"/>
                  <a:lumOff val="35000"/>
                </a:schemeClr>
              </a:solidFill>
            </a:endParaRPr>
          </a:p>
        </p:txBody>
      </p:sp>
      <p:sp>
        <p:nvSpPr>
          <p:cNvPr id="85" name="Rectangle 84">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2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smtClean="0">
                <a:solidFill>
                  <a:schemeClr val="accent1"/>
                </a:solidFill>
                <a:latin typeface="+mn-lt"/>
                <a:ea typeface="+mn-ea"/>
                <a:cs typeface="+mn-cs"/>
              </a:rPr>
              <a:pPr>
                <a:spcAft>
                  <a:spcPts val="600"/>
                </a:spcAft>
              </a:pPr>
              <a:t>36</a:t>
            </a:fld>
            <a:endParaRPr lang="en-US" sz="1200" b="1" kern="1200" dirty="0">
              <a:solidFill>
                <a:schemeClr val="accent1"/>
              </a:solidFill>
              <a:latin typeface="+mn-lt"/>
              <a:ea typeface="+mn-ea"/>
              <a:cs typeface="+mn-cs"/>
            </a:endParaRPr>
          </a:p>
        </p:txBody>
      </p:sp>
      <p:sp>
        <p:nvSpPr>
          <p:cNvPr id="6" name="5 CuadroTexto"/>
          <p:cNvSpPr txBox="1"/>
          <p:nvPr/>
        </p:nvSpPr>
        <p:spPr>
          <a:xfrm>
            <a:off x="4355976" y="6237312"/>
            <a:ext cx="936104" cy="369332"/>
          </a:xfrm>
          <a:prstGeom prst="rect">
            <a:avLst/>
          </a:prstGeom>
          <a:noFill/>
        </p:spPr>
        <p:txBody>
          <a:bodyPr wrap="square" rtlCol="0">
            <a:spAutoFit/>
          </a:bodyPr>
          <a:lstStyle/>
          <a:p>
            <a:endParaRPr lang="es-ES" dirty="0"/>
          </a:p>
        </p:txBody>
      </p:sp>
    </p:spTree>
    <p:extLst>
      <p:ext uri="{BB962C8B-B14F-4D97-AF65-F5344CB8AC3E}">
        <p14:creationId xmlns:p14="http://schemas.microsoft.com/office/powerpoint/2010/main" val="21132946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F9FDFDE-6878-404D-BDCA-B068CC2B3C6C}"/>
              </a:ext>
            </a:extLst>
          </p:cNvPr>
          <p:cNvSpPr>
            <a:spLocks noGrp="1"/>
          </p:cNvSpPr>
          <p:nvPr>
            <p:ph type="title"/>
          </p:nvPr>
        </p:nvSpPr>
        <p:spPr>
          <a:xfrm>
            <a:off x="189689" y="1123837"/>
            <a:ext cx="2210611" cy="4601183"/>
          </a:xfrm>
        </p:spPr>
        <p:txBody>
          <a:bodyPr>
            <a:normAutofit/>
          </a:bodyPr>
          <a:lstStyle/>
          <a:p>
            <a:r>
              <a:rPr lang="es-ES_tradnl" sz="3200" dirty="0"/>
              <a:t>2.2.2. Tipos de problemas y decisiones.</a:t>
            </a:r>
            <a:endParaRPr lang="es-ES" dirty="0"/>
          </a:p>
        </p:txBody>
      </p:sp>
      <p:graphicFrame>
        <p:nvGraphicFramePr>
          <p:cNvPr id="7" name="Marcador de contenido 6">
            <a:extLst>
              <a:ext uri="{FF2B5EF4-FFF2-40B4-BE49-F238E27FC236}">
                <a16:creationId xmlns:a16="http://schemas.microsoft.com/office/drawing/2014/main" id="{3ABB19F1-529A-43B4-AFBC-01E621E31A3D}"/>
              </a:ext>
            </a:extLst>
          </p:cNvPr>
          <p:cNvGraphicFramePr>
            <a:graphicFrameLocks noGrp="1"/>
          </p:cNvGraphicFramePr>
          <p:nvPr>
            <p:ph idx="1"/>
            <p:extLst>
              <p:ext uri="{D42A27DB-BD31-4B8C-83A1-F6EECF244321}">
                <p14:modId xmlns:p14="http://schemas.microsoft.com/office/powerpoint/2010/main" val="1304734058"/>
              </p:ext>
            </p:extLst>
          </p:nvPr>
        </p:nvGraphicFramePr>
        <p:xfrm>
          <a:off x="2819922" y="885459"/>
          <a:ext cx="5796200" cy="508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ángulo: esquinas redondeadas 1">
            <a:extLst>
              <a:ext uri="{FF2B5EF4-FFF2-40B4-BE49-F238E27FC236}">
                <a16:creationId xmlns:a16="http://schemas.microsoft.com/office/drawing/2014/main" id="{5F84C53F-3DCE-4A1D-5C30-52B5F57586DC}"/>
              </a:ext>
            </a:extLst>
          </p:cNvPr>
          <p:cNvSpPr/>
          <p:nvPr/>
        </p:nvSpPr>
        <p:spPr>
          <a:xfrm>
            <a:off x="2901951" y="260648"/>
            <a:ext cx="5342457" cy="350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Tipos de </a:t>
            </a:r>
            <a:r>
              <a:rPr lang="es-ES" dirty="0" err="1"/>
              <a:t>decisones</a:t>
            </a:r>
            <a:endParaRPr lang="es-ES" dirty="0"/>
          </a:p>
        </p:txBody>
      </p:sp>
      <p:sp>
        <p:nvSpPr>
          <p:cNvPr id="3" name="Marcador de número de diapositiva 2">
            <a:extLst>
              <a:ext uri="{FF2B5EF4-FFF2-40B4-BE49-F238E27FC236}">
                <a16:creationId xmlns:a16="http://schemas.microsoft.com/office/drawing/2014/main" id="{3547F47C-C6C9-A450-5AA8-AF9A66035944}"/>
              </a:ext>
            </a:extLst>
          </p:cNvPr>
          <p:cNvSpPr>
            <a:spLocks noGrp="1"/>
          </p:cNvSpPr>
          <p:nvPr>
            <p:ph type="sldNum" sz="quarter" idx="12"/>
          </p:nvPr>
        </p:nvSpPr>
        <p:spPr/>
        <p:txBody>
          <a:bodyPr/>
          <a:lstStyle/>
          <a:p>
            <a:fld id="{5263617F-1627-43AB-9FC2-D1A40487E69C}" type="slidenum">
              <a:rPr lang="es-ES" smtClean="0"/>
              <a:t>37</a:t>
            </a:fld>
            <a:endParaRPr lang="es-ES"/>
          </a:p>
        </p:txBody>
      </p:sp>
    </p:spTree>
    <p:extLst>
      <p:ext uri="{BB962C8B-B14F-4D97-AF65-F5344CB8AC3E}">
        <p14:creationId xmlns:p14="http://schemas.microsoft.com/office/powerpoint/2010/main" val="605268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Diagrama 9">
            <a:extLst>
              <a:ext uri="{FF2B5EF4-FFF2-40B4-BE49-F238E27FC236}">
                <a16:creationId xmlns:a16="http://schemas.microsoft.com/office/drawing/2014/main" id="{3DD1CBB0-BA11-8BAC-27A3-FE28F758EC4B}"/>
              </a:ext>
            </a:extLst>
          </p:cNvPr>
          <p:cNvGraphicFramePr/>
          <p:nvPr>
            <p:extLst>
              <p:ext uri="{D42A27DB-BD31-4B8C-83A1-F6EECF244321}">
                <p14:modId xmlns:p14="http://schemas.microsoft.com/office/powerpoint/2010/main" val="3096806057"/>
              </p:ext>
            </p:extLst>
          </p:nvPr>
        </p:nvGraphicFramePr>
        <p:xfrm>
          <a:off x="2651821" y="908720"/>
          <a:ext cx="5952627" cy="55604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ángulo: esquinas redondeadas 6">
            <a:extLst>
              <a:ext uri="{FF2B5EF4-FFF2-40B4-BE49-F238E27FC236}">
                <a16:creationId xmlns:a16="http://schemas.microsoft.com/office/drawing/2014/main" id="{CEFBC35A-9106-90AF-E4A4-148FB3E6CBF5}"/>
              </a:ext>
            </a:extLst>
          </p:cNvPr>
          <p:cNvSpPr/>
          <p:nvPr/>
        </p:nvSpPr>
        <p:spPr>
          <a:xfrm>
            <a:off x="2901951" y="260648"/>
            <a:ext cx="5342457" cy="350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Tipos de decisiones programadas</a:t>
            </a:r>
          </a:p>
        </p:txBody>
      </p:sp>
      <p:sp>
        <p:nvSpPr>
          <p:cNvPr id="9" name="Título 8">
            <a:extLst>
              <a:ext uri="{FF2B5EF4-FFF2-40B4-BE49-F238E27FC236}">
                <a16:creationId xmlns:a16="http://schemas.microsoft.com/office/drawing/2014/main" id="{EF5CF361-FF16-0748-6F80-C6DB8F7949E6}"/>
              </a:ext>
            </a:extLst>
          </p:cNvPr>
          <p:cNvSpPr>
            <a:spLocks noGrp="1"/>
          </p:cNvSpPr>
          <p:nvPr>
            <p:ph type="title"/>
          </p:nvPr>
        </p:nvSpPr>
        <p:spPr/>
        <p:txBody>
          <a:bodyPr/>
          <a:lstStyle/>
          <a:p>
            <a:r>
              <a:rPr lang="es-ES_tradnl" sz="2800" dirty="0"/>
              <a:t>2.2.2. Tipos de problemas y decisiones.</a:t>
            </a:r>
            <a:endParaRPr lang="es-ES" dirty="0"/>
          </a:p>
        </p:txBody>
      </p:sp>
      <p:sp>
        <p:nvSpPr>
          <p:cNvPr id="2" name="Marcador de número de diapositiva 1">
            <a:extLst>
              <a:ext uri="{FF2B5EF4-FFF2-40B4-BE49-F238E27FC236}">
                <a16:creationId xmlns:a16="http://schemas.microsoft.com/office/drawing/2014/main" id="{85CE1DA7-AAC4-E753-59E5-D7971436BDE1}"/>
              </a:ext>
            </a:extLst>
          </p:cNvPr>
          <p:cNvSpPr>
            <a:spLocks noGrp="1"/>
          </p:cNvSpPr>
          <p:nvPr>
            <p:ph type="sldNum" sz="quarter" idx="12"/>
          </p:nvPr>
        </p:nvSpPr>
        <p:spPr/>
        <p:txBody>
          <a:bodyPr/>
          <a:lstStyle/>
          <a:p>
            <a:fld id="{5263617F-1627-43AB-9FC2-D1A40487E69C}" type="slidenum">
              <a:rPr lang="es-ES" smtClean="0"/>
              <a:t>38</a:t>
            </a:fld>
            <a:endParaRPr lang="es-E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3EAA48B2-D921-48E4-A599-68388CB31278}"/>
              </a:ext>
            </a:extLst>
          </p:cNvPr>
          <p:cNvSpPr>
            <a:spLocks noGrp="1"/>
          </p:cNvSpPr>
          <p:nvPr>
            <p:ph type="title"/>
          </p:nvPr>
        </p:nvSpPr>
        <p:spPr/>
        <p:txBody>
          <a:bodyPr/>
          <a:lstStyle/>
          <a:p>
            <a:r>
              <a:rPr lang="es-ES_tradnl" sz="3200" dirty="0"/>
              <a:t>2.2.2. Tipos de problemas y decisiones.</a:t>
            </a:r>
            <a:r>
              <a:rPr lang="en-US" sz="3200" dirty="0"/>
              <a:t>.</a:t>
            </a:r>
            <a:endParaRPr lang="es-ES" dirty="0"/>
          </a:p>
        </p:txBody>
      </p:sp>
      <p:graphicFrame>
        <p:nvGraphicFramePr>
          <p:cNvPr id="6" name="Marcador de contenido 5">
            <a:extLst>
              <a:ext uri="{FF2B5EF4-FFF2-40B4-BE49-F238E27FC236}">
                <a16:creationId xmlns:a16="http://schemas.microsoft.com/office/drawing/2014/main" id="{DF701004-2064-428C-94DB-0327F32581BF}"/>
              </a:ext>
            </a:extLst>
          </p:cNvPr>
          <p:cNvGraphicFramePr>
            <a:graphicFrameLocks noGrp="1"/>
          </p:cNvGraphicFramePr>
          <p:nvPr>
            <p:ph sz="half" idx="1"/>
            <p:extLst>
              <p:ext uri="{D42A27DB-BD31-4B8C-83A1-F6EECF244321}">
                <p14:modId xmlns:p14="http://schemas.microsoft.com/office/powerpoint/2010/main" val="2432891874"/>
              </p:ext>
            </p:extLst>
          </p:nvPr>
        </p:nvGraphicFramePr>
        <p:xfrm>
          <a:off x="2900363" y="868363"/>
          <a:ext cx="2606675"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Marcador de contenido 8">
            <a:extLst>
              <a:ext uri="{FF2B5EF4-FFF2-40B4-BE49-F238E27FC236}">
                <a16:creationId xmlns:a16="http://schemas.microsoft.com/office/drawing/2014/main" id="{5AAB6006-7057-4D0A-9BCB-AC567C5EE204}"/>
              </a:ext>
            </a:extLst>
          </p:cNvPr>
          <p:cNvGraphicFramePr>
            <a:graphicFrameLocks noGrp="1"/>
          </p:cNvGraphicFramePr>
          <p:nvPr>
            <p:ph sz="half" idx="2"/>
            <p:extLst>
              <p:ext uri="{D42A27DB-BD31-4B8C-83A1-F6EECF244321}">
                <p14:modId xmlns:p14="http://schemas.microsoft.com/office/powerpoint/2010/main" val="2119976810"/>
              </p:ext>
            </p:extLst>
          </p:nvPr>
        </p:nvGraphicFramePr>
        <p:xfrm>
          <a:off x="5864225" y="868363"/>
          <a:ext cx="2605088" cy="512127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Marcador de número de diapositiva 2">
            <a:extLst>
              <a:ext uri="{FF2B5EF4-FFF2-40B4-BE49-F238E27FC236}">
                <a16:creationId xmlns:a16="http://schemas.microsoft.com/office/drawing/2014/main" id="{83EC6964-B420-4C28-ACA4-4D2F1AA9A3B8}"/>
              </a:ext>
            </a:extLst>
          </p:cNvPr>
          <p:cNvSpPr>
            <a:spLocks noGrp="1"/>
          </p:cNvSpPr>
          <p:nvPr>
            <p:ph type="sldNum" sz="quarter" idx="12"/>
          </p:nvPr>
        </p:nvSpPr>
        <p:spPr/>
        <p:txBody>
          <a:bodyPr/>
          <a:lstStyle/>
          <a:p>
            <a:fld id="{5263617F-1627-43AB-9FC2-D1A40487E69C}" type="slidenum">
              <a:rPr lang="es-ES" smtClean="0"/>
              <a:t>39</a:t>
            </a:fld>
            <a:endParaRPr lang="es-ES"/>
          </a:p>
        </p:txBody>
      </p:sp>
      <p:sp>
        <p:nvSpPr>
          <p:cNvPr id="2" name="Rectángulo: esquinas redondeadas 1">
            <a:extLst>
              <a:ext uri="{FF2B5EF4-FFF2-40B4-BE49-F238E27FC236}">
                <a16:creationId xmlns:a16="http://schemas.microsoft.com/office/drawing/2014/main" id="{20F2DAE7-B516-5272-6DD3-A67B3F3AA315}"/>
              </a:ext>
            </a:extLst>
          </p:cNvPr>
          <p:cNvSpPr/>
          <p:nvPr/>
        </p:nvSpPr>
        <p:spPr>
          <a:xfrm>
            <a:off x="2901951" y="260648"/>
            <a:ext cx="5342457" cy="350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Tipos de problemas</a:t>
            </a:r>
          </a:p>
        </p:txBody>
      </p:sp>
    </p:spTree>
    <p:extLst>
      <p:ext uri="{BB962C8B-B14F-4D97-AF65-F5344CB8AC3E}">
        <p14:creationId xmlns:p14="http://schemas.microsoft.com/office/powerpoint/2010/main" val="1690394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3EAA48B2-D921-48E4-A599-68388CB31278}"/>
              </a:ext>
            </a:extLst>
          </p:cNvPr>
          <p:cNvSpPr>
            <a:spLocks noGrp="1"/>
          </p:cNvSpPr>
          <p:nvPr>
            <p:ph type="title"/>
          </p:nvPr>
        </p:nvSpPr>
        <p:spPr/>
        <p:txBody>
          <a:bodyPr/>
          <a:lstStyle/>
          <a:p>
            <a:r>
              <a:rPr lang="es-ES_tradnl" sz="3200" dirty="0"/>
              <a:t>2.2.2. Tipos de problemas y decisiones.</a:t>
            </a:r>
            <a:endParaRPr lang="es-ES" dirty="0"/>
          </a:p>
        </p:txBody>
      </p:sp>
      <p:graphicFrame>
        <p:nvGraphicFramePr>
          <p:cNvPr id="6" name="Marcador de contenido 5">
            <a:extLst>
              <a:ext uri="{FF2B5EF4-FFF2-40B4-BE49-F238E27FC236}">
                <a16:creationId xmlns:a16="http://schemas.microsoft.com/office/drawing/2014/main" id="{DF701004-2064-428C-94DB-0327F32581BF}"/>
              </a:ext>
            </a:extLst>
          </p:cNvPr>
          <p:cNvGraphicFramePr>
            <a:graphicFrameLocks noGrp="1"/>
          </p:cNvGraphicFramePr>
          <p:nvPr>
            <p:ph sz="half" idx="1"/>
          </p:nvPr>
        </p:nvGraphicFramePr>
        <p:xfrm>
          <a:off x="2900363" y="868363"/>
          <a:ext cx="2606675"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Marcador de contenido 8">
            <a:extLst>
              <a:ext uri="{FF2B5EF4-FFF2-40B4-BE49-F238E27FC236}">
                <a16:creationId xmlns:a16="http://schemas.microsoft.com/office/drawing/2014/main" id="{5AAB6006-7057-4D0A-9BCB-AC567C5EE204}"/>
              </a:ext>
            </a:extLst>
          </p:cNvPr>
          <p:cNvGraphicFramePr>
            <a:graphicFrameLocks noGrp="1"/>
          </p:cNvGraphicFramePr>
          <p:nvPr>
            <p:ph sz="half" idx="2"/>
          </p:nvPr>
        </p:nvGraphicFramePr>
        <p:xfrm>
          <a:off x="5864225" y="868363"/>
          <a:ext cx="2605088" cy="512127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Marcador de número de diapositiva 2">
            <a:extLst>
              <a:ext uri="{FF2B5EF4-FFF2-40B4-BE49-F238E27FC236}">
                <a16:creationId xmlns:a16="http://schemas.microsoft.com/office/drawing/2014/main" id="{83EC6964-B420-4C28-ACA4-4D2F1AA9A3B8}"/>
              </a:ext>
            </a:extLst>
          </p:cNvPr>
          <p:cNvSpPr>
            <a:spLocks noGrp="1"/>
          </p:cNvSpPr>
          <p:nvPr>
            <p:ph type="sldNum" sz="quarter" idx="12"/>
          </p:nvPr>
        </p:nvSpPr>
        <p:spPr/>
        <p:txBody>
          <a:bodyPr/>
          <a:lstStyle/>
          <a:p>
            <a:fld id="{5263617F-1627-43AB-9FC2-D1A40487E69C}" type="slidenum">
              <a:rPr lang="es-ES" smtClean="0"/>
              <a:t>40</a:t>
            </a:fld>
            <a:endParaRPr lang="es-ES"/>
          </a:p>
        </p:txBody>
      </p:sp>
    </p:spTree>
    <p:extLst>
      <p:ext uri="{BB962C8B-B14F-4D97-AF65-F5344CB8AC3E}">
        <p14:creationId xmlns:p14="http://schemas.microsoft.com/office/powerpoint/2010/main" val="25667724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1459" y="117347"/>
            <a:ext cx="8229600" cy="576580"/>
          </a:xfrm>
          <a:custGeom>
            <a:avLst/>
            <a:gdLst/>
            <a:ahLst/>
            <a:cxnLst/>
            <a:rect l="l" t="t" r="r" b="b"/>
            <a:pathLst>
              <a:path w="8229600" h="576580">
                <a:moveTo>
                  <a:pt x="8229600" y="0"/>
                </a:moveTo>
                <a:lnTo>
                  <a:pt x="0" y="0"/>
                </a:lnTo>
                <a:lnTo>
                  <a:pt x="0" y="576072"/>
                </a:lnTo>
                <a:lnTo>
                  <a:pt x="8229600" y="576072"/>
                </a:lnTo>
                <a:lnTo>
                  <a:pt x="82296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58418" y="87248"/>
            <a:ext cx="7022465" cy="436880"/>
          </a:xfrm>
          <a:prstGeom prst="rect">
            <a:avLst/>
          </a:prstGeom>
        </p:spPr>
        <p:txBody>
          <a:bodyPr vert="horz" wrap="square" lIns="0" tIns="12700" rIns="0" bIns="0" rtlCol="0">
            <a:spAutoFit/>
          </a:bodyPr>
          <a:lstStyle/>
          <a:p>
            <a:pPr marL="12700">
              <a:lnSpc>
                <a:spcPct val="100000"/>
              </a:lnSpc>
              <a:spcBef>
                <a:spcPts val="100"/>
              </a:spcBef>
            </a:pPr>
            <a:r>
              <a:rPr spc="-60" dirty="0">
                <a:solidFill>
                  <a:srgbClr val="000000"/>
                </a:solidFill>
              </a:rPr>
              <a:t>Decisiones</a:t>
            </a:r>
            <a:r>
              <a:rPr spc="-75" dirty="0">
                <a:solidFill>
                  <a:srgbClr val="000000"/>
                </a:solidFill>
              </a:rPr>
              <a:t> </a:t>
            </a:r>
            <a:r>
              <a:rPr spc="-60" dirty="0">
                <a:solidFill>
                  <a:srgbClr val="000000"/>
                </a:solidFill>
              </a:rPr>
              <a:t>programadas</a:t>
            </a:r>
            <a:r>
              <a:rPr spc="-110" dirty="0">
                <a:solidFill>
                  <a:srgbClr val="000000"/>
                </a:solidFill>
              </a:rPr>
              <a:t> </a:t>
            </a:r>
            <a:r>
              <a:rPr spc="-55" dirty="0">
                <a:solidFill>
                  <a:srgbClr val="000000"/>
                </a:solidFill>
              </a:rPr>
              <a:t>frente</a:t>
            </a:r>
            <a:r>
              <a:rPr spc="-85" dirty="0">
                <a:solidFill>
                  <a:srgbClr val="000000"/>
                </a:solidFill>
              </a:rPr>
              <a:t> </a:t>
            </a:r>
            <a:r>
              <a:rPr dirty="0">
                <a:solidFill>
                  <a:srgbClr val="000000"/>
                </a:solidFill>
              </a:rPr>
              <a:t>a</a:t>
            </a:r>
            <a:r>
              <a:rPr spc="-114" dirty="0">
                <a:solidFill>
                  <a:srgbClr val="000000"/>
                </a:solidFill>
              </a:rPr>
              <a:t> </a:t>
            </a:r>
            <a:r>
              <a:rPr spc="-30" dirty="0">
                <a:solidFill>
                  <a:srgbClr val="000000"/>
                </a:solidFill>
              </a:rPr>
              <a:t>no</a:t>
            </a:r>
            <a:r>
              <a:rPr spc="-100" dirty="0">
                <a:solidFill>
                  <a:srgbClr val="000000"/>
                </a:solidFill>
              </a:rPr>
              <a:t> </a:t>
            </a:r>
            <a:r>
              <a:rPr spc="-60" dirty="0">
                <a:solidFill>
                  <a:srgbClr val="000000"/>
                </a:solidFill>
              </a:rPr>
              <a:t>programadas</a:t>
            </a:r>
          </a:p>
        </p:txBody>
      </p:sp>
      <p:sp>
        <p:nvSpPr>
          <p:cNvPr id="5" name="object 5"/>
          <p:cNvSpPr txBox="1"/>
          <p:nvPr/>
        </p:nvSpPr>
        <p:spPr>
          <a:xfrm>
            <a:off x="194462" y="6504838"/>
            <a:ext cx="232410" cy="165735"/>
          </a:xfrm>
          <a:prstGeom prst="rect">
            <a:avLst/>
          </a:prstGeom>
        </p:spPr>
        <p:txBody>
          <a:bodyPr vert="horz" wrap="square" lIns="0" tIns="0" rIns="0" bIns="0" rtlCol="0">
            <a:spAutoFit/>
          </a:bodyPr>
          <a:lstStyle/>
          <a:p>
            <a:pPr marL="38100">
              <a:lnSpc>
                <a:spcPts val="1150"/>
              </a:lnSpc>
            </a:pPr>
            <a:fld id="{81D60167-4931-47E6-BA6A-407CBD079E47}" type="slidenum">
              <a:rPr sz="1100" b="1" dirty="0">
                <a:latin typeface="Calibri"/>
                <a:cs typeface="Calibri"/>
              </a:rPr>
              <a:t>41</a:t>
            </a:fld>
            <a:endParaRPr sz="1100">
              <a:latin typeface="Calibri"/>
              <a:cs typeface="Calibri"/>
            </a:endParaRPr>
          </a:p>
        </p:txBody>
      </p:sp>
      <p:graphicFrame>
        <p:nvGraphicFramePr>
          <p:cNvPr id="4" name="object 4"/>
          <p:cNvGraphicFramePr>
            <a:graphicFrameLocks noGrp="1"/>
          </p:cNvGraphicFramePr>
          <p:nvPr/>
        </p:nvGraphicFramePr>
        <p:xfrm>
          <a:off x="253428" y="902335"/>
          <a:ext cx="8705215" cy="5444490"/>
        </p:xfrm>
        <a:graphic>
          <a:graphicData uri="http://schemas.openxmlformats.org/drawingml/2006/table">
            <a:tbl>
              <a:tblPr firstRow="1" bandRow="1">
                <a:tableStyleId>{2D5ABB26-0587-4C30-8999-92F81FD0307C}</a:tableStyleId>
              </a:tblPr>
              <a:tblGrid>
                <a:gridCol w="2203450">
                  <a:extLst>
                    <a:ext uri="{9D8B030D-6E8A-4147-A177-3AD203B41FA5}">
                      <a16:colId xmlns:a16="http://schemas.microsoft.com/office/drawing/2014/main" val="20000"/>
                    </a:ext>
                  </a:extLst>
                </a:gridCol>
                <a:gridCol w="3023870">
                  <a:extLst>
                    <a:ext uri="{9D8B030D-6E8A-4147-A177-3AD203B41FA5}">
                      <a16:colId xmlns:a16="http://schemas.microsoft.com/office/drawing/2014/main" val="20001"/>
                    </a:ext>
                  </a:extLst>
                </a:gridCol>
                <a:gridCol w="3477895">
                  <a:extLst>
                    <a:ext uri="{9D8B030D-6E8A-4147-A177-3AD203B41FA5}">
                      <a16:colId xmlns:a16="http://schemas.microsoft.com/office/drawing/2014/main" val="20002"/>
                    </a:ext>
                  </a:extLst>
                </a:gridCol>
              </a:tblGrid>
              <a:tr h="540385">
                <a:tc>
                  <a:txBody>
                    <a:bodyPr/>
                    <a:lstStyle/>
                    <a:p>
                      <a:pPr marL="90805">
                        <a:lnSpc>
                          <a:spcPct val="100000"/>
                        </a:lnSpc>
                        <a:spcBef>
                          <a:spcPts val="234"/>
                        </a:spcBef>
                      </a:pPr>
                      <a:r>
                        <a:rPr sz="2000" b="1" dirty="0">
                          <a:solidFill>
                            <a:srgbClr val="FFFFFF"/>
                          </a:solidFill>
                          <a:latin typeface="Corbel"/>
                          <a:cs typeface="Corbel"/>
                        </a:rPr>
                        <a:t>Característica</a:t>
                      </a:r>
                      <a:endParaRPr sz="2000">
                        <a:latin typeface="Corbel"/>
                        <a:cs typeface="Corbel"/>
                      </a:endParaRPr>
                    </a:p>
                  </a:txBody>
                  <a:tcPr marL="0" marR="0" marT="2984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1440">
                        <a:lnSpc>
                          <a:spcPct val="100000"/>
                        </a:lnSpc>
                        <a:spcBef>
                          <a:spcPts val="234"/>
                        </a:spcBef>
                      </a:pPr>
                      <a:r>
                        <a:rPr sz="2000" b="1" dirty="0">
                          <a:solidFill>
                            <a:srgbClr val="FFFFFF"/>
                          </a:solidFill>
                          <a:latin typeface="Corbel"/>
                          <a:cs typeface="Corbel"/>
                        </a:rPr>
                        <a:t>Decisiones</a:t>
                      </a:r>
                      <a:r>
                        <a:rPr sz="2000" b="1" spc="-55" dirty="0">
                          <a:solidFill>
                            <a:srgbClr val="FFFFFF"/>
                          </a:solidFill>
                          <a:latin typeface="Corbel"/>
                          <a:cs typeface="Corbel"/>
                        </a:rPr>
                        <a:t> </a:t>
                      </a:r>
                      <a:r>
                        <a:rPr sz="2000" b="1" dirty="0">
                          <a:solidFill>
                            <a:srgbClr val="FFFFFF"/>
                          </a:solidFill>
                          <a:latin typeface="Corbel"/>
                          <a:cs typeface="Corbel"/>
                        </a:rPr>
                        <a:t>programadas</a:t>
                      </a:r>
                      <a:endParaRPr sz="2000">
                        <a:latin typeface="Corbel"/>
                        <a:cs typeface="Corbel"/>
                      </a:endParaRPr>
                    </a:p>
                  </a:txBody>
                  <a:tcPr marL="0" marR="0" marT="2984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tc>
                  <a:txBody>
                    <a:bodyPr/>
                    <a:lstStyle/>
                    <a:p>
                      <a:pPr marL="92075">
                        <a:lnSpc>
                          <a:spcPct val="100000"/>
                        </a:lnSpc>
                        <a:spcBef>
                          <a:spcPts val="234"/>
                        </a:spcBef>
                      </a:pPr>
                      <a:r>
                        <a:rPr sz="2000" b="1" dirty="0">
                          <a:solidFill>
                            <a:srgbClr val="FFFFFF"/>
                          </a:solidFill>
                          <a:latin typeface="Corbel"/>
                          <a:cs typeface="Corbel"/>
                        </a:rPr>
                        <a:t>Decisiones</a:t>
                      </a:r>
                      <a:r>
                        <a:rPr sz="2000" b="1" spc="-30" dirty="0">
                          <a:solidFill>
                            <a:srgbClr val="FFFFFF"/>
                          </a:solidFill>
                          <a:latin typeface="Corbel"/>
                          <a:cs typeface="Corbel"/>
                        </a:rPr>
                        <a:t> </a:t>
                      </a:r>
                      <a:r>
                        <a:rPr sz="2000" b="1" dirty="0">
                          <a:solidFill>
                            <a:srgbClr val="FFFFFF"/>
                          </a:solidFill>
                          <a:latin typeface="Corbel"/>
                          <a:cs typeface="Corbel"/>
                        </a:rPr>
                        <a:t>no</a:t>
                      </a:r>
                      <a:r>
                        <a:rPr sz="2000" b="1" spc="-5" dirty="0">
                          <a:solidFill>
                            <a:srgbClr val="FFFFFF"/>
                          </a:solidFill>
                          <a:latin typeface="Corbel"/>
                          <a:cs typeface="Corbel"/>
                        </a:rPr>
                        <a:t> programadas</a:t>
                      </a:r>
                      <a:endParaRPr sz="2000">
                        <a:latin typeface="Corbel"/>
                        <a:cs typeface="Corbel"/>
                      </a:endParaRPr>
                    </a:p>
                  </a:txBody>
                  <a:tcPr marL="0" marR="0" marT="2984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B9D2"/>
                    </a:solidFill>
                  </a:tcPr>
                </a:tc>
                <a:extLst>
                  <a:ext uri="{0D108BD9-81ED-4DB2-BD59-A6C34878D82A}">
                    <a16:rowId xmlns:a16="http://schemas.microsoft.com/office/drawing/2014/main" val="10000"/>
                  </a:ext>
                </a:extLst>
              </a:tr>
              <a:tr h="709930">
                <a:tc>
                  <a:txBody>
                    <a:bodyPr/>
                    <a:lstStyle/>
                    <a:p>
                      <a:pPr marL="90805" marR="193675">
                        <a:lnSpc>
                          <a:spcPct val="100000"/>
                        </a:lnSpc>
                        <a:spcBef>
                          <a:spcPts val="235"/>
                        </a:spcBef>
                      </a:pPr>
                      <a:r>
                        <a:rPr sz="2000" b="1" dirty="0">
                          <a:latin typeface="Corbel"/>
                          <a:cs typeface="Corbel"/>
                        </a:rPr>
                        <a:t>Tipo</a:t>
                      </a:r>
                      <a:r>
                        <a:rPr sz="2000" b="1" spc="-35" dirty="0">
                          <a:latin typeface="Corbel"/>
                          <a:cs typeface="Corbel"/>
                        </a:rPr>
                        <a:t> </a:t>
                      </a:r>
                      <a:r>
                        <a:rPr sz="2000" b="1" dirty="0">
                          <a:latin typeface="Corbel"/>
                          <a:cs typeface="Corbel"/>
                        </a:rPr>
                        <a:t>o</a:t>
                      </a:r>
                      <a:r>
                        <a:rPr sz="2000" b="1" spc="-35" dirty="0">
                          <a:latin typeface="Corbel"/>
                          <a:cs typeface="Corbel"/>
                        </a:rPr>
                        <a:t> </a:t>
                      </a:r>
                      <a:r>
                        <a:rPr sz="2000" b="1" dirty="0">
                          <a:latin typeface="Corbel"/>
                          <a:cs typeface="Corbel"/>
                        </a:rPr>
                        <a:t>naturaleza </a:t>
                      </a:r>
                      <a:r>
                        <a:rPr sz="2000" b="1" spc="-400" dirty="0">
                          <a:latin typeface="Corbel"/>
                          <a:cs typeface="Corbel"/>
                        </a:rPr>
                        <a:t> </a:t>
                      </a:r>
                      <a:r>
                        <a:rPr sz="2000" b="1" dirty="0">
                          <a:latin typeface="Corbel"/>
                          <a:cs typeface="Corbel"/>
                        </a:rPr>
                        <a:t>del</a:t>
                      </a:r>
                      <a:r>
                        <a:rPr sz="2000" b="1" spc="-30" dirty="0">
                          <a:latin typeface="Corbel"/>
                          <a:cs typeface="Corbel"/>
                        </a:rPr>
                        <a:t> </a:t>
                      </a:r>
                      <a:r>
                        <a:rPr sz="2000" b="1" dirty="0">
                          <a:latin typeface="Corbel"/>
                          <a:cs typeface="Corbel"/>
                        </a:rPr>
                        <a:t>problema</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1440">
                        <a:lnSpc>
                          <a:spcPct val="100000"/>
                        </a:lnSpc>
                        <a:spcBef>
                          <a:spcPts val="235"/>
                        </a:spcBef>
                      </a:pPr>
                      <a:r>
                        <a:rPr sz="2000" b="1" dirty="0">
                          <a:latin typeface="Corbel"/>
                          <a:cs typeface="Corbel"/>
                        </a:rPr>
                        <a:t>Estructurado</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35"/>
                        </a:spcBef>
                      </a:pPr>
                      <a:r>
                        <a:rPr sz="2000" b="1" dirty="0">
                          <a:latin typeface="Corbel"/>
                          <a:cs typeface="Corbel"/>
                        </a:rPr>
                        <a:t>No</a:t>
                      </a:r>
                      <a:r>
                        <a:rPr sz="2000" b="1" spc="-40" dirty="0">
                          <a:latin typeface="Corbel"/>
                          <a:cs typeface="Corbel"/>
                        </a:rPr>
                        <a:t> </a:t>
                      </a:r>
                      <a:r>
                        <a:rPr sz="2000" b="1" dirty="0">
                          <a:latin typeface="Corbel"/>
                          <a:cs typeface="Corbel"/>
                        </a:rPr>
                        <a:t>estructurado</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1"/>
                  </a:ext>
                </a:extLst>
              </a:tr>
              <a:tr h="709930">
                <a:tc>
                  <a:txBody>
                    <a:bodyPr/>
                    <a:lstStyle/>
                    <a:p>
                      <a:pPr marL="90805">
                        <a:lnSpc>
                          <a:spcPct val="100000"/>
                        </a:lnSpc>
                        <a:spcBef>
                          <a:spcPts val="234"/>
                        </a:spcBef>
                      </a:pPr>
                      <a:r>
                        <a:rPr sz="2000" b="1" dirty="0">
                          <a:latin typeface="Corbel"/>
                          <a:cs typeface="Corbel"/>
                        </a:rPr>
                        <a:t>Nivel</a:t>
                      </a:r>
                      <a:endParaRPr sz="2000">
                        <a:latin typeface="Corbel"/>
                        <a:cs typeface="Corbel"/>
                      </a:endParaRPr>
                    </a:p>
                    <a:p>
                      <a:pPr marL="90805">
                        <a:lnSpc>
                          <a:spcPct val="100000"/>
                        </a:lnSpc>
                      </a:pPr>
                      <a:r>
                        <a:rPr sz="2000" b="1" dirty="0">
                          <a:latin typeface="Corbel"/>
                          <a:cs typeface="Corbel"/>
                        </a:rPr>
                        <a:t>administrativo</a:t>
                      </a:r>
                      <a:endParaRPr sz="2000">
                        <a:latin typeface="Corbel"/>
                        <a:cs typeface="Corbel"/>
                      </a:endParaRPr>
                    </a:p>
                  </a:txBody>
                  <a:tcPr marL="0" marR="0" marT="298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1440">
                        <a:lnSpc>
                          <a:spcPct val="100000"/>
                        </a:lnSpc>
                        <a:spcBef>
                          <a:spcPts val="234"/>
                        </a:spcBef>
                      </a:pPr>
                      <a:r>
                        <a:rPr sz="2000" b="1" dirty="0">
                          <a:latin typeface="Corbel"/>
                          <a:cs typeface="Corbel"/>
                        </a:rPr>
                        <a:t>Niveles</a:t>
                      </a:r>
                      <a:r>
                        <a:rPr sz="2000" b="1" spc="-75" dirty="0">
                          <a:latin typeface="Corbel"/>
                          <a:cs typeface="Corbel"/>
                        </a:rPr>
                        <a:t> </a:t>
                      </a:r>
                      <a:r>
                        <a:rPr sz="2000" b="1" dirty="0">
                          <a:latin typeface="Corbel"/>
                          <a:cs typeface="Corbel"/>
                        </a:rPr>
                        <a:t>inferiores</a:t>
                      </a:r>
                      <a:endParaRPr sz="2000">
                        <a:latin typeface="Corbel"/>
                        <a:cs typeface="Corbel"/>
                      </a:endParaRPr>
                    </a:p>
                  </a:txBody>
                  <a:tcPr marL="0" marR="0" marT="298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34"/>
                        </a:spcBef>
                      </a:pPr>
                      <a:r>
                        <a:rPr sz="2000" b="1" dirty="0">
                          <a:latin typeface="Corbel"/>
                          <a:cs typeface="Corbel"/>
                        </a:rPr>
                        <a:t>Niveles</a:t>
                      </a:r>
                      <a:r>
                        <a:rPr sz="2000" b="1" spc="-75" dirty="0">
                          <a:latin typeface="Corbel"/>
                          <a:cs typeface="Corbel"/>
                        </a:rPr>
                        <a:t> </a:t>
                      </a:r>
                      <a:r>
                        <a:rPr sz="2000" b="1" dirty="0">
                          <a:latin typeface="Corbel"/>
                          <a:cs typeface="Corbel"/>
                        </a:rPr>
                        <a:t>superiores</a:t>
                      </a:r>
                      <a:endParaRPr sz="2000">
                        <a:latin typeface="Corbel"/>
                        <a:cs typeface="Corbel"/>
                      </a:endParaRPr>
                    </a:p>
                  </a:txBody>
                  <a:tcPr marL="0" marR="0" marT="298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2"/>
                  </a:ext>
                </a:extLst>
              </a:tr>
              <a:tr h="540385">
                <a:tc>
                  <a:txBody>
                    <a:bodyPr/>
                    <a:lstStyle/>
                    <a:p>
                      <a:pPr marL="90805">
                        <a:lnSpc>
                          <a:spcPct val="100000"/>
                        </a:lnSpc>
                        <a:spcBef>
                          <a:spcPts val="235"/>
                        </a:spcBef>
                      </a:pPr>
                      <a:r>
                        <a:rPr sz="2000" b="1" dirty="0">
                          <a:latin typeface="Corbel"/>
                          <a:cs typeface="Corbel"/>
                        </a:rPr>
                        <a:t>Frecuencia</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1440">
                        <a:lnSpc>
                          <a:spcPct val="100000"/>
                        </a:lnSpc>
                        <a:spcBef>
                          <a:spcPts val="235"/>
                        </a:spcBef>
                      </a:pPr>
                      <a:r>
                        <a:rPr sz="2000" b="1" spc="-5" dirty="0">
                          <a:latin typeface="Corbel"/>
                          <a:cs typeface="Corbel"/>
                        </a:rPr>
                        <a:t>Repetitiva,</a:t>
                      </a:r>
                      <a:r>
                        <a:rPr sz="2000" b="1" spc="-60" dirty="0">
                          <a:latin typeface="Corbel"/>
                          <a:cs typeface="Corbel"/>
                        </a:rPr>
                        <a:t> </a:t>
                      </a:r>
                      <a:r>
                        <a:rPr sz="2000" b="1" dirty="0">
                          <a:latin typeface="Corbel"/>
                          <a:cs typeface="Corbel"/>
                        </a:rPr>
                        <a:t>rutinaria</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35"/>
                        </a:spcBef>
                      </a:pPr>
                      <a:r>
                        <a:rPr sz="2000" b="1" dirty="0">
                          <a:latin typeface="Corbel"/>
                          <a:cs typeface="Corbel"/>
                        </a:rPr>
                        <a:t>Nueva,</a:t>
                      </a:r>
                      <a:r>
                        <a:rPr sz="2000" b="1" spc="-60" dirty="0">
                          <a:latin typeface="Corbel"/>
                          <a:cs typeface="Corbel"/>
                        </a:rPr>
                        <a:t> </a:t>
                      </a:r>
                      <a:r>
                        <a:rPr sz="2000" b="1" dirty="0">
                          <a:latin typeface="Corbel"/>
                          <a:cs typeface="Corbel"/>
                        </a:rPr>
                        <a:t>inusual</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3"/>
                  </a:ext>
                </a:extLst>
              </a:tr>
              <a:tr h="539750">
                <a:tc>
                  <a:txBody>
                    <a:bodyPr/>
                    <a:lstStyle/>
                    <a:p>
                      <a:pPr marL="90805">
                        <a:lnSpc>
                          <a:spcPct val="100000"/>
                        </a:lnSpc>
                        <a:spcBef>
                          <a:spcPts val="235"/>
                        </a:spcBef>
                      </a:pPr>
                      <a:r>
                        <a:rPr sz="2000" b="1" dirty="0">
                          <a:latin typeface="Corbel"/>
                          <a:cs typeface="Corbel"/>
                        </a:rPr>
                        <a:t>Información</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1440">
                        <a:lnSpc>
                          <a:spcPct val="100000"/>
                        </a:lnSpc>
                        <a:spcBef>
                          <a:spcPts val="235"/>
                        </a:spcBef>
                      </a:pPr>
                      <a:r>
                        <a:rPr sz="2000" b="1" spc="-5" dirty="0">
                          <a:latin typeface="Corbel"/>
                          <a:cs typeface="Corbel"/>
                        </a:rPr>
                        <a:t>Fácilmente</a:t>
                      </a:r>
                      <a:r>
                        <a:rPr sz="2000" b="1" spc="-45" dirty="0">
                          <a:latin typeface="Corbel"/>
                          <a:cs typeface="Corbel"/>
                        </a:rPr>
                        <a:t> </a:t>
                      </a:r>
                      <a:r>
                        <a:rPr sz="2000" b="1" spc="-5" dirty="0">
                          <a:latin typeface="Corbel"/>
                          <a:cs typeface="Corbel"/>
                        </a:rPr>
                        <a:t>disponible</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35"/>
                        </a:spcBef>
                      </a:pPr>
                      <a:r>
                        <a:rPr sz="2000" b="1" spc="-5" dirty="0">
                          <a:latin typeface="Corbel"/>
                          <a:cs typeface="Corbel"/>
                        </a:rPr>
                        <a:t>Ambigua</a:t>
                      </a:r>
                      <a:r>
                        <a:rPr sz="2000" b="1" spc="-55" dirty="0">
                          <a:latin typeface="Corbel"/>
                          <a:cs typeface="Corbel"/>
                        </a:rPr>
                        <a:t> </a:t>
                      </a:r>
                      <a:r>
                        <a:rPr sz="2000" b="1" dirty="0">
                          <a:latin typeface="Corbel"/>
                          <a:cs typeface="Corbel"/>
                        </a:rPr>
                        <a:t>o incompleta</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4"/>
                  </a:ext>
                </a:extLst>
              </a:tr>
              <a:tr h="539750">
                <a:tc>
                  <a:txBody>
                    <a:bodyPr/>
                    <a:lstStyle/>
                    <a:p>
                      <a:pPr marL="90805">
                        <a:lnSpc>
                          <a:spcPct val="100000"/>
                        </a:lnSpc>
                        <a:spcBef>
                          <a:spcPts val="235"/>
                        </a:spcBef>
                      </a:pPr>
                      <a:r>
                        <a:rPr sz="2000" b="1" spc="-5" dirty="0">
                          <a:latin typeface="Corbel"/>
                          <a:cs typeface="Corbel"/>
                        </a:rPr>
                        <a:t>Objetivos</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1440">
                        <a:lnSpc>
                          <a:spcPct val="100000"/>
                        </a:lnSpc>
                        <a:spcBef>
                          <a:spcPts val="235"/>
                        </a:spcBef>
                      </a:pPr>
                      <a:r>
                        <a:rPr sz="2000" b="1" spc="-5" dirty="0">
                          <a:latin typeface="Corbel"/>
                          <a:cs typeface="Corbel"/>
                        </a:rPr>
                        <a:t>Claros,</a:t>
                      </a:r>
                      <a:r>
                        <a:rPr sz="2000" b="1" spc="-20" dirty="0">
                          <a:latin typeface="Corbel"/>
                          <a:cs typeface="Corbel"/>
                        </a:rPr>
                        <a:t> </a:t>
                      </a:r>
                      <a:r>
                        <a:rPr sz="2000" b="1" dirty="0">
                          <a:latin typeface="Corbel"/>
                          <a:cs typeface="Corbel"/>
                        </a:rPr>
                        <a:t>específicos</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35"/>
                        </a:spcBef>
                      </a:pPr>
                      <a:r>
                        <a:rPr sz="2000" b="1" dirty="0">
                          <a:latin typeface="Corbel"/>
                          <a:cs typeface="Corbel"/>
                        </a:rPr>
                        <a:t>Vagos</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5"/>
                  </a:ext>
                </a:extLst>
              </a:tr>
              <a:tr h="932180">
                <a:tc>
                  <a:txBody>
                    <a:bodyPr/>
                    <a:lstStyle/>
                    <a:p>
                      <a:pPr marL="90805">
                        <a:lnSpc>
                          <a:spcPct val="100000"/>
                        </a:lnSpc>
                        <a:spcBef>
                          <a:spcPts val="235"/>
                        </a:spcBef>
                      </a:pPr>
                      <a:r>
                        <a:rPr sz="2000" b="1" dirty="0">
                          <a:latin typeface="Corbel"/>
                          <a:cs typeface="Corbel"/>
                        </a:rPr>
                        <a:t>Marco</a:t>
                      </a:r>
                      <a:r>
                        <a:rPr sz="2000" b="1" spc="-30" dirty="0">
                          <a:latin typeface="Corbel"/>
                          <a:cs typeface="Corbel"/>
                        </a:rPr>
                        <a:t> </a:t>
                      </a:r>
                      <a:r>
                        <a:rPr sz="2000" b="1" dirty="0">
                          <a:latin typeface="Corbel"/>
                          <a:cs typeface="Corbel"/>
                        </a:rPr>
                        <a:t>de</a:t>
                      </a:r>
                      <a:r>
                        <a:rPr sz="2000" b="1" spc="-15" dirty="0">
                          <a:latin typeface="Corbel"/>
                          <a:cs typeface="Corbel"/>
                        </a:rPr>
                        <a:t> </a:t>
                      </a:r>
                      <a:r>
                        <a:rPr sz="2000" b="1" spc="-5" dirty="0">
                          <a:latin typeface="Corbel"/>
                          <a:cs typeface="Corbel"/>
                        </a:rPr>
                        <a:t>tiempo</a:t>
                      </a:r>
                      <a:endParaRPr sz="2000">
                        <a:latin typeface="Corbel"/>
                        <a:cs typeface="Corbel"/>
                      </a:endParaRPr>
                    </a:p>
                    <a:p>
                      <a:pPr marL="90805">
                        <a:lnSpc>
                          <a:spcPct val="100000"/>
                        </a:lnSpc>
                      </a:pPr>
                      <a:r>
                        <a:rPr sz="2000" b="1" dirty="0">
                          <a:latin typeface="Corbel"/>
                          <a:cs typeface="Corbel"/>
                        </a:rPr>
                        <a:t>para</a:t>
                      </a:r>
                      <a:r>
                        <a:rPr sz="2000" b="1" spc="-35" dirty="0">
                          <a:latin typeface="Corbel"/>
                          <a:cs typeface="Corbel"/>
                        </a:rPr>
                        <a:t> </a:t>
                      </a:r>
                      <a:r>
                        <a:rPr sz="2000" b="1" dirty="0">
                          <a:latin typeface="Corbel"/>
                          <a:cs typeface="Corbel"/>
                        </a:rPr>
                        <a:t>la</a:t>
                      </a:r>
                      <a:r>
                        <a:rPr sz="2000" b="1" spc="-20" dirty="0">
                          <a:latin typeface="Corbel"/>
                          <a:cs typeface="Corbel"/>
                        </a:rPr>
                        <a:t> </a:t>
                      </a:r>
                      <a:r>
                        <a:rPr sz="2000" b="1" dirty="0">
                          <a:latin typeface="Corbel"/>
                          <a:cs typeface="Corbel"/>
                        </a:rPr>
                        <a:t>solución</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1440">
                        <a:lnSpc>
                          <a:spcPct val="100000"/>
                        </a:lnSpc>
                        <a:spcBef>
                          <a:spcPts val="235"/>
                        </a:spcBef>
                      </a:pPr>
                      <a:r>
                        <a:rPr sz="2000" b="1" spc="-5" dirty="0">
                          <a:latin typeface="Corbel"/>
                          <a:cs typeface="Corbel"/>
                        </a:rPr>
                        <a:t>Corto</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tc>
                  <a:txBody>
                    <a:bodyPr/>
                    <a:lstStyle/>
                    <a:p>
                      <a:pPr marL="92075">
                        <a:lnSpc>
                          <a:spcPct val="100000"/>
                        </a:lnSpc>
                        <a:spcBef>
                          <a:spcPts val="235"/>
                        </a:spcBef>
                      </a:pPr>
                      <a:r>
                        <a:rPr sz="2000" b="1" spc="-5" dirty="0">
                          <a:latin typeface="Corbel"/>
                          <a:cs typeface="Corbel"/>
                        </a:rPr>
                        <a:t>Relativamente</a:t>
                      </a:r>
                      <a:r>
                        <a:rPr sz="2000" b="1" spc="-50" dirty="0">
                          <a:latin typeface="Corbel"/>
                          <a:cs typeface="Corbel"/>
                        </a:rPr>
                        <a:t> </a:t>
                      </a:r>
                      <a:r>
                        <a:rPr sz="2000" b="1" spc="-5" dirty="0">
                          <a:latin typeface="Corbel"/>
                          <a:cs typeface="Corbel"/>
                        </a:rPr>
                        <a:t>largo</a:t>
                      </a:r>
                      <a:endParaRPr sz="2000">
                        <a:latin typeface="Corbel"/>
                        <a:cs typeface="Corbel"/>
                      </a:endParaRPr>
                    </a:p>
                  </a:txBody>
                  <a:tcPr marL="0" marR="0" marT="29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F3F7"/>
                    </a:solidFill>
                  </a:tcPr>
                </a:tc>
                <a:extLst>
                  <a:ext uri="{0D108BD9-81ED-4DB2-BD59-A6C34878D82A}">
                    <a16:rowId xmlns:a16="http://schemas.microsoft.com/office/drawing/2014/main" val="10006"/>
                  </a:ext>
                </a:extLst>
              </a:tr>
              <a:tr h="932180">
                <a:tc>
                  <a:txBody>
                    <a:bodyPr/>
                    <a:lstStyle/>
                    <a:p>
                      <a:pPr marL="90805" marR="873125">
                        <a:lnSpc>
                          <a:spcPct val="100000"/>
                        </a:lnSpc>
                        <a:spcBef>
                          <a:spcPts val="240"/>
                        </a:spcBef>
                      </a:pPr>
                      <a:r>
                        <a:rPr sz="2000" b="1" dirty="0">
                          <a:latin typeface="Corbel"/>
                          <a:cs typeface="Corbel"/>
                        </a:rPr>
                        <a:t>La</a:t>
                      </a:r>
                      <a:r>
                        <a:rPr sz="2000" b="1" spc="-80" dirty="0">
                          <a:latin typeface="Corbel"/>
                          <a:cs typeface="Corbel"/>
                        </a:rPr>
                        <a:t> </a:t>
                      </a:r>
                      <a:r>
                        <a:rPr sz="2000" b="1" dirty="0">
                          <a:latin typeface="Corbel"/>
                          <a:cs typeface="Corbel"/>
                        </a:rPr>
                        <a:t>solución </a:t>
                      </a:r>
                      <a:r>
                        <a:rPr sz="2000" b="1" spc="-395" dirty="0">
                          <a:latin typeface="Corbel"/>
                          <a:cs typeface="Corbel"/>
                        </a:rPr>
                        <a:t> </a:t>
                      </a:r>
                      <a:r>
                        <a:rPr sz="2000" b="1" dirty="0">
                          <a:latin typeface="Corbel"/>
                          <a:cs typeface="Corbel"/>
                        </a:rPr>
                        <a:t>depende</a:t>
                      </a:r>
                      <a:endParaRPr sz="20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1440" marR="318770">
                        <a:lnSpc>
                          <a:spcPct val="100000"/>
                        </a:lnSpc>
                        <a:spcBef>
                          <a:spcPts val="240"/>
                        </a:spcBef>
                      </a:pPr>
                      <a:r>
                        <a:rPr sz="2000" b="1" dirty="0">
                          <a:latin typeface="Corbel"/>
                          <a:cs typeface="Corbel"/>
                        </a:rPr>
                        <a:t>Procedimientos,</a:t>
                      </a:r>
                      <a:r>
                        <a:rPr sz="2000" b="1" spc="-75" dirty="0">
                          <a:latin typeface="Corbel"/>
                          <a:cs typeface="Corbel"/>
                        </a:rPr>
                        <a:t> </a:t>
                      </a:r>
                      <a:r>
                        <a:rPr sz="2000" b="1" dirty="0">
                          <a:latin typeface="Corbel"/>
                          <a:cs typeface="Corbel"/>
                        </a:rPr>
                        <a:t>reglas, </a:t>
                      </a:r>
                      <a:r>
                        <a:rPr sz="2000" b="1" spc="-395" dirty="0">
                          <a:latin typeface="Corbel"/>
                          <a:cs typeface="Corbel"/>
                        </a:rPr>
                        <a:t> </a:t>
                      </a:r>
                      <a:r>
                        <a:rPr sz="2000" b="1" dirty="0">
                          <a:latin typeface="Corbel"/>
                          <a:cs typeface="Corbel"/>
                        </a:rPr>
                        <a:t>políticas</a:t>
                      </a:r>
                      <a:endParaRPr sz="20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tc>
                  <a:txBody>
                    <a:bodyPr/>
                    <a:lstStyle/>
                    <a:p>
                      <a:pPr marL="92075">
                        <a:lnSpc>
                          <a:spcPct val="100000"/>
                        </a:lnSpc>
                        <a:spcBef>
                          <a:spcPts val="240"/>
                        </a:spcBef>
                      </a:pPr>
                      <a:r>
                        <a:rPr sz="2000" b="1" dirty="0">
                          <a:latin typeface="Corbel"/>
                          <a:cs typeface="Corbel"/>
                        </a:rPr>
                        <a:t>Juicio</a:t>
                      </a:r>
                      <a:r>
                        <a:rPr sz="2000" b="1" spc="-30" dirty="0">
                          <a:latin typeface="Corbel"/>
                          <a:cs typeface="Corbel"/>
                        </a:rPr>
                        <a:t> </a:t>
                      </a:r>
                      <a:r>
                        <a:rPr sz="2000" b="1" dirty="0">
                          <a:latin typeface="Corbel"/>
                          <a:cs typeface="Corbel"/>
                        </a:rPr>
                        <a:t>y</a:t>
                      </a:r>
                      <a:r>
                        <a:rPr sz="2000" b="1" spc="-35" dirty="0">
                          <a:latin typeface="Corbel"/>
                          <a:cs typeface="Corbel"/>
                        </a:rPr>
                        <a:t> </a:t>
                      </a:r>
                      <a:r>
                        <a:rPr sz="2000" b="1" dirty="0">
                          <a:latin typeface="Corbel"/>
                          <a:cs typeface="Corbel"/>
                        </a:rPr>
                        <a:t>creatividad</a:t>
                      </a:r>
                      <a:endParaRPr sz="2000">
                        <a:latin typeface="Corbel"/>
                        <a:cs typeface="Corbe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E7ED"/>
                    </a:solidFill>
                  </a:tcPr>
                </a:tc>
                <a:extLst>
                  <a:ext uri="{0D108BD9-81ED-4DB2-BD59-A6C34878D82A}">
                    <a16:rowId xmlns:a16="http://schemas.microsoft.com/office/drawing/2014/main" val="10007"/>
                  </a:ext>
                </a:extLst>
              </a:tr>
            </a:tbl>
          </a:graphicData>
        </a:graphic>
      </p:graphicFrame>
      <p:sp>
        <p:nvSpPr>
          <p:cNvPr id="6" name="Marcador de número de diapositiva 5">
            <a:extLst>
              <a:ext uri="{FF2B5EF4-FFF2-40B4-BE49-F238E27FC236}">
                <a16:creationId xmlns:a16="http://schemas.microsoft.com/office/drawing/2014/main" id="{9BF5C1BE-AF84-9187-C8AD-FA07D2975727}"/>
              </a:ext>
            </a:extLst>
          </p:cNvPr>
          <p:cNvSpPr>
            <a:spLocks noGrp="1"/>
          </p:cNvSpPr>
          <p:nvPr>
            <p:ph type="sldNum" sz="quarter" idx="12"/>
          </p:nvPr>
        </p:nvSpPr>
        <p:spPr/>
        <p:txBody>
          <a:bodyPr/>
          <a:lstStyle/>
          <a:p>
            <a:fld id="{5263617F-1627-43AB-9FC2-D1A40487E69C}" type="slidenum">
              <a:rPr lang="es-ES" smtClean="0"/>
              <a:t>41</a:t>
            </a:fld>
            <a:endParaRPr lang="es-E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8700" y="336804"/>
            <a:ext cx="7402195" cy="655320"/>
          </a:xfrm>
          <a:prstGeom prst="rect">
            <a:avLst/>
          </a:prstGeom>
          <a:solidFill>
            <a:srgbClr val="33CCCC"/>
          </a:solidFill>
        </p:spPr>
        <p:txBody>
          <a:bodyPr vert="horz" wrap="square" lIns="0" tIns="0" rIns="0" bIns="0" rtlCol="0">
            <a:spAutoFit/>
          </a:bodyPr>
          <a:lstStyle/>
          <a:p>
            <a:pPr marR="511175" algn="ctr">
              <a:lnSpc>
                <a:spcPts val="3404"/>
              </a:lnSpc>
            </a:pPr>
            <a:r>
              <a:rPr sz="3000" spc="-65" dirty="0">
                <a:solidFill>
                  <a:srgbClr val="000000"/>
                </a:solidFill>
              </a:rPr>
              <a:t>Deci</a:t>
            </a:r>
            <a:r>
              <a:rPr sz="3000" spc="-60" dirty="0">
                <a:solidFill>
                  <a:srgbClr val="000000"/>
                </a:solidFill>
              </a:rPr>
              <a:t>s</a:t>
            </a:r>
            <a:r>
              <a:rPr sz="3000" spc="-65" dirty="0">
                <a:solidFill>
                  <a:srgbClr val="000000"/>
                </a:solidFill>
              </a:rPr>
              <a:t>i</a:t>
            </a:r>
            <a:r>
              <a:rPr sz="3000" spc="-70" dirty="0">
                <a:solidFill>
                  <a:srgbClr val="000000"/>
                </a:solidFill>
              </a:rPr>
              <a:t>o</a:t>
            </a:r>
            <a:r>
              <a:rPr sz="3000" spc="-60" dirty="0">
                <a:solidFill>
                  <a:srgbClr val="000000"/>
                </a:solidFill>
              </a:rPr>
              <a:t>n</a:t>
            </a:r>
            <a:r>
              <a:rPr sz="3000" spc="-65" dirty="0">
                <a:solidFill>
                  <a:srgbClr val="000000"/>
                </a:solidFill>
              </a:rPr>
              <a:t>e</a:t>
            </a:r>
            <a:r>
              <a:rPr sz="3000" spc="-60" dirty="0">
                <a:solidFill>
                  <a:srgbClr val="000000"/>
                </a:solidFill>
              </a:rPr>
              <a:t>s</a:t>
            </a:r>
            <a:r>
              <a:rPr sz="3000" dirty="0">
                <a:solidFill>
                  <a:srgbClr val="000000"/>
                </a:solidFill>
              </a:rPr>
              <a:t>:</a:t>
            </a:r>
            <a:r>
              <a:rPr sz="3000" spc="-105" dirty="0">
                <a:solidFill>
                  <a:srgbClr val="000000"/>
                </a:solidFill>
              </a:rPr>
              <a:t> </a:t>
            </a:r>
            <a:r>
              <a:rPr sz="3000" spc="-70" dirty="0">
                <a:solidFill>
                  <a:srgbClr val="000000"/>
                </a:solidFill>
              </a:rPr>
              <a:t>o</a:t>
            </a:r>
            <a:r>
              <a:rPr sz="3000" spc="-60" dirty="0">
                <a:solidFill>
                  <a:srgbClr val="000000"/>
                </a:solidFill>
              </a:rPr>
              <a:t>t</a:t>
            </a:r>
            <a:r>
              <a:rPr sz="3000" spc="-65" dirty="0">
                <a:solidFill>
                  <a:srgbClr val="000000"/>
                </a:solidFill>
              </a:rPr>
              <a:t>r</a:t>
            </a:r>
            <a:r>
              <a:rPr sz="3000" spc="-60" dirty="0">
                <a:solidFill>
                  <a:srgbClr val="000000"/>
                </a:solidFill>
              </a:rPr>
              <a:t>a</a:t>
            </a:r>
            <a:r>
              <a:rPr sz="3000" dirty="0">
                <a:solidFill>
                  <a:srgbClr val="000000"/>
                </a:solidFill>
              </a:rPr>
              <a:t>s</a:t>
            </a:r>
            <a:r>
              <a:rPr sz="3000" spc="-114" dirty="0">
                <a:solidFill>
                  <a:srgbClr val="000000"/>
                </a:solidFill>
              </a:rPr>
              <a:t> </a:t>
            </a:r>
            <a:r>
              <a:rPr sz="3000" spc="-65" dirty="0">
                <a:solidFill>
                  <a:srgbClr val="000000"/>
                </a:solidFill>
              </a:rPr>
              <a:t>cl</a:t>
            </a:r>
            <a:r>
              <a:rPr sz="3000" spc="-60" dirty="0">
                <a:solidFill>
                  <a:srgbClr val="000000"/>
                </a:solidFill>
              </a:rPr>
              <a:t>as</a:t>
            </a:r>
            <a:r>
              <a:rPr sz="3000" spc="-65" dirty="0">
                <a:solidFill>
                  <a:srgbClr val="000000"/>
                </a:solidFill>
              </a:rPr>
              <a:t>ific</a:t>
            </a:r>
            <a:r>
              <a:rPr sz="3000" spc="-60" dirty="0">
                <a:solidFill>
                  <a:srgbClr val="000000"/>
                </a:solidFill>
              </a:rPr>
              <a:t>a</a:t>
            </a:r>
            <a:r>
              <a:rPr sz="3000" spc="-65" dirty="0">
                <a:solidFill>
                  <a:srgbClr val="000000"/>
                </a:solidFill>
              </a:rPr>
              <a:t>ci</a:t>
            </a:r>
            <a:r>
              <a:rPr sz="3000" spc="-70" dirty="0">
                <a:solidFill>
                  <a:srgbClr val="000000"/>
                </a:solidFill>
              </a:rPr>
              <a:t>o</a:t>
            </a:r>
            <a:r>
              <a:rPr sz="3000" spc="-60" dirty="0">
                <a:solidFill>
                  <a:srgbClr val="000000"/>
                </a:solidFill>
              </a:rPr>
              <a:t>n</a:t>
            </a:r>
            <a:r>
              <a:rPr sz="3000" spc="-65" dirty="0">
                <a:solidFill>
                  <a:srgbClr val="000000"/>
                </a:solidFill>
              </a:rPr>
              <a:t>e</a:t>
            </a:r>
            <a:r>
              <a:rPr sz="3000" dirty="0">
                <a:solidFill>
                  <a:srgbClr val="000000"/>
                </a:solidFill>
              </a:rPr>
              <a:t>s</a:t>
            </a:r>
            <a:endParaRPr sz="3000"/>
          </a:p>
        </p:txBody>
      </p:sp>
      <p:sp>
        <p:nvSpPr>
          <p:cNvPr id="3" name="object 3"/>
          <p:cNvSpPr txBox="1"/>
          <p:nvPr/>
        </p:nvSpPr>
        <p:spPr>
          <a:xfrm>
            <a:off x="980947" y="1596009"/>
            <a:ext cx="3214370" cy="391160"/>
          </a:xfrm>
          <a:prstGeom prst="rect">
            <a:avLst/>
          </a:prstGeom>
        </p:spPr>
        <p:txBody>
          <a:bodyPr vert="horz" wrap="square" lIns="0" tIns="12700" rIns="0" bIns="0" rtlCol="0">
            <a:spAutoFit/>
          </a:bodyPr>
          <a:lstStyle/>
          <a:p>
            <a:pPr marL="355600" indent="-343535">
              <a:lnSpc>
                <a:spcPct val="100000"/>
              </a:lnSpc>
              <a:spcBef>
                <a:spcPts val="100"/>
              </a:spcBef>
              <a:buClr>
                <a:srgbClr val="C00000"/>
              </a:buClr>
              <a:buFont typeface="Wingdings"/>
              <a:buChar char=""/>
              <a:tabLst>
                <a:tab pos="355600" algn="l"/>
                <a:tab pos="356235" algn="l"/>
              </a:tabLst>
            </a:pPr>
            <a:r>
              <a:rPr sz="2400" b="1" spc="-5" dirty="0">
                <a:latin typeface="Corbel"/>
                <a:cs typeface="Corbel"/>
              </a:rPr>
              <a:t>Según</a:t>
            </a:r>
            <a:r>
              <a:rPr sz="2400" b="1" spc="-20" dirty="0">
                <a:latin typeface="Corbel"/>
                <a:cs typeface="Corbel"/>
              </a:rPr>
              <a:t> </a:t>
            </a:r>
            <a:r>
              <a:rPr sz="2400" b="1" dirty="0">
                <a:latin typeface="Corbel"/>
                <a:cs typeface="Corbel"/>
              </a:rPr>
              <a:t>área</a:t>
            </a:r>
            <a:r>
              <a:rPr sz="2400" b="1" spc="-40" dirty="0">
                <a:latin typeface="Corbel"/>
                <a:cs typeface="Corbel"/>
              </a:rPr>
              <a:t> </a:t>
            </a:r>
            <a:r>
              <a:rPr sz="2400" b="1" spc="-5" dirty="0">
                <a:latin typeface="Corbel"/>
                <a:cs typeface="Corbel"/>
              </a:rPr>
              <a:t>funcional:</a:t>
            </a:r>
            <a:endParaRPr sz="2400">
              <a:latin typeface="Corbel"/>
              <a:cs typeface="Corbel"/>
            </a:endParaRPr>
          </a:p>
        </p:txBody>
      </p:sp>
      <p:sp>
        <p:nvSpPr>
          <p:cNvPr id="4" name="object 4"/>
          <p:cNvSpPr/>
          <p:nvPr/>
        </p:nvSpPr>
        <p:spPr>
          <a:xfrm>
            <a:off x="4246626" y="1186433"/>
            <a:ext cx="245745" cy="1388745"/>
          </a:xfrm>
          <a:custGeom>
            <a:avLst/>
            <a:gdLst/>
            <a:ahLst/>
            <a:cxnLst/>
            <a:rect l="l" t="t" r="r" b="b"/>
            <a:pathLst>
              <a:path w="245745" h="1388745">
                <a:moveTo>
                  <a:pt x="245363" y="1388364"/>
                </a:moveTo>
                <a:lnTo>
                  <a:pt x="206562" y="1378993"/>
                </a:lnTo>
                <a:lnTo>
                  <a:pt x="172882" y="1352901"/>
                </a:lnTo>
                <a:lnTo>
                  <a:pt x="146334" y="1313118"/>
                </a:lnTo>
                <a:lnTo>
                  <a:pt x="128930" y="1262672"/>
                </a:lnTo>
                <a:lnTo>
                  <a:pt x="122682" y="1204594"/>
                </a:lnTo>
                <a:lnTo>
                  <a:pt x="122682" y="877951"/>
                </a:lnTo>
                <a:lnTo>
                  <a:pt x="116433" y="819873"/>
                </a:lnTo>
                <a:lnTo>
                  <a:pt x="99029" y="769427"/>
                </a:lnTo>
                <a:lnTo>
                  <a:pt x="72481" y="729644"/>
                </a:lnTo>
                <a:lnTo>
                  <a:pt x="38801" y="703552"/>
                </a:lnTo>
                <a:lnTo>
                  <a:pt x="0" y="694181"/>
                </a:lnTo>
                <a:lnTo>
                  <a:pt x="38801" y="684811"/>
                </a:lnTo>
                <a:lnTo>
                  <a:pt x="72481" y="658719"/>
                </a:lnTo>
                <a:lnTo>
                  <a:pt x="99029" y="618936"/>
                </a:lnTo>
                <a:lnTo>
                  <a:pt x="116433" y="568490"/>
                </a:lnTo>
                <a:lnTo>
                  <a:pt x="122682" y="510413"/>
                </a:lnTo>
                <a:lnTo>
                  <a:pt x="122682" y="183768"/>
                </a:lnTo>
                <a:lnTo>
                  <a:pt x="128930" y="125691"/>
                </a:lnTo>
                <a:lnTo>
                  <a:pt x="146334" y="75245"/>
                </a:lnTo>
                <a:lnTo>
                  <a:pt x="172882" y="35462"/>
                </a:lnTo>
                <a:lnTo>
                  <a:pt x="206562" y="9370"/>
                </a:lnTo>
                <a:lnTo>
                  <a:pt x="245363" y="0"/>
                </a:lnTo>
              </a:path>
            </a:pathLst>
          </a:custGeom>
          <a:ln w="28575">
            <a:solidFill>
              <a:srgbClr val="000000"/>
            </a:solidFill>
          </a:ln>
        </p:spPr>
        <p:txBody>
          <a:bodyPr wrap="square" lIns="0" tIns="0" rIns="0" bIns="0" rtlCol="0"/>
          <a:lstStyle/>
          <a:p>
            <a:endParaRPr/>
          </a:p>
        </p:txBody>
      </p:sp>
      <p:sp>
        <p:nvSpPr>
          <p:cNvPr id="5" name="object 5"/>
          <p:cNvSpPr txBox="1"/>
          <p:nvPr/>
        </p:nvSpPr>
        <p:spPr>
          <a:xfrm>
            <a:off x="4545584" y="1268983"/>
            <a:ext cx="1394460" cy="1245235"/>
          </a:xfrm>
          <a:prstGeom prst="rect">
            <a:avLst/>
          </a:prstGeom>
        </p:spPr>
        <p:txBody>
          <a:bodyPr vert="horz" wrap="square" lIns="0" tIns="13335" rIns="0" bIns="0" rtlCol="0">
            <a:spAutoFit/>
          </a:bodyPr>
          <a:lstStyle/>
          <a:p>
            <a:pPr marL="299085" indent="-287020">
              <a:lnSpc>
                <a:spcPct val="100000"/>
              </a:lnSpc>
              <a:spcBef>
                <a:spcPts val="105"/>
              </a:spcBef>
              <a:buFont typeface="Wingdings"/>
              <a:buChar char=""/>
              <a:tabLst>
                <a:tab pos="299085" algn="l"/>
                <a:tab pos="299720" algn="l"/>
              </a:tabLst>
            </a:pPr>
            <a:r>
              <a:rPr sz="2000" dirty="0">
                <a:latin typeface="Corbel"/>
                <a:cs typeface="Corbel"/>
              </a:rPr>
              <a:t>Mar</a:t>
            </a:r>
            <a:r>
              <a:rPr sz="2000" spc="-40" dirty="0">
                <a:latin typeface="Corbel"/>
                <a:cs typeface="Corbel"/>
              </a:rPr>
              <a:t>k</a:t>
            </a:r>
            <a:r>
              <a:rPr sz="2000" dirty="0">
                <a:latin typeface="Corbel"/>
                <a:cs typeface="Corbel"/>
              </a:rPr>
              <a:t>eting</a:t>
            </a:r>
            <a:endParaRPr sz="2000">
              <a:latin typeface="Corbel"/>
              <a:cs typeface="Corbel"/>
            </a:endParaRPr>
          </a:p>
          <a:p>
            <a:pPr marL="299085" indent="-287020">
              <a:lnSpc>
                <a:spcPct val="100000"/>
              </a:lnSpc>
              <a:buFont typeface="Wingdings"/>
              <a:buChar char=""/>
              <a:tabLst>
                <a:tab pos="299085" algn="l"/>
                <a:tab pos="299720" algn="l"/>
              </a:tabLst>
            </a:pPr>
            <a:r>
              <a:rPr sz="2000" spc="-10" dirty="0">
                <a:latin typeface="Corbel"/>
                <a:cs typeface="Corbel"/>
              </a:rPr>
              <a:t>Personal</a:t>
            </a:r>
            <a:endParaRPr sz="2000">
              <a:latin typeface="Corbel"/>
              <a:cs typeface="Corbel"/>
            </a:endParaRPr>
          </a:p>
          <a:p>
            <a:pPr marL="299085" indent="-287020">
              <a:lnSpc>
                <a:spcPct val="100000"/>
              </a:lnSpc>
              <a:buFont typeface="Wingdings"/>
              <a:buChar char=""/>
              <a:tabLst>
                <a:tab pos="299085" algn="l"/>
                <a:tab pos="299720" algn="l"/>
              </a:tabLst>
            </a:pPr>
            <a:r>
              <a:rPr sz="2000" spc="-5" dirty="0">
                <a:latin typeface="Corbel"/>
                <a:cs typeface="Corbel"/>
              </a:rPr>
              <a:t>….</a:t>
            </a:r>
            <a:endParaRPr sz="2000">
              <a:latin typeface="Corbel"/>
              <a:cs typeface="Corbel"/>
            </a:endParaRPr>
          </a:p>
          <a:p>
            <a:pPr marL="299085" indent="-287020">
              <a:lnSpc>
                <a:spcPct val="100000"/>
              </a:lnSpc>
              <a:buFont typeface="Wingdings"/>
              <a:buChar char=""/>
              <a:tabLst>
                <a:tab pos="299085" algn="l"/>
                <a:tab pos="299720" algn="l"/>
              </a:tabLst>
            </a:pPr>
            <a:r>
              <a:rPr sz="2000" spc="-5" dirty="0">
                <a:latin typeface="Corbel"/>
                <a:cs typeface="Corbel"/>
              </a:rPr>
              <a:t>Finanzas</a:t>
            </a:r>
            <a:endParaRPr sz="2000">
              <a:latin typeface="Corbel"/>
              <a:cs typeface="Corbel"/>
            </a:endParaRPr>
          </a:p>
        </p:txBody>
      </p:sp>
      <p:sp>
        <p:nvSpPr>
          <p:cNvPr id="6" name="object 6"/>
          <p:cNvSpPr txBox="1"/>
          <p:nvPr/>
        </p:nvSpPr>
        <p:spPr>
          <a:xfrm>
            <a:off x="258267" y="3263900"/>
            <a:ext cx="4706620" cy="391160"/>
          </a:xfrm>
          <a:prstGeom prst="rect">
            <a:avLst/>
          </a:prstGeom>
        </p:spPr>
        <p:txBody>
          <a:bodyPr vert="horz" wrap="square" lIns="0" tIns="12700" rIns="0" bIns="0" rtlCol="0">
            <a:spAutoFit/>
          </a:bodyPr>
          <a:lstStyle/>
          <a:p>
            <a:pPr marL="355600" indent="-342900">
              <a:lnSpc>
                <a:spcPct val="100000"/>
              </a:lnSpc>
              <a:spcBef>
                <a:spcPts val="100"/>
              </a:spcBef>
              <a:buClr>
                <a:srgbClr val="C00000"/>
              </a:buClr>
              <a:buFont typeface="Wingdings"/>
              <a:buChar char=""/>
              <a:tabLst>
                <a:tab pos="354965" algn="l"/>
                <a:tab pos="355600" algn="l"/>
              </a:tabLst>
            </a:pPr>
            <a:r>
              <a:rPr sz="2400" b="1" spc="-5" dirty="0">
                <a:latin typeface="Corbel"/>
                <a:cs typeface="Corbel"/>
              </a:rPr>
              <a:t>Según </a:t>
            </a:r>
            <a:r>
              <a:rPr sz="2400" b="1" dirty="0">
                <a:latin typeface="Corbel"/>
                <a:cs typeface="Corbel"/>
              </a:rPr>
              <a:t>el</a:t>
            </a:r>
            <a:r>
              <a:rPr sz="2400" b="1" spc="-35" dirty="0">
                <a:latin typeface="Corbel"/>
                <a:cs typeface="Corbel"/>
              </a:rPr>
              <a:t> </a:t>
            </a:r>
            <a:r>
              <a:rPr sz="2400" b="1" dirty="0">
                <a:latin typeface="Corbel"/>
                <a:cs typeface="Corbel"/>
              </a:rPr>
              <a:t>grado</a:t>
            </a:r>
            <a:r>
              <a:rPr sz="2400" b="1" spc="-15" dirty="0">
                <a:latin typeface="Corbel"/>
                <a:cs typeface="Corbel"/>
              </a:rPr>
              <a:t> </a:t>
            </a:r>
            <a:r>
              <a:rPr sz="2400" b="1" dirty="0">
                <a:latin typeface="Corbel"/>
                <a:cs typeface="Corbel"/>
              </a:rPr>
              <a:t>de</a:t>
            </a:r>
            <a:r>
              <a:rPr sz="2400" b="1" spc="-25" dirty="0">
                <a:latin typeface="Corbel"/>
                <a:cs typeface="Corbel"/>
              </a:rPr>
              <a:t> </a:t>
            </a:r>
            <a:r>
              <a:rPr sz="2400" b="1" dirty="0">
                <a:latin typeface="Corbel"/>
                <a:cs typeface="Corbel"/>
              </a:rPr>
              <a:t>programación</a:t>
            </a:r>
            <a:r>
              <a:rPr sz="2400" dirty="0">
                <a:latin typeface="Corbel"/>
                <a:cs typeface="Corbel"/>
              </a:rPr>
              <a:t>:</a:t>
            </a:r>
            <a:endParaRPr sz="2400">
              <a:latin typeface="Corbel"/>
              <a:cs typeface="Corbel"/>
            </a:endParaRPr>
          </a:p>
        </p:txBody>
      </p:sp>
      <p:sp>
        <p:nvSpPr>
          <p:cNvPr id="7" name="object 7"/>
          <p:cNvSpPr txBox="1"/>
          <p:nvPr/>
        </p:nvSpPr>
        <p:spPr>
          <a:xfrm>
            <a:off x="5223128" y="3057270"/>
            <a:ext cx="1605915" cy="941069"/>
          </a:xfrm>
          <a:prstGeom prst="rect">
            <a:avLst/>
          </a:prstGeom>
        </p:spPr>
        <p:txBody>
          <a:bodyPr vert="horz" wrap="square" lIns="0" tIns="13335" rIns="0" bIns="0" rtlCol="0">
            <a:spAutoFit/>
          </a:bodyPr>
          <a:lstStyle/>
          <a:p>
            <a:pPr marL="299085" indent="-287020">
              <a:lnSpc>
                <a:spcPct val="100000"/>
              </a:lnSpc>
              <a:spcBef>
                <a:spcPts val="105"/>
              </a:spcBef>
              <a:buFont typeface="Wingdings"/>
              <a:buChar char=""/>
              <a:tabLst>
                <a:tab pos="299085" algn="l"/>
                <a:tab pos="299720" algn="l"/>
              </a:tabLst>
            </a:pPr>
            <a:r>
              <a:rPr sz="2000" spc="-5" dirty="0">
                <a:latin typeface="Corbel"/>
                <a:cs typeface="Corbel"/>
              </a:rPr>
              <a:t>Rutinarias</a:t>
            </a:r>
            <a:endParaRPr sz="2000">
              <a:latin typeface="Corbel"/>
              <a:cs typeface="Corbel"/>
            </a:endParaRPr>
          </a:p>
          <a:p>
            <a:pPr marL="299085" indent="-287020">
              <a:lnSpc>
                <a:spcPct val="100000"/>
              </a:lnSpc>
              <a:buFont typeface="Wingdings"/>
              <a:buChar char=""/>
              <a:tabLst>
                <a:tab pos="299085" algn="l"/>
                <a:tab pos="299720" algn="l"/>
              </a:tabLst>
            </a:pPr>
            <a:r>
              <a:rPr sz="2000" dirty="0">
                <a:latin typeface="Corbel"/>
                <a:cs typeface="Corbel"/>
              </a:rPr>
              <a:t>Adaptativas</a:t>
            </a:r>
            <a:endParaRPr sz="2000">
              <a:latin typeface="Corbel"/>
              <a:cs typeface="Corbel"/>
            </a:endParaRPr>
          </a:p>
          <a:p>
            <a:pPr marL="299085" indent="-287020">
              <a:lnSpc>
                <a:spcPct val="100000"/>
              </a:lnSpc>
              <a:buFont typeface="Wingdings"/>
              <a:buChar char=""/>
              <a:tabLst>
                <a:tab pos="299085" algn="l"/>
                <a:tab pos="299720" algn="l"/>
              </a:tabLst>
            </a:pPr>
            <a:r>
              <a:rPr sz="2000" spc="-5" dirty="0">
                <a:latin typeface="Corbel"/>
                <a:cs typeface="Corbel"/>
              </a:rPr>
              <a:t>Innovadoras</a:t>
            </a:r>
            <a:endParaRPr sz="2000">
              <a:latin typeface="Corbel"/>
              <a:cs typeface="Corbel"/>
            </a:endParaRPr>
          </a:p>
        </p:txBody>
      </p:sp>
      <p:sp>
        <p:nvSpPr>
          <p:cNvPr id="8" name="object 8"/>
          <p:cNvSpPr/>
          <p:nvPr/>
        </p:nvSpPr>
        <p:spPr>
          <a:xfrm>
            <a:off x="4898897" y="2853689"/>
            <a:ext cx="245745" cy="1388745"/>
          </a:xfrm>
          <a:custGeom>
            <a:avLst/>
            <a:gdLst/>
            <a:ahLst/>
            <a:cxnLst/>
            <a:rect l="l" t="t" r="r" b="b"/>
            <a:pathLst>
              <a:path w="245745" h="1388745">
                <a:moveTo>
                  <a:pt x="245363" y="1388364"/>
                </a:moveTo>
                <a:lnTo>
                  <a:pt x="206562" y="1378993"/>
                </a:lnTo>
                <a:lnTo>
                  <a:pt x="172882" y="1352901"/>
                </a:lnTo>
                <a:lnTo>
                  <a:pt x="146334" y="1313118"/>
                </a:lnTo>
                <a:lnTo>
                  <a:pt x="128930" y="1262672"/>
                </a:lnTo>
                <a:lnTo>
                  <a:pt x="122681" y="1204595"/>
                </a:lnTo>
                <a:lnTo>
                  <a:pt x="122681" y="877951"/>
                </a:lnTo>
                <a:lnTo>
                  <a:pt x="116433" y="819873"/>
                </a:lnTo>
                <a:lnTo>
                  <a:pt x="99029" y="769427"/>
                </a:lnTo>
                <a:lnTo>
                  <a:pt x="72481" y="729644"/>
                </a:lnTo>
                <a:lnTo>
                  <a:pt x="38801" y="703552"/>
                </a:lnTo>
                <a:lnTo>
                  <a:pt x="0" y="694182"/>
                </a:lnTo>
                <a:lnTo>
                  <a:pt x="38801" y="684811"/>
                </a:lnTo>
                <a:lnTo>
                  <a:pt x="72481" y="658719"/>
                </a:lnTo>
                <a:lnTo>
                  <a:pt x="99029" y="618936"/>
                </a:lnTo>
                <a:lnTo>
                  <a:pt x="116433" y="568490"/>
                </a:lnTo>
                <a:lnTo>
                  <a:pt x="122681" y="510413"/>
                </a:lnTo>
                <a:lnTo>
                  <a:pt x="122681" y="183769"/>
                </a:lnTo>
                <a:lnTo>
                  <a:pt x="128930" y="125691"/>
                </a:lnTo>
                <a:lnTo>
                  <a:pt x="146334" y="75245"/>
                </a:lnTo>
                <a:lnTo>
                  <a:pt x="172882" y="35462"/>
                </a:lnTo>
                <a:lnTo>
                  <a:pt x="206562" y="9370"/>
                </a:lnTo>
                <a:lnTo>
                  <a:pt x="245363" y="0"/>
                </a:lnTo>
              </a:path>
            </a:pathLst>
          </a:custGeom>
          <a:ln w="28575">
            <a:solidFill>
              <a:srgbClr val="000000"/>
            </a:solidFill>
          </a:ln>
        </p:spPr>
        <p:txBody>
          <a:bodyPr wrap="square" lIns="0" tIns="0" rIns="0" bIns="0" rtlCol="0"/>
          <a:lstStyle/>
          <a:p>
            <a:endParaRPr/>
          </a:p>
        </p:txBody>
      </p:sp>
      <p:sp>
        <p:nvSpPr>
          <p:cNvPr id="9" name="object 9"/>
          <p:cNvSpPr txBox="1"/>
          <p:nvPr/>
        </p:nvSpPr>
        <p:spPr>
          <a:xfrm>
            <a:off x="415239" y="4996053"/>
            <a:ext cx="3304540" cy="391160"/>
          </a:xfrm>
          <a:prstGeom prst="rect">
            <a:avLst/>
          </a:prstGeom>
        </p:spPr>
        <p:txBody>
          <a:bodyPr vert="horz" wrap="square" lIns="0" tIns="12700" rIns="0" bIns="0" rtlCol="0">
            <a:spAutoFit/>
          </a:bodyPr>
          <a:lstStyle/>
          <a:p>
            <a:pPr marL="355600" indent="-343535">
              <a:lnSpc>
                <a:spcPct val="100000"/>
              </a:lnSpc>
              <a:spcBef>
                <a:spcPts val="100"/>
              </a:spcBef>
              <a:buClr>
                <a:srgbClr val="C00000"/>
              </a:buClr>
              <a:buFont typeface="Wingdings"/>
              <a:buChar char=""/>
              <a:tabLst>
                <a:tab pos="355600" algn="l"/>
                <a:tab pos="356235" algn="l"/>
              </a:tabLst>
            </a:pPr>
            <a:r>
              <a:rPr sz="2400" b="1" spc="-5" dirty="0">
                <a:latin typeface="Corbel"/>
                <a:cs typeface="Corbel"/>
              </a:rPr>
              <a:t>Según</a:t>
            </a:r>
            <a:r>
              <a:rPr sz="2400" b="1" spc="-30" dirty="0">
                <a:latin typeface="Corbel"/>
                <a:cs typeface="Corbel"/>
              </a:rPr>
              <a:t> </a:t>
            </a:r>
            <a:r>
              <a:rPr sz="2400" b="1" dirty="0">
                <a:latin typeface="Corbel"/>
                <a:cs typeface="Corbel"/>
              </a:rPr>
              <a:t>su</a:t>
            </a:r>
            <a:r>
              <a:rPr sz="2400" b="1" spc="-40" dirty="0">
                <a:latin typeface="Corbel"/>
                <a:cs typeface="Corbel"/>
              </a:rPr>
              <a:t> </a:t>
            </a:r>
            <a:r>
              <a:rPr sz="2400" b="1" dirty="0">
                <a:latin typeface="Corbel"/>
                <a:cs typeface="Corbel"/>
              </a:rPr>
              <a:t>importancia:</a:t>
            </a:r>
            <a:endParaRPr sz="2400">
              <a:latin typeface="Corbel"/>
              <a:cs typeface="Corbel"/>
            </a:endParaRPr>
          </a:p>
        </p:txBody>
      </p:sp>
      <p:sp>
        <p:nvSpPr>
          <p:cNvPr id="10" name="object 10"/>
          <p:cNvSpPr txBox="1"/>
          <p:nvPr/>
        </p:nvSpPr>
        <p:spPr>
          <a:xfrm>
            <a:off x="3953002" y="4789423"/>
            <a:ext cx="1602105" cy="940435"/>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2000" spc="-5" dirty="0">
                <a:latin typeface="Corbel"/>
                <a:cs typeface="Corbel"/>
              </a:rPr>
              <a:t>Operativas</a:t>
            </a:r>
            <a:endParaRPr sz="2000">
              <a:latin typeface="Corbel"/>
              <a:cs typeface="Corbel"/>
            </a:endParaRPr>
          </a:p>
          <a:p>
            <a:pPr marL="299085" indent="-287020">
              <a:lnSpc>
                <a:spcPct val="100000"/>
              </a:lnSpc>
              <a:buFont typeface="Wingdings"/>
              <a:buChar char=""/>
              <a:tabLst>
                <a:tab pos="299085" algn="l"/>
                <a:tab pos="299720" algn="l"/>
              </a:tabLst>
            </a:pPr>
            <a:r>
              <a:rPr sz="2000" spc="-20" dirty="0">
                <a:latin typeface="Corbel"/>
                <a:cs typeface="Corbel"/>
              </a:rPr>
              <a:t>Tácticas</a:t>
            </a:r>
            <a:endParaRPr sz="2000">
              <a:latin typeface="Corbel"/>
              <a:cs typeface="Corbel"/>
            </a:endParaRPr>
          </a:p>
          <a:p>
            <a:pPr marL="299085" indent="-287020">
              <a:lnSpc>
                <a:spcPct val="100000"/>
              </a:lnSpc>
              <a:buFont typeface="Wingdings"/>
              <a:buChar char=""/>
              <a:tabLst>
                <a:tab pos="299085" algn="l"/>
                <a:tab pos="299720" algn="l"/>
              </a:tabLst>
            </a:pPr>
            <a:r>
              <a:rPr sz="2000" spc="-5" dirty="0">
                <a:latin typeface="Corbel"/>
                <a:cs typeface="Corbel"/>
              </a:rPr>
              <a:t>Estratégicas</a:t>
            </a:r>
            <a:endParaRPr sz="2000">
              <a:latin typeface="Corbel"/>
              <a:cs typeface="Corbel"/>
            </a:endParaRPr>
          </a:p>
        </p:txBody>
      </p:sp>
      <p:sp>
        <p:nvSpPr>
          <p:cNvPr id="11" name="object 11"/>
          <p:cNvSpPr/>
          <p:nvPr/>
        </p:nvSpPr>
        <p:spPr>
          <a:xfrm>
            <a:off x="3679697" y="4581905"/>
            <a:ext cx="245745" cy="1390015"/>
          </a:xfrm>
          <a:custGeom>
            <a:avLst/>
            <a:gdLst/>
            <a:ahLst/>
            <a:cxnLst/>
            <a:rect l="l" t="t" r="r" b="b"/>
            <a:pathLst>
              <a:path w="245745" h="1390014">
                <a:moveTo>
                  <a:pt x="245363" y="1389888"/>
                </a:moveTo>
                <a:lnTo>
                  <a:pt x="206562" y="1380517"/>
                </a:lnTo>
                <a:lnTo>
                  <a:pt x="172882" y="1354423"/>
                </a:lnTo>
                <a:lnTo>
                  <a:pt x="146334" y="1314633"/>
                </a:lnTo>
                <a:lnTo>
                  <a:pt x="128930" y="1264177"/>
                </a:lnTo>
                <a:lnTo>
                  <a:pt x="122681" y="1206080"/>
                </a:lnTo>
                <a:lnTo>
                  <a:pt x="122681" y="878713"/>
                </a:lnTo>
                <a:lnTo>
                  <a:pt x="116433" y="820635"/>
                </a:lnTo>
                <a:lnTo>
                  <a:pt x="99029" y="770189"/>
                </a:lnTo>
                <a:lnTo>
                  <a:pt x="72481" y="730406"/>
                </a:lnTo>
                <a:lnTo>
                  <a:pt x="38801" y="704314"/>
                </a:lnTo>
                <a:lnTo>
                  <a:pt x="0" y="694944"/>
                </a:lnTo>
                <a:lnTo>
                  <a:pt x="38801" y="685573"/>
                </a:lnTo>
                <a:lnTo>
                  <a:pt x="72481" y="659481"/>
                </a:lnTo>
                <a:lnTo>
                  <a:pt x="99029" y="619698"/>
                </a:lnTo>
                <a:lnTo>
                  <a:pt x="116433" y="569252"/>
                </a:lnTo>
                <a:lnTo>
                  <a:pt x="122681" y="511175"/>
                </a:lnTo>
                <a:lnTo>
                  <a:pt x="122681" y="183769"/>
                </a:lnTo>
                <a:lnTo>
                  <a:pt x="128942" y="125691"/>
                </a:lnTo>
                <a:lnTo>
                  <a:pt x="146371" y="75245"/>
                </a:lnTo>
                <a:lnTo>
                  <a:pt x="172937" y="35462"/>
                </a:lnTo>
                <a:lnTo>
                  <a:pt x="206611" y="9370"/>
                </a:lnTo>
                <a:lnTo>
                  <a:pt x="245363" y="0"/>
                </a:lnTo>
              </a:path>
            </a:pathLst>
          </a:custGeom>
          <a:ln w="28575">
            <a:solidFill>
              <a:srgbClr val="000000"/>
            </a:solidFill>
          </a:ln>
        </p:spPr>
        <p:txBody>
          <a:bodyPr wrap="square" lIns="0" tIns="0" rIns="0" bIns="0" rtlCol="0"/>
          <a:lstStyle/>
          <a:p>
            <a:endParaRPr/>
          </a:p>
        </p:txBody>
      </p:sp>
      <p:sp>
        <p:nvSpPr>
          <p:cNvPr id="12" name="object 12"/>
          <p:cNvSpPr txBox="1">
            <a:spLocks noGrp="1"/>
          </p:cNvSpPr>
          <p:nvPr>
            <p:ph type="sldNum" sz="quarter" idx="7"/>
          </p:nvPr>
        </p:nvSpPr>
        <p:spPr>
          <a:xfrm>
            <a:off x="8763254" y="6432448"/>
            <a:ext cx="321309" cy="254000"/>
          </a:xfrm>
          <a:prstGeom prst="rect">
            <a:avLst/>
          </a:prstGeom>
        </p:spPr>
        <p:txBody>
          <a:bodyPr vert="horz" wrap="square" lIns="0" tIns="0" rIns="0" bIns="0" rtlCol="0">
            <a:spAutoFit/>
          </a:bodyPr>
          <a:lstStyle>
            <a:defPPr>
              <a:defRPr lang="es-ES"/>
            </a:defPPr>
            <a:lvl1pPr marL="0" algn="l" defTabSz="914400" rtl="0" eaLnBrk="1" latinLnBrk="0" hangingPunct="1">
              <a:defRPr sz="1800" b="1" i="0" kern="1200">
                <a:solidFill>
                  <a:schemeClr val="tx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91770">
              <a:lnSpc>
                <a:spcPts val="1140"/>
              </a:lnSpc>
            </a:pPr>
            <a:fld id="{81D60167-4931-47E6-BA6A-407CBD079E47}" type="slidenum">
              <a:rPr lang="es-ES" sz="1100" smtClean="0">
                <a:solidFill>
                  <a:srgbClr val="40B9D2"/>
                </a:solidFill>
                <a:latin typeface="Corbel"/>
                <a:cs typeface="Corbel"/>
              </a:rPr>
              <a:pPr marL="191770">
                <a:lnSpc>
                  <a:spcPts val="1140"/>
                </a:lnSpc>
              </a:pPr>
              <a:t>42</a:t>
            </a:fld>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28">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0" name="Rectangle 30">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41" name="Rectangle 32">
            <a:extLst>
              <a:ext uri="{FF2B5EF4-FFF2-40B4-BE49-F238E27FC236}">
                <a16:creationId xmlns:a16="http://schemas.microsoft.com/office/drawing/2014/main" id="{17AD4738-6130-415F-BA58-176DA30005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4">
            <a:extLst>
              <a:ext uri="{FF2B5EF4-FFF2-40B4-BE49-F238E27FC236}">
                <a16:creationId xmlns:a16="http://schemas.microsoft.com/office/drawing/2014/main" id="{567643AF-5083-45CE-BA04-BFB1A37D1D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484787"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7" name="1 Título"/>
          <p:cNvSpPr>
            <a:spLocks noGrp="1"/>
          </p:cNvSpPr>
          <p:nvPr>
            <p:ph type="title"/>
          </p:nvPr>
        </p:nvSpPr>
        <p:spPr>
          <a:xfrm>
            <a:off x="196848" y="1123837"/>
            <a:ext cx="3153455" cy="4805200"/>
          </a:xfrm>
        </p:spPr>
        <p:txBody>
          <a:bodyPr vert="horz" lIns="91440" tIns="45720" rIns="91440" bIns="45720" rtlCol="0" anchor="b">
            <a:normAutofit/>
          </a:bodyPr>
          <a:lstStyle/>
          <a:p>
            <a:pPr algn="r"/>
            <a:r>
              <a:rPr lang="en-US" sz="3500"/>
              <a:t>2.2.3. Tipos de problemas y decisiones.</a:t>
            </a:r>
          </a:p>
        </p:txBody>
      </p:sp>
      <p:graphicFrame>
        <p:nvGraphicFramePr>
          <p:cNvPr id="4" name="Marcador de contenido 3">
            <a:extLst>
              <a:ext uri="{FF2B5EF4-FFF2-40B4-BE49-F238E27FC236}">
                <a16:creationId xmlns:a16="http://schemas.microsoft.com/office/drawing/2014/main" id="{6CCB3C05-F7D4-2704-C6D7-AA2CD81B6F0F}"/>
              </a:ext>
            </a:extLst>
          </p:cNvPr>
          <p:cNvGraphicFramePr>
            <a:graphicFrameLocks noGrp="1"/>
          </p:cNvGraphicFramePr>
          <p:nvPr>
            <p:ph idx="4294967295"/>
            <p:extLst>
              <p:ext uri="{D42A27DB-BD31-4B8C-83A1-F6EECF244321}">
                <p14:modId xmlns:p14="http://schemas.microsoft.com/office/powerpoint/2010/main" val="1361723170"/>
              </p:ext>
            </p:extLst>
          </p:nvPr>
        </p:nvGraphicFramePr>
        <p:xfrm>
          <a:off x="3619108" y="908720"/>
          <a:ext cx="4646013" cy="5020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3" name="Rectangle 36">
            <a:extLst>
              <a:ext uri="{FF2B5EF4-FFF2-40B4-BE49-F238E27FC236}">
                <a16:creationId xmlns:a16="http://schemas.microsoft.com/office/drawing/2014/main" id="{CC7E0005-C596-4A5C-BAFA-6C5CFA03A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6" name="5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43</a:t>
            </a:fld>
            <a:endParaRPr lang="en-US" sz="1200" b="1" kern="1200" dirty="0">
              <a:solidFill>
                <a:schemeClr val="accent1"/>
              </a:solidFill>
              <a:latin typeface="+mn-lt"/>
              <a:ea typeface="+mn-ea"/>
              <a:cs typeface="+mn-cs"/>
            </a:endParaRPr>
          </a:p>
        </p:txBody>
      </p:sp>
      <p:sp>
        <p:nvSpPr>
          <p:cNvPr id="2" name="Bocadillo nube: nube 1">
            <a:extLst>
              <a:ext uri="{FF2B5EF4-FFF2-40B4-BE49-F238E27FC236}">
                <a16:creationId xmlns:a16="http://schemas.microsoft.com/office/drawing/2014/main" id="{2E9394E0-1CA1-19A4-D505-8F615428CD99}"/>
              </a:ext>
            </a:extLst>
          </p:cNvPr>
          <p:cNvSpPr/>
          <p:nvPr/>
        </p:nvSpPr>
        <p:spPr>
          <a:xfrm>
            <a:off x="4932040" y="116632"/>
            <a:ext cx="2736304" cy="642320"/>
          </a:xfrm>
          <a:prstGeom prst="cloud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Ideas clave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6" name="Rectangle 75">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2697" y="761999"/>
            <a:ext cx="219398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78" name="Rectangle 77">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2"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866" name="1 Título"/>
          <p:cNvSpPr>
            <a:spLocks noGrp="1"/>
          </p:cNvSpPr>
          <p:nvPr>
            <p:ph type="title"/>
          </p:nvPr>
        </p:nvSpPr>
        <p:spPr>
          <a:xfrm>
            <a:off x="1206500" y="762000"/>
            <a:ext cx="5596562" cy="5334000"/>
          </a:xfrm>
        </p:spPr>
        <p:txBody>
          <a:bodyPr vert="horz" lIns="91440" tIns="45720" rIns="91440" bIns="45720" rtlCol="0" anchor="b">
            <a:normAutofit/>
          </a:bodyPr>
          <a:lstStyle/>
          <a:p>
            <a:pPr marL="457200" indent="-457200"/>
            <a:r>
              <a:rPr lang="en-US" sz="6300" spc="-100">
                <a:solidFill>
                  <a:schemeClr val="accent1"/>
                </a:solidFill>
              </a:rPr>
              <a:t>2.2.2. El proceso de toma de decisiones.</a:t>
            </a:r>
          </a:p>
        </p:txBody>
      </p:sp>
      <p:sp>
        <p:nvSpPr>
          <p:cNvPr id="80" name="Rectangle 79">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82" name="Rectangle 81">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4333"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9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44</a:t>
            </a:fld>
            <a:endParaRPr lang="en-US" sz="1200" b="1" kern="1200" dirty="0">
              <a:solidFill>
                <a:schemeClr val="accent1"/>
              </a:solidFill>
              <a:latin typeface="+mn-lt"/>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758951"/>
            <a:ext cx="3485515" cy="5331460"/>
          </a:xfrm>
          <a:custGeom>
            <a:avLst/>
            <a:gdLst/>
            <a:ahLst/>
            <a:cxnLst/>
            <a:rect l="l" t="t" r="r" b="b"/>
            <a:pathLst>
              <a:path w="3485515" h="5331460">
                <a:moveTo>
                  <a:pt x="3485388" y="0"/>
                </a:moveTo>
                <a:lnTo>
                  <a:pt x="0" y="0"/>
                </a:lnTo>
                <a:lnTo>
                  <a:pt x="0" y="5330952"/>
                </a:lnTo>
                <a:lnTo>
                  <a:pt x="3485388" y="5330952"/>
                </a:lnTo>
                <a:lnTo>
                  <a:pt x="3485388" y="0"/>
                </a:lnTo>
                <a:close/>
              </a:path>
            </a:pathLst>
          </a:custGeom>
          <a:solidFill>
            <a:srgbClr val="40B9D2"/>
          </a:solidFill>
        </p:spPr>
        <p:txBody>
          <a:bodyPr wrap="square" lIns="0" tIns="0" rIns="0" bIns="0" rtlCol="0"/>
          <a:lstStyle/>
          <a:p>
            <a:endParaRPr/>
          </a:p>
        </p:txBody>
      </p:sp>
      <p:sp>
        <p:nvSpPr>
          <p:cNvPr id="3" name="object 3"/>
          <p:cNvSpPr txBox="1"/>
          <p:nvPr/>
        </p:nvSpPr>
        <p:spPr>
          <a:xfrm>
            <a:off x="763016" y="2711653"/>
            <a:ext cx="1993264" cy="2514150"/>
          </a:xfrm>
          <a:prstGeom prst="rect">
            <a:avLst/>
          </a:prstGeom>
        </p:spPr>
        <p:txBody>
          <a:bodyPr vert="horz" wrap="square" lIns="0" tIns="13335" rIns="0" bIns="0" rtlCol="0">
            <a:spAutoFit/>
          </a:bodyPr>
          <a:lstStyle/>
          <a:p>
            <a:pPr marL="2540" algn="ctr">
              <a:lnSpc>
                <a:spcPts val="3990"/>
              </a:lnSpc>
              <a:spcBef>
                <a:spcPts val="105"/>
              </a:spcBef>
            </a:pPr>
            <a:r>
              <a:rPr sz="3500" b="1" spc="-55" dirty="0">
                <a:solidFill>
                  <a:schemeClr val="bg1"/>
                </a:solidFill>
                <a:latin typeface="Corbel"/>
                <a:cs typeface="Corbel"/>
              </a:rPr>
              <a:t>2.2.</a:t>
            </a:r>
            <a:r>
              <a:rPr lang="es-ES" sz="3500" b="1" spc="-55" dirty="0">
                <a:solidFill>
                  <a:schemeClr val="bg1"/>
                </a:solidFill>
                <a:latin typeface="Corbel"/>
                <a:cs typeface="Corbel"/>
              </a:rPr>
              <a:t>2</a:t>
            </a:r>
            <a:r>
              <a:rPr sz="3500" b="1" spc="-55" dirty="0">
                <a:solidFill>
                  <a:schemeClr val="bg1"/>
                </a:solidFill>
                <a:latin typeface="Corbel"/>
                <a:cs typeface="Corbel"/>
              </a:rPr>
              <a:t>.</a:t>
            </a:r>
            <a:endParaRPr sz="3500" dirty="0">
              <a:solidFill>
                <a:schemeClr val="bg1"/>
              </a:solidFill>
              <a:latin typeface="Corbel"/>
              <a:cs typeface="Corbel"/>
            </a:endParaRPr>
          </a:p>
          <a:p>
            <a:pPr marL="12700" marR="5080" algn="ctr">
              <a:lnSpc>
                <a:spcPts val="3779"/>
              </a:lnSpc>
              <a:spcBef>
                <a:spcPts val="265"/>
              </a:spcBef>
            </a:pPr>
            <a:r>
              <a:rPr lang="es-ES" sz="3500" b="1" spc="-60" dirty="0">
                <a:solidFill>
                  <a:schemeClr val="bg1"/>
                </a:solidFill>
                <a:latin typeface="Corbel"/>
                <a:cs typeface="Corbel"/>
              </a:rPr>
              <a:t>El proceso de toma de decisiones</a:t>
            </a:r>
            <a:endParaRPr sz="3500" dirty="0">
              <a:solidFill>
                <a:schemeClr val="bg1"/>
              </a:solidFill>
              <a:latin typeface="Corbel"/>
              <a:cs typeface="Corbel"/>
            </a:endParaRPr>
          </a:p>
        </p:txBody>
      </p:sp>
      <p:sp>
        <p:nvSpPr>
          <p:cNvPr id="4" name="object 4"/>
          <p:cNvSpPr txBox="1"/>
          <p:nvPr/>
        </p:nvSpPr>
        <p:spPr>
          <a:xfrm>
            <a:off x="3696461" y="120141"/>
            <a:ext cx="4589780" cy="4413250"/>
          </a:xfrm>
          <a:prstGeom prst="rect">
            <a:avLst/>
          </a:prstGeom>
        </p:spPr>
        <p:txBody>
          <a:bodyPr vert="horz" wrap="square" lIns="0" tIns="12700" rIns="0" bIns="0" rtlCol="0">
            <a:spAutoFit/>
          </a:bodyPr>
          <a:lstStyle/>
          <a:p>
            <a:pPr marL="565785" indent="-183515">
              <a:lnSpc>
                <a:spcPts val="2735"/>
              </a:lnSpc>
              <a:spcBef>
                <a:spcPts val="100"/>
              </a:spcBef>
              <a:buClr>
                <a:srgbClr val="40B9D2"/>
              </a:buClr>
              <a:buFont typeface="Wingdings 2"/>
              <a:buChar char=""/>
              <a:tabLst>
                <a:tab pos="566420" algn="l"/>
              </a:tabLst>
            </a:pPr>
            <a:r>
              <a:rPr sz="2400" b="1" dirty="0">
                <a:latin typeface="Corbel"/>
                <a:cs typeface="Corbel"/>
              </a:rPr>
              <a:t>Etapas</a:t>
            </a:r>
            <a:r>
              <a:rPr sz="2400" b="1" spc="-15" dirty="0">
                <a:latin typeface="Corbel"/>
                <a:cs typeface="Corbel"/>
              </a:rPr>
              <a:t> </a:t>
            </a:r>
            <a:r>
              <a:rPr sz="2400" b="1" dirty="0">
                <a:latin typeface="Corbel"/>
                <a:cs typeface="Corbel"/>
              </a:rPr>
              <a:t>del</a:t>
            </a:r>
            <a:r>
              <a:rPr sz="2400" b="1" spc="-30" dirty="0">
                <a:latin typeface="Corbel"/>
                <a:cs typeface="Corbel"/>
              </a:rPr>
              <a:t> </a:t>
            </a:r>
            <a:r>
              <a:rPr sz="2400" b="1" dirty="0">
                <a:latin typeface="Corbel"/>
                <a:cs typeface="Corbel"/>
              </a:rPr>
              <a:t>proceso</a:t>
            </a:r>
            <a:r>
              <a:rPr sz="2400" b="1" spc="-30" dirty="0">
                <a:latin typeface="Corbel"/>
                <a:cs typeface="Corbel"/>
              </a:rPr>
              <a:t> </a:t>
            </a:r>
            <a:r>
              <a:rPr sz="2400" b="1" dirty="0">
                <a:latin typeface="Corbel"/>
                <a:cs typeface="Corbel"/>
              </a:rPr>
              <a:t>de</a:t>
            </a:r>
            <a:r>
              <a:rPr sz="2400" b="1" spc="-25" dirty="0">
                <a:latin typeface="Corbel"/>
                <a:cs typeface="Corbel"/>
              </a:rPr>
              <a:t> </a:t>
            </a:r>
            <a:r>
              <a:rPr sz="2400" b="1" spc="-5" dirty="0">
                <a:latin typeface="Corbel"/>
                <a:cs typeface="Corbel"/>
              </a:rPr>
              <a:t>toma </a:t>
            </a:r>
            <a:r>
              <a:rPr sz="2400" b="1" dirty="0">
                <a:latin typeface="Corbel"/>
                <a:cs typeface="Corbel"/>
              </a:rPr>
              <a:t>de</a:t>
            </a:r>
            <a:endParaRPr sz="2400">
              <a:latin typeface="Corbel"/>
              <a:cs typeface="Corbel"/>
            </a:endParaRPr>
          </a:p>
          <a:p>
            <a:pPr marL="1884045">
              <a:lnSpc>
                <a:spcPts val="2735"/>
              </a:lnSpc>
            </a:pPr>
            <a:r>
              <a:rPr sz="2400" b="1" dirty="0">
                <a:latin typeface="Corbel"/>
                <a:cs typeface="Corbel"/>
              </a:rPr>
              <a:t>decisiones</a:t>
            </a:r>
            <a:endParaRPr sz="2400">
              <a:latin typeface="Corbel"/>
              <a:cs typeface="Corbel"/>
            </a:endParaRPr>
          </a:p>
          <a:p>
            <a:pPr marL="527685" marR="5080" indent="-515620">
              <a:lnSpc>
                <a:spcPts val="2160"/>
              </a:lnSpc>
              <a:spcBef>
                <a:spcPts val="1260"/>
              </a:spcBef>
              <a:buClr>
                <a:srgbClr val="40B9D2"/>
              </a:buClr>
              <a:buAutoNum type="arabicPeriod"/>
              <a:tabLst>
                <a:tab pos="527685" algn="l"/>
                <a:tab pos="528320" algn="l"/>
              </a:tabLst>
            </a:pPr>
            <a:r>
              <a:rPr sz="2000" dirty="0">
                <a:solidFill>
                  <a:srgbClr val="585858"/>
                </a:solidFill>
                <a:latin typeface="Corbel"/>
                <a:cs typeface="Corbel"/>
              </a:rPr>
              <a:t>Identificar</a:t>
            </a:r>
            <a:r>
              <a:rPr sz="2000" spc="-25" dirty="0">
                <a:solidFill>
                  <a:srgbClr val="585858"/>
                </a:solidFill>
                <a:latin typeface="Corbel"/>
                <a:cs typeface="Corbel"/>
              </a:rPr>
              <a:t> </a:t>
            </a:r>
            <a:r>
              <a:rPr sz="2000" dirty="0">
                <a:solidFill>
                  <a:srgbClr val="585858"/>
                </a:solidFill>
                <a:latin typeface="Corbel"/>
                <a:cs typeface="Corbel"/>
              </a:rPr>
              <a:t>la</a:t>
            </a:r>
            <a:r>
              <a:rPr sz="2000" spc="-30" dirty="0">
                <a:solidFill>
                  <a:srgbClr val="585858"/>
                </a:solidFill>
                <a:latin typeface="Corbel"/>
                <a:cs typeface="Corbel"/>
              </a:rPr>
              <a:t> </a:t>
            </a:r>
            <a:r>
              <a:rPr sz="2000" spc="-5" dirty="0">
                <a:solidFill>
                  <a:srgbClr val="585858"/>
                </a:solidFill>
                <a:latin typeface="Corbel"/>
                <a:cs typeface="Corbel"/>
              </a:rPr>
              <a:t>circunstancia</a:t>
            </a:r>
            <a:r>
              <a:rPr sz="2000" spc="-35" dirty="0">
                <a:solidFill>
                  <a:srgbClr val="585858"/>
                </a:solidFill>
                <a:latin typeface="Corbel"/>
                <a:cs typeface="Corbel"/>
              </a:rPr>
              <a:t> </a:t>
            </a:r>
            <a:r>
              <a:rPr sz="2000" dirty="0">
                <a:solidFill>
                  <a:srgbClr val="585858"/>
                </a:solidFill>
                <a:latin typeface="Corbel"/>
                <a:cs typeface="Corbel"/>
              </a:rPr>
              <a:t>(problema</a:t>
            </a:r>
            <a:r>
              <a:rPr sz="2000" spc="-15" dirty="0">
                <a:solidFill>
                  <a:srgbClr val="585858"/>
                </a:solidFill>
                <a:latin typeface="Corbel"/>
                <a:cs typeface="Corbel"/>
              </a:rPr>
              <a:t> </a:t>
            </a:r>
            <a:r>
              <a:rPr sz="2000" dirty="0">
                <a:solidFill>
                  <a:srgbClr val="585858"/>
                </a:solidFill>
                <a:latin typeface="Corbel"/>
                <a:cs typeface="Corbel"/>
              </a:rPr>
              <a:t>u </a:t>
            </a:r>
            <a:r>
              <a:rPr sz="2000" spc="-385" dirty="0">
                <a:solidFill>
                  <a:srgbClr val="585858"/>
                </a:solidFill>
                <a:latin typeface="Corbel"/>
                <a:cs typeface="Corbel"/>
              </a:rPr>
              <a:t> </a:t>
            </a:r>
            <a:r>
              <a:rPr sz="2000" spc="-5" dirty="0">
                <a:solidFill>
                  <a:srgbClr val="585858"/>
                </a:solidFill>
                <a:latin typeface="Corbel"/>
                <a:cs typeface="Corbel"/>
              </a:rPr>
              <a:t>oportunidad)</a:t>
            </a:r>
            <a:endParaRPr sz="2000">
              <a:latin typeface="Corbel"/>
              <a:cs typeface="Corbel"/>
            </a:endParaRPr>
          </a:p>
          <a:p>
            <a:pPr marL="577850" indent="-565785">
              <a:lnSpc>
                <a:spcPct val="100000"/>
              </a:lnSpc>
              <a:spcBef>
                <a:spcPts val="930"/>
              </a:spcBef>
              <a:buClr>
                <a:srgbClr val="40B9D2"/>
              </a:buClr>
              <a:buAutoNum type="arabicPeriod"/>
              <a:tabLst>
                <a:tab pos="577850" algn="l"/>
                <a:tab pos="578485" algn="l"/>
              </a:tabLst>
            </a:pPr>
            <a:r>
              <a:rPr sz="2000" dirty="0">
                <a:solidFill>
                  <a:srgbClr val="585858"/>
                </a:solidFill>
                <a:latin typeface="Corbel"/>
                <a:cs typeface="Corbel"/>
              </a:rPr>
              <a:t>Identificar</a:t>
            </a:r>
            <a:r>
              <a:rPr sz="2000" spc="-15" dirty="0">
                <a:solidFill>
                  <a:srgbClr val="585858"/>
                </a:solidFill>
                <a:latin typeface="Corbel"/>
                <a:cs typeface="Corbel"/>
              </a:rPr>
              <a:t> </a:t>
            </a:r>
            <a:r>
              <a:rPr sz="2000" dirty="0">
                <a:solidFill>
                  <a:srgbClr val="585858"/>
                </a:solidFill>
                <a:latin typeface="Corbel"/>
                <a:cs typeface="Corbel"/>
              </a:rPr>
              <a:t>los</a:t>
            </a:r>
            <a:r>
              <a:rPr sz="2000" spc="-15" dirty="0">
                <a:solidFill>
                  <a:srgbClr val="585858"/>
                </a:solidFill>
                <a:latin typeface="Corbel"/>
                <a:cs typeface="Corbel"/>
              </a:rPr>
              <a:t> </a:t>
            </a:r>
            <a:r>
              <a:rPr sz="2000" spc="-5" dirty="0">
                <a:solidFill>
                  <a:srgbClr val="585858"/>
                </a:solidFill>
                <a:latin typeface="Corbel"/>
                <a:cs typeface="Corbel"/>
              </a:rPr>
              <a:t>criterios</a:t>
            </a:r>
            <a:r>
              <a:rPr sz="2000" spc="-10" dirty="0">
                <a:solidFill>
                  <a:srgbClr val="585858"/>
                </a:solidFill>
                <a:latin typeface="Corbel"/>
                <a:cs typeface="Corbel"/>
              </a:rPr>
              <a:t> </a:t>
            </a:r>
            <a:r>
              <a:rPr sz="2000" spc="-5" dirty="0">
                <a:solidFill>
                  <a:srgbClr val="585858"/>
                </a:solidFill>
                <a:latin typeface="Corbel"/>
                <a:cs typeface="Corbel"/>
              </a:rPr>
              <a:t>de</a:t>
            </a:r>
            <a:r>
              <a:rPr sz="2000" spc="-10" dirty="0">
                <a:solidFill>
                  <a:srgbClr val="585858"/>
                </a:solidFill>
                <a:latin typeface="Corbel"/>
                <a:cs typeface="Corbel"/>
              </a:rPr>
              <a:t> </a:t>
            </a:r>
            <a:r>
              <a:rPr sz="2000" dirty="0">
                <a:solidFill>
                  <a:srgbClr val="585858"/>
                </a:solidFill>
                <a:latin typeface="Corbel"/>
                <a:cs typeface="Corbel"/>
              </a:rPr>
              <a:t>decisión</a:t>
            </a:r>
            <a:endParaRPr sz="2000">
              <a:latin typeface="Corbel"/>
              <a:cs typeface="Corbel"/>
            </a:endParaRPr>
          </a:p>
          <a:p>
            <a:pPr marL="577850" indent="-565785">
              <a:lnSpc>
                <a:spcPct val="100000"/>
              </a:lnSpc>
              <a:spcBef>
                <a:spcPts val="960"/>
              </a:spcBef>
              <a:buClr>
                <a:srgbClr val="40B9D2"/>
              </a:buClr>
              <a:buAutoNum type="arabicPeriod"/>
              <a:tabLst>
                <a:tab pos="577850" algn="l"/>
                <a:tab pos="578485" algn="l"/>
              </a:tabLst>
            </a:pPr>
            <a:r>
              <a:rPr sz="2000" spc="-15" dirty="0">
                <a:solidFill>
                  <a:srgbClr val="585858"/>
                </a:solidFill>
                <a:latin typeface="Corbel"/>
                <a:cs typeface="Corbel"/>
              </a:rPr>
              <a:t>Ponderar</a:t>
            </a:r>
            <a:r>
              <a:rPr sz="2000" spc="-20" dirty="0">
                <a:solidFill>
                  <a:srgbClr val="585858"/>
                </a:solidFill>
                <a:latin typeface="Corbel"/>
                <a:cs typeface="Corbel"/>
              </a:rPr>
              <a:t> </a:t>
            </a:r>
            <a:r>
              <a:rPr sz="2000" dirty="0">
                <a:solidFill>
                  <a:srgbClr val="585858"/>
                </a:solidFill>
                <a:latin typeface="Corbel"/>
                <a:cs typeface="Corbel"/>
              </a:rPr>
              <a:t>los</a:t>
            </a:r>
            <a:r>
              <a:rPr sz="2000" spc="-25" dirty="0">
                <a:solidFill>
                  <a:srgbClr val="585858"/>
                </a:solidFill>
                <a:latin typeface="Corbel"/>
                <a:cs typeface="Corbel"/>
              </a:rPr>
              <a:t> </a:t>
            </a:r>
            <a:r>
              <a:rPr sz="2000" spc="-5" dirty="0">
                <a:solidFill>
                  <a:srgbClr val="585858"/>
                </a:solidFill>
                <a:latin typeface="Corbel"/>
                <a:cs typeface="Corbel"/>
              </a:rPr>
              <a:t>criterios</a:t>
            </a:r>
            <a:endParaRPr sz="2000">
              <a:latin typeface="Corbel"/>
              <a:cs typeface="Corbel"/>
            </a:endParaRPr>
          </a:p>
          <a:p>
            <a:pPr marL="577850" indent="-565785">
              <a:lnSpc>
                <a:spcPct val="100000"/>
              </a:lnSpc>
              <a:spcBef>
                <a:spcPts val="960"/>
              </a:spcBef>
              <a:buClr>
                <a:srgbClr val="40B9D2"/>
              </a:buClr>
              <a:buAutoNum type="arabicPeriod"/>
              <a:tabLst>
                <a:tab pos="577850" algn="l"/>
                <a:tab pos="578485" algn="l"/>
              </a:tabLst>
            </a:pPr>
            <a:r>
              <a:rPr sz="2000" spc="-5" dirty="0">
                <a:solidFill>
                  <a:srgbClr val="585858"/>
                </a:solidFill>
                <a:latin typeface="Corbel"/>
                <a:cs typeface="Corbel"/>
              </a:rPr>
              <a:t>Buscar</a:t>
            </a:r>
            <a:r>
              <a:rPr sz="2000" spc="-30" dirty="0">
                <a:solidFill>
                  <a:srgbClr val="585858"/>
                </a:solidFill>
                <a:latin typeface="Corbel"/>
                <a:cs typeface="Corbel"/>
              </a:rPr>
              <a:t> </a:t>
            </a:r>
            <a:r>
              <a:rPr sz="2000" dirty="0">
                <a:solidFill>
                  <a:srgbClr val="585858"/>
                </a:solidFill>
                <a:latin typeface="Corbel"/>
                <a:cs typeface="Corbel"/>
              </a:rPr>
              <a:t>alternativas</a:t>
            </a:r>
            <a:endParaRPr sz="2000">
              <a:latin typeface="Corbel"/>
              <a:cs typeface="Corbel"/>
            </a:endParaRPr>
          </a:p>
          <a:p>
            <a:pPr marL="567055" indent="-554990">
              <a:lnSpc>
                <a:spcPct val="100000"/>
              </a:lnSpc>
              <a:spcBef>
                <a:spcPts val="960"/>
              </a:spcBef>
              <a:buClr>
                <a:srgbClr val="40B9D2"/>
              </a:buClr>
              <a:buAutoNum type="arabicPeriod"/>
              <a:tabLst>
                <a:tab pos="567055" algn="l"/>
                <a:tab pos="567690" algn="l"/>
              </a:tabLst>
            </a:pPr>
            <a:r>
              <a:rPr sz="2000" spc="-5" dirty="0">
                <a:solidFill>
                  <a:srgbClr val="585858"/>
                </a:solidFill>
                <a:latin typeface="Corbel"/>
                <a:cs typeface="Corbel"/>
              </a:rPr>
              <a:t>Analizar</a:t>
            </a:r>
            <a:r>
              <a:rPr sz="2000" spc="-35" dirty="0">
                <a:solidFill>
                  <a:srgbClr val="585858"/>
                </a:solidFill>
                <a:latin typeface="Corbel"/>
                <a:cs typeface="Corbel"/>
              </a:rPr>
              <a:t> </a:t>
            </a:r>
            <a:r>
              <a:rPr sz="2000" dirty="0">
                <a:solidFill>
                  <a:srgbClr val="585858"/>
                </a:solidFill>
                <a:latin typeface="Corbel"/>
                <a:cs typeface="Corbel"/>
              </a:rPr>
              <a:t>las</a:t>
            </a:r>
            <a:r>
              <a:rPr sz="2000" spc="-15" dirty="0">
                <a:solidFill>
                  <a:srgbClr val="585858"/>
                </a:solidFill>
                <a:latin typeface="Corbel"/>
                <a:cs typeface="Corbel"/>
              </a:rPr>
              <a:t> </a:t>
            </a:r>
            <a:r>
              <a:rPr sz="2000" spc="-5" dirty="0">
                <a:solidFill>
                  <a:srgbClr val="585858"/>
                </a:solidFill>
                <a:latin typeface="Corbel"/>
                <a:cs typeface="Corbel"/>
              </a:rPr>
              <a:t>alternativas</a:t>
            </a:r>
            <a:endParaRPr sz="2000">
              <a:latin typeface="Corbel"/>
              <a:cs typeface="Corbel"/>
            </a:endParaRPr>
          </a:p>
          <a:p>
            <a:pPr marL="571500" indent="-559435">
              <a:lnSpc>
                <a:spcPct val="100000"/>
              </a:lnSpc>
              <a:spcBef>
                <a:spcPts val="960"/>
              </a:spcBef>
              <a:buClr>
                <a:srgbClr val="40B9D2"/>
              </a:buClr>
              <a:buAutoNum type="arabicPeriod"/>
              <a:tabLst>
                <a:tab pos="571500" algn="l"/>
                <a:tab pos="572135" algn="l"/>
              </a:tabLst>
            </a:pPr>
            <a:r>
              <a:rPr sz="2000" spc="-5" dirty="0">
                <a:solidFill>
                  <a:srgbClr val="585858"/>
                </a:solidFill>
                <a:latin typeface="Corbel"/>
                <a:cs typeface="Corbel"/>
              </a:rPr>
              <a:t>Seleccionar</a:t>
            </a:r>
            <a:r>
              <a:rPr sz="2000" spc="-50" dirty="0">
                <a:solidFill>
                  <a:srgbClr val="585858"/>
                </a:solidFill>
                <a:latin typeface="Corbel"/>
                <a:cs typeface="Corbel"/>
              </a:rPr>
              <a:t> </a:t>
            </a:r>
            <a:r>
              <a:rPr sz="2000" dirty="0">
                <a:solidFill>
                  <a:srgbClr val="585858"/>
                </a:solidFill>
                <a:latin typeface="Corbel"/>
                <a:cs typeface="Corbel"/>
              </a:rPr>
              <a:t>la</a:t>
            </a:r>
            <a:r>
              <a:rPr sz="2000" spc="-25" dirty="0">
                <a:solidFill>
                  <a:srgbClr val="585858"/>
                </a:solidFill>
                <a:latin typeface="Corbel"/>
                <a:cs typeface="Corbel"/>
              </a:rPr>
              <a:t> </a:t>
            </a:r>
            <a:r>
              <a:rPr sz="2000" dirty="0">
                <a:solidFill>
                  <a:srgbClr val="585858"/>
                </a:solidFill>
                <a:latin typeface="Corbel"/>
                <a:cs typeface="Corbel"/>
              </a:rPr>
              <a:t>alternativa</a:t>
            </a:r>
            <a:endParaRPr sz="2000">
              <a:latin typeface="Corbel"/>
              <a:cs typeface="Corbel"/>
            </a:endParaRPr>
          </a:p>
          <a:p>
            <a:pPr marL="577850" indent="-565785">
              <a:lnSpc>
                <a:spcPct val="100000"/>
              </a:lnSpc>
              <a:spcBef>
                <a:spcPts val="965"/>
              </a:spcBef>
              <a:buClr>
                <a:srgbClr val="40B9D2"/>
              </a:buClr>
              <a:buAutoNum type="arabicPeriod"/>
              <a:tabLst>
                <a:tab pos="577850" algn="l"/>
                <a:tab pos="578485" algn="l"/>
              </a:tabLst>
            </a:pPr>
            <a:r>
              <a:rPr sz="2000" dirty="0">
                <a:solidFill>
                  <a:srgbClr val="585858"/>
                </a:solidFill>
                <a:latin typeface="Corbel"/>
                <a:cs typeface="Corbel"/>
              </a:rPr>
              <a:t>Implementar</a:t>
            </a:r>
            <a:r>
              <a:rPr sz="2000" spc="-20" dirty="0">
                <a:solidFill>
                  <a:srgbClr val="585858"/>
                </a:solidFill>
                <a:latin typeface="Corbel"/>
                <a:cs typeface="Corbel"/>
              </a:rPr>
              <a:t> </a:t>
            </a:r>
            <a:r>
              <a:rPr sz="2000" spc="-5" dirty="0">
                <a:solidFill>
                  <a:srgbClr val="585858"/>
                </a:solidFill>
                <a:latin typeface="Corbel"/>
                <a:cs typeface="Corbel"/>
              </a:rPr>
              <a:t>una</a:t>
            </a:r>
            <a:r>
              <a:rPr sz="2000" spc="-25" dirty="0">
                <a:solidFill>
                  <a:srgbClr val="585858"/>
                </a:solidFill>
                <a:latin typeface="Corbel"/>
                <a:cs typeface="Corbel"/>
              </a:rPr>
              <a:t> </a:t>
            </a:r>
            <a:r>
              <a:rPr sz="2000" dirty="0">
                <a:solidFill>
                  <a:srgbClr val="585858"/>
                </a:solidFill>
                <a:latin typeface="Corbel"/>
                <a:cs typeface="Corbel"/>
              </a:rPr>
              <a:t>alternativa</a:t>
            </a:r>
            <a:endParaRPr sz="2000">
              <a:latin typeface="Corbel"/>
              <a:cs typeface="Corbel"/>
            </a:endParaRPr>
          </a:p>
          <a:p>
            <a:pPr marL="577850" indent="-565785">
              <a:lnSpc>
                <a:spcPct val="100000"/>
              </a:lnSpc>
              <a:spcBef>
                <a:spcPts val="960"/>
              </a:spcBef>
              <a:buClr>
                <a:srgbClr val="40B9D2"/>
              </a:buClr>
              <a:buAutoNum type="arabicPeriod"/>
              <a:tabLst>
                <a:tab pos="577850" algn="l"/>
                <a:tab pos="578485" algn="l"/>
              </a:tabLst>
            </a:pPr>
            <a:r>
              <a:rPr sz="2000" spc="-5" dirty="0">
                <a:solidFill>
                  <a:srgbClr val="585858"/>
                </a:solidFill>
                <a:latin typeface="Corbel"/>
                <a:cs typeface="Corbel"/>
              </a:rPr>
              <a:t>Evaluar</a:t>
            </a:r>
            <a:r>
              <a:rPr sz="2000" spc="-25" dirty="0">
                <a:solidFill>
                  <a:srgbClr val="585858"/>
                </a:solidFill>
                <a:latin typeface="Corbel"/>
                <a:cs typeface="Corbel"/>
              </a:rPr>
              <a:t> </a:t>
            </a:r>
            <a:r>
              <a:rPr sz="2000" dirty="0">
                <a:solidFill>
                  <a:srgbClr val="585858"/>
                </a:solidFill>
                <a:latin typeface="Corbel"/>
                <a:cs typeface="Corbel"/>
              </a:rPr>
              <a:t>la</a:t>
            </a:r>
            <a:r>
              <a:rPr sz="2000" spc="-15" dirty="0">
                <a:solidFill>
                  <a:srgbClr val="585858"/>
                </a:solidFill>
                <a:latin typeface="Corbel"/>
                <a:cs typeface="Corbel"/>
              </a:rPr>
              <a:t> </a:t>
            </a:r>
            <a:r>
              <a:rPr sz="2000" dirty="0">
                <a:solidFill>
                  <a:srgbClr val="585858"/>
                </a:solidFill>
                <a:latin typeface="Corbel"/>
                <a:cs typeface="Corbel"/>
              </a:rPr>
              <a:t>eficacia</a:t>
            </a:r>
            <a:r>
              <a:rPr sz="2000" spc="-20" dirty="0">
                <a:solidFill>
                  <a:srgbClr val="585858"/>
                </a:solidFill>
                <a:latin typeface="Corbel"/>
                <a:cs typeface="Corbel"/>
              </a:rPr>
              <a:t> </a:t>
            </a:r>
            <a:r>
              <a:rPr sz="2000" spc="-5" dirty="0">
                <a:solidFill>
                  <a:srgbClr val="585858"/>
                </a:solidFill>
                <a:latin typeface="Corbel"/>
                <a:cs typeface="Corbel"/>
              </a:rPr>
              <a:t>de</a:t>
            </a:r>
            <a:r>
              <a:rPr sz="2000" dirty="0">
                <a:solidFill>
                  <a:srgbClr val="585858"/>
                </a:solidFill>
                <a:latin typeface="Corbel"/>
                <a:cs typeface="Corbel"/>
              </a:rPr>
              <a:t> la</a:t>
            </a:r>
            <a:r>
              <a:rPr sz="2000" spc="-20" dirty="0">
                <a:solidFill>
                  <a:srgbClr val="585858"/>
                </a:solidFill>
                <a:latin typeface="Corbel"/>
                <a:cs typeface="Corbel"/>
              </a:rPr>
              <a:t> </a:t>
            </a:r>
            <a:r>
              <a:rPr sz="2000" spc="-5" dirty="0">
                <a:solidFill>
                  <a:srgbClr val="585858"/>
                </a:solidFill>
                <a:latin typeface="Corbel"/>
                <a:cs typeface="Corbel"/>
              </a:rPr>
              <a:t>decisión</a:t>
            </a:r>
            <a:endParaRPr sz="2000">
              <a:latin typeface="Corbel"/>
              <a:cs typeface="Corbel"/>
            </a:endParaRPr>
          </a:p>
        </p:txBody>
      </p:sp>
      <p:sp>
        <p:nvSpPr>
          <p:cNvPr id="5" name="object 5"/>
          <p:cNvSpPr txBox="1"/>
          <p:nvPr/>
        </p:nvSpPr>
        <p:spPr>
          <a:xfrm>
            <a:off x="3696461" y="4995164"/>
            <a:ext cx="4893945" cy="299720"/>
          </a:xfrm>
          <a:prstGeom prst="rect">
            <a:avLst/>
          </a:prstGeom>
        </p:spPr>
        <p:txBody>
          <a:bodyPr vert="horz" wrap="square" lIns="0" tIns="12700" rIns="0" bIns="0" rtlCol="0">
            <a:spAutoFit/>
          </a:bodyPr>
          <a:lstStyle/>
          <a:p>
            <a:pPr marL="195580" indent="-182880">
              <a:lnSpc>
                <a:spcPct val="100000"/>
              </a:lnSpc>
              <a:spcBef>
                <a:spcPts val="100"/>
              </a:spcBef>
              <a:buClr>
                <a:srgbClr val="40B9D2"/>
              </a:buClr>
              <a:buFont typeface="Wingdings 2"/>
              <a:buChar char=""/>
              <a:tabLst>
                <a:tab pos="195580" algn="l"/>
              </a:tabLst>
            </a:pPr>
            <a:r>
              <a:rPr sz="1800" b="1" dirty="0">
                <a:solidFill>
                  <a:srgbClr val="006FC0"/>
                </a:solidFill>
                <a:latin typeface="Corbel"/>
                <a:cs typeface="Corbel"/>
              </a:rPr>
              <a:t>Aspectos</a:t>
            </a:r>
            <a:r>
              <a:rPr sz="1800" b="1" spc="-10" dirty="0">
                <a:solidFill>
                  <a:srgbClr val="006FC0"/>
                </a:solidFill>
                <a:latin typeface="Corbel"/>
                <a:cs typeface="Corbel"/>
              </a:rPr>
              <a:t> </a:t>
            </a:r>
            <a:r>
              <a:rPr sz="1800" b="1" spc="-5" dirty="0">
                <a:solidFill>
                  <a:srgbClr val="006FC0"/>
                </a:solidFill>
                <a:latin typeface="Corbel"/>
                <a:cs typeface="Corbel"/>
              </a:rPr>
              <a:t>que</a:t>
            </a:r>
            <a:r>
              <a:rPr sz="1800" b="1" spc="-10" dirty="0">
                <a:solidFill>
                  <a:srgbClr val="006FC0"/>
                </a:solidFill>
                <a:latin typeface="Corbel"/>
                <a:cs typeface="Corbel"/>
              </a:rPr>
              <a:t> </a:t>
            </a:r>
            <a:r>
              <a:rPr sz="1800" b="1" spc="-5" dirty="0">
                <a:solidFill>
                  <a:srgbClr val="006FC0"/>
                </a:solidFill>
                <a:latin typeface="Corbel"/>
                <a:cs typeface="Corbel"/>
              </a:rPr>
              <a:t>influyen</a:t>
            </a:r>
            <a:r>
              <a:rPr sz="1800" b="1" spc="-10" dirty="0">
                <a:solidFill>
                  <a:srgbClr val="006FC0"/>
                </a:solidFill>
                <a:latin typeface="Corbel"/>
                <a:cs typeface="Corbel"/>
              </a:rPr>
              <a:t> </a:t>
            </a:r>
            <a:r>
              <a:rPr sz="1800" b="1" dirty="0">
                <a:solidFill>
                  <a:srgbClr val="006FC0"/>
                </a:solidFill>
                <a:latin typeface="Corbel"/>
                <a:cs typeface="Corbel"/>
              </a:rPr>
              <a:t>en la</a:t>
            </a:r>
            <a:r>
              <a:rPr sz="1800" b="1" spc="-10" dirty="0">
                <a:solidFill>
                  <a:srgbClr val="006FC0"/>
                </a:solidFill>
                <a:latin typeface="Corbel"/>
                <a:cs typeface="Corbel"/>
              </a:rPr>
              <a:t> </a:t>
            </a:r>
            <a:r>
              <a:rPr sz="1800" b="1" spc="-5" dirty="0">
                <a:solidFill>
                  <a:srgbClr val="006FC0"/>
                </a:solidFill>
                <a:latin typeface="Corbel"/>
                <a:cs typeface="Corbel"/>
              </a:rPr>
              <a:t>toma</a:t>
            </a:r>
            <a:r>
              <a:rPr sz="1800" b="1" spc="5" dirty="0">
                <a:solidFill>
                  <a:srgbClr val="006FC0"/>
                </a:solidFill>
                <a:latin typeface="Corbel"/>
                <a:cs typeface="Corbel"/>
              </a:rPr>
              <a:t> </a:t>
            </a:r>
            <a:r>
              <a:rPr sz="1800" b="1" dirty="0">
                <a:solidFill>
                  <a:srgbClr val="006FC0"/>
                </a:solidFill>
                <a:latin typeface="Corbel"/>
                <a:cs typeface="Corbel"/>
              </a:rPr>
              <a:t>de</a:t>
            </a:r>
            <a:r>
              <a:rPr sz="1800" b="1" spc="-20" dirty="0">
                <a:solidFill>
                  <a:srgbClr val="006FC0"/>
                </a:solidFill>
                <a:latin typeface="Corbel"/>
                <a:cs typeface="Corbel"/>
              </a:rPr>
              <a:t> </a:t>
            </a:r>
            <a:r>
              <a:rPr sz="1800" b="1" dirty="0">
                <a:solidFill>
                  <a:srgbClr val="006FC0"/>
                </a:solidFill>
                <a:latin typeface="Corbel"/>
                <a:cs typeface="Corbel"/>
              </a:rPr>
              <a:t>decisiones</a:t>
            </a:r>
            <a:r>
              <a:rPr sz="1800" b="1" dirty="0">
                <a:solidFill>
                  <a:srgbClr val="585858"/>
                </a:solidFill>
                <a:latin typeface="Corbel"/>
                <a:cs typeface="Corbel"/>
              </a:rPr>
              <a:t>:</a:t>
            </a:r>
            <a:endParaRPr sz="1800">
              <a:latin typeface="Corbel"/>
              <a:cs typeface="Corbel"/>
            </a:endParaRPr>
          </a:p>
        </p:txBody>
      </p:sp>
      <p:sp>
        <p:nvSpPr>
          <p:cNvPr id="6" name="object 6"/>
          <p:cNvSpPr txBox="1"/>
          <p:nvPr/>
        </p:nvSpPr>
        <p:spPr>
          <a:xfrm>
            <a:off x="3856482" y="5470652"/>
            <a:ext cx="4795520" cy="1022350"/>
          </a:xfrm>
          <a:prstGeom prst="rect">
            <a:avLst/>
          </a:prstGeom>
        </p:spPr>
        <p:txBody>
          <a:bodyPr vert="horz" wrap="square" lIns="0" tIns="12700" rIns="0" bIns="0" rtlCol="0">
            <a:spAutoFit/>
          </a:bodyPr>
          <a:lstStyle/>
          <a:p>
            <a:pPr marL="299085" indent="-287020">
              <a:lnSpc>
                <a:spcPct val="100000"/>
              </a:lnSpc>
              <a:spcBef>
                <a:spcPts val="100"/>
              </a:spcBef>
              <a:buClr>
                <a:srgbClr val="40B9D2"/>
              </a:buClr>
              <a:buFont typeface="Wingdings"/>
              <a:buChar char=""/>
              <a:tabLst>
                <a:tab pos="299720" algn="l"/>
              </a:tabLst>
            </a:pPr>
            <a:r>
              <a:rPr sz="1800" spc="-5" dirty="0">
                <a:solidFill>
                  <a:srgbClr val="585858"/>
                </a:solidFill>
                <a:latin typeface="Corbel"/>
                <a:cs typeface="Corbel"/>
              </a:rPr>
              <a:t>Las</a:t>
            </a:r>
            <a:r>
              <a:rPr sz="1800" dirty="0">
                <a:solidFill>
                  <a:srgbClr val="585858"/>
                </a:solidFill>
                <a:latin typeface="Corbel"/>
                <a:cs typeface="Corbel"/>
              </a:rPr>
              <a:t> </a:t>
            </a:r>
            <a:r>
              <a:rPr sz="1800" spc="-5" dirty="0">
                <a:solidFill>
                  <a:srgbClr val="585858"/>
                </a:solidFill>
                <a:latin typeface="Corbel"/>
                <a:cs typeface="Corbel"/>
              </a:rPr>
              <a:t>condiciones</a:t>
            </a:r>
            <a:r>
              <a:rPr sz="1800" spc="-40" dirty="0">
                <a:solidFill>
                  <a:srgbClr val="585858"/>
                </a:solidFill>
                <a:latin typeface="Corbel"/>
                <a:cs typeface="Corbel"/>
              </a:rPr>
              <a:t> </a:t>
            </a:r>
            <a:r>
              <a:rPr sz="1800" dirty="0">
                <a:solidFill>
                  <a:srgbClr val="585858"/>
                </a:solidFill>
                <a:latin typeface="Corbel"/>
                <a:cs typeface="Corbel"/>
              </a:rPr>
              <a:t>en</a:t>
            </a:r>
            <a:r>
              <a:rPr sz="1800" spc="5" dirty="0">
                <a:solidFill>
                  <a:srgbClr val="585858"/>
                </a:solidFill>
                <a:latin typeface="Corbel"/>
                <a:cs typeface="Corbel"/>
              </a:rPr>
              <a:t> </a:t>
            </a:r>
            <a:r>
              <a:rPr sz="1800" dirty="0">
                <a:solidFill>
                  <a:srgbClr val="585858"/>
                </a:solidFill>
                <a:latin typeface="Corbel"/>
                <a:cs typeface="Corbel"/>
              </a:rPr>
              <a:t>las</a:t>
            </a:r>
            <a:r>
              <a:rPr sz="1800" spc="-10" dirty="0">
                <a:solidFill>
                  <a:srgbClr val="585858"/>
                </a:solidFill>
                <a:latin typeface="Corbel"/>
                <a:cs typeface="Corbel"/>
              </a:rPr>
              <a:t> </a:t>
            </a:r>
            <a:r>
              <a:rPr sz="1800" dirty="0">
                <a:solidFill>
                  <a:srgbClr val="585858"/>
                </a:solidFill>
                <a:latin typeface="Corbel"/>
                <a:cs typeface="Corbel"/>
              </a:rPr>
              <a:t>que</a:t>
            </a:r>
            <a:r>
              <a:rPr sz="1800" spc="-10" dirty="0">
                <a:solidFill>
                  <a:srgbClr val="585858"/>
                </a:solidFill>
                <a:latin typeface="Corbel"/>
                <a:cs typeface="Corbel"/>
              </a:rPr>
              <a:t> </a:t>
            </a:r>
            <a:r>
              <a:rPr sz="1800" dirty="0">
                <a:solidFill>
                  <a:srgbClr val="585858"/>
                </a:solidFill>
                <a:latin typeface="Corbel"/>
                <a:cs typeface="Corbel"/>
              </a:rPr>
              <a:t>se</a:t>
            </a:r>
            <a:r>
              <a:rPr sz="1800" spc="-10" dirty="0">
                <a:solidFill>
                  <a:srgbClr val="585858"/>
                </a:solidFill>
                <a:latin typeface="Corbel"/>
                <a:cs typeface="Corbel"/>
              </a:rPr>
              <a:t> </a:t>
            </a:r>
            <a:r>
              <a:rPr sz="1800" spc="-5" dirty="0">
                <a:solidFill>
                  <a:srgbClr val="585858"/>
                </a:solidFill>
                <a:latin typeface="Corbel"/>
                <a:cs typeface="Corbel"/>
              </a:rPr>
              <a:t>toman.</a:t>
            </a:r>
            <a:endParaRPr sz="1800">
              <a:latin typeface="Corbel"/>
              <a:cs typeface="Corbel"/>
            </a:endParaRPr>
          </a:p>
          <a:p>
            <a:pPr marL="299085" indent="-287020">
              <a:lnSpc>
                <a:spcPts val="2050"/>
              </a:lnSpc>
              <a:spcBef>
                <a:spcPts val="1580"/>
              </a:spcBef>
              <a:buClr>
                <a:srgbClr val="40B9D2"/>
              </a:buClr>
              <a:buFont typeface="Wingdings"/>
              <a:buChar char=""/>
              <a:tabLst>
                <a:tab pos="299720" algn="l"/>
              </a:tabLst>
            </a:pPr>
            <a:r>
              <a:rPr sz="1800" spc="-5" dirty="0">
                <a:solidFill>
                  <a:srgbClr val="585858"/>
                </a:solidFill>
                <a:latin typeface="Corbel"/>
                <a:cs typeface="Corbel"/>
              </a:rPr>
              <a:t>La</a:t>
            </a:r>
            <a:r>
              <a:rPr sz="1800" spc="250" dirty="0">
                <a:solidFill>
                  <a:srgbClr val="585858"/>
                </a:solidFill>
                <a:latin typeface="Corbel"/>
                <a:cs typeface="Corbel"/>
              </a:rPr>
              <a:t> </a:t>
            </a:r>
            <a:r>
              <a:rPr sz="1800" spc="-5" dirty="0">
                <a:solidFill>
                  <a:srgbClr val="585858"/>
                </a:solidFill>
                <a:latin typeface="Corbel"/>
                <a:cs typeface="Corbel"/>
              </a:rPr>
              <a:t>forma</a:t>
            </a:r>
            <a:r>
              <a:rPr sz="1800" spc="260" dirty="0">
                <a:solidFill>
                  <a:srgbClr val="585858"/>
                </a:solidFill>
                <a:latin typeface="Corbel"/>
                <a:cs typeface="Corbel"/>
              </a:rPr>
              <a:t> </a:t>
            </a:r>
            <a:r>
              <a:rPr sz="1800" spc="-5" dirty="0">
                <a:solidFill>
                  <a:srgbClr val="585858"/>
                </a:solidFill>
                <a:latin typeface="Corbel"/>
                <a:cs typeface="Corbel"/>
              </a:rPr>
              <a:t>de</a:t>
            </a:r>
            <a:r>
              <a:rPr sz="1800" spc="270" dirty="0">
                <a:solidFill>
                  <a:srgbClr val="585858"/>
                </a:solidFill>
                <a:latin typeface="Corbel"/>
                <a:cs typeface="Corbel"/>
              </a:rPr>
              <a:t> </a:t>
            </a:r>
            <a:r>
              <a:rPr sz="1800" dirty="0">
                <a:solidFill>
                  <a:srgbClr val="585858"/>
                </a:solidFill>
                <a:latin typeface="Corbel"/>
                <a:cs typeface="Corbel"/>
              </a:rPr>
              <a:t>procesar</a:t>
            </a:r>
            <a:r>
              <a:rPr sz="1800" spc="254" dirty="0">
                <a:solidFill>
                  <a:srgbClr val="585858"/>
                </a:solidFill>
                <a:latin typeface="Corbel"/>
                <a:cs typeface="Corbel"/>
              </a:rPr>
              <a:t> </a:t>
            </a:r>
            <a:r>
              <a:rPr sz="1800" dirty="0">
                <a:solidFill>
                  <a:srgbClr val="585858"/>
                </a:solidFill>
                <a:latin typeface="Corbel"/>
                <a:cs typeface="Corbel"/>
              </a:rPr>
              <a:t>la</a:t>
            </a:r>
            <a:r>
              <a:rPr sz="1800" spc="250" dirty="0">
                <a:solidFill>
                  <a:srgbClr val="585858"/>
                </a:solidFill>
                <a:latin typeface="Corbel"/>
                <a:cs typeface="Corbel"/>
              </a:rPr>
              <a:t> </a:t>
            </a:r>
            <a:r>
              <a:rPr sz="1800" spc="-5" dirty="0">
                <a:solidFill>
                  <a:srgbClr val="585858"/>
                </a:solidFill>
                <a:latin typeface="Corbel"/>
                <a:cs typeface="Corbel"/>
              </a:rPr>
              <a:t>información</a:t>
            </a:r>
            <a:r>
              <a:rPr sz="1800" spc="260" dirty="0">
                <a:solidFill>
                  <a:srgbClr val="585858"/>
                </a:solidFill>
                <a:latin typeface="Corbel"/>
                <a:cs typeface="Corbel"/>
              </a:rPr>
              <a:t> </a:t>
            </a:r>
            <a:r>
              <a:rPr sz="1800" spc="-5" dirty="0">
                <a:solidFill>
                  <a:srgbClr val="585858"/>
                </a:solidFill>
                <a:latin typeface="Corbel"/>
                <a:cs typeface="Corbel"/>
              </a:rPr>
              <a:t>de</a:t>
            </a:r>
            <a:r>
              <a:rPr sz="1800" spc="260" dirty="0">
                <a:solidFill>
                  <a:srgbClr val="585858"/>
                </a:solidFill>
                <a:latin typeface="Corbel"/>
                <a:cs typeface="Corbel"/>
              </a:rPr>
              <a:t> </a:t>
            </a:r>
            <a:r>
              <a:rPr sz="1800" dirty="0">
                <a:solidFill>
                  <a:srgbClr val="585858"/>
                </a:solidFill>
                <a:latin typeface="Corbel"/>
                <a:cs typeface="Corbel"/>
              </a:rPr>
              <a:t>quien</a:t>
            </a:r>
            <a:endParaRPr sz="1800">
              <a:latin typeface="Corbel"/>
              <a:cs typeface="Corbel"/>
            </a:endParaRPr>
          </a:p>
          <a:p>
            <a:pPr marL="299085">
              <a:lnSpc>
                <a:spcPts val="2050"/>
              </a:lnSpc>
            </a:pPr>
            <a:r>
              <a:rPr sz="1800" dirty="0">
                <a:solidFill>
                  <a:srgbClr val="585858"/>
                </a:solidFill>
                <a:latin typeface="Corbel"/>
                <a:cs typeface="Corbel"/>
              </a:rPr>
              <a:t>las</a:t>
            </a:r>
            <a:r>
              <a:rPr sz="1800" spc="-10" dirty="0">
                <a:solidFill>
                  <a:srgbClr val="585858"/>
                </a:solidFill>
                <a:latin typeface="Corbel"/>
                <a:cs typeface="Corbel"/>
              </a:rPr>
              <a:t> </a:t>
            </a:r>
            <a:r>
              <a:rPr sz="1800" spc="-5" dirty="0">
                <a:solidFill>
                  <a:srgbClr val="585858"/>
                </a:solidFill>
                <a:latin typeface="Corbel"/>
                <a:cs typeface="Corbel"/>
              </a:rPr>
              <a:t>toma</a:t>
            </a:r>
            <a:r>
              <a:rPr sz="1800" spc="5" dirty="0">
                <a:solidFill>
                  <a:srgbClr val="585858"/>
                </a:solidFill>
                <a:latin typeface="Corbel"/>
                <a:cs typeface="Corbel"/>
              </a:rPr>
              <a:t> </a:t>
            </a:r>
            <a:r>
              <a:rPr sz="1800" spc="-15" dirty="0">
                <a:solidFill>
                  <a:srgbClr val="585858"/>
                </a:solidFill>
                <a:latin typeface="Corbel"/>
                <a:cs typeface="Corbel"/>
              </a:rPr>
              <a:t>(el</a:t>
            </a:r>
            <a:r>
              <a:rPr sz="1800" dirty="0">
                <a:solidFill>
                  <a:srgbClr val="585858"/>
                </a:solidFill>
                <a:latin typeface="Corbel"/>
                <a:cs typeface="Corbel"/>
              </a:rPr>
              <a:t> </a:t>
            </a:r>
            <a:r>
              <a:rPr sz="1800" spc="-5" dirty="0">
                <a:solidFill>
                  <a:srgbClr val="585858"/>
                </a:solidFill>
                <a:latin typeface="Corbel"/>
                <a:cs typeface="Corbel"/>
              </a:rPr>
              <a:t>estilo</a:t>
            </a:r>
            <a:r>
              <a:rPr sz="1800" spc="-10" dirty="0">
                <a:solidFill>
                  <a:srgbClr val="585858"/>
                </a:solidFill>
                <a:latin typeface="Corbel"/>
                <a:cs typeface="Corbel"/>
              </a:rPr>
              <a:t> </a:t>
            </a:r>
            <a:r>
              <a:rPr sz="1800" spc="-5" dirty="0">
                <a:solidFill>
                  <a:srgbClr val="585858"/>
                </a:solidFill>
                <a:latin typeface="Corbel"/>
                <a:cs typeface="Corbel"/>
              </a:rPr>
              <a:t>de</a:t>
            </a:r>
            <a:r>
              <a:rPr sz="1800" dirty="0">
                <a:solidFill>
                  <a:srgbClr val="585858"/>
                </a:solidFill>
                <a:latin typeface="Corbel"/>
                <a:cs typeface="Corbel"/>
              </a:rPr>
              <a:t> </a:t>
            </a:r>
            <a:r>
              <a:rPr sz="1800" spc="-5" dirty="0">
                <a:solidFill>
                  <a:srgbClr val="585858"/>
                </a:solidFill>
                <a:latin typeface="Corbel"/>
                <a:cs typeface="Corbel"/>
              </a:rPr>
              <a:t>toma</a:t>
            </a:r>
            <a:r>
              <a:rPr sz="1800" spc="5" dirty="0">
                <a:solidFill>
                  <a:srgbClr val="585858"/>
                </a:solidFill>
                <a:latin typeface="Corbel"/>
                <a:cs typeface="Corbel"/>
              </a:rPr>
              <a:t> </a:t>
            </a:r>
            <a:r>
              <a:rPr sz="1800" spc="-5" dirty="0">
                <a:solidFill>
                  <a:srgbClr val="585858"/>
                </a:solidFill>
                <a:latin typeface="Corbel"/>
                <a:cs typeface="Corbel"/>
              </a:rPr>
              <a:t>de</a:t>
            </a:r>
            <a:r>
              <a:rPr sz="1800" spc="10" dirty="0">
                <a:solidFill>
                  <a:srgbClr val="585858"/>
                </a:solidFill>
                <a:latin typeface="Corbel"/>
                <a:cs typeface="Corbel"/>
              </a:rPr>
              <a:t> </a:t>
            </a:r>
            <a:r>
              <a:rPr sz="1800" spc="-5" dirty="0">
                <a:solidFill>
                  <a:srgbClr val="585858"/>
                </a:solidFill>
                <a:latin typeface="Corbel"/>
                <a:cs typeface="Corbel"/>
              </a:rPr>
              <a:t>decisiones).</a:t>
            </a:r>
            <a:endParaRPr sz="1800">
              <a:latin typeface="Corbel"/>
              <a:cs typeface="Corbel"/>
            </a:endParaRPr>
          </a:p>
        </p:txBody>
      </p:sp>
      <p:sp>
        <p:nvSpPr>
          <p:cNvPr id="7" name="object 7"/>
          <p:cNvSpPr/>
          <p:nvPr/>
        </p:nvSpPr>
        <p:spPr>
          <a:xfrm>
            <a:off x="8862059" y="758951"/>
            <a:ext cx="281940" cy="5331460"/>
          </a:xfrm>
          <a:custGeom>
            <a:avLst/>
            <a:gdLst/>
            <a:ahLst/>
            <a:cxnLst/>
            <a:rect l="l" t="t" r="r" b="b"/>
            <a:pathLst>
              <a:path w="281940" h="5331460">
                <a:moveTo>
                  <a:pt x="0" y="5330952"/>
                </a:moveTo>
                <a:lnTo>
                  <a:pt x="281939" y="5330952"/>
                </a:lnTo>
                <a:lnTo>
                  <a:pt x="281939" y="0"/>
                </a:lnTo>
                <a:lnTo>
                  <a:pt x="0" y="0"/>
                </a:lnTo>
                <a:lnTo>
                  <a:pt x="0" y="5330952"/>
                </a:lnTo>
                <a:close/>
              </a:path>
            </a:pathLst>
          </a:custGeom>
          <a:solidFill>
            <a:srgbClr val="C7C7C7">
              <a:alpha val="49803"/>
            </a:srgbClr>
          </a:solidFill>
        </p:spPr>
        <p:txBody>
          <a:bodyPr wrap="square" lIns="0" tIns="0" rIns="0" bIns="0" rtlCol="0"/>
          <a:lstStyle/>
          <a:p>
            <a:endParaRPr/>
          </a:p>
        </p:txBody>
      </p:sp>
      <p:sp>
        <p:nvSpPr>
          <p:cNvPr id="8" name="object 8"/>
          <p:cNvSpPr txBox="1"/>
          <p:nvPr/>
        </p:nvSpPr>
        <p:spPr>
          <a:xfrm>
            <a:off x="8873997" y="6297574"/>
            <a:ext cx="168910" cy="208279"/>
          </a:xfrm>
          <a:prstGeom prst="rect">
            <a:avLst/>
          </a:prstGeom>
        </p:spPr>
        <p:txBody>
          <a:bodyPr vert="horz" wrap="square" lIns="0" tIns="12700" rIns="0" bIns="0" rtlCol="0">
            <a:spAutoFit/>
          </a:bodyPr>
          <a:lstStyle/>
          <a:p>
            <a:pPr marL="12700">
              <a:lnSpc>
                <a:spcPct val="100000"/>
              </a:lnSpc>
              <a:spcBef>
                <a:spcPts val="100"/>
              </a:spcBef>
            </a:pPr>
            <a:r>
              <a:rPr sz="1200" b="1" spc="-30" dirty="0">
                <a:solidFill>
                  <a:srgbClr val="40B9D2"/>
                </a:solidFill>
                <a:latin typeface="Corbel"/>
                <a:cs typeface="Corbel"/>
              </a:rPr>
              <a:t>17</a:t>
            </a:r>
            <a:endParaRPr sz="1200">
              <a:latin typeface="Corbel"/>
              <a:cs typeface="Corbel"/>
            </a:endParaRPr>
          </a:p>
        </p:txBody>
      </p:sp>
      <p:sp>
        <p:nvSpPr>
          <p:cNvPr id="9" name="Marcador de número de diapositiva 8">
            <a:extLst>
              <a:ext uri="{FF2B5EF4-FFF2-40B4-BE49-F238E27FC236}">
                <a16:creationId xmlns:a16="http://schemas.microsoft.com/office/drawing/2014/main" id="{CB01BFF3-8BE7-6FCD-E542-F7FE08957EAC}"/>
              </a:ext>
            </a:extLst>
          </p:cNvPr>
          <p:cNvSpPr>
            <a:spLocks noGrp="1"/>
          </p:cNvSpPr>
          <p:nvPr>
            <p:ph type="sldNum" sz="quarter" idx="7"/>
          </p:nvPr>
        </p:nvSpPr>
        <p:spPr/>
        <p:txBody>
          <a:bodyPr/>
          <a:lstStyle/>
          <a:p>
            <a:pPr marL="191770">
              <a:lnSpc>
                <a:spcPts val="1140"/>
              </a:lnSpc>
            </a:pPr>
            <a:fld id="{81D60167-4931-47E6-BA6A-407CBD079E47}" type="slidenum">
              <a:rPr lang="es-ES" sz="1100" smtClean="0">
                <a:solidFill>
                  <a:srgbClr val="40B9D2"/>
                </a:solidFill>
                <a:latin typeface="Corbel"/>
                <a:cs typeface="Corbel"/>
              </a:rPr>
              <a:t>45</a:t>
            </a:fld>
            <a:endParaRPr lang="es-ES" sz="1100">
              <a:latin typeface="Corbel"/>
              <a:cs typeface="Corbe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73997" y="6434734"/>
            <a:ext cx="172085" cy="193675"/>
          </a:xfrm>
          <a:prstGeom prst="rect">
            <a:avLst/>
          </a:prstGeom>
        </p:spPr>
        <p:txBody>
          <a:bodyPr vert="horz" wrap="square" lIns="0" tIns="12700" rIns="0" bIns="0" rtlCol="0">
            <a:spAutoFit/>
          </a:bodyPr>
          <a:lstStyle/>
          <a:p>
            <a:pPr marL="12700">
              <a:lnSpc>
                <a:spcPct val="100000"/>
              </a:lnSpc>
              <a:spcBef>
                <a:spcPts val="100"/>
              </a:spcBef>
            </a:pPr>
            <a:r>
              <a:rPr sz="1100" b="1" dirty="0">
                <a:solidFill>
                  <a:srgbClr val="40B9D2"/>
                </a:solidFill>
                <a:latin typeface="Corbel"/>
                <a:cs typeface="Corbel"/>
              </a:rPr>
              <a:t>36</a:t>
            </a:r>
            <a:endParaRPr sz="1100">
              <a:latin typeface="Corbel"/>
              <a:cs typeface="Corbel"/>
            </a:endParaRPr>
          </a:p>
        </p:txBody>
      </p:sp>
      <p:sp>
        <p:nvSpPr>
          <p:cNvPr id="3" name="object 3"/>
          <p:cNvSpPr/>
          <p:nvPr/>
        </p:nvSpPr>
        <p:spPr>
          <a:xfrm>
            <a:off x="717804" y="108204"/>
            <a:ext cx="7816850" cy="585470"/>
          </a:xfrm>
          <a:custGeom>
            <a:avLst/>
            <a:gdLst/>
            <a:ahLst/>
            <a:cxnLst/>
            <a:rect l="l" t="t" r="r" b="b"/>
            <a:pathLst>
              <a:path w="7816850" h="585470">
                <a:moveTo>
                  <a:pt x="7816596" y="0"/>
                </a:moveTo>
                <a:lnTo>
                  <a:pt x="0" y="0"/>
                </a:lnTo>
                <a:lnTo>
                  <a:pt x="0" y="585216"/>
                </a:lnTo>
                <a:lnTo>
                  <a:pt x="7816596" y="585216"/>
                </a:lnTo>
                <a:lnTo>
                  <a:pt x="7816596" y="0"/>
                </a:lnTo>
                <a:close/>
              </a:path>
            </a:pathLst>
          </a:custGeom>
          <a:solidFill>
            <a:srgbClr val="33CCCC"/>
          </a:solidFill>
        </p:spPr>
        <p:txBody>
          <a:bodyPr wrap="square" lIns="0" tIns="0" rIns="0" bIns="0" rtlCol="0"/>
          <a:lstStyle/>
          <a:p>
            <a:endParaRPr/>
          </a:p>
        </p:txBody>
      </p:sp>
      <p:sp>
        <p:nvSpPr>
          <p:cNvPr id="4" name="object 4"/>
          <p:cNvSpPr txBox="1">
            <a:spLocks noGrp="1"/>
          </p:cNvSpPr>
          <p:nvPr>
            <p:ph type="title"/>
          </p:nvPr>
        </p:nvSpPr>
        <p:spPr>
          <a:xfrm>
            <a:off x="797458" y="114757"/>
            <a:ext cx="7273290" cy="514350"/>
          </a:xfrm>
          <a:prstGeom prst="rect">
            <a:avLst/>
          </a:prstGeom>
        </p:spPr>
        <p:txBody>
          <a:bodyPr vert="horz" wrap="square" lIns="0" tIns="13335" rIns="0" bIns="0" rtlCol="0">
            <a:spAutoFit/>
          </a:bodyPr>
          <a:lstStyle/>
          <a:p>
            <a:pPr marL="12700">
              <a:lnSpc>
                <a:spcPct val="100000"/>
              </a:lnSpc>
              <a:spcBef>
                <a:spcPts val="105"/>
              </a:spcBef>
            </a:pPr>
            <a:r>
              <a:rPr sz="3200" spc="-5" dirty="0">
                <a:solidFill>
                  <a:srgbClr val="000000"/>
                </a:solidFill>
              </a:rPr>
              <a:t>Etapas</a:t>
            </a:r>
            <a:r>
              <a:rPr sz="3200" dirty="0">
                <a:solidFill>
                  <a:srgbClr val="000000"/>
                </a:solidFill>
              </a:rPr>
              <a:t> del proceso de</a:t>
            </a:r>
            <a:r>
              <a:rPr sz="3200" spc="-10" dirty="0">
                <a:solidFill>
                  <a:srgbClr val="000000"/>
                </a:solidFill>
              </a:rPr>
              <a:t> </a:t>
            </a:r>
            <a:r>
              <a:rPr sz="3200" spc="-5" dirty="0">
                <a:solidFill>
                  <a:srgbClr val="000000"/>
                </a:solidFill>
              </a:rPr>
              <a:t>toma </a:t>
            </a:r>
            <a:r>
              <a:rPr sz="3200" dirty="0">
                <a:solidFill>
                  <a:srgbClr val="000000"/>
                </a:solidFill>
              </a:rPr>
              <a:t>de</a:t>
            </a:r>
            <a:r>
              <a:rPr sz="3200" spc="-25" dirty="0">
                <a:solidFill>
                  <a:srgbClr val="000000"/>
                </a:solidFill>
              </a:rPr>
              <a:t> </a:t>
            </a:r>
            <a:r>
              <a:rPr sz="3200" dirty="0">
                <a:solidFill>
                  <a:srgbClr val="000000"/>
                </a:solidFill>
              </a:rPr>
              <a:t>decisiones</a:t>
            </a:r>
            <a:endParaRPr sz="3200"/>
          </a:p>
        </p:txBody>
      </p:sp>
      <p:pic>
        <p:nvPicPr>
          <p:cNvPr id="5" name="object 5"/>
          <p:cNvPicPr/>
          <p:nvPr/>
        </p:nvPicPr>
        <p:blipFill>
          <a:blip r:embed="rId2" cstate="print"/>
          <a:stretch>
            <a:fillRect/>
          </a:stretch>
        </p:blipFill>
        <p:spPr>
          <a:xfrm>
            <a:off x="369408" y="803146"/>
            <a:ext cx="8482690" cy="5915525"/>
          </a:xfrm>
          <a:prstGeom prst="rect">
            <a:avLst/>
          </a:prstGeom>
        </p:spPr>
      </p:pic>
      <p:sp>
        <p:nvSpPr>
          <p:cNvPr id="6" name="Marcador de número de diapositiva 5">
            <a:extLst>
              <a:ext uri="{FF2B5EF4-FFF2-40B4-BE49-F238E27FC236}">
                <a16:creationId xmlns:a16="http://schemas.microsoft.com/office/drawing/2014/main" id="{5F29D2C1-BB1B-4004-968A-D2F60DAB34EF}"/>
              </a:ext>
            </a:extLst>
          </p:cNvPr>
          <p:cNvSpPr>
            <a:spLocks noGrp="1"/>
          </p:cNvSpPr>
          <p:nvPr>
            <p:ph type="sldNum" sz="quarter" idx="7"/>
          </p:nvPr>
        </p:nvSpPr>
        <p:spPr/>
        <p:txBody>
          <a:bodyPr/>
          <a:lstStyle/>
          <a:p>
            <a:pPr marL="191770">
              <a:lnSpc>
                <a:spcPts val="1140"/>
              </a:lnSpc>
            </a:pPr>
            <a:fld id="{81D60167-4931-47E6-BA6A-407CBD079E47}" type="slidenum">
              <a:rPr lang="es-ES" sz="1100" smtClean="0">
                <a:solidFill>
                  <a:srgbClr val="40B9D2"/>
                </a:solidFill>
                <a:latin typeface="Corbel"/>
                <a:cs typeface="Corbel"/>
              </a:rPr>
              <a:t>46</a:t>
            </a:fld>
            <a:endParaRPr lang="es-ES" sz="1100">
              <a:latin typeface="Corbel"/>
              <a:cs typeface="Corbe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Marcador de contenido">
            <a:extLst>
              <a:ext uri="{FF2B5EF4-FFF2-40B4-BE49-F238E27FC236}">
                <a16:creationId xmlns:a16="http://schemas.microsoft.com/office/drawing/2014/main" id="{CEFE3183-86D5-420C-AF6E-186634D226BD}"/>
              </a:ext>
            </a:extLst>
          </p:cNvPr>
          <p:cNvGraphicFramePr>
            <a:graphicFrameLocks noGrp="1"/>
          </p:cNvGraphicFramePr>
          <p:nvPr>
            <p:ph idx="1"/>
            <p:extLst>
              <p:ext uri="{D42A27DB-BD31-4B8C-83A1-F6EECF244321}">
                <p14:modId xmlns:p14="http://schemas.microsoft.com/office/powerpoint/2010/main" val="1766536298"/>
              </p:ext>
            </p:extLst>
          </p:nvPr>
        </p:nvGraphicFramePr>
        <p:xfrm>
          <a:off x="107950" y="908050"/>
          <a:ext cx="8928100" cy="26638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5539" name="1 Título">
            <a:extLst>
              <a:ext uri="{FF2B5EF4-FFF2-40B4-BE49-F238E27FC236}">
                <a16:creationId xmlns:a16="http://schemas.microsoft.com/office/drawing/2014/main" id="{8AD7D407-498D-40B9-B204-4147B1A8E546}"/>
              </a:ext>
            </a:extLst>
          </p:cNvPr>
          <p:cNvSpPr>
            <a:spLocks noGrp="1" noChangeArrowheads="1"/>
          </p:cNvSpPr>
          <p:nvPr>
            <p:ph type="title"/>
          </p:nvPr>
        </p:nvSpPr>
        <p:spPr>
          <a:xfrm>
            <a:off x="107950" y="908050"/>
            <a:ext cx="2210612" cy="5681973"/>
          </a:xfrm>
        </p:spPr>
        <p:txBody>
          <a:bodyPr anchor="b"/>
          <a:lstStyle/>
          <a:p>
            <a:pPr marL="457200" indent="-457200" eaLnBrk="1" hangingPunct="1"/>
            <a:r>
              <a:rPr lang="es-ES_tradnl" altLang="es-ES" dirty="0"/>
              <a:t>2.2- El proceso de toma de decisiones.</a:t>
            </a:r>
          </a:p>
        </p:txBody>
      </p:sp>
      <p:grpSp>
        <p:nvGrpSpPr>
          <p:cNvPr id="65540" name="8 Grupo">
            <a:extLst>
              <a:ext uri="{FF2B5EF4-FFF2-40B4-BE49-F238E27FC236}">
                <a16:creationId xmlns:a16="http://schemas.microsoft.com/office/drawing/2014/main" id="{0DC90932-3453-40CE-B07A-5617DAFFE98D}"/>
              </a:ext>
            </a:extLst>
          </p:cNvPr>
          <p:cNvGrpSpPr>
            <a:grpSpLocks/>
          </p:cNvGrpSpPr>
          <p:nvPr/>
        </p:nvGrpSpPr>
        <p:grpSpPr bwMode="auto">
          <a:xfrm>
            <a:off x="5217915" y="3500438"/>
            <a:ext cx="3608585" cy="676275"/>
            <a:chOff x="2568681" y="799147"/>
            <a:chExt cx="1222818" cy="1065530"/>
          </a:xfrm>
        </p:grpSpPr>
        <p:sp>
          <p:nvSpPr>
            <p:cNvPr id="10" name="9 Rectángulo redondeado">
              <a:extLst>
                <a:ext uri="{FF2B5EF4-FFF2-40B4-BE49-F238E27FC236}">
                  <a16:creationId xmlns:a16="http://schemas.microsoft.com/office/drawing/2014/main" id="{44818107-D9D0-45A1-8CEB-84B9EDACC5A1}"/>
                </a:ext>
              </a:extLst>
            </p:cNvPr>
            <p:cNvSpPr/>
            <p:nvPr/>
          </p:nvSpPr>
          <p:spPr>
            <a:xfrm>
              <a:off x="2568681" y="799147"/>
              <a:ext cx="1222818" cy="1065530"/>
            </a:xfrm>
            <a:prstGeom prst="roundRect">
              <a:avLst/>
            </a:pr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a:lstStyle/>
            <a:p>
              <a:endParaRPr lang="es-ES"/>
            </a:p>
          </p:txBody>
        </p:sp>
        <p:sp>
          <p:nvSpPr>
            <p:cNvPr id="11" name="10 Rectángulo">
              <a:extLst>
                <a:ext uri="{FF2B5EF4-FFF2-40B4-BE49-F238E27FC236}">
                  <a16:creationId xmlns:a16="http://schemas.microsoft.com/office/drawing/2014/main" id="{8F20DA9A-0C9A-4775-95E9-855CA156B99C}"/>
                </a:ext>
              </a:extLst>
            </p:cNvPr>
            <p:cNvSpPr/>
            <p:nvPr/>
          </p:nvSpPr>
          <p:spPr>
            <a:xfrm>
              <a:off x="2620994" y="851672"/>
              <a:ext cx="1118192" cy="960478"/>
            </a:xfrm>
            <a:prstGeom prst="rect">
              <a:avLst/>
            </a:prstGeom>
          </p:spPr>
          <p:style>
            <a:lnRef idx="1">
              <a:schemeClr val="accent5"/>
            </a:lnRef>
            <a:fillRef idx="2">
              <a:schemeClr val="accent5"/>
            </a:fillRef>
            <a:effectRef idx="1">
              <a:schemeClr val="accent5"/>
            </a:effectRef>
            <a:fontRef idx="minor">
              <a:schemeClr val="dk1"/>
            </a:fontRef>
          </p:style>
          <p:txBody>
            <a:bodyPr lIns="49530" tIns="49530" rIns="49530" bIns="49530" spcCol="1270" anchor="ctr"/>
            <a:lstStyle/>
            <a:p>
              <a:pPr algn="ctr" defTabSz="577850" eaLnBrk="1" hangingPunct="1">
                <a:lnSpc>
                  <a:spcPct val="90000"/>
                </a:lnSpc>
                <a:spcAft>
                  <a:spcPct val="35000"/>
                </a:spcAft>
                <a:defRPr/>
              </a:pPr>
              <a:r>
                <a:rPr lang="es-ES_tradnl" sz="1600" b="1" dirty="0">
                  <a:solidFill>
                    <a:schemeClr val="accent6">
                      <a:lumMod val="50000"/>
                    </a:schemeClr>
                  </a:solidFill>
                </a:rPr>
                <a:t>Evaluación de la eficacia de la decisión</a:t>
              </a:r>
            </a:p>
          </p:txBody>
        </p:sp>
      </p:grpSp>
      <p:cxnSp>
        <p:nvCxnSpPr>
          <p:cNvPr id="13" name="12 Conector recto de flecha">
            <a:extLst>
              <a:ext uri="{FF2B5EF4-FFF2-40B4-BE49-F238E27FC236}">
                <a16:creationId xmlns:a16="http://schemas.microsoft.com/office/drawing/2014/main" id="{824D94D8-B7CB-4B57-B2E9-872B0C40E520}"/>
              </a:ext>
            </a:extLst>
          </p:cNvPr>
          <p:cNvCxnSpPr/>
          <p:nvPr/>
        </p:nvCxnSpPr>
        <p:spPr>
          <a:xfrm rot="5400000">
            <a:off x="8001794" y="3071019"/>
            <a:ext cx="5715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5" name="14 Conector recto de flecha">
            <a:extLst>
              <a:ext uri="{FF2B5EF4-FFF2-40B4-BE49-F238E27FC236}">
                <a16:creationId xmlns:a16="http://schemas.microsoft.com/office/drawing/2014/main" id="{80DBD32D-A129-4B36-8BCC-B83960E491DA}"/>
              </a:ext>
            </a:extLst>
          </p:cNvPr>
          <p:cNvCxnSpPr>
            <a:cxnSpLocks/>
          </p:cNvCxnSpPr>
          <p:nvPr/>
        </p:nvCxnSpPr>
        <p:spPr>
          <a:xfrm flipH="1">
            <a:off x="785814" y="3786188"/>
            <a:ext cx="4362250" cy="1"/>
          </a:xfrm>
          <a:prstGeom prst="straightConnector1">
            <a:avLst/>
          </a:prstGeom>
          <a:ln w="57150">
            <a:tailEnd type="arrow"/>
          </a:ln>
        </p:spPr>
        <p:style>
          <a:lnRef idx="2">
            <a:schemeClr val="accent6"/>
          </a:lnRef>
          <a:fillRef idx="0">
            <a:schemeClr val="accent6"/>
          </a:fillRef>
          <a:effectRef idx="1">
            <a:schemeClr val="accent6"/>
          </a:effectRef>
          <a:fontRef idx="minor">
            <a:schemeClr val="tx1"/>
          </a:fontRef>
        </p:style>
      </p:cxnSp>
      <p:cxnSp>
        <p:nvCxnSpPr>
          <p:cNvPr id="19" name="18 Conector recto de flecha">
            <a:extLst>
              <a:ext uri="{FF2B5EF4-FFF2-40B4-BE49-F238E27FC236}">
                <a16:creationId xmlns:a16="http://schemas.microsoft.com/office/drawing/2014/main" id="{0B00952E-2691-4B33-A6CF-D154BE42AF74}"/>
              </a:ext>
            </a:extLst>
          </p:cNvPr>
          <p:cNvCxnSpPr/>
          <p:nvPr/>
        </p:nvCxnSpPr>
        <p:spPr>
          <a:xfrm rot="5400000" flipH="1" flipV="1">
            <a:off x="321469" y="3391694"/>
            <a:ext cx="787400" cy="1588"/>
          </a:xfrm>
          <a:prstGeom prst="straightConnector1">
            <a:avLst/>
          </a:prstGeom>
          <a:ln w="57150">
            <a:tailEnd type="arrow"/>
          </a:ln>
        </p:spPr>
        <p:style>
          <a:lnRef idx="2">
            <a:schemeClr val="accent6"/>
          </a:lnRef>
          <a:fillRef idx="0">
            <a:schemeClr val="accent6"/>
          </a:fillRef>
          <a:effectRef idx="1">
            <a:schemeClr val="accent6"/>
          </a:effectRef>
          <a:fontRef idx="minor">
            <a:schemeClr val="tx1"/>
          </a:fontRef>
        </p:style>
      </p:cxnSp>
      <p:sp>
        <p:nvSpPr>
          <p:cNvPr id="2" name="Marcador de número de diapositiva 1">
            <a:extLst>
              <a:ext uri="{FF2B5EF4-FFF2-40B4-BE49-F238E27FC236}">
                <a16:creationId xmlns:a16="http://schemas.microsoft.com/office/drawing/2014/main" id="{DA7913B2-ED77-CCB0-6E80-499F069E2BE2}"/>
              </a:ext>
            </a:extLst>
          </p:cNvPr>
          <p:cNvSpPr>
            <a:spLocks noGrp="1"/>
          </p:cNvSpPr>
          <p:nvPr>
            <p:ph type="sldNum" sz="quarter" idx="12"/>
          </p:nvPr>
        </p:nvSpPr>
        <p:spPr/>
        <p:txBody>
          <a:bodyPr/>
          <a:lstStyle/>
          <a:p>
            <a:fld id="{5263617F-1627-43AB-9FC2-D1A40487E69C}" type="slidenum">
              <a:rPr lang="es-ES" smtClean="0"/>
              <a:t>47</a:t>
            </a:fld>
            <a:endParaRPr lang="es-E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4" name="Rectangle 73">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76" name="Rectangle 75">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9699" name="1 Título"/>
          <p:cNvSpPr>
            <a:spLocks noGrp="1"/>
          </p:cNvSpPr>
          <p:nvPr>
            <p:ph type="title"/>
          </p:nvPr>
        </p:nvSpPr>
        <p:spPr>
          <a:xfrm>
            <a:off x="1154337" y="864108"/>
            <a:ext cx="2305435" cy="5120639"/>
          </a:xfrm>
        </p:spPr>
        <p:txBody>
          <a:bodyPr vert="horz" lIns="91440" tIns="45720" rIns="91440" bIns="45720" rtlCol="0" anchor="ctr">
            <a:normAutofit/>
          </a:bodyPr>
          <a:lstStyle/>
          <a:p>
            <a:pPr marL="457200" indent="-457200" algn="r"/>
            <a:r>
              <a:rPr lang="en-US" sz="2500">
                <a:solidFill>
                  <a:schemeClr val="tx1">
                    <a:lumMod val="85000"/>
                    <a:lumOff val="15000"/>
                  </a:schemeClr>
                </a:solidFill>
              </a:rPr>
              <a:t>1. Identificar la circunstancia</a:t>
            </a:r>
          </a:p>
        </p:txBody>
      </p:sp>
      <p:sp>
        <p:nvSpPr>
          <p:cNvPr id="78" name="Rectangle 77">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80" name="Straight Connector 79">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9 Rectángulo"/>
          <p:cNvSpPr/>
          <p:nvPr/>
        </p:nvSpPr>
        <p:spPr>
          <a:xfrm>
            <a:off x="3966921" y="864108"/>
            <a:ext cx="4433008" cy="5120640"/>
          </a:xfrm>
          <a:prstGeom prst="rect">
            <a:avLst/>
          </a:prstGeom>
        </p:spPr>
        <p:txBody>
          <a:bodyPr vert="horz" lIns="91440" tIns="45720" rIns="91440" bIns="45720" rtlCol="0" anchor="ctr">
            <a:normAutofit/>
          </a:bodyPr>
          <a:lstStyle/>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500" b="1">
                <a:solidFill>
                  <a:schemeClr val="tx1">
                    <a:lumMod val="65000"/>
                    <a:lumOff val="35000"/>
                  </a:schemeClr>
                </a:solidFill>
              </a:rPr>
              <a:t>PROBLEMA: </a:t>
            </a:r>
            <a:r>
              <a:rPr lang="en-US" sz="1500">
                <a:solidFill>
                  <a:schemeClr val="tx1">
                    <a:lumMod val="65000"/>
                    <a:lumOff val="35000"/>
                  </a:schemeClr>
                </a:solidFill>
              </a:rPr>
              <a:t>discrepancia negativa entre la situación actual y la deseada.</a:t>
            </a:r>
          </a:p>
          <a:p>
            <a:pPr marL="1257300" lvl="2"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sym typeface="Wingdings" panose="05000000000000000000" pitchFamily="2" charset="2"/>
              </a:rPr>
              <a:t> n</a:t>
            </a:r>
            <a:r>
              <a:rPr lang="en-US" sz="1500">
                <a:solidFill>
                  <a:schemeClr val="tx1">
                    <a:lumMod val="65000"/>
                    <a:lumOff val="35000"/>
                  </a:schemeClr>
                </a:solidFill>
              </a:rPr>
              <a:t>o confundir problemas con sus señales</a:t>
            </a:r>
            <a:endParaRPr lang="en-US" sz="1500" b="1">
              <a:solidFill>
                <a:schemeClr val="tx1">
                  <a:lumMod val="65000"/>
                  <a:lumOff val="35000"/>
                </a:schemeClr>
              </a:solidFill>
            </a:endParaRP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500" b="1">
                <a:solidFill>
                  <a:schemeClr val="tx1">
                    <a:lumMod val="65000"/>
                    <a:lumOff val="35000"/>
                  </a:schemeClr>
                </a:solidFill>
              </a:rPr>
              <a:t>OPORTUNIDAD: </a:t>
            </a:r>
            <a:r>
              <a:rPr lang="en-US" sz="1500">
                <a:solidFill>
                  <a:schemeClr val="tx1">
                    <a:lumMod val="65000"/>
                    <a:lumOff val="35000"/>
                  </a:schemeClr>
                </a:solidFill>
              </a:rPr>
              <a:t>condición positiva que permite alcanzar y superar la situación deseada.</a:t>
            </a: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500" b="1">
                <a:solidFill>
                  <a:schemeClr val="tx1">
                    <a:lumMod val="65000"/>
                    <a:lumOff val="35000"/>
                  </a:schemeClr>
                </a:solidFill>
              </a:rPr>
              <a:t>		Problema y oportunidad → necesidad de tomar decisiones</a:t>
            </a:r>
            <a:endParaRPr lang="en-US" sz="1500">
              <a:solidFill>
                <a:schemeClr val="tx1">
                  <a:lumMod val="65000"/>
                  <a:lumOff val="35000"/>
                </a:schemeClr>
              </a:solidFill>
            </a:endParaRP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500" b="1">
                <a:solidFill>
                  <a:schemeClr val="tx1">
                    <a:lumMod val="65000"/>
                    <a:lumOff val="35000"/>
                  </a:schemeClr>
                </a:solidFill>
              </a:rPr>
              <a:t>Etapa subjetiva</a:t>
            </a:r>
            <a:r>
              <a:rPr lang="en-US" sz="1500">
                <a:solidFill>
                  <a:schemeClr val="tx1">
                    <a:lumMod val="65000"/>
                    <a:lumOff val="35000"/>
                  </a:schemeClr>
                </a:solidFill>
              </a:rPr>
              <a:t>: lo que un gerente ve como un problema, otro puedo no verlo así.</a:t>
            </a:r>
            <a:endParaRPr lang="en-US" sz="1500" b="1">
              <a:solidFill>
                <a:schemeClr val="tx1">
                  <a:lumMod val="65000"/>
                  <a:lumOff val="35000"/>
                </a:schemeClr>
              </a:solidFill>
            </a:endParaRP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500" b="1">
                <a:solidFill>
                  <a:schemeClr val="tx1">
                    <a:lumMod val="65000"/>
                    <a:lumOff val="35000"/>
                  </a:schemeClr>
                </a:solidFill>
              </a:rPr>
              <a:t>Premisas para la resolución de los problemas</a:t>
            </a:r>
            <a:r>
              <a:rPr lang="en-US" sz="1500">
                <a:solidFill>
                  <a:schemeClr val="tx1">
                    <a:lumMod val="65000"/>
                    <a:lumOff val="35000"/>
                  </a:schemeClr>
                </a:solidFill>
              </a:rPr>
              <a:t>:</a:t>
            </a:r>
          </a:p>
          <a:p>
            <a:pPr marL="742950" lvl="1"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La toma de conciencia de los mismos.</a:t>
            </a:r>
          </a:p>
          <a:p>
            <a:pPr marL="742950" lvl="1"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Estar dispuesto a actuar.</a:t>
            </a:r>
          </a:p>
          <a:p>
            <a:pPr marL="742950" lvl="1"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Tener la autoridad correspondiente.</a:t>
            </a:r>
          </a:p>
          <a:p>
            <a:pPr marL="742950" lvl="1"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Tener la información requerida y recursos para actuar.</a:t>
            </a: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500" b="1">
                <a:solidFill>
                  <a:schemeClr val="tx1">
                    <a:lumMod val="65000"/>
                    <a:lumOff val="35000"/>
                  </a:schemeClr>
                </a:solidFill>
              </a:rPr>
              <a:t>Importancia diagnóstico </a:t>
            </a:r>
            <a:r>
              <a:rPr lang="en-US" sz="1500">
                <a:solidFill>
                  <a:schemeClr val="tx1">
                    <a:lumMod val="65000"/>
                    <a:lumOff val="35000"/>
                  </a:schemeClr>
                </a:solidFill>
                <a:sym typeface="Wingdings" pitchFamily="2" charset="2"/>
              </a:rPr>
              <a:t> por ejemplo, calidad VS mal uso del producto.</a:t>
            </a:r>
            <a:endParaRPr lang="en-US" sz="1500">
              <a:solidFill>
                <a:schemeClr val="tx1">
                  <a:lumMod val="65000"/>
                  <a:lumOff val="35000"/>
                </a:schemeClr>
              </a:solidFill>
            </a:endParaRPr>
          </a:p>
        </p:txBody>
      </p:sp>
      <p:sp>
        <p:nvSpPr>
          <p:cNvPr id="82" name="Rectangle 81">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48</a:t>
            </a:fld>
            <a:endParaRPr lang="en-US" sz="1200" b="1" kern="1200" dirty="0">
              <a:solidFill>
                <a:schemeClr val="accent1"/>
              </a:solidFill>
              <a:latin typeface="+mn-lt"/>
              <a:ea typeface="+mn-ea"/>
              <a:cs typeface="+mn-cs"/>
            </a:endParaRPr>
          </a:p>
        </p:txBody>
      </p:sp>
      <p:sp>
        <p:nvSpPr>
          <p:cNvPr id="2" name="8 Nube">
            <a:extLst>
              <a:ext uri="{FF2B5EF4-FFF2-40B4-BE49-F238E27FC236}">
                <a16:creationId xmlns:a16="http://schemas.microsoft.com/office/drawing/2014/main" id="{7C9CFD0E-FA28-424B-92EE-CC754E97DB97}"/>
              </a:ext>
            </a:extLst>
          </p:cNvPr>
          <p:cNvSpPr/>
          <p:nvPr/>
        </p:nvSpPr>
        <p:spPr>
          <a:xfrm rot="21093494">
            <a:off x="1998025" y="373189"/>
            <a:ext cx="2357438" cy="1000125"/>
          </a:xfrm>
          <a:prstGeom prst="cloud">
            <a:avLst/>
          </a:prstGeom>
          <a:solidFill>
            <a:srgbClr val="76F279"/>
          </a:solidFill>
        </p:spPr>
        <p:style>
          <a:lnRef idx="3">
            <a:schemeClr val="lt1"/>
          </a:lnRef>
          <a:fillRef idx="1">
            <a:schemeClr val="accent2"/>
          </a:fillRef>
          <a:effectRef idx="1">
            <a:schemeClr val="accent2"/>
          </a:effectRef>
          <a:fontRef idx="minor">
            <a:schemeClr val="lt1"/>
          </a:fontRef>
        </p:style>
        <p:txBody>
          <a:bodyPr anchor="ctr"/>
          <a:lstStyle/>
          <a:p>
            <a:pPr algn="ctr">
              <a:defRPr/>
            </a:pPr>
            <a:r>
              <a:rPr lang="es-ES_tradnl" sz="1400" dirty="0">
                <a:solidFill>
                  <a:schemeClr val="tx1"/>
                </a:solidFill>
              </a:rPr>
              <a:t>¿Cuál es realmente nuestro problema?</a:t>
            </a:r>
          </a:p>
        </p:txBody>
      </p:sp>
      <p:sp>
        <p:nvSpPr>
          <p:cNvPr id="4" name="CuadroTexto 3">
            <a:extLst>
              <a:ext uri="{FF2B5EF4-FFF2-40B4-BE49-F238E27FC236}">
                <a16:creationId xmlns:a16="http://schemas.microsoft.com/office/drawing/2014/main" id="{99DD8EA1-3FDF-4610-2B1D-04B6BEC1FF78}"/>
              </a:ext>
            </a:extLst>
          </p:cNvPr>
          <p:cNvSpPr txBox="1"/>
          <p:nvPr/>
        </p:nvSpPr>
        <p:spPr>
          <a:xfrm>
            <a:off x="-348616" y="5627626"/>
            <a:ext cx="4572000" cy="1120820"/>
          </a:xfrm>
          <a:prstGeom prst="rect">
            <a:avLst/>
          </a:prstGeom>
          <a:noFill/>
        </p:spPr>
        <p:txBody>
          <a:bodyPr wrap="square">
            <a:spAutoFit/>
          </a:bodyPr>
          <a:lstStyle/>
          <a:p>
            <a:pPr marL="698500" marR="5080" lvl="1" indent="-182880">
              <a:lnSpc>
                <a:spcPct val="90000"/>
              </a:lnSpc>
              <a:spcBef>
                <a:spcPts val="120"/>
              </a:spcBef>
              <a:buClr>
                <a:srgbClr val="40B9D2"/>
              </a:buClr>
              <a:buFont typeface="Arial"/>
              <a:buChar char="•"/>
              <a:tabLst>
                <a:tab pos="698500" algn="l"/>
              </a:tabLst>
            </a:pPr>
            <a:r>
              <a:rPr lang="es-ES" sz="1200" spc="-5" dirty="0">
                <a:latin typeface="Corbel"/>
                <a:cs typeface="Corbel"/>
              </a:rPr>
              <a:t>Ejemplo 1: un producto</a:t>
            </a:r>
            <a:r>
              <a:rPr lang="es-ES" sz="1200" dirty="0">
                <a:latin typeface="Corbel"/>
                <a:cs typeface="Corbel"/>
              </a:rPr>
              <a:t> parece</a:t>
            </a:r>
            <a:r>
              <a:rPr lang="es-ES" sz="1200" spc="-10" dirty="0">
                <a:latin typeface="Corbel"/>
                <a:cs typeface="Corbel"/>
              </a:rPr>
              <a:t> </a:t>
            </a:r>
            <a:r>
              <a:rPr lang="es-ES" sz="1200" spc="-5" dirty="0">
                <a:latin typeface="Corbel"/>
                <a:cs typeface="Corbel"/>
              </a:rPr>
              <a:t>que</a:t>
            </a:r>
            <a:r>
              <a:rPr lang="es-ES" sz="1200" spc="20" dirty="0">
                <a:latin typeface="Corbel"/>
                <a:cs typeface="Corbel"/>
              </a:rPr>
              <a:t> </a:t>
            </a:r>
            <a:r>
              <a:rPr lang="es-ES" sz="1200" spc="-5" dirty="0">
                <a:latin typeface="Corbel"/>
                <a:cs typeface="Corbel"/>
              </a:rPr>
              <a:t>tiene </a:t>
            </a:r>
            <a:r>
              <a:rPr lang="es-ES" sz="1200" spc="-10" dirty="0">
                <a:latin typeface="Corbel"/>
                <a:cs typeface="Corbel"/>
              </a:rPr>
              <a:t>un</a:t>
            </a:r>
            <a:r>
              <a:rPr lang="es-ES" sz="1200" dirty="0">
                <a:latin typeface="Corbel"/>
                <a:cs typeface="Corbel"/>
              </a:rPr>
              <a:t> problema</a:t>
            </a:r>
            <a:r>
              <a:rPr lang="es-ES" sz="1200" spc="-10" dirty="0">
                <a:latin typeface="Corbel"/>
                <a:cs typeface="Corbel"/>
              </a:rPr>
              <a:t> </a:t>
            </a:r>
            <a:r>
              <a:rPr lang="es-ES" sz="1200" spc="-5" dirty="0">
                <a:latin typeface="Corbel"/>
                <a:cs typeface="Corbel"/>
              </a:rPr>
              <a:t>que</a:t>
            </a:r>
            <a:r>
              <a:rPr lang="es-ES" sz="1200" spc="20" dirty="0">
                <a:latin typeface="Corbel"/>
                <a:cs typeface="Corbel"/>
              </a:rPr>
              <a:t> </a:t>
            </a:r>
            <a:r>
              <a:rPr lang="es-ES" sz="1200" dirty="0">
                <a:latin typeface="Corbel"/>
                <a:cs typeface="Corbel"/>
              </a:rPr>
              <a:t>aparenta</a:t>
            </a:r>
            <a:r>
              <a:rPr lang="es-ES" sz="1200" spc="-30" dirty="0">
                <a:latin typeface="Corbel"/>
                <a:cs typeface="Corbel"/>
              </a:rPr>
              <a:t> </a:t>
            </a:r>
            <a:r>
              <a:rPr lang="es-ES" sz="1200" dirty="0">
                <a:latin typeface="Corbel"/>
                <a:cs typeface="Corbel"/>
              </a:rPr>
              <a:t>ser </a:t>
            </a:r>
            <a:r>
              <a:rPr lang="es-ES" sz="1200" spc="-5" dirty="0">
                <a:latin typeface="Corbel"/>
                <a:cs typeface="Corbel"/>
              </a:rPr>
              <a:t>de </a:t>
            </a:r>
            <a:r>
              <a:rPr lang="es-ES" sz="1200" spc="-385" dirty="0">
                <a:latin typeface="Corbel"/>
                <a:cs typeface="Corbel"/>
              </a:rPr>
              <a:t> </a:t>
            </a:r>
            <a:r>
              <a:rPr lang="es-ES" sz="1200" spc="-5" dirty="0">
                <a:latin typeface="Corbel"/>
                <a:cs typeface="Corbel"/>
              </a:rPr>
              <a:t>calidad,</a:t>
            </a:r>
            <a:r>
              <a:rPr lang="es-ES" sz="1200" spc="-10" dirty="0">
                <a:latin typeface="Corbel"/>
                <a:cs typeface="Corbel"/>
              </a:rPr>
              <a:t> </a:t>
            </a:r>
            <a:r>
              <a:rPr lang="es-ES" sz="1200" dirty="0">
                <a:latin typeface="Corbel"/>
                <a:cs typeface="Corbel"/>
              </a:rPr>
              <a:t>pero</a:t>
            </a:r>
            <a:r>
              <a:rPr lang="es-ES" sz="1200" spc="5" dirty="0">
                <a:latin typeface="Corbel"/>
                <a:cs typeface="Corbel"/>
              </a:rPr>
              <a:t> </a:t>
            </a:r>
            <a:r>
              <a:rPr lang="es-ES" sz="1200" spc="-5" dirty="0">
                <a:latin typeface="Corbel"/>
                <a:cs typeface="Corbel"/>
              </a:rPr>
              <a:t>que</a:t>
            </a:r>
            <a:r>
              <a:rPr lang="es-ES" sz="1200" spc="10" dirty="0">
                <a:latin typeface="Corbel"/>
                <a:cs typeface="Corbel"/>
              </a:rPr>
              <a:t> </a:t>
            </a:r>
            <a:r>
              <a:rPr lang="es-ES" sz="1200" dirty="0">
                <a:latin typeface="Corbel"/>
                <a:cs typeface="Corbel"/>
              </a:rPr>
              <a:t>en</a:t>
            </a:r>
            <a:r>
              <a:rPr lang="es-ES" sz="1200" spc="15" dirty="0">
                <a:latin typeface="Corbel"/>
                <a:cs typeface="Corbel"/>
              </a:rPr>
              <a:t> </a:t>
            </a:r>
            <a:r>
              <a:rPr lang="es-ES" sz="1200" dirty="0">
                <a:latin typeface="Corbel"/>
                <a:cs typeface="Corbel"/>
              </a:rPr>
              <a:t>realidad</a:t>
            </a:r>
            <a:r>
              <a:rPr lang="es-ES" sz="1200" spc="-10" dirty="0">
                <a:latin typeface="Corbel"/>
                <a:cs typeface="Corbel"/>
              </a:rPr>
              <a:t> </a:t>
            </a:r>
            <a:r>
              <a:rPr lang="es-ES" sz="1200" dirty="0">
                <a:latin typeface="Corbel"/>
                <a:cs typeface="Corbel"/>
              </a:rPr>
              <a:t>se</a:t>
            </a:r>
            <a:r>
              <a:rPr lang="es-ES" sz="1200" spc="15" dirty="0">
                <a:latin typeface="Corbel"/>
                <a:cs typeface="Corbel"/>
              </a:rPr>
              <a:t> </a:t>
            </a:r>
            <a:r>
              <a:rPr lang="es-ES" sz="1200" spc="-5" dirty="0">
                <a:latin typeface="Corbel"/>
                <a:cs typeface="Corbel"/>
              </a:rPr>
              <a:t>debe</a:t>
            </a:r>
            <a:r>
              <a:rPr lang="es-ES" sz="1200" spc="30" dirty="0">
                <a:latin typeface="Corbel"/>
                <a:cs typeface="Corbel"/>
              </a:rPr>
              <a:t> </a:t>
            </a:r>
            <a:r>
              <a:rPr lang="es-ES" sz="1200" dirty="0">
                <a:latin typeface="Corbel"/>
                <a:cs typeface="Corbel"/>
              </a:rPr>
              <a:t>a </a:t>
            </a:r>
            <a:r>
              <a:rPr lang="es-ES" sz="1200" spc="-5" dirty="0">
                <a:latin typeface="Corbel"/>
                <a:cs typeface="Corbel"/>
              </a:rPr>
              <a:t>que</a:t>
            </a:r>
            <a:r>
              <a:rPr lang="es-ES" sz="1200" spc="25" dirty="0">
                <a:latin typeface="Corbel"/>
                <a:cs typeface="Corbel"/>
              </a:rPr>
              <a:t> </a:t>
            </a:r>
            <a:r>
              <a:rPr lang="es-ES" sz="1200" dirty="0">
                <a:latin typeface="Corbel"/>
                <a:cs typeface="Corbel"/>
              </a:rPr>
              <a:t>el</a:t>
            </a:r>
            <a:r>
              <a:rPr lang="es-ES" sz="1200" spc="15" dirty="0">
                <a:latin typeface="Corbel"/>
                <a:cs typeface="Corbel"/>
              </a:rPr>
              <a:t> </a:t>
            </a:r>
            <a:r>
              <a:rPr lang="es-ES" sz="1200" spc="-5" dirty="0">
                <a:latin typeface="Corbel"/>
                <a:cs typeface="Corbel"/>
              </a:rPr>
              <a:t>consumidor</a:t>
            </a:r>
            <a:r>
              <a:rPr lang="es-ES" sz="1200" spc="15" dirty="0">
                <a:latin typeface="Corbel"/>
                <a:cs typeface="Corbel"/>
              </a:rPr>
              <a:t> </a:t>
            </a:r>
            <a:r>
              <a:rPr lang="es-ES" sz="1200" dirty="0">
                <a:latin typeface="Corbel"/>
                <a:cs typeface="Corbel"/>
              </a:rPr>
              <a:t>ha</a:t>
            </a:r>
            <a:r>
              <a:rPr lang="es-ES" sz="1200" spc="-15" dirty="0">
                <a:latin typeface="Corbel"/>
                <a:cs typeface="Corbel"/>
              </a:rPr>
              <a:t> </a:t>
            </a:r>
            <a:r>
              <a:rPr lang="es-ES" sz="1200" spc="-5" dirty="0">
                <a:latin typeface="Corbel"/>
                <a:cs typeface="Corbel"/>
              </a:rPr>
              <a:t>hecho</a:t>
            </a:r>
            <a:r>
              <a:rPr lang="es-ES" sz="1200" spc="-10" dirty="0">
                <a:latin typeface="Corbel"/>
                <a:cs typeface="Corbel"/>
              </a:rPr>
              <a:t> </a:t>
            </a:r>
            <a:r>
              <a:rPr lang="es-ES" sz="1200" spc="-5" dirty="0">
                <a:latin typeface="Corbel"/>
                <a:cs typeface="Corbel"/>
              </a:rPr>
              <a:t>un </a:t>
            </a:r>
            <a:r>
              <a:rPr lang="es-ES" sz="1200" dirty="0">
                <a:latin typeface="Corbel"/>
                <a:cs typeface="Corbel"/>
              </a:rPr>
              <a:t> mal </a:t>
            </a:r>
            <a:r>
              <a:rPr lang="es-ES" sz="1200" spc="-5" dirty="0">
                <a:latin typeface="Corbel"/>
                <a:cs typeface="Corbel"/>
              </a:rPr>
              <a:t>uso</a:t>
            </a:r>
            <a:r>
              <a:rPr lang="es-ES" sz="1200" dirty="0">
                <a:latin typeface="Corbel"/>
                <a:cs typeface="Corbel"/>
              </a:rPr>
              <a:t> </a:t>
            </a:r>
            <a:r>
              <a:rPr lang="es-ES" sz="1200" spc="-10" dirty="0">
                <a:latin typeface="Corbel"/>
                <a:cs typeface="Corbel"/>
              </a:rPr>
              <a:t>de</a:t>
            </a:r>
            <a:r>
              <a:rPr lang="es-ES" sz="1200" spc="5" dirty="0">
                <a:latin typeface="Corbel"/>
                <a:cs typeface="Corbel"/>
              </a:rPr>
              <a:t> </a:t>
            </a:r>
            <a:r>
              <a:rPr lang="es-ES" sz="1200" dirty="0">
                <a:latin typeface="Corbel"/>
                <a:cs typeface="Corbel"/>
              </a:rPr>
              <a:t>él.</a:t>
            </a:r>
            <a:r>
              <a:rPr lang="es-ES" sz="1200" spc="-5" dirty="0">
                <a:latin typeface="Corbel"/>
                <a:cs typeface="Corbel"/>
              </a:rPr>
              <a:t> Para</a:t>
            </a:r>
            <a:r>
              <a:rPr lang="es-ES" sz="1200" spc="-10" dirty="0">
                <a:latin typeface="Corbel"/>
                <a:cs typeface="Corbel"/>
              </a:rPr>
              <a:t> </a:t>
            </a:r>
            <a:r>
              <a:rPr lang="es-ES" sz="1200" dirty="0">
                <a:latin typeface="Corbel"/>
                <a:cs typeface="Corbel"/>
              </a:rPr>
              <a:t>resolver</a:t>
            </a:r>
            <a:r>
              <a:rPr lang="es-ES" sz="1200" spc="-5" dirty="0">
                <a:latin typeface="Corbel"/>
                <a:cs typeface="Corbel"/>
              </a:rPr>
              <a:t> </a:t>
            </a:r>
            <a:r>
              <a:rPr lang="es-ES" sz="1200" dirty="0">
                <a:latin typeface="Corbel"/>
                <a:cs typeface="Corbel"/>
              </a:rPr>
              <a:t>el problema</a:t>
            </a:r>
            <a:r>
              <a:rPr lang="es-ES" sz="1200" spc="5" dirty="0">
                <a:latin typeface="Corbel"/>
                <a:cs typeface="Corbel"/>
              </a:rPr>
              <a:t> </a:t>
            </a:r>
            <a:r>
              <a:rPr lang="es-ES" sz="1200" spc="-5" dirty="0">
                <a:latin typeface="Corbel"/>
                <a:cs typeface="Corbel"/>
              </a:rPr>
              <a:t>se</a:t>
            </a:r>
            <a:r>
              <a:rPr lang="es-ES" sz="1200" spc="10" dirty="0">
                <a:latin typeface="Corbel"/>
                <a:cs typeface="Corbel"/>
              </a:rPr>
              <a:t> </a:t>
            </a:r>
            <a:r>
              <a:rPr lang="es-ES" sz="1200" spc="-5" dirty="0">
                <a:latin typeface="Corbel"/>
                <a:cs typeface="Corbel"/>
              </a:rPr>
              <a:t>tendría</a:t>
            </a:r>
            <a:r>
              <a:rPr lang="es-ES" sz="1200" spc="5" dirty="0">
                <a:latin typeface="Corbel"/>
                <a:cs typeface="Corbel"/>
              </a:rPr>
              <a:t> </a:t>
            </a:r>
            <a:r>
              <a:rPr lang="es-ES" sz="1200" spc="-5" dirty="0">
                <a:latin typeface="Corbel"/>
                <a:cs typeface="Corbel"/>
              </a:rPr>
              <a:t>que</a:t>
            </a:r>
            <a:r>
              <a:rPr lang="es-ES" sz="1200" dirty="0">
                <a:latin typeface="Corbel"/>
                <a:cs typeface="Corbel"/>
              </a:rPr>
              <a:t> </a:t>
            </a:r>
            <a:r>
              <a:rPr lang="es-ES" sz="1200" spc="-5" dirty="0">
                <a:latin typeface="Corbel"/>
                <a:cs typeface="Corbel"/>
              </a:rPr>
              <a:t>informar</a:t>
            </a:r>
            <a:r>
              <a:rPr lang="es-ES" sz="1200" spc="5" dirty="0">
                <a:latin typeface="Corbel"/>
                <a:cs typeface="Corbel"/>
              </a:rPr>
              <a:t> </a:t>
            </a:r>
            <a:r>
              <a:rPr lang="es-ES" sz="1200" spc="-5" dirty="0">
                <a:latin typeface="Corbel"/>
                <a:cs typeface="Corbel"/>
              </a:rPr>
              <a:t>mejor</a:t>
            </a:r>
            <a:r>
              <a:rPr lang="es-ES" sz="1200" spc="5" dirty="0">
                <a:latin typeface="Corbel"/>
                <a:cs typeface="Corbel"/>
              </a:rPr>
              <a:t> </a:t>
            </a:r>
            <a:r>
              <a:rPr lang="es-ES" sz="1200" dirty="0">
                <a:latin typeface="Corbel"/>
                <a:cs typeface="Corbel"/>
              </a:rPr>
              <a:t>al </a:t>
            </a:r>
            <a:r>
              <a:rPr lang="es-ES" sz="1200" spc="5" dirty="0">
                <a:latin typeface="Corbel"/>
                <a:cs typeface="Corbel"/>
              </a:rPr>
              <a:t> </a:t>
            </a:r>
            <a:r>
              <a:rPr lang="es-ES" sz="1200" spc="-5" dirty="0">
                <a:latin typeface="Corbel"/>
                <a:cs typeface="Corbel"/>
              </a:rPr>
              <a:t>consumidor</a:t>
            </a:r>
            <a:r>
              <a:rPr lang="es-ES" sz="1200" spc="-15" dirty="0">
                <a:latin typeface="Corbel"/>
                <a:cs typeface="Corbel"/>
              </a:rPr>
              <a:t> </a:t>
            </a:r>
            <a:r>
              <a:rPr lang="es-ES" sz="1200" dirty="0">
                <a:latin typeface="Corbel"/>
                <a:cs typeface="Corbel"/>
              </a:rPr>
              <a:t>en</a:t>
            </a:r>
            <a:r>
              <a:rPr lang="es-ES" sz="1200" spc="-5" dirty="0">
                <a:latin typeface="Corbel"/>
                <a:cs typeface="Corbel"/>
              </a:rPr>
              <a:t> </a:t>
            </a:r>
            <a:r>
              <a:rPr lang="es-ES" sz="1200" dirty="0">
                <a:latin typeface="Corbel"/>
                <a:cs typeface="Corbel"/>
              </a:rPr>
              <a:t>vez de modificar el </a:t>
            </a:r>
            <a:r>
              <a:rPr lang="es-ES" sz="1200" spc="-5" dirty="0">
                <a:latin typeface="Corbel"/>
                <a:cs typeface="Corbel"/>
              </a:rPr>
              <a:t>producto</a:t>
            </a:r>
            <a:endParaRPr lang="es-ES" sz="1200" dirty="0">
              <a:latin typeface="Corbel"/>
              <a:cs typeface="Corbel"/>
            </a:endParaRPr>
          </a:p>
          <a:p>
            <a:pPr marL="698500" lvl="1" indent="-183515">
              <a:lnSpc>
                <a:spcPct val="100000"/>
              </a:lnSpc>
              <a:spcBef>
                <a:spcPts val="60"/>
              </a:spcBef>
              <a:buClr>
                <a:srgbClr val="40B9D2"/>
              </a:buClr>
              <a:buFont typeface="Arial"/>
              <a:buChar char="•"/>
              <a:tabLst>
                <a:tab pos="698500" algn="l"/>
              </a:tabLst>
            </a:pPr>
            <a:r>
              <a:rPr lang="es-ES" sz="1200" spc="-5" dirty="0">
                <a:latin typeface="Corbel"/>
                <a:cs typeface="Corbel"/>
              </a:rPr>
              <a:t>Ejemplo</a:t>
            </a:r>
            <a:r>
              <a:rPr lang="es-ES" sz="1200" spc="-15" dirty="0">
                <a:latin typeface="Corbel"/>
                <a:cs typeface="Corbel"/>
              </a:rPr>
              <a:t> </a:t>
            </a:r>
            <a:r>
              <a:rPr lang="es-ES" sz="1200" spc="-5" dirty="0">
                <a:latin typeface="Corbel"/>
                <a:cs typeface="Corbel"/>
              </a:rPr>
              <a:t>2: </a:t>
            </a:r>
            <a:r>
              <a:rPr lang="es-ES" sz="1200" spc="-10" dirty="0">
                <a:latin typeface="Corbel"/>
                <a:cs typeface="Corbel"/>
              </a:rPr>
              <a:t>Rotura</a:t>
            </a:r>
            <a:r>
              <a:rPr lang="es-ES" sz="1200" spc="-20" dirty="0">
                <a:latin typeface="Corbel"/>
                <a:cs typeface="Corbel"/>
              </a:rPr>
              <a:t> </a:t>
            </a:r>
            <a:r>
              <a:rPr lang="es-ES" sz="1200" spc="-5" dirty="0">
                <a:latin typeface="Corbel"/>
                <a:cs typeface="Corbel"/>
              </a:rPr>
              <a:t>de stock</a:t>
            </a:r>
            <a:endParaRPr lang="es-ES" sz="1200" dirty="0">
              <a:latin typeface="Corbel"/>
              <a:cs typeface="Corbel"/>
            </a:endParaRPr>
          </a:p>
        </p:txBody>
      </p:sp>
      <p:sp>
        <p:nvSpPr>
          <p:cNvPr id="6" name="Flecha: curvada hacia la izquierda 5">
            <a:extLst>
              <a:ext uri="{FF2B5EF4-FFF2-40B4-BE49-F238E27FC236}">
                <a16:creationId xmlns:a16="http://schemas.microsoft.com/office/drawing/2014/main" id="{E9BAD16E-0A19-D77E-B0A3-3951046F4FB7}"/>
              </a:ext>
            </a:extLst>
          </p:cNvPr>
          <p:cNvSpPr/>
          <p:nvPr/>
        </p:nvSpPr>
        <p:spPr>
          <a:xfrm rot="3773386">
            <a:off x="4100446" y="5734777"/>
            <a:ext cx="483785" cy="150265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4" name="Rectangle 73">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76" name="Rectangle 75">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0723" name="1 Título"/>
          <p:cNvSpPr>
            <a:spLocks noGrp="1"/>
          </p:cNvSpPr>
          <p:nvPr>
            <p:ph type="title"/>
          </p:nvPr>
        </p:nvSpPr>
        <p:spPr>
          <a:xfrm>
            <a:off x="1154337" y="864108"/>
            <a:ext cx="2305435" cy="5120639"/>
          </a:xfrm>
        </p:spPr>
        <p:txBody>
          <a:bodyPr vert="horz" lIns="91440" tIns="45720" rIns="91440" bIns="45720" numCol="1" rtlCol="0" anchor="ctr" anchorCtr="0" compatLnSpc="1">
            <a:prstTxWarp prst="textNoShape">
              <a:avLst/>
            </a:prstTxWarp>
            <a:normAutofit/>
          </a:bodyPr>
          <a:lstStyle/>
          <a:p>
            <a:pPr marL="457200" indent="-457200" algn="r"/>
            <a:r>
              <a:rPr lang="en-US" sz="3300">
                <a:solidFill>
                  <a:schemeClr val="tx1">
                    <a:lumMod val="85000"/>
                    <a:lumOff val="15000"/>
                  </a:schemeClr>
                </a:solidFill>
              </a:rPr>
              <a:t>2. Identificar los criterios de selección</a:t>
            </a:r>
          </a:p>
        </p:txBody>
      </p:sp>
      <p:sp>
        <p:nvSpPr>
          <p:cNvPr id="78" name="Rectangle 77">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80" name="Straight Connector 79">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7 Rectángulo"/>
          <p:cNvSpPr/>
          <p:nvPr/>
        </p:nvSpPr>
        <p:spPr>
          <a:xfrm>
            <a:off x="3966921" y="864108"/>
            <a:ext cx="4433008" cy="5120640"/>
          </a:xfrm>
          <a:prstGeom prst="rect">
            <a:avLst/>
          </a:prstGeom>
        </p:spPr>
        <p:txBody>
          <a:bodyPr vert="horz" lIns="91440" tIns="45720" rIns="91440" bIns="45720" rtlCol="0" anchor="ctr">
            <a:normAutofit/>
          </a:bodyPr>
          <a:lstStyle/>
          <a:p>
            <a:pPr marL="342900" indent="-182880" defTabSz="914400">
              <a:lnSpc>
                <a:spcPct val="90000"/>
              </a:lnSpc>
              <a:spcBef>
                <a:spcPct val="20000"/>
              </a:spcBef>
              <a:spcAft>
                <a:spcPts val="600"/>
              </a:spcAft>
              <a:buClr>
                <a:schemeClr val="accent1"/>
              </a:buClr>
              <a:buFont typeface="Wingdings 2" pitchFamily="18" charset="2"/>
              <a:buChar char=""/>
              <a:defRPr/>
            </a:pPr>
            <a:r>
              <a:rPr lang="en-US" b="1">
                <a:solidFill>
                  <a:schemeClr val="tx1">
                    <a:lumMod val="65000"/>
                    <a:lumOff val="35000"/>
                  </a:schemeClr>
                </a:solidFill>
              </a:rPr>
              <a:t>Criterios de decisión.</a:t>
            </a:r>
          </a:p>
          <a:p>
            <a:pPr marL="800100" lvl="1" indent="-182880" defTabSz="914400">
              <a:lnSpc>
                <a:spcPct val="90000"/>
              </a:lnSpc>
              <a:spcBef>
                <a:spcPct val="20000"/>
              </a:spcBef>
              <a:spcAft>
                <a:spcPts val="600"/>
              </a:spcAft>
              <a:buClr>
                <a:schemeClr val="accent1"/>
              </a:buClr>
              <a:buFont typeface="Wingdings 2" pitchFamily="18" charset="2"/>
              <a:buChar char=""/>
              <a:defRPr/>
            </a:pPr>
            <a:r>
              <a:rPr lang="en-US">
                <a:solidFill>
                  <a:schemeClr val="tx1">
                    <a:lumMod val="65000"/>
                    <a:lumOff val="35000"/>
                  </a:schemeClr>
                </a:solidFill>
              </a:rPr>
              <a:t>Juicios que explican lo que es pertinente en una decisión.</a:t>
            </a:r>
          </a:p>
          <a:p>
            <a:pPr marL="800100" lvl="1" indent="-182880" defTabSz="914400">
              <a:lnSpc>
                <a:spcPct val="90000"/>
              </a:lnSpc>
              <a:spcBef>
                <a:spcPct val="20000"/>
              </a:spcBef>
              <a:spcAft>
                <a:spcPts val="600"/>
              </a:spcAft>
              <a:buClr>
                <a:schemeClr val="accent1"/>
              </a:buClr>
              <a:buFont typeface="Wingdings 2" pitchFamily="18" charset="2"/>
              <a:buChar char=""/>
              <a:defRPr/>
            </a:pPr>
            <a:r>
              <a:rPr lang="en-US">
                <a:solidFill>
                  <a:schemeClr val="tx1">
                    <a:lumMod val="65000"/>
                    <a:lumOff val="35000"/>
                  </a:schemeClr>
                </a:solidFill>
              </a:rPr>
              <a:t>Identificar aquellos aspectos que son relevantes al momento de tomar la decisión, es decir aquellas pautas de las cuales depende la decisión que se tome.</a:t>
            </a:r>
          </a:p>
          <a:p>
            <a:pPr marL="342900" indent="-182880" defTabSz="914400">
              <a:lnSpc>
                <a:spcPct val="90000"/>
              </a:lnSpc>
              <a:spcBef>
                <a:spcPct val="20000"/>
              </a:spcBef>
              <a:spcAft>
                <a:spcPts val="600"/>
              </a:spcAft>
              <a:buClr>
                <a:schemeClr val="accent1"/>
              </a:buClr>
              <a:buFont typeface="Wingdings 2" pitchFamily="18" charset="2"/>
              <a:buChar char=""/>
              <a:defRPr/>
            </a:pPr>
            <a:r>
              <a:rPr lang="en-US">
                <a:solidFill>
                  <a:schemeClr val="tx1">
                    <a:lumMod val="65000"/>
                    <a:lumOff val="35000"/>
                  </a:schemeClr>
                </a:solidFill>
              </a:rPr>
              <a:t>Los criterios del gerente pueden ser:</a:t>
            </a:r>
          </a:p>
          <a:p>
            <a:pPr marL="800100" lvl="1" indent="-182880" defTabSz="914400">
              <a:lnSpc>
                <a:spcPct val="90000"/>
              </a:lnSpc>
              <a:spcBef>
                <a:spcPct val="20000"/>
              </a:spcBef>
              <a:spcAft>
                <a:spcPts val="600"/>
              </a:spcAft>
              <a:buClr>
                <a:schemeClr val="accent1"/>
              </a:buClr>
              <a:buFont typeface="Wingdings 2" pitchFamily="18" charset="2"/>
              <a:buChar char=""/>
              <a:defRPr/>
            </a:pPr>
            <a:r>
              <a:rPr lang="en-US" b="1">
                <a:solidFill>
                  <a:schemeClr val="tx1">
                    <a:lumMod val="65000"/>
                    <a:lumOff val="35000"/>
                  </a:schemeClr>
                </a:solidFill>
              </a:rPr>
              <a:t>Explícitos</a:t>
            </a:r>
            <a:r>
              <a:rPr lang="en-US">
                <a:solidFill>
                  <a:schemeClr val="tx1">
                    <a:lumMod val="65000"/>
                    <a:lumOff val="35000"/>
                  </a:schemeClr>
                </a:solidFill>
              </a:rPr>
              <a:t>: se expresan claramente.</a:t>
            </a:r>
          </a:p>
          <a:p>
            <a:pPr marL="800100" lvl="1" indent="-182880" defTabSz="914400">
              <a:lnSpc>
                <a:spcPct val="90000"/>
              </a:lnSpc>
              <a:spcBef>
                <a:spcPct val="20000"/>
              </a:spcBef>
              <a:spcAft>
                <a:spcPts val="600"/>
              </a:spcAft>
              <a:buClr>
                <a:schemeClr val="accent1"/>
              </a:buClr>
              <a:buFont typeface="Wingdings 2" pitchFamily="18" charset="2"/>
              <a:buChar char=""/>
              <a:defRPr/>
            </a:pPr>
            <a:r>
              <a:rPr lang="en-US" b="1">
                <a:solidFill>
                  <a:schemeClr val="tx1">
                    <a:lumMod val="65000"/>
                    <a:lumOff val="35000"/>
                  </a:schemeClr>
                </a:solidFill>
              </a:rPr>
              <a:t>Tácitos</a:t>
            </a:r>
            <a:r>
              <a:rPr lang="en-US">
                <a:solidFill>
                  <a:schemeClr val="tx1">
                    <a:lumMod val="65000"/>
                    <a:lumOff val="35000"/>
                  </a:schemeClr>
                </a:solidFill>
              </a:rPr>
              <a:t>: se recurre a supuestos.</a:t>
            </a:r>
          </a:p>
          <a:p>
            <a:pPr marL="342900" indent="-182880" defTabSz="914400">
              <a:lnSpc>
                <a:spcPct val="90000"/>
              </a:lnSpc>
              <a:spcBef>
                <a:spcPct val="20000"/>
              </a:spcBef>
              <a:spcAft>
                <a:spcPts val="600"/>
              </a:spcAft>
              <a:buClr>
                <a:schemeClr val="accent1"/>
              </a:buClr>
              <a:buFont typeface="Wingdings 2" pitchFamily="18" charset="2"/>
              <a:buChar char=""/>
              <a:defRPr/>
            </a:pPr>
            <a:r>
              <a:rPr lang="en-US">
                <a:solidFill>
                  <a:schemeClr val="tx1">
                    <a:lumMod val="65000"/>
                    <a:lumOff val="35000"/>
                  </a:schemeClr>
                </a:solidFill>
              </a:rPr>
              <a:t>Factores pertinentes para decidirse: costes de inicio, disponibilidad de financiación, tasa de fracasos, potencial de crecimiento, antecedentes, etc.</a:t>
            </a:r>
          </a:p>
        </p:txBody>
      </p:sp>
      <p:sp>
        <p:nvSpPr>
          <p:cNvPr id="82" name="Rectangle 81">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49</a:t>
            </a:fld>
            <a:endParaRPr lang="en-US" sz="1200" b="1" kern="1200" dirty="0">
              <a:solidFill>
                <a:schemeClr val="accent1"/>
              </a:solidFill>
              <a:latin typeface="+mn-lt"/>
              <a:ea typeface="+mn-ea"/>
              <a:cs typeface="+mn-cs"/>
            </a:endParaRPr>
          </a:p>
        </p:txBody>
      </p:sp>
      <p:sp>
        <p:nvSpPr>
          <p:cNvPr id="2" name="8 Nube">
            <a:extLst>
              <a:ext uri="{FF2B5EF4-FFF2-40B4-BE49-F238E27FC236}">
                <a16:creationId xmlns:a16="http://schemas.microsoft.com/office/drawing/2014/main" id="{B7262696-83A4-49D5-89EB-EC15876A9ECA}"/>
              </a:ext>
            </a:extLst>
          </p:cNvPr>
          <p:cNvSpPr/>
          <p:nvPr/>
        </p:nvSpPr>
        <p:spPr>
          <a:xfrm rot="20912649">
            <a:off x="1748228" y="606279"/>
            <a:ext cx="2000250" cy="857250"/>
          </a:xfrm>
          <a:prstGeom prst="cloud">
            <a:avLst/>
          </a:prstGeom>
          <a:solidFill>
            <a:srgbClr val="76F279"/>
          </a:solidFill>
        </p:spPr>
        <p:style>
          <a:lnRef idx="3">
            <a:schemeClr val="lt1"/>
          </a:lnRef>
          <a:fillRef idx="1">
            <a:schemeClr val="accent2"/>
          </a:fillRef>
          <a:effectRef idx="1">
            <a:schemeClr val="accent2"/>
          </a:effectRef>
          <a:fontRef idx="minor">
            <a:schemeClr val="lt1"/>
          </a:fontRef>
        </p:style>
        <p:txBody>
          <a:bodyPr anchor="ctr"/>
          <a:lstStyle/>
          <a:p>
            <a:pPr algn="ctr">
              <a:defRPr/>
            </a:pPr>
            <a:r>
              <a:rPr lang="es-ES_tradnl" sz="1400" dirty="0">
                <a:solidFill>
                  <a:schemeClr val="tx1"/>
                </a:solidFill>
              </a:rPr>
              <a:t>¿Qué vamos a tratar de lograr?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2" name="Rectangle 71">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74" name="Rectangle 73">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1745" name="1 Título"/>
          <p:cNvSpPr>
            <a:spLocks noGrp="1"/>
          </p:cNvSpPr>
          <p:nvPr>
            <p:ph type="title"/>
          </p:nvPr>
        </p:nvSpPr>
        <p:spPr>
          <a:xfrm>
            <a:off x="1154337" y="864108"/>
            <a:ext cx="2305435" cy="5120639"/>
          </a:xfrm>
        </p:spPr>
        <p:txBody>
          <a:bodyPr vert="horz" lIns="91440" tIns="45720" rIns="91440" bIns="45720" numCol="1" rtlCol="0" anchor="ctr" anchorCtr="0" compatLnSpc="1">
            <a:prstTxWarp prst="textNoShape">
              <a:avLst/>
            </a:prstTxWarp>
            <a:normAutofit/>
          </a:bodyPr>
          <a:lstStyle/>
          <a:p>
            <a:pPr marL="457200" indent="-457200" algn="r"/>
            <a:r>
              <a:rPr lang="en-US" sz="2800">
                <a:solidFill>
                  <a:schemeClr val="tx1">
                    <a:lumMod val="85000"/>
                    <a:lumOff val="15000"/>
                  </a:schemeClr>
                </a:solidFill>
              </a:rPr>
              <a:t>3. Ponderación de los criterios de decisión</a:t>
            </a:r>
          </a:p>
        </p:txBody>
      </p:sp>
      <p:sp>
        <p:nvSpPr>
          <p:cNvPr id="76" name="Rectangle 75">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78" name="Straight Connector 77">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9 Rectángulo"/>
          <p:cNvSpPr/>
          <p:nvPr/>
        </p:nvSpPr>
        <p:spPr>
          <a:xfrm>
            <a:off x="3966921" y="850391"/>
            <a:ext cx="5049639" cy="5120640"/>
          </a:xfrm>
          <a:prstGeom prst="rect">
            <a:avLst/>
          </a:prstGeom>
        </p:spPr>
        <p:txBody>
          <a:bodyPr vert="horz" lIns="91440" tIns="45720" rIns="91440" bIns="45720" rtlCol="0" anchor="ctr">
            <a:normAutofit/>
          </a:bodyPr>
          <a:lstStyle/>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600" dirty="0">
                <a:solidFill>
                  <a:schemeClr val="tx1">
                    <a:lumMod val="65000"/>
                    <a:lumOff val="35000"/>
                  </a:schemeClr>
                </a:solidFill>
              </a:rPr>
              <a:t>Es la </a:t>
            </a:r>
            <a:r>
              <a:rPr lang="en-US" sz="1600" dirty="0" err="1">
                <a:solidFill>
                  <a:schemeClr val="tx1">
                    <a:lumMod val="65000"/>
                    <a:lumOff val="35000"/>
                  </a:schemeClr>
                </a:solidFill>
              </a:rPr>
              <a:t>asignación</a:t>
            </a:r>
            <a:r>
              <a:rPr lang="en-US" sz="1600" dirty="0">
                <a:solidFill>
                  <a:schemeClr val="tx1">
                    <a:lumMod val="65000"/>
                    <a:lumOff val="35000"/>
                  </a:schemeClr>
                </a:solidFill>
              </a:rPr>
              <a:t> de </a:t>
            </a:r>
            <a:r>
              <a:rPr lang="en-US" sz="1600" dirty="0" err="1">
                <a:solidFill>
                  <a:schemeClr val="tx1">
                    <a:lumMod val="65000"/>
                    <a:lumOff val="35000"/>
                  </a:schemeClr>
                </a:solidFill>
              </a:rPr>
              <a:t>prioridades</a:t>
            </a:r>
            <a:r>
              <a:rPr lang="en-US" sz="1600" dirty="0">
                <a:solidFill>
                  <a:schemeClr val="tx1">
                    <a:lumMod val="65000"/>
                    <a:lumOff val="35000"/>
                  </a:schemeClr>
                </a:solidFill>
              </a:rPr>
              <a:t> a </a:t>
            </a:r>
            <a:r>
              <a:rPr lang="en-US" sz="1600" dirty="0" err="1">
                <a:solidFill>
                  <a:schemeClr val="tx1">
                    <a:lumMod val="65000"/>
                    <a:lumOff val="35000"/>
                  </a:schemeClr>
                </a:solidFill>
              </a:rPr>
              <a:t>los</a:t>
            </a:r>
            <a:r>
              <a:rPr lang="en-US" sz="1600" dirty="0">
                <a:solidFill>
                  <a:schemeClr val="tx1">
                    <a:lumMod val="65000"/>
                    <a:lumOff val="35000"/>
                  </a:schemeClr>
                </a:solidFill>
              </a:rPr>
              <a:t> </a:t>
            </a:r>
            <a:r>
              <a:rPr lang="en-US" sz="1600" dirty="0" err="1">
                <a:solidFill>
                  <a:schemeClr val="tx1">
                    <a:lumMod val="65000"/>
                    <a:lumOff val="35000"/>
                  </a:schemeClr>
                </a:solidFill>
              </a:rPr>
              <a:t>criterios</a:t>
            </a:r>
            <a:r>
              <a:rPr lang="en-US" sz="1600" dirty="0">
                <a:solidFill>
                  <a:schemeClr val="tx1">
                    <a:lumMod val="65000"/>
                    <a:lumOff val="35000"/>
                  </a:schemeClr>
                </a:solidFill>
              </a:rPr>
              <a:t> para la </a:t>
            </a:r>
            <a:r>
              <a:rPr lang="en-US" sz="1600" dirty="0" err="1">
                <a:solidFill>
                  <a:schemeClr val="tx1">
                    <a:lumMod val="65000"/>
                    <a:lumOff val="35000"/>
                  </a:schemeClr>
                </a:solidFill>
              </a:rPr>
              <a:t>correcta</a:t>
            </a:r>
            <a:r>
              <a:rPr lang="en-US" sz="1600" dirty="0">
                <a:solidFill>
                  <a:schemeClr val="tx1">
                    <a:lumMod val="65000"/>
                    <a:lumOff val="35000"/>
                  </a:schemeClr>
                </a:solidFill>
              </a:rPr>
              <a:t> </a:t>
            </a:r>
            <a:r>
              <a:rPr lang="en-US" sz="1600" dirty="0" err="1">
                <a:solidFill>
                  <a:schemeClr val="tx1">
                    <a:lumMod val="65000"/>
                    <a:lumOff val="35000"/>
                  </a:schemeClr>
                </a:solidFill>
              </a:rPr>
              <a:t>decisión</a:t>
            </a:r>
            <a:r>
              <a:rPr lang="en-US" sz="1600" dirty="0">
                <a:solidFill>
                  <a:schemeClr val="tx1">
                    <a:lumMod val="65000"/>
                    <a:lumOff val="35000"/>
                  </a:schemeClr>
                </a:solidFill>
              </a:rPr>
              <a:t>.</a:t>
            </a: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600" dirty="0">
                <a:solidFill>
                  <a:schemeClr val="tx1">
                    <a:lumMod val="65000"/>
                    <a:lumOff val="35000"/>
                  </a:schemeClr>
                </a:solidFill>
              </a:rPr>
              <a:t>No </a:t>
            </a:r>
            <a:r>
              <a:rPr lang="en-US" sz="1600" dirty="0" err="1">
                <a:solidFill>
                  <a:schemeClr val="tx1">
                    <a:lumMod val="65000"/>
                    <a:lumOff val="35000"/>
                  </a:schemeClr>
                </a:solidFill>
              </a:rPr>
              <a:t>todos</a:t>
            </a:r>
            <a:r>
              <a:rPr lang="en-US" sz="1600" dirty="0">
                <a:solidFill>
                  <a:schemeClr val="tx1">
                    <a:lumMod val="65000"/>
                    <a:lumOff val="35000"/>
                  </a:schemeClr>
                </a:solidFill>
              </a:rPr>
              <a:t> </a:t>
            </a:r>
            <a:r>
              <a:rPr lang="en-US" sz="1600" dirty="0" err="1">
                <a:solidFill>
                  <a:schemeClr val="tx1">
                    <a:lumMod val="65000"/>
                    <a:lumOff val="35000"/>
                  </a:schemeClr>
                </a:solidFill>
              </a:rPr>
              <a:t>los</a:t>
            </a:r>
            <a:r>
              <a:rPr lang="en-US" sz="1600" dirty="0">
                <a:solidFill>
                  <a:schemeClr val="tx1">
                    <a:lumMod val="65000"/>
                    <a:lumOff val="35000"/>
                  </a:schemeClr>
                </a:solidFill>
              </a:rPr>
              <a:t> </a:t>
            </a:r>
            <a:r>
              <a:rPr lang="en-US" sz="1600" dirty="0" err="1">
                <a:solidFill>
                  <a:schemeClr val="tx1">
                    <a:lumMod val="65000"/>
                    <a:lumOff val="35000"/>
                  </a:schemeClr>
                </a:solidFill>
              </a:rPr>
              <a:t>criterios</a:t>
            </a:r>
            <a:r>
              <a:rPr lang="en-US" sz="1600" dirty="0">
                <a:solidFill>
                  <a:schemeClr val="tx1">
                    <a:lumMod val="65000"/>
                    <a:lumOff val="35000"/>
                  </a:schemeClr>
                </a:solidFill>
              </a:rPr>
              <a:t> </a:t>
            </a:r>
            <a:r>
              <a:rPr lang="en-US" sz="1600" dirty="0" err="1">
                <a:solidFill>
                  <a:schemeClr val="tx1">
                    <a:lumMod val="65000"/>
                    <a:lumOff val="35000"/>
                  </a:schemeClr>
                </a:solidFill>
              </a:rPr>
              <a:t>tienen</a:t>
            </a:r>
            <a:r>
              <a:rPr lang="en-US" sz="1600" dirty="0">
                <a:solidFill>
                  <a:schemeClr val="tx1">
                    <a:lumMod val="65000"/>
                    <a:lumOff val="35000"/>
                  </a:schemeClr>
                </a:solidFill>
              </a:rPr>
              <a:t> la </a:t>
            </a:r>
            <a:r>
              <a:rPr lang="en-US" sz="1600" dirty="0" err="1">
                <a:solidFill>
                  <a:schemeClr val="tx1">
                    <a:lumMod val="65000"/>
                    <a:lumOff val="35000"/>
                  </a:schemeClr>
                </a:solidFill>
              </a:rPr>
              <a:t>misma</a:t>
            </a:r>
            <a:r>
              <a:rPr lang="en-US" sz="1600" dirty="0">
                <a:solidFill>
                  <a:schemeClr val="tx1">
                    <a:lumMod val="65000"/>
                    <a:lumOff val="35000"/>
                  </a:schemeClr>
                </a:solidFill>
              </a:rPr>
              <a:t> </a:t>
            </a:r>
            <a:r>
              <a:rPr lang="en-US" sz="1600" dirty="0" err="1">
                <a:solidFill>
                  <a:schemeClr val="tx1">
                    <a:lumMod val="65000"/>
                    <a:lumOff val="35000"/>
                  </a:schemeClr>
                </a:solidFill>
              </a:rPr>
              <a:t>importancia</a:t>
            </a:r>
            <a:r>
              <a:rPr lang="en-US" sz="1600" dirty="0">
                <a:solidFill>
                  <a:schemeClr val="tx1">
                    <a:lumMod val="65000"/>
                    <a:lumOff val="35000"/>
                  </a:schemeClr>
                </a:solidFill>
              </a:rPr>
              <a:t>.</a:t>
            </a: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600" dirty="0" err="1">
                <a:solidFill>
                  <a:schemeClr val="tx1">
                    <a:lumMod val="65000"/>
                    <a:lumOff val="35000"/>
                  </a:schemeClr>
                </a:solidFill>
              </a:rPr>
              <a:t>Quien</a:t>
            </a:r>
            <a:r>
              <a:rPr lang="en-US" sz="1600" dirty="0">
                <a:solidFill>
                  <a:schemeClr val="tx1">
                    <a:lumMod val="65000"/>
                    <a:lumOff val="35000"/>
                  </a:schemeClr>
                </a:solidFill>
              </a:rPr>
              <a:t> </a:t>
            </a:r>
            <a:r>
              <a:rPr lang="en-US" sz="1600" dirty="0" err="1">
                <a:solidFill>
                  <a:schemeClr val="tx1">
                    <a:lumMod val="65000"/>
                    <a:lumOff val="35000"/>
                  </a:schemeClr>
                </a:solidFill>
              </a:rPr>
              <a:t>toma</a:t>
            </a:r>
            <a:r>
              <a:rPr lang="en-US" sz="1600" dirty="0">
                <a:solidFill>
                  <a:schemeClr val="tx1">
                    <a:lumMod val="65000"/>
                    <a:lumOff val="35000"/>
                  </a:schemeClr>
                </a:solidFill>
              </a:rPr>
              <a:t> la </a:t>
            </a:r>
            <a:r>
              <a:rPr lang="en-US" sz="1600" dirty="0" err="1">
                <a:solidFill>
                  <a:schemeClr val="tx1">
                    <a:lumMod val="65000"/>
                    <a:lumOff val="35000"/>
                  </a:schemeClr>
                </a:solidFill>
              </a:rPr>
              <a:t>decisión</a:t>
            </a:r>
            <a:r>
              <a:rPr lang="en-US" sz="1600" dirty="0">
                <a:solidFill>
                  <a:schemeClr val="tx1">
                    <a:lumMod val="65000"/>
                    <a:lumOff val="35000"/>
                  </a:schemeClr>
                </a:solidFill>
              </a:rPr>
              <a:t> </a:t>
            </a:r>
            <a:r>
              <a:rPr lang="en-US" sz="1600" dirty="0" err="1">
                <a:solidFill>
                  <a:schemeClr val="tx1">
                    <a:lumMod val="65000"/>
                    <a:lumOff val="35000"/>
                  </a:schemeClr>
                </a:solidFill>
              </a:rPr>
              <a:t>tiene</a:t>
            </a:r>
            <a:r>
              <a:rPr lang="en-US" sz="1600" dirty="0">
                <a:solidFill>
                  <a:schemeClr val="tx1">
                    <a:lumMod val="65000"/>
                    <a:lumOff val="35000"/>
                  </a:schemeClr>
                </a:solidFill>
              </a:rPr>
              <a:t> que </a:t>
            </a:r>
            <a:r>
              <a:rPr lang="en-US" sz="1600" dirty="0" err="1">
                <a:solidFill>
                  <a:schemeClr val="tx1">
                    <a:lumMod val="65000"/>
                    <a:lumOff val="35000"/>
                  </a:schemeClr>
                </a:solidFill>
              </a:rPr>
              <a:t>ponderarlos</a:t>
            </a:r>
            <a:r>
              <a:rPr lang="en-US" sz="1600" dirty="0">
                <a:solidFill>
                  <a:schemeClr val="tx1">
                    <a:lumMod val="65000"/>
                    <a:lumOff val="35000"/>
                  </a:schemeClr>
                </a:solidFill>
              </a:rPr>
              <a:t> </a:t>
            </a:r>
            <a:r>
              <a:rPr lang="en-US" sz="1600" dirty="0" err="1">
                <a:solidFill>
                  <a:schemeClr val="tx1">
                    <a:lumMod val="65000"/>
                    <a:lumOff val="35000"/>
                  </a:schemeClr>
                </a:solidFill>
              </a:rPr>
              <a:t>en</a:t>
            </a:r>
            <a:r>
              <a:rPr lang="en-US" sz="1600" dirty="0">
                <a:solidFill>
                  <a:schemeClr val="tx1">
                    <a:lumMod val="65000"/>
                    <a:lumOff val="35000"/>
                  </a:schemeClr>
                </a:solidFill>
              </a:rPr>
              <a:t> forma </a:t>
            </a:r>
            <a:r>
              <a:rPr lang="en-US" sz="1600" dirty="0" err="1">
                <a:solidFill>
                  <a:schemeClr val="tx1">
                    <a:lumMod val="65000"/>
                    <a:lumOff val="35000"/>
                  </a:schemeClr>
                </a:solidFill>
              </a:rPr>
              <a:t>ordenada</a:t>
            </a:r>
            <a:r>
              <a:rPr lang="en-US" sz="1600" dirty="0">
                <a:solidFill>
                  <a:schemeClr val="tx1">
                    <a:lumMod val="65000"/>
                    <a:lumOff val="35000"/>
                  </a:schemeClr>
                </a:solidFill>
              </a:rPr>
              <a:t> para </a:t>
            </a:r>
            <a:r>
              <a:rPr lang="en-US" sz="1600" dirty="0" err="1">
                <a:solidFill>
                  <a:schemeClr val="tx1">
                    <a:lumMod val="65000"/>
                    <a:lumOff val="35000"/>
                  </a:schemeClr>
                </a:solidFill>
              </a:rPr>
              <a:t>asignarles</a:t>
            </a:r>
            <a:r>
              <a:rPr lang="en-US" sz="1600" dirty="0">
                <a:solidFill>
                  <a:schemeClr val="tx1">
                    <a:lumMod val="65000"/>
                    <a:lumOff val="35000"/>
                  </a:schemeClr>
                </a:solidFill>
              </a:rPr>
              <a:t> la </a:t>
            </a:r>
            <a:r>
              <a:rPr lang="en-US" sz="1600" dirty="0" err="1">
                <a:solidFill>
                  <a:schemeClr val="tx1">
                    <a:lumMod val="65000"/>
                    <a:lumOff val="35000"/>
                  </a:schemeClr>
                </a:solidFill>
              </a:rPr>
              <a:t>prioridad</a:t>
            </a:r>
            <a:r>
              <a:rPr lang="en-US" sz="1600" dirty="0">
                <a:solidFill>
                  <a:schemeClr val="tx1">
                    <a:lumMod val="65000"/>
                    <a:lumOff val="35000"/>
                  </a:schemeClr>
                </a:solidFill>
              </a:rPr>
              <a:t> </a:t>
            </a:r>
            <a:r>
              <a:rPr lang="en-US" sz="1600" dirty="0" err="1">
                <a:solidFill>
                  <a:schemeClr val="tx1">
                    <a:lumMod val="65000"/>
                    <a:lumOff val="35000"/>
                  </a:schemeClr>
                </a:solidFill>
              </a:rPr>
              <a:t>correcta</a:t>
            </a:r>
            <a:r>
              <a:rPr lang="en-US" sz="1600" dirty="0">
                <a:solidFill>
                  <a:schemeClr val="tx1">
                    <a:lumMod val="65000"/>
                    <a:lumOff val="35000"/>
                  </a:schemeClr>
                </a:solidFill>
              </a:rPr>
              <a:t> </a:t>
            </a:r>
            <a:r>
              <a:rPr lang="en-US" sz="1600" dirty="0" err="1">
                <a:solidFill>
                  <a:schemeClr val="tx1">
                    <a:lumMod val="65000"/>
                    <a:lumOff val="35000"/>
                  </a:schemeClr>
                </a:solidFill>
              </a:rPr>
              <a:t>en</a:t>
            </a:r>
            <a:r>
              <a:rPr lang="en-US" sz="1600" dirty="0">
                <a:solidFill>
                  <a:schemeClr val="tx1">
                    <a:lumMod val="65000"/>
                    <a:lumOff val="35000"/>
                  </a:schemeClr>
                </a:solidFill>
              </a:rPr>
              <a:t> la </a:t>
            </a:r>
            <a:r>
              <a:rPr lang="en-US" sz="1600" dirty="0" err="1">
                <a:solidFill>
                  <a:schemeClr val="tx1">
                    <a:lumMod val="65000"/>
                    <a:lumOff val="35000"/>
                  </a:schemeClr>
                </a:solidFill>
              </a:rPr>
              <a:t>decisión</a:t>
            </a:r>
            <a:r>
              <a:rPr lang="en-US" sz="1600" dirty="0">
                <a:solidFill>
                  <a:schemeClr val="tx1">
                    <a:lumMod val="65000"/>
                    <a:lumOff val="35000"/>
                  </a:schemeClr>
                </a:solidFill>
              </a:rPr>
              <a:t>.</a:t>
            </a: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600" dirty="0">
                <a:solidFill>
                  <a:schemeClr val="tx1">
                    <a:lumMod val="65000"/>
                    <a:lumOff val="35000"/>
                  </a:schemeClr>
                </a:solidFill>
              </a:rPr>
              <a:t>Una forma </a:t>
            </a:r>
            <a:r>
              <a:rPr lang="en-US" sz="1600" dirty="0" err="1">
                <a:solidFill>
                  <a:schemeClr val="tx1">
                    <a:lumMod val="65000"/>
                    <a:lumOff val="35000"/>
                  </a:schemeClr>
                </a:solidFill>
              </a:rPr>
              <a:t>muy</a:t>
            </a:r>
            <a:r>
              <a:rPr lang="en-US" sz="1600" dirty="0">
                <a:solidFill>
                  <a:schemeClr val="tx1">
                    <a:lumMod val="65000"/>
                    <a:lumOff val="35000"/>
                  </a:schemeClr>
                </a:solidFill>
              </a:rPr>
              <a:t> </a:t>
            </a:r>
            <a:r>
              <a:rPr lang="en-US" sz="1600" dirty="0" err="1">
                <a:solidFill>
                  <a:schemeClr val="tx1">
                    <a:lumMod val="65000"/>
                    <a:lumOff val="35000"/>
                  </a:schemeClr>
                </a:solidFill>
              </a:rPr>
              <a:t>fácil</a:t>
            </a:r>
            <a:r>
              <a:rPr lang="en-US" sz="1600" dirty="0">
                <a:solidFill>
                  <a:schemeClr val="tx1">
                    <a:lumMod val="65000"/>
                    <a:lumOff val="35000"/>
                  </a:schemeClr>
                </a:solidFill>
              </a:rPr>
              <a:t> es </a:t>
            </a:r>
            <a:r>
              <a:rPr lang="en-US" sz="1600" dirty="0" err="1">
                <a:solidFill>
                  <a:schemeClr val="tx1">
                    <a:lumMod val="65000"/>
                    <a:lumOff val="35000"/>
                  </a:schemeClr>
                </a:solidFill>
              </a:rPr>
              <a:t>puntuar</a:t>
            </a:r>
            <a:r>
              <a:rPr lang="en-US" sz="1600" dirty="0">
                <a:solidFill>
                  <a:schemeClr val="tx1">
                    <a:lumMod val="65000"/>
                    <a:lumOff val="35000"/>
                  </a:schemeClr>
                </a:solidFill>
              </a:rPr>
              <a:t> al </a:t>
            </a:r>
            <a:r>
              <a:rPr lang="en-US" sz="1600" dirty="0" err="1">
                <a:solidFill>
                  <a:schemeClr val="tx1">
                    <a:lumMod val="65000"/>
                    <a:lumOff val="35000"/>
                  </a:schemeClr>
                </a:solidFill>
              </a:rPr>
              <a:t>criterio</a:t>
            </a:r>
            <a:r>
              <a:rPr lang="en-US" sz="1600" dirty="0">
                <a:solidFill>
                  <a:schemeClr val="tx1">
                    <a:lumMod val="65000"/>
                    <a:lumOff val="35000"/>
                  </a:schemeClr>
                </a:solidFill>
              </a:rPr>
              <a:t> de mayor peso con 10, y al resto del 1 al 10, </a:t>
            </a:r>
            <a:r>
              <a:rPr lang="en-US" sz="1600" dirty="0" err="1">
                <a:solidFill>
                  <a:schemeClr val="tx1">
                    <a:lumMod val="65000"/>
                    <a:lumOff val="35000"/>
                  </a:schemeClr>
                </a:solidFill>
              </a:rPr>
              <a:t>en</a:t>
            </a:r>
            <a:r>
              <a:rPr lang="en-US" sz="1600" dirty="0">
                <a:solidFill>
                  <a:schemeClr val="tx1">
                    <a:lumMod val="65000"/>
                    <a:lumOff val="35000"/>
                  </a:schemeClr>
                </a:solidFill>
              </a:rPr>
              <a:t> </a:t>
            </a:r>
            <a:r>
              <a:rPr lang="en-US" sz="1600" dirty="0" err="1">
                <a:solidFill>
                  <a:schemeClr val="tx1">
                    <a:lumMod val="65000"/>
                    <a:lumOff val="35000"/>
                  </a:schemeClr>
                </a:solidFill>
              </a:rPr>
              <a:t>comparación</a:t>
            </a:r>
            <a:r>
              <a:rPr lang="en-US" sz="1600" dirty="0">
                <a:solidFill>
                  <a:schemeClr val="tx1">
                    <a:lumMod val="65000"/>
                    <a:lumOff val="35000"/>
                  </a:schemeClr>
                </a:solidFill>
              </a:rPr>
              <a:t> con el </a:t>
            </a:r>
            <a:r>
              <a:rPr lang="en-US" sz="1600" dirty="0" err="1">
                <a:solidFill>
                  <a:schemeClr val="tx1">
                    <a:lumMod val="65000"/>
                    <a:lumOff val="35000"/>
                  </a:schemeClr>
                </a:solidFill>
              </a:rPr>
              <a:t>mismo</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útil</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cuando</a:t>
            </a:r>
            <a:r>
              <a:rPr lang="en-US" sz="1600" dirty="0">
                <a:solidFill>
                  <a:schemeClr val="tx1">
                    <a:lumMod val="65000"/>
                    <a:lumOff val="35000"/>
                  </a:schemeClr>
                </a:solidFill>
                <a:sym typeface="Wingdings" panose="05000000000000000000" pitchFamily="2" charset="2"/>
              </a:rPr>
              <a:t> las </a:t>
            </a:r>
            <a:r>
              <a:rPr lang="en-US" sz="1600" dirty="0" err="1">
                <a:solidFill>
                  <a:schemeClr val="tx1">
                    <a:lumMod val="65000"/>
                    <a:lumOff val="35000"/>
                  </a:schemeClr>
                </a:solidFill>
                <a:sym typeface="Wingdings" panose="05000000000000000000" pitchFamily="2" charset="2"/>
              </a:rPr>
              <a:t>decisiones</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deben</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tomarse</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en</a:t>
            </a:r>
            <a:r>
              <a:rPr lang="en-US" sz="1600" dirty="0">
                <a:solidFill>
                  <a:schemeClr val="tx1">
                    <a:lumMod val="65000"/>
                    <a:lumOff val="35000"/>
                  </a:schemeClr>
                </a:solidFill>
                <a:sym typeface="Wingdings" panose="05000000000000000000" pitchFamily="2" charset="2"/>
              </a:rPr>
              <a:t> ambientes de </a:t>
            </a:r>
            <a:r>
              <a:rPr lang="en-US" sz="1600" dirty="0" err="1">
                <a:solidFill>
                  <a:schemeClr val="tx1">
                    <a:lumMod val="65000"/>
                    <a:lumOff val="35000"/>
                  </a:schemeClr>
                </a:solidFill>
                <a:sym typeface="Wingdings" panose="05000000000000000000" pitchFamily="2" charset="2"/>
              </a:rPr>
              <a:t>certeza</a:t>
            </a:r>
            <a:r>
              <a:rPr lang="en-US" sz="1600" dirty="0">
                <a:solidFill>
                  <a:schemeClr val="tx1">
                    <a:lumMod val="65000"/>
                    <a:lumOff val="35000"/>
                  </a:schemeClr>
                </a:solidFill>
                <a:sym typeface="Wingdings" panose="05000000000000000000" pitchFamily="2" charset="2"/>
              </a:rPr>
              <a:t>.</a:t>
            </a:r>
          </a:p>
          <a:p>
            <a:pPr marL="800100" lvl="1" indent="-182880" defTabSz="914400">
              <a:lnSpc>
                <a:spcPct val="90000"/>
              </a:lnSpc>
              <a:spcBef>
                <a:spcPct val="20000"/>
              </a:spcBef>
              <a:spcAft>
                <a:spcPts val="600"/>
              </a:spcAft>
              <a:buClr>
                <a:schemeClr val="accent1"/>
              </a:buClr>
              <a:buFont typeface="Wingdings 2" pitchFamily="18" charset="2"/>
              <a:buChar char=""/>
              <a:defRPr/>
            </a:pPr>
            <a:r>
              <a:rPr lang="en-US" sz="1600" dirty="0">
                <a:solidFill>
                  <a:schemeClr val="tx1">
                    <a:lumMod val="65000"/>
                    <a:lumOff val="35000"/>
                  </a:schemeClr>
                </a:solidFill>
                <a:sym typeface="Wingdings" panose="05000000000000000000" pitchFamily="2" charset="2"/>
              </a:rPr>
              <a:t>En </a:t>
            </a:r>
            <a:r>
              <a:rPr lang="en-US" sz="1600" dirty="0" err="1">
                <a:solidFill>
                  <a:schemeClr val="tx1">
                    <a:lumMod val="65000"/>
                    <a:lumOff val="35000"/>
                  </a:schemeClr>
                </a:solidFill>
                <a:sym typeface="Wingdings" panose="05000000000000000000" pitchFamily="2" charset="2"/>
              </a:rPr>
              <a:t>entornos</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inciertos</a:t>
            </a:r>
            <a:r>
              <a:rPr lang="en-US" sz="1600" dirty="0">
                <a:solidFill>
                  <a:schemeClr val="tx1">
                    <a:lumMod val="65000"/>
                    <a:lumOff val="35000"/>
                  </a:schemeClr>
                </a:solidFill>
                <a:sym typeface="Wingdings" panose="05000000000000000000" pitchFamily="2" charset="2"/>
              </a:rPr>
              <a:t> y </a:t>
            </a:r>
            <a:r>
              <a:rPr lang="en-US" sz="1600" dirty="0" err="1">
                <a:solidFill>
                  <a:schemeClr val="tx1">
                    <a:lumMod val="65000"/>
                    <a:lumOff val="35000"/>
                  </a:schemeClr>
                </a:solidFill>
                <a:sym typeface="Wingdings" panose="05000000000000000000" pitchFamily="2" charset="2"/>
              </a:rPr>
              <a:t>aleatorios</a:t>
            </a:r>
            <a:r>
              <a:rPr lang="en-US" sz="1600" dirty="0">
                <a:solidFill>
                  <a:schemeClr val="tx1">
                    <a:lumMod val="65000"/>
                    <a:lumOff val="35000"/>
                  </a:schemeClr>
                </a:solidFill>
                <a:sym typeface="Wingdings" panose="05000000000000000000" pitchFamily="2" charset="2"/>
              </a:rPr>
              <a:t>, o </a:t>
            </a:r>
            <a:r>
              <a:rPr lang="en-US" sz="1600" dirty="0" err="1">
                <a:solidFill>
                  <a:schemeClr val="tx1">
                    <a:lumMod val="65000"/>
                    <a:lumOff val="35000"/>
                  </a:schemeClr>
                </a:solidFill>
                <a:sym typeface="Wingdings" panose="05000000000000000000" pitchFamily="2" charset="2"/>
              </a:rPr>
              <a:t>cuando</a:t>
            </a:r>
            <a:r>
              <a:rPr lang="en-US" sz="1600" dirty="0">
                <a:solidFill>
                  <a:schemeClr val="tx1">
                    <a:lumMod val="65000"/>
                    <a:lumOff val="35000"/>
                  </a:schemeClr>
                </a:solidFill>
                <a:sym typeface="Wingdings" panose="05000000000000000000" pitchFamily="2" charset="2"/>
              </a:rPr>
              <a:t> las </a:t>
            </a:r>
            <a:r>
              <a:rPr lang="en-US" sz="1600" dirty="0" err="1">
                <a:solidFill>
                  <a:schemeClr val="tx1">
                    <a:lumMod val="65000"/>
                    <a:lumOff val="35000"/>
                  </a:schemeClr>
                </a:solidFill>
                <a:sym typeface="Wingdings" panose="05000000000000000000" pitchFamily="2" charset="2"/>
              </a:rPr>
              <a:t>decisiones</a:t>
            </a:r>
            <a:r>
              <a:rPr lang="en-US" sz="1600" dirty="0">
                <a:solidFill>
                  <a:schemeClr val="tx1">
                    <a:lumMod val="65000"/>
                    <a:lumOff val="35000"/>
                  </a:schemeClr>
                </a:solidFill>
                <a:sym typeface="Wingdings" panose="05000000000000000000" pitchFamily="2" charset="2"/>
              </a:rPr>
              <a:t> son de </a:t>
            </a:r>
            <a:r>
              <a:rPr lang="en-US" sz="1600" dirty="0" err="1">
                <a:solidFill>
                  <a:schemeClr val="tx1">
                    <a:lumMod val="65000"/>
                    <a:lumOff val="35000"/>
                  </a:schemeClr>
                </a:solidFill>
                <a:sym typeface="Wingdings" panose="05000000000000000000" pitchFamily="2" charset="2"/>
              </a:rPr>
              <a:t>tipo</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secuencial</a:t>
            </a:r>
            <a:r>
              <a:rPr lang="en-US" sz="1600" dirty="0">
                <a:solidFill>
                  <a:schemeClr val="tx1">
                    <a:lumMod val="65000"/>
                    <a:lumOff val="35000"/>
                  </a:schemeClr>
                </a:solidFill>
                <a:sym typeface="Wingdings" panose="05000000000000000000" pitchFamily="2" charset="2"/>
              </a:rPr>
              <a:t>, es </a:t>
            </a:r>
            <a:r>
              <a:rPr lang="en-US" sz="1600" dirty="0" err="1">
                <a:solidFill>
                  <a:schemeClr val="tx1">
                    <a:lumMod val="65000"/>
                    <a:lumOff val="35000"/>
                  </a:schemeClr>
                </a:solidFill>
                <a:sym typeface="Wingdings" panose="05000000000000000000" pitchFamily="2" charset="2"/>
              </a:rPr>
              <a:t>necesario</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aplicar</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otros</a:t>
            </a:r>
            <a:r>
              <a:rPr lang="en-US" sz="1600" dirty="0">
                <a:solidFill>
                  <a:schemeClr val="tx1">
                    <a:lumMod val="65000"/>
                    <a:lumOff val="35000"/>
                  </a:schemeClr>
                </a:solidFill>
                <a:sym typeface="Wingdings" panose="05000000000000000000" pitchFamily="2" charset="2"/>
              </a:rPr>
              <a:t> </a:t>
            </a:r>
            <a:r>
              <a:rPr lang="en-US" sz="1600" dirty="0" err="1">
                <a:solidFill>
                  <a:schemeClr val="tx1">
                    <a:lumMod val="65000"/>
                    <a:lumOff val="35000"/>
                  </a:schemeClr>
                </a:solidFill>
                <a:sym typeface="Wingdings" panose="05000000000000000000" pitchFamily="2" charset="2"/>
              </a:rPr>
              <a:t>métodos</a:t>
            </a:r>
            <a:r>
              <a:rPr lang="en-US" sz="1600" dirty="0">
                <a:solidFill>
                  <a:schemeClr val="tx1">
                    <a:lumMod val="65000"/>
                    <a:lumOff val="35000"/>
                  </a:schemeClr>
                </a:solidFill>
                <a:sym typeface="Wingdings" panose="05000000000000000000" pitchFamily="2" charset="2"/>
              </a:rPr>
              <a:t> de </a:t>
            </a:r>
            <a:r>
              <a:rPr lang="en-US" sz="1600" dirty="0" err="1">
                <a:solidFill>
                  <a:schemeClr val="tx1">
                    <a:lumMod val="65000"/>
                    <a:lumOff val="35000"/>
                  </a:schemeClr>
                </a:solidFill>
                <a:sym typeface="Wingdings" panose="05000000000000000000" pitchFamily="2" charset="2"/>
              </a:rPr>
              <a:t>apoyo</a:t>
            </a:r>
            <a:r>
              <a:rPr lang="en-US" sz="1600" dirty="0">
                <a:solidFill>
                  <a:schemeClr val="tx1">
                    <a:lumMod val="65000"/>
                    <a:lumOff val="35000"/>
                  </a:schemeClr>
                </a:solidFill>
                <a:sym typeface="Wingdings" panose="05000000000000000000" pitchFamily="2" charset="2"/>
              </a:rPr>
              <a:t>  </a:t>
            </a:r>
            <a:r>
              <a:rPr lang="en-US" sz="1600" u="sng" dirty="0" err="1">
                <a:solidFill>
                  <a:schemeClr val="tx1">
                    <a:lumMod val="65000"/>
                    <a:lumOff val="35000"/>
                  </a:schemeClr>
                </a:solidFill>
                <a:sym typeface="Wingdings" panose="05000000000000000000" pitchFamily="2" charset="2"/>
              </a:rPr>
              <a:t>árboles</a:t>
            </a:r>
            <a:r>
              <a:rPr lang="en-US" sz="1600" u="sng" dirty="0">
                <a:solidFill>
                  <a:schemeClr val="tx1">
                    <a:lumMod val="65000"/>
                    <a:lumOff val="35000"/>
                  </a:schemeClr>
                </a:solidFill>
                <a:sym typeface="Wingdings" panose="05000000000000000000" pitchFamily="2" charset="2"/>
              </a:rPr>
              <a:t> de </a:t>
            </a:r>
            <a:r>
              <a:rPr lang="en-US" sz="1600" u="sng" dirty="0" err="1">
                <a:solidFill>
                  <a:schemeClr val="tx1">
                    <a:lumMod val="65000"/>
                    <a:lumOff val="35000"/>
                  </a:schemeClr>
                </a:solidFill>
                <a:sym typeface="Wingdings" panose="05000000000000000000" pitchFamily="2" charset="2"/>
              </a:rPr>
              <a:t>decisión</a:t>
            </a:r>
            <a:r>
              <a:rPr lang="en-US" sz="1600" dirty="0">
                <a:solidFill>
                  <a:schemeClr val="tx1">
                    <a:lumMod val="65000"/>
                    <a:lumOff val="35000"/>
                  </a:schemeClr>
                </a:solidFill>
                <a:sym typeface="Wingdings" panose="05000000000000000000" pitchFamily="2" charset="2"/>
              </a:rPr>
              <a:t>.</a:t>
            </a:r>
            <a:endParaRPr lang="en-US" sz="1600" dirty="0">
              <a:solidFill>
                <a:schemeClr val="tx1">
                  <a:lumMod val="65000"/>
                  <a:lumOff val="35000"/>
                </a:schemeClr>
              </a:solidFill>
            </a:endParaRP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sz="1600" u="sng" dirty="0" err="1">
                <a:solidFill>
                  <a:schemeClr val="tx1">
                    <a:lumMod val="65000"/>
                    <a:lumOff val="35000"/>
                  </a:schemeClr>
                </a:solidFill>
              </a:rPr>
              <a:t>Ejemplos</a:t>
            </a:r>
            <a:r>
              <a:rPr lang="en-US" sz="1600" dirty="0">
                <a:solidFill>
                  <a:schemeClr val="tx1">
                    <a:lumMod val="65000"/>
                    <a:lumOff val="35000"/>
                  </a:schemeClr>
                </a:solidFill>
              </a:rPr>
              <a:t>: </a:t>
            </a:r>
            <a:r>
              <a:rPr lang="en-US" sz="1600" dirty="0" err="1">
                <a:solidFill>
                  <a:schemeClr val="tx1">
                    <a:lumMod val="65000"/>
                    <a:lumOff val="35000"/>
                  </a:schemeClr>
                </a:solidFill>
              </a:rPr>
              <a:t>fiabilidad</a:t>
            </a:r>
            <a:r>
              <a:rPr lang="en-US" sz="1600" dirty="0">
                <a:solidFill>
                  <a:schemeClr val="tx1">
                    <a:lumMod val="65000"/>
                    <a:lumOff val="35000"/>
                  </a:schemeClr>
                </a:solidFill>
              </a:rPr>
              <a:t>, </a:t>
            </a:r>
            <a:r>
              <a:rPr lang="en-US" sz="1600" dirty="0" err="1">
                <a:solidFill>
                  <a:schemeClr val="tx1">
                    <a:lumMod val="65000"/>
                    <a:lumOff val="35000"/>
                  </a:schemeClr>
                </a:solidFill>
              </a:rPr>
              <a:t>servicio</a:t>
            </a:r>
            <a:r>
              <a:rPr lang="en-US" sz="1600" dirty="0">
                <a:solidFill>
                  <a:schemeClr val="tx1">
                    <a:lumMod val="65000"/>
                    <a:lumOff val="35000"/>
                  </a:schemeClr>
                </a:solidFill>
              </a:rPr>
              <a:t>, </a:t>
            </a:r>
            <a:r>
              <a:rPr lang="en-US" sz="1600" dirty="0" err="1">
                <a:solidFill>
                  <a:schemeClr val="tx1">
                    <a:lumMod val="65000"/>
                    <a:lumOff val="35000"/>
                  </a:schemeClr>
                </a:solidFill>
              </a:rPr>
              <a:t>periodo</a:t>
            </a:r>
            <a:r>
              <a:rPr lang="en-US" sz="1600" dirty="0">
                <a:solidFill>
                  <a:schemeClr val="tx1">
                    <a:lumMod val="65000"/>
                    <a:lumOff val="35000"/>
                  </a:schemeClr>
                </a:solidFill>
              </a:rPr>
              <a:t> de </a:t>
            </a:r>
            <a:r>
              <a:rPr lang="en-US" sz="1600" dirty="0" err="1">
                <a:solidFill>
                  <a:schemeClr val="tx1">
                    <a:lumMod val="65000"/>
                    <a:lumOff val="35000"/>
                  </a:schemeClr>
                </a:solidFill>
              </a:rPr>
              <a:t>garantía</a:t>
            </a:r>
            <a:r>
              <a:rPr lang="en-US" sz="1600" dirty="0">
                <a:solidFill>
                  <a:schemeClr val="tx1">
                    <a:lumMod val="65000"/>
                    <a:lumOff val="35000"/>
                  </a:schemeClr>
                </a:solidFill>
              </a:rPr>
              <a:t>, </a:t>
            </a:r>
            <a:r>
              <a:rPr lang="en-US" sz="1600" dirty="0" err="1">
                <a:solidFill>
                  <a:schemeClr val="tx1">
                    <a:lumMod val="65000"/>
                    <a:lumOff val="35000"/>
                  </a:schemeClr>
                </a:solidFill>
              </a:rPr>
              <a:t>servicio</a:t>
            </a:r>
            <a:r>
              <a:rPr lang="en-US" sz="1600" dirty="0">
                <a:solidFill>
                  <a:schemeClr val="tx1">
                    <a:lumMod val="65000"/>
                    <a:lumOff val="35000"/>
                  </a:schemeClr>
                </a:solidFill>
              </a:rPr>
              <a:t> a </a:t>
            </a:r>
            <a:r>
              <a:rPr lang="en-US" sz="1600" dirty="0" err="1">
                <a:solidFill>
                  <a:schemeClr val="tx1">
                    <a:lumMod val="65000"/>
                    <a:lumOff val="35000"/>
                  </a:schemeClr>
                </a:solidFill>
              </a:rPr>
              <a:t>domicilio</a:t>
            </a:r>
            <a:r>
              <a:rPr lang="en-US" sz="1600" dirty="0">
                <a:solidFill>
                  <a:schemeClr val="tx1">
                    <a:lumMod val="65000"/>
                    <a:lumOff val="35000"/>
                  </a:schemeClr>
                </a:solidFill>
              </a:rPr>
              <a:t>, </a:t>
            </a:r>
            <a:r>
              <a:rPr lang="en-US" sz="1600" dirty="0" err="1">
                <a:solidFill>
                  <a:schemeClr val="tx1">
                    <a:lumMod val="65000"/>
                    <a:lumOff val="35000"/>
                  </a:schemeClr>
                </a:solidFill>
              </a:rPr>
              <a:t>precio</a:t>
            </a:r>
            <a:r>
              <a:rPr lang="en-US" sz="1600" dirty="0">
                <a:solidFill>
                  <a:schemeClr val="tx1">
                    <a:lumMod val="65000"/>
                    <a:lumOff val="35000"/>
                  </a:schemeClr>
                </a:solidFill>
              </a:rPr>
              <a:t>, </a:t>
            </a:r>
            <a:r>
              <a:rPr lang="en-US" sz="1600" dirty="0" err="1">
                <a:solidFill>
                  <a:schemeClr val="tx1">
                    <a:lumMod val="65000"/>
                    <a:lumOff val="35000"/>
                  </a:schemeClr>
                </a:solidFill>
              </a:rPr>
              <a:t>estilo</a:t>
            </a:r>
            <a:r>
              <a:rPr lang="en-US" sz="1600" dirty="0">
                <a:solidFill>
                  <a:schemeClr val="tx1">
                    <a:lumMod val="65000"/>
                    <a:lumOff val="35000"/>
                  </a:schemeClr>
                </a:solidFill>
              </a:rPr>
              <a:t> del </a:t>
            </a:r>
            <a:r>
              <a:rPr lang="en-US" sz="1600" dirty="0" err="1">
                <a:solidFill>
                  <a:schemeClr val="tx1">
                    <a:lumMod val="65000"/>
                    <a:lumOff val="35000"/>
                  </a:schemeClr>
                </a:solidFill>
              </a:rPr>
              <a:t>estuche</a:t>
            </a:r>
            <a:r>
              <a:rPr lang="en-US" sz="1600" dirty="0">
                <a:solidFill>
                  <a:schemeClr val="tx1">
                    <a:lumMod val="65000"/>
                    <a:lumOff val="35000"/>
                  </a:schemeClr>
                </a:solidFill>
              </a:rPr>
              <a:t>…</a:t>
            </a:r>
          </a:p>
        </p:txBody>
      </p:sp>
      <p:sp>
        <p:nvSpPr>
          <p:cNvPr id="80" name="Rectangle 79">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50</a:t>
            </a:fld>
            <a:endParaRPr lang="en-US" sz="1200" b="1" kern="1200" dirty="0">
              <a:solidFill>
                <a:schemeClr val="accent1"/>
              </a:solidFill>
              <a:latin typeface="+mn-lt"/>
              <a:ea typeface="+mn-ea"/>
              <a:cs typeface="+mn-cs"/>
            </a:endParaRPr>
          </a:p>
        </p:txBody>
      </p:sp>
      <p:sp>
        <p:nvSpPr>
          <p:cNvPr id="2" name="8 Nube">
            <a:extLst>
              <a:ext uri="{FF2B5EF4-FFF2-40B4-BE49-F238E27FC236}">
                <a16:creationId xmlns:a16="http://schemas.microsoft.com/office/drawing/2014/main" id="{1319F0FA-6C8E-4437-9835-80420429743C}"/>
              </a:ext>
            </a:extLst>
          </p:cNvPr>
          <p:cNvSpPr/>
          <p:nvPr/>
        </p:nvSpPr>
        <p:spPr>
          <a:xfrm rot="20881094">
            <a:off x="1837679" y="473070"/>
            <a:ext cx="2216150" cy="1117600"/>
          </a:xfrm>
          <a:prstGeom prst="cloud">
            <a:avLst/>
          </a:prstGeom>
          <a:solidFill>
            <a:srgbClr val="76F279"/>
          </a:solidFill>
        </p:spPr>
        <p:style>
          <a:lnRef idx="3">
            <a:schemeClr val="lt1"/>
          </a:lnRef>
          <a:fillRef idx="1">
            <a:schemeClr val="accent2"/>
          </a:fillRef>
          <a:effectRef idx="1">
            <a:schemeClr val="accent2"/>
          </a:effectRef>
          <a:fontRef idx="minor">
            <a:schemeClr val="lt1"/>
          </a:fontRef>
        </p:style>
        <p:txBody>
          <a:bodyPr anchor="ctr"/>
          <a:lstStyle/>
          <a:p>
            <a:pPr algn="ctr">
              <a:defRPr/>
            </a:pPr>
            <a:r>
              <a:rPr lang="es-ES_tradnl" sz="1400" dirty="0">
                <a:solidFill>
                  <a:schemeClr val="tx1"/>
                </a:solidFill>
              </a:rPr>
              <a:t>¿Qué importancia tiene cada criterio?</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1" name="Rectangle 40">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43" name="Rectangle 42">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4" name="13 Título"/>
          <p:cNvSpPr>
            <a:spLocks noGrp="1"/>
          </p:cNvSpPr>
          <p:nvPr>
            <p:ph type="title"/>
          </p:nvPr>
        </p:nvSpPr>
        <p:spPr>
          <a:xfrm>
            <a:off x="1154337" y="864108"/>
            <a:ext cx="2305435" cy="5120639"/>
          </a:xfrm>
        </p:spPr>
        <p:txBody>
          <a:bodyPr vert="horz" lIns="91440" tIns="45720" rIns="91440" bIns="45720" numCol="1" rtlCol="0" anchor="ctr" anchorCtr="0" compatLnSpc="1">
            <a:prstTxWarp prst="textNoShape">
              <a:avLst/>
            </a:prstTxWarp>
            <a:normAutofit/>
          </a:bodyPr>
          <a:lstStyle/>
          <a:p>
            <a:pPr marL="457200" indent="-457200" algn="r"/>
            <a:r>
              <a:rPr lang="en-US" sz="2800">
                <a:solidFill>
                  <a:schemeClr val="tx1">
                    <a:lumMod val="85000"/>
                    <a:lumOff val="15000"/>
                  </a:schemeClr>
                </a:solidFill>
              </a:rPr>
              <a:t>4. Búsqueda o desarrollo de alternativas</a:t>
            </a:r>
          </a:p>
        </p:txBody>
      </p:sp>
      <p:sp>
        <p:nvSpPr>
          <p:cNvPr id="45" name="Rectangle 44">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47" name="Straight Connector 46">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2 Marcador de contenido"/>
          <p:cNvSpPr txBox="1">
            <a:spLocks/>
          </p:cNvSpPr>
          <p:nvPr/>
        </p:nvSpPr>
        <p:spPr bwMode="auto">
          <a:xfrm>
            <a:off x="3966921" y="864108"/>
            <a:ext cx="4433008" cy="512064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342900" lvl="0" indent="-182880" defTabSz="914400">
              <a:lnSpc>
                <a:spcPct val="90000"/>
              </a:lnSpc>
              <a:spcBef>
                <a:spcPct val="20000"/>
              </a:spcBef>
              <a:spcAft>
                <a:spcPts val="600"/>
              </a:spcAft>
              <a:buClr>
                <a:schemeClr val="accent1"/>
              </a:buClr>
              <a:buFont typeface="Wingdings 2" pitchFamily="18" charset="2"/>
              <a:buChar char=""/>
              <a:defRPr/>
            </a:pPr>
            <a:r>
              <a:rPr lang="en-US">
                <a:solidFill>
                  <a:schemeClr val="tx1">
                    <a:lumMod val="65000"/>
                    <a:lumOff val="35000"/>
                  </a:schemeClr>
                </a:solidFill>
              </a:rPr>
              <a:t>Preparación de una lista de alternativas viables que</a:t>
            </a: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a:solidFill>
                  <a:schemeClr val="tx1">
                    <a:lumMod val="65000"/>
                    <a:lumOff val="35000"/>
                  </a:schemeClr>
                </a:solidFill>
              </a:rPr>
              <a:t>     resuelvan el problema o la oportunidad. </a:t>
            </a: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a:solidFill>
                  <a:schemeClr val="tx1">
                    <a:lumMod val="65000"/>
                    <a:lumOff val="35000"/>
                  </a:schemeClr>
                </a:solidFill>
              </a:rPr>
              <a:t>Solamente se enumeran las mismas sin hacer ninguna evaluación.</a:t>
            </a:r>
          </a:p>
          <a:p>
            <a:pPr marL="342900" lvl="0" indent="-182880" defTabSz="914400">
              <a:lnSpc>
                <a:spcPct val="90000"/>
              </a:lnSpc>
              <a:spcBef>
                <a:spcPct val="20000"/>
              </a:spcBef>
              <a:spcAft>
                <a:spcPts val="600"/>
              </a:spcAft>
              <a:buClr>
                <a:schemeClr val="accent1"/>
              </a:buClr>
              <a:buFont typeface="Wingdings 2" pitchFamily="18" charset="2"/>
              <a:buChar char=""/>
              <a:defRPr/>
            </a:pPr>
            <a:r>
              <a:rPr lang="en-US">
                <a:solidFill>
                  <a:schemeClr val="tx1">
                    <a:lumMod val="65000"/>
                    <a:lumOff val="35000"/>
                  </a:schemeClr>
                </a:solidFill>
              </a:rPr>
              <a:t>Aspecto intelectual, imaginativo, no puramente racional.</a:t>
            </a:r>
          </a:p>
          <a:p>
            <a:pPr marL="342900" indent="-182880" defTabSz="914400">
              <a:lnSpc>
                <a:spcPct val="90000"/>
              </a:lnSpc>
              <a:spcBef>
                <a:spcPct val="20000"/>
              </a:spcBef>
              <a:buClr>
                <a:schemeClr val="accent1"/>
              </a:buClr>
              <a:buFont typeface="Wingdings 2" pitchFamily="18" charset="2"/>
              <a:buChar char=""/>
              <a:defRPr/>
            </a:pPr>
            <a:r>
              <a:rPr lang="en-US" dirty="0">
                <a:solidFill>
                  <a:schemeClr val="tx1">
                    <a:lumMod val="65000"/>
                    <a:lumOff val="35000"/>
                  </a:schemeClr>
                </a:solidFill>
              </a:rPr>
              <a:t> </a:t>
            </a:r>
          </a:p>
        </p:txBody>
      </p:sp>
      <p:sp>
        <p:nvSpPr>
          <p:cNvPr id="49" name="Rectangle 48">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8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51</a:t>
            </a:fld>
            <a:endParaRPr lang="en-US" sz="1200" b="1" kern="1200" dirty="0">
              <a:solidFill>
                <a:schemeClr val="accent1"/>
              </a:solidFill>
              <a:latin typeface="+mn-lt"/>
              <a:ea typeface="+mn-ea"/>
              <a:cs typeface="+mn-cs"/>
            </a:endParaRPr>
          </a:p>
        </p:txBody>
      </p:sp>
      <p:sp>
        <p:nvSpPr>
          <p:cNvPr id="2" name="11 Nube">
            <a:extLst>
              <a:ext uri="{FF2B5EF4-FFF2-40B4-BE49-F238E27FC236}">
                <a16:creationId xmlns:a16="http://schemas.microsoft.com/office/drawing/2014/main" id="{D18F73B1-42DF-4761-A2C5-AB6192B29B18}"/>
              </a:ext>
            </a:extLst>
          </p:cNvPr>
          <p:cNvSpPr/>
          <p:nvPr/>
        </p:nvSpPr>
        <p:spPr>
          <a:xfrm rot="20881094">
            <a:off x="1895365" y="511827"/>
            <a:ext cx="2216150" cy="1117600"/>
          </a:xfrm>
          <a:prstGeom prst="cloud">
            <a:avLst/>
          </a:prstGeom>
          <a:solidFill>
            <a:srgbClr val="76F279"/>
          </a:solidFill>
        </p:spPr>
        <p:style>
          <a:lnRef idx="3">
            <a:schemeClr val="lt1"/>
          </a:lnRef>
          <a:fillRef idx="1">
            <a:schemeClr val="accent2"/>
          </a:fillRef>
          <a:effectRef idx="1">
            <a:schemeClr val="accent2"/>
          </a:effectRef>
          <a:fontRef idx="minor">
            <a:schemeClr val="lt1"/>
          </a:fontRef>
        </p:style>
        <p:txBody>
          <a:bodyPr anchor="ctr"/>
          <a:lstStyle/>
          <a:p>
            <a:pPr algn="ctr">
              <a:defRPr/>
            </a:pPr>
            <a:r>
              <a:rPr lang="es-ES_tradnl" sz="1400" dirty="0">
                <a:solidFill>
                  <a:schemeClr val="tx1"/>
                </a:solidFill>
              </a:rPr>
              <a:t>Pensemos/ soñemos algunas alternativas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6" name="Rectangle 35">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38" name="Rectangle 3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4" name="13 Título"/>
          <p:cNvSpPr>
            <a:spLocks noGrp="1"/>
          </p:cNvSpPr>
          <p:nvPr>
            <p:ph type="title"/>
          </p:nvPr>
        </p:nvSpPr>
        <p:spPr>
          <a:xfrm>
            <a:off x="1154337" y="864108"/>
            <a:ext cx="2305435" cy="5120639"/>
          </a:xfrm>
        </p:spPr>
        <p:txBody>
          <a:bodyPr vert="horz" lIns="91440" tIns="45720" rIns="91440" bIns="45720" numCol="1" rtlCol="0" anchor="ctr" anchorCtr="0" compatLnSpc="1">
            <a:prstTxWarp prst="textNoShape">
              <a:avLst/>
            </a:prstTxWarp>
            <a:normAutofit/>
          </a:bodyPr>
          <a:lstStyle/>
          <a:p>
            <a:pPr marL="457200" indent="-457200" algn="r"/>
            <a:r>
              <a:rPr lang="en-US" sz="1700">
                <a:solidFill>
                  <a:schemeClr val="tx1">
                    <a:lumMod val="85000"/>
                    <a:lumOff val="15000"/>
                  </a:schemeClr>
                </a:solidFill>
              </a:rPr>
              <a:t>5. </a:t>
            </a:r>
            <a:r>
              <a:rPr lang="en-US" sz="1700" b="1">
                <a:solidFill>
                  <a:schemeClr val="tx1">
                    <a:lumMod val="85000"/>
                    <a:lumOff val="15000"/>
                  </a:schemeClr>
                </a:solidFill>
              </a:rPr>
              <a:t>Evaluación/análisis de las alternativas</a:t>
            </a:r>
            <a:endParaRPr lang="en-US" sz="1700">
              <a:solidFill>
                <a:schemeClr val="tx1">
                  <a:lumMod val="85000"/>
                  <a:lumOff val="15000"/>
                </a:schemeClr>
              </a:solidFill>
            </a:endParaRPr>
          </a:p>
        </p:txBody>
      </p:sp>
      <p:sp>
        <p:nvSpPr>
          <p:cNvPr id="40" name="Rectangle 3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42" name="Straight Connector 4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2 Marcador de contenido"/>
          <p:cNvSpPr txBox="1">
            <a:spLocks/>
          </p:cNvSpPr>
          <p:nvPr/>
        </p:nvSpPr>
        <p:spPr bwMode="auto">
          <a:xfrm>
            <a:off x="3966921" y="864108"/>
            <a:ext cx="4433008" cy="512064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342900" indent="-182880" defTabSz="914400">
              <a:lnSpc>
                <a:spcPct val="90000"/>
              </a:lnSpc>
              <a:spcBef>
                <a:spcPct val="20000"/>
              </a:spcBef>
              <a:buClr>
                <a:schemeClr val="accent1"/>
              </a:buClr>
              <a:buFont typeface="Wingdings 2" pitchFamily="18" charset="2"/>
              <a:buChar char=""/>
              <a:defRPr/>
            </a:pPr>
            <a:r>
              <a:rPr lang="en-US" sz="1700" dirty="0" err="1">
                <a:solidFill>
                  <a:schemeClr val="tx1">
                    <a:lumMod val="65000"/>
                    <a:lumOff val="35000"/>
                  </a:schemeClr>
                </a:solidFill>
              </a:rPr>
              <a:t>Calificar</a:t>
            </a:r>
            <a:r>
              <a:rPr lang="en-US" sz="1700" dirty="0">
                <a:solidFill>
                  <a:schemeClr val="tx1">
                    <a:lumMod val="65000"/>
                    <a:lumOff val="35000"/>
                  </a:schemeClr>
                </a:solidFill>
              </a:rPr>
              <a:t> las </a:t>
            </a:r>
            <a:r>
              <a:rPr lang="en-US" sz="1700" dirty="0" err="1">
                <a:solidFill>
                  <a:schemeClr val="tx1">
                    <a:lumMod val="65000"/>
                    <a:lumOff val="35000"/>
                  </a:schemeClr>
                </a:solidFill>
              </a:rPr>
              <a:t>alternativas</a:t>
            </a:r>
            <a:r>
              <a:rPr lang="en-US" sz="1700" dirty="0">
                <a:solidFill>
                  <a:schemeClr val="tx1">
                    <a:lumMod val="65000"/>
                    <a:lumOff val="35000"/>
                  </a:schemeClr>
                </a:solidFill>
              </a:rPr>
              <a:t> de la </a:t>
            </a:r>
            <a:r>
              <a:rPr lang="en-US" sz="1700" dirty="0" err="1">
                <a:solidFill>
                  <a:schemeClr val="tx1">
                    <a:lumMod val="65000"/>
                    <a:lumOff val="35000"/>
                  </a:schemeClr>
                </a:solidFill>
              </a:rPr>
              <a:t>etapa</a:t>
            </a:r>
            <a:r>
              <a:rPr lang="en-US" sz="1700" dirty="0">
                <a:solidFill>
                  <a:schemeClr val="tx1">
                    <a:lumMod val="65000"/>
                    <a:lumOff val="35000"/>
                  </a:schemeClr>
                </a:solidFill>
              </a:rPr>
              <a:t> 4 (</a:t>
            </a:r>
            <a:r>
              <a:rPr lang="en-US" sz="1700" dirty="0" err="1">
                <a:solidFill>
                  <a:schemeClr val="tx1">
                    <a:lumMod val="65000"/>
                    <a:lumOff val="35000"/>
                  </a:schemeClr>
                </a:solidFill>
              </a:rPr>
              <a:t>eje</a:t>
            </a:r>
            <a:r>
              <a:rPr lang="en-US" sz="1700" dirty="0">
                <a:solidFill>
                  <a:schemeClr val="tx1">
                    <a:lumMod val="65000"/>
                    <a:lumOff val="35000"/>
                  </a:schemeClr>
                </a:solidFill>
              </a:rPr>
              <a:t> vertical) </a:t>
            </a:r>
            <a:r>
              <a:rPr lang="en-US" sz="1700" dirty="0" err="1">
                <a:solidFill>
                  <a:schemeClr val="tx1">
                    <a:lumMod val="65000"/>
                    <a:lumOff val="35000"/>
                  </a:schemeClr>
                </a:solidFill>
              </a:rPr>
              <a:t>según</a:t>
            </a:r>
            <a:r>
              <a:rPr lang="en-US" sz="1700" dirty="0">
                <a:solidFill>
                  <a:schemeClr val="tx1">
                    <a:lumMod val="65000"/>
                    <a:lumOff val="35000"/>
                  </a:schemeClr>
                </a:solidFill>
              </a:rPr>
              <a:t> </a:t>
            </a:r>
          </a:p>
          <a:p>
            <a:pPr marL="342900" indent="-182880" defTabSz="914400">
              <a:lnSpc>
                <a:spcPct val="90000"/>
              </a:lnSpc>
              <a:spcBef>
                <a:spcPct val="20000"/>
              </a:spcBef>
              <a:buClr>
                <a:schemeClr val="accent1"/>
              </a:buClr>
              <a:buFont typeface="Wingdings 2" pitchFamily="18" charset="2"/>
              <a:buChar char=""/>
              <a:defRPr/>
            </a:pPr>
            <a:r>
              <a:rPr lang="en-US" sz="1700" dirty="0">
                <a:solidFill>
                  <a:schemeClr val="tx1">
                    <a:lumMod val="65000"/>
                    <a:lumOff val="35000"/>
                  </a:schemeClr>
                </a:solidFill>
              </a:rPr>
              <a:t>     los </a:t>
            </a:r>
            <a:r>
              <a:rPr lang="en-US" sz="1700" dirty="0" err="1">
                <a:solidFill>
                  <a:schemeClr val="tx1">
                    <a:lumMod val="65000"/>
                    <a:lumOff val="35000"/>
                  </a:schemeClr>
                </a:solidFill>
              </a:rPr>
              <a:t>criterios</a:t>
            </a:r>
            <a:r>
              <a:rPr lang="en-US" sz="1700" dirty="0">
                <a:solidFill>
                  <a:schemeClr val="tx1">
                    <a:lumMod val="65000"/>
                    <a:lumOff val="35000"/>
                  </a:schemeClr>
                </a:solidFill>
              </a:rPr>
              <a:t> (</a:t>
            </a:r>
            <a:r>
              <a:rPr lang="en-US" sz="1700" dirty="0" err="1">
                <a:solidFill>
                  <a:schemeClr val="tx1">
                    <a:lumMod val="65000"/>
                    <a:lumOff val="35000"/>
                  </a:schemeClr>
                </a:solidFill>
              </a:rPr>
              <a:t>eje</a:t>
            </a:r>
            <a:r>
              <a:rPr lang="en-US" sz="1700" dirty="0">
                <a:solidFill>
                  <a:schemeClr val="tx1">
                    <a:lumMod val="65000"/>
                    <a:lumOff val="35000"/>
                  </a:schemeClr>
                </a:solidFill>
              </a:rPr>
              <a:t> horizontal) </a:t>
            </a:r>
            <a:r>
              <a:rPr lang="en-US" sz="1700" dirty="0" err="1">
                <a:solidFill>
                  <a:schemeClr val="tx1">
                    <a:lumMod val="65000"/>
                    <a:lumOff val="35000"/>
                  </a:schemeClr>
                </a:solidFill>
              </a:rPr>
              <a:t>establecidos</a:t>
            </a:r>
            <a:r>
              <a:rPr lang="en-US" sz="1700" dirty="0">
                <a:solidFill>
                  <a:schemeClr val="tx1">
                    <a:lumMod val="65000"/>
                    <a:lumOff val="35000"/>
                  </a:schemeClr>
                </a:solidFill>
              </a:rPr>
              <a:t> </a:t>
            </a:r>
            <a:r>
              <a:rPr lang="en-US" sz="1700" dirty="0" err="1">
                <a:solidFill>
                  <a:schemeClr val="tx1">
                    <a:lumMod val="65000"/>
                    <a:lumOff val="35000"/>
                  </a:schemeClr>
                </a:solidFill>
              </a:rPr>
              <a:t>en</a:t>
            </a:r>
            <a:r>
              <a:rPr lang="en-US" sz="1700" dirty="0">
                <a:solidFill>
                  <a:schemeClr val="tx1">
                    <a:lumMod val="65000"/>
                    <a:lumOff val="35000"/>
                  </a:schemeClr>
                </a:solidFill>
              </a:rPr>
              <a:t> la </a:t>
            </a:r>
            <a:r>
              <a:rPr lang="en-US" sz="1700" dirty="0" err="1">
                <a:solidFill>
                  <a:schemeClr val="tx1">
                    <a:lumMod val="65000"/>
                    <a:lumOff val="35000"/>
                  </a:schemeClr>
                </a:solidFill>
              </a:rPr>
              <a:t>etapa</a:t>
            </a:r>
            <a:r>
              <a:rPr lang="en-US" sz="1700" dirty="0">
                <a:solidFill>
                  <a:schemeClr val="tx1">
                    <a:lumMod val="65000"/>
                    <a:lumOff val="35000"/>
                  </a:schemeClr>
                </a:solidFill>
              </a:rPr>
              <a:t> 2.</a:t>
            </a:r>
          </a:p>
          <a:p>
            <a:pPr marL="342900" indent="-182880" defTabSz="914400">
              <a:lnSpc>
                <a:spcPct val="90000"/>
              </a:lnSpc>
              <a:spcBef>
                <a:spcPct val="20000"/>
              </a:spcBef>
              <a:buClr>
                <a:schemeClr val="accent1"/>
              </a:buClr>
              <a:buFont typeface="Wingdings 2" pitchFamily="18" charset="2"/>
              <a:buChar char=""/>
              <a:defRPr/>
            </a:pPr>
            <a:r>
              <a:rPr lang="en-US" sz="1700" dirty="0" err="1">
                <a:solidFill>
                  <a:schemeClr val="tx1">
                    <a:lumMod val="65000"/>
                    <a:lumOff val="35000"/>
                  </a:schemeClr>
                </a:solidFill>
              </a:rPr>
              <a:t>Análisis</a:t>
            </a:r>
            <a:r>
              <a:rPr lang="en-US" sz="1700" dirty="0">
                <a:solidFill>
                  <a:schemeClr val="tx1">
                    <a:lumMod val="65000"/>
                    <a:lumOff val="35000"/>
                  </a:schemeClr>
                </a:solidFill>
              </a:rPr>
              <a:t> </a:t>
            </a:r>
            <a:r>
              <a:rPr lang="en-US" sz="1700" dirty="0" err="1">
                <a:solidFill>
                  <a:schemeClr val="tx1">
                    <a:lumMod val="65000"/>
                    <a:lumOff val="35000"/>
                  </a:schemeClr>
                </a:solidFill>
              </a:rPr>
              <a:t>crítico</a:t>
            </a:r>
            <a:r>
              <a:rPr lang="en-US" sz="1700" dirty="0">
                <a:solidFill>
                  <a:schemeClr val="tx1">
                    <a:lumMod val="65000"/>
                    <a:lumOff val="35000"/>
                  </a:schemeClr>
                </a:solidFill>
              </a:rPr>
              <a:t> de las </a:t>
            </a:r>
            <a:r>
              <a:rPr lang="en-US" sz="1700" dirty="0" err="1">
                <a:solidFill>
                  <a:schemeClr val="tx1">
                    <a:lumMod val="65000"/>
                    <a:lumOff val="35000"/>
                  </a:schemeClr>
                </a:solidFill>
              </a:rPr>
              <a:t>distintas</a:t>
            </a:r>
            <a:r>
              <a:rPr lang="en-US" sz="1700" dirty="0">
                <a:solidFill>
                  <a:schemeClr val="tx1">
                    <a:lumMod val="65000"/>
                    <a:lumOff val="35000"/>
                  </a:schemeClr>
                </a:solidFill>
              </a:rPr>
              <a:t> </a:t>
            </a:r>
            <a:r>
              <a:rPr lang="en-US" sz="1700" dirty="0" err="1">
                <a:solidFill>
                  <a:schemeClr val="tx1">
                    <a:lumMod val="65000"/>
                    <a:lumOff val="35000"/>
                  </a:schemeClr>
                </a:solidFill>
              </a:rPr>
              <a:t>alternativas</a:t>
            </a:r>
            <a:r>
              <a:rPr lang="en-US" sz="1700" dirty="0">
                <a:solidFill>
                  <a:schemeClr val="tx1">
                    <a:lumMod val="65000"/>
                    <a:lumOff val="35000"/>
                  </a:schemeClr>
                </a:solidFill>
              </a:rPr>
              <a:t>.</a:t>
            </a:r>
          </a:p>
          <a:p>
            <a:pPr marL="342900" indent="-182880" defTabSz="914400">
              <a:lnSpc>
                <a:spcPct val="90000"/>
              </a:lnSpc>
              <a:spcBef>
                <a:spcPct val="20000"/>
              </a:spcBef>
              <a:buClr>
                <a:schemeClr val="accent1"/>
              </a:buClr>
              <a:buFont typeface="Wingdings 2" pitchFamily="18" charset="2"/>
              <a:buChar char=""/>
              <a:defRPr/>
            </a:pPr>
            <a:r>
              <a:rPr lang="en-US" sz="1700" dirty="0" err="1">
                <a:solidFill>
                  <a:schemeClr val="tx1">
                    <a:lumMod val="65000"/>
                    <a:lumOff val="35000"/>
                  </a:schemeClr>
                </a:solidFill>
              </a:rPr>
              <a:t>Parte</a:t>
            </a:r>
            <a:r>
              <a:rPr lang="en-US" sz="1700" dirty="0">
                <a:solidFill>
                  <a:schemeClr val="tx1">
                    <a:lumMod val="65000"/>
                    <a:lumOff val="35000"/>
                  </a:schemeClr>
                </a:solidFill>
              </a:rPr>
              <a:t> de </a:t>
            </a:r>
            <a:r>
              <a:rPr lang="en-US" sz="1700" dirty="0" err="1">
                <a:solidFill>
                  <a:schemeClr val="tx1">
                    <a:lumMod val="65000"/>
                    <a:lumOff val="35000"/>
                  </a:schemeClr>
                </a:solidFill>
              </a:rPr>
              <a:t>evaluar</a:t>
            </a:r>
            <a:r>
              <a:rPr lang="en-US" sz="1700" dirty="0">
                <a:solidFill>
                  <a:schemeClr val="tx1">
                    <a:lumMod val="65000"/>
                    <a:lumOff val="35000"/>
                  </a:schemeClr>
                </a:solidFill>
              </a:rPr>
              <a:t> los pros y los contras de las </a:t>
            </a:r>
            <a:r>
              <a:rPr lang="en-US" sz="1700" dirty="0" err="1">
                <a:solidFill>
                  <a:schemeClr val="tx1">
                    <a:lumMod val="65000"/>
                    <a:lumOff val="35000"/>
                  </a:schemeClr>
                </a:solidFill>
              </a:rPr>
              <a:t>soluciones</a:t>
            </a:r>
            <a:r>
              <a:rPr lang="en-US" sz="1700" dirty="0">
                <a:solidFill>
                  <a:schemeClr val="tx1">
                    <a:lumMod val="65000"/>
                    <a:lumOff val="35000"/>
                  </a:schemeClr>
                </a:solidFill>
              </a:rPr>
              <a:t> </a:t>
            </a:r>
            <a:r>
              <a:rPr lang="en-US" sz="1700" dirty="0" err="1">
                <a:solidFill>
                  <a:schemeClr val="tx1">
                    <a:lumMod val="65000"/>
                    <a:lumOff val="35000"/>
                  </a:schemeClr>
                </a:solidFill>
              </a:rPr>
              <a:t>alternativas</a:t>
            </a:r>
            <a:r>
              <a:rPr lang="en-US" sz="1700" dirty="0">
                <a:solidFill>
                  <a:schemeClr val="tx1">
                    <a:lumMod val="65000"/>
                    <a:lumOff val="35000"/>
                  </a:schemeClr>
                </a:solidFill>
              </a:rPr>
              <a:t>: es </a:t>
            </a:r>
            <a:r>
              <a:rPr lang="en-US" sz="1700" dirty="0" err="1">
                <a:solidFill>
                  <a:schemeClr val="tx1">
                    <a:lumMod val="65000"/>
                    <a:lumOff val="35000"/>
                  </a:schemeClr>
                </a:solidFill>
              </a:rPr>
              <a:t>comparar</a:t>
            </a:r>
            <a:r>
              <a:rPr lang="en-US" sz="1700" dirty="0">
                <a:solidFill>
                  <a:schemeClr val="tx1">
                    <a:lumMod val="65000"/>
                    <a:lumOff val="35000"/>
                  </a:schemeClr>
                </a:solidFill>
              </a:rPr>
              <a:t> </a:t>
            </a:r>
            <a:r>
              <a:rPr lang="en-US" sz="1700" dirty="0" err="1">
                <a:solidFill>
                  <a:schemeClr val="tx1">
                    <a:lumMod val="65000"/>
                    <a:lumOff val="35000"/>
                  </a:schemeClr>
                </a:solidFill>
              </a:rPr>
              <a:t>cada</a:t>
            </a:r>
            <a:r>
              <a:rPr lang="en-US" sz="1700" dirty="0">
                <a:solidFill>
                  <a:schemeClr val="tx1">
                    <a:lumMod val="65000"/>
                    <a:lumOff val="35000"/>
                  </a:schemeClr>
                </a:solidFill>
              </a:rPr>
              <a:t> una contra los </a:t>
            </a:r>
            <a:r>
              <a:rPr lang="en-US" sz="1700" dirty="0" err="1">
                <a:solidFill>
                  <a:schemeClr val="tx1">
                    <a:lumMod val="65000"/>
                    <a:lumOff val="35000"/>
                  </a:schemeClr>
                </a:solidFill>
              </a:rPr>
              <a:t>criterios</a:t>
            </a:r>
            <a:r>
              <a:rPr lang="en-US" sz="1700" dirty="0">
                <a:solidFill>
                  <a:schemeClr val="tx1">
                    <a:lumMod val="65000"/>
                    <a:lumOff val="35000"/>
                  </a:schemeClr>
                </a:solidFill>
              </a:rPr>
              <a:t> de </a:t>
            </a:r>
            <a:r>
              <a:rPr lang="en-US" sz="1700" dirty="0" err="1">
                <a:solidFill>
                  <a:schemeClr val="tx1">
                    <a:lumMod val="65000"/>
                    <a:lumOff val="35000"/>
                  </a:schemeClr>
                </a:solidFill>
              </a:rPr>
              <a:t>decisión</a:t>
            </a:r>
            <a:r>
              <a:rPr lang="en-US" sz="1700" dirty="0">
                <a:solidFill>
                  <a:schemeClr val="tx1">
                    <a:lumMod val="65000"/>
                    <a:lumOff val="35000"/>
                  </a:schemeClr>
                </a:solidFill>
              </a:rPr>
              <a:t> </a:t>
            </a:r>
            <a:r>
              <a:rPr lang="en-US" sz="1700" dirty="0" err="1">
                <a:solidFill>
                  <a:schemeClr val="tx1">
                    <a:lumMod val="65000"/>
                    <a:lumOff val="35000"/>
                  </a:schemeClr>
                </a:solidFill>
              </a:rPr>
              <a:t>establecidos</a:t>
            </a:r>
            <a:r>
              <a:rPr lang="en-US" sz="1700" dirty="0">
                <a:solidFill>
                  <a:schemeClr val="tx1">
                    <a:lumMod val="65000"/>
                    <a:lumOff val="35000"/>
                  </a:schemeClr>
                </a:solidFill>
              </a:rPr>
              <a:t> </a:t>
            </a:r>
            <a:r>
              <a:rPr lang="en-US" sz="1700" dirty="0" err="1">
                <a:solidFill>
                  <a:schemeClr val="tx1">
                    <a:lumMod val="65000"/>
                    <a:lumOff val="35000"/>
                  </a:schemeClr>
                </a:solidFill>
              </a:rPr>
              <a:t>en</a:t>
            </a:r>
            <a:r>
              <a:rPr lang="en-US" sz="1700" dirty="0">
                <a:solidFill>
                  <a:schemeClr val="tx1">
                    <a:lumMod val="65000"/>
                    <a:lumOff val="35000"/>
                  </a:schemeClr>
                </a:solidFill>
              </a:rPr>
              <a:t> el paso 2 </a:t>
            </a:r>
            <a:r>
              <a:rPr lang="en-US" sz="1700" dirty="0">
                <a:solidFill>
                  <a:schemeClr val="tx1">
                    <a:lumMod val="65000"/>
                    <a:lumOff val="35000"/>
                  </a:schemeClr>
                </a:solidFill>
                <a:sym typeface="Wingdings" panose="05000000000000000000" pitchFamily="2" charset="2"/>
              </a:rPr>
              <a:t> </a:t>
            </a:r>
            <a:r>
              <a:rPr lang="en-US" sz="1700" dirty="0" err="1">
                <a:solidFill>
                  <a:schemeClr val="tx1">
                    <a:lumMod val="65000"/>
                    <a:lumOff val="35000"/>
                  </a:schemeClr>
                </a:solidFill>
                <a:sym typeface="Wingdings" panose="05000000000000000000" pitchFamily="2" charset="2"/>
              </a:rPr>
              <a:t>podría</a:t>
            </a:r>
            <a:r>
              <a:rPr lang="en-US" sz="1700" dirty="0">
                <a:solidFill>
                  <a:schemeClr val="tx1">
                    <a:lumMod val="65000"/>
                    <a:lumOff val="35000"/>
                  </a:schemeClr>
                </a:solidFill>
                <a:sym typeface="Wingdings" panose="05000000000000000000" pitchFamily="2" charset="2"/>
              </a:rPr>
              <a:t> pasar que </a:t>
            </a:r>
            <a:r>
              <a:rPr lang="en-US" sz="1700" dirty="0" err="1">
                <a:solidFill>
                  <a:schemeClr val="tx1">
                    <a:lumMod val="65000"/>
                    <a:lumOff val="35000"/>
                  </a:schemeClr>
                </a:solidFill>
                <a:sym typeface="Wingdings" panose="05000000000000000000" pitchFamily="2" charset="2"/>
              </a:rPr>
              <a:t>a</a:t>
            </a:r>
            <a:r>
              <a:rPr lang="en-US" sz="1700" dirty="0" err="1">
                <a:solidFill>
                  <a:schemeClr val="tx1">
                    <a:lumMod val="65000"/>
                    <a:lumOff val="35000"/>
                  </a:schemeClr>
                </a:solidFill>
              </a:rPr>
              <a:t>lguna</a:t>
            </a:r>
            <a:r>
              <a:rPr lang="en-US" sz="1700" dirty="0">
                <a:solidFill>
                  <a:schemeClr val="tx1">
                    <a:lumMod val="65000"/>
                    <a:lumOff val="35000"/>
                  </a:schemeClr>
                </a:solidFill>
              </a:rPr>
              <a:t> </a:t>
            </a:r>
            <a:r>
              <a:rPr lang="en-US" sz="1700" dirty="0" err="1">
                <a:solidFill>
                  <a:schemeClr val="tx1">
                    <a:lumMod val="65000"/>
                    <a:lumOff val="35000"/>
                  </a:schemeClr>
                </a:solidFill>
              </a:rPr>
              <a:t>alternativa</a:t>
            </a:r>
            <a:r>
              <a:rPr lang="en-US" sz="1700" dirty="0">
                <a:solidFill>
                  <a:schemeClr val="tx1">
                    <a:lumMod val="65000"/>
                    <a:lumOff val="35000"/>
                  </a:schemeClr>
                </a:solidFill>
              </a:rPr>
              <a:t> </a:t>
            </a:r>
            <a:r>
              <a:rPr lang="en-US" sz="1700" dirty="0" err="1">
                <a:solidFill>
                  <a:schemeClr val="tx1">
                    <a:lumMod val="65000"/>
                    <a:lumOff val="35000"/>
                  </a:schemeClr>
                </a:solidFill>
              </a:rPr>
              <a:t>pareciera</a:t>
            </a:r>
            <a:r>
              <a:rPr lang="en-US" sz="1700" dirty="0">
                <a:solidFill>
                  <a:schemeClr val="tx1">
                    <a:lumMod val="65000"/>
                    <a:lumOff val="35000"/>
                  </a:schemeClr>
                </a:solidFill>
              </a:rPr>
              <a:t> </a:t>
            </a:r>
            <a:r>
              <a:rPr lang="en-US" sz="1700" dirty="0" err="1">
                <a:solidFill>
                  <a:schemeClr val="tx1">
                    <a:lumMod val="65000"/>
                    <a:lumOff val="35000"/>
                  </a:schemeClr>
                </a:solidFill>
              </a:rPr>
              <a:t>atractiva</a:t>
            </a:r>
            <a:r>
              <a:rPr lang="en-US" sz="1700" dirty="0">
                <a:solidFill>
                  <a:schemeClr val="tx1">
                    <a:lumMod val="65000"/>
                    <a:lumOff val="35000"/>
                  </a:schemeClr>
                </a:solidFill>
              </a:rPr>
              <a:t> a priori, </a:t>
            </a:r>
            <a:r>
              <a:rPr lang="en-US" sz="1700" dirty="0" err="1">
                <a:solidFill>
                  <a:schemeClr val="tx1">
                    <a:lumMod val="65000"/>
                    <a:lumOff val="35000"/>
                  </a:schemeClr>
                </a:solidFill>
              </a:rPr>
              <a:t>pero</a:t>
            </a:r>
            <a:r>
              <a:rPr lang="en-US" sz="1700" dirty="0">
                <a:solidFill>
                  <a:schemeClr val="tx1">
                    <a:lumMod val="65000"/>
                    <a:lumOff val="35000"/>
                  </a:schemeClr>
                </a:solidFill>
              </a:rPr>
              <a:t> que </a:t>
            </a:r>
            <a:r>
              <a:rPr lang="en-US" sz="1700" dirty="0" err="1">
                <a:solidFill>
                  <a:schemeClr val="tx1">
                    <a:lumMod val="65000"/>
                    <a:lumOff val="35000"/>
                  </a:schemeClr>
                </a:solidFill>
              </a:rPr>
              <a:t>tras</a:t>
            </a:r>
            <a:r>
              <a:rPr lang="en-US" sz="1700" dirty="0">
                <a:solidFill>
                  <a:schemeClr val="tx1">
                    <a:lumMod val="65000"/>
                    <a:lumOff val="35000"/>
                  </a:schemeClr>
                </a:solidFill>
              </a:rPr>
              <a:t> el </a:t>
            </a:r>
            <a:r>
              <a:rPr lang="en-US" sz="1700" dirty="0" err="1">
                <a:solidFill>
                  <a:schemeClr val="tx1">
                    <a:lumMod val="65000"/>
                    <a:lumOff val="35000"/>
                  </a:schemeClr>
                </a:solidFill>
              </a:rPr>
              <a:t>análisis</a:t>
            </a:r>
            <a:r>
              <a:rPr lang="en-US" sz="1700" dirty="0">
                <a:solidFill>
                  <a:schemeClr val="tx1">
                    <a:lumMod val="65000"/>
                    <a:lumOff val="35000"/>
                  </a:schemeClr>
                </a:solidFill>
              </a:rPr>
              <a:t> </a:t>
            </a:r>
            <a:r>
              <a:rPr lang="en-US" sz="1700" dirty="0" err="1">
                <a:solidFill>
                  <a:schemeClr val="tx1">
                    <a:lumMod val="65000"/>
                    <a:lumOff val="35000"/>
                  </a:schemeClr>
                </a:solidFill>
              </a:rPr>
              <a:t>resultase</a:t>
            </a:r>
            <a:r>
              <a:rPr lang="en-US" sz="1700" dirty="0">
                <a:solidFill>
                  <a:schemeClr val="tx1">
                    <a:lumMod val="65000"/>
                    <a:lumOff val="35000"/>
                  </a:schemeClr>
                </a:solidFill>
              </a:rPr>
              <a:t> que </a:t>
            </a:r>
            <a:r>
              <a:rPr lang="en-US" sz="1700" dirty="0" err="1">
                <a:solidFill>
                  <a:schemeClr val="tx1">
                    <a:lumMod val="65000"/>
                    <a:lumOff val="35000"/>
                  </a:schemeClr>
                </a:solidFill>
              </a:rPr>
              <a:t>su</a:t>
            </a:r>
            <a:r>
              <a:rPr lang="en-US" sz="1700" dirty="0">
                <a:solidFill>
                  <a:schemeClr val="tx1">
                    <a:lumMod val="65000"/>
                    <a:lumOff val="35000"/>
                  </a:schemeClr>
                </a:solidFill>
              </a:rPr>
              <a:t> </a:t>
            </a:r>
            <a:r>
              <a:rPr lang="en-US" sz="1700" dirty="0" err="1">
                <a:solidFill>
                  <a:schemeClr val="tx1">
                    <a:lumMod val="65000"/>
                    <a:lumOff val="35000"/>
                  </a:schemeClr>
                </a:solidFill>
              </a:rPr>
              <a:t>implementación</a:t>
            </a:r>
            <a:r>
              <a:rPr lang="en-US" sz="1700" dirty="0">
                <a:solidFill>
                  <a:schemeClr val="tx1">
                    <a:lumMod val="65000"/>
                    <a:lumOff val="35000"/>
                  </a:schemeClr>
                </a:solidFill>
              </a:rPr>
              <a:t> </a:t>
            </a:r>
            <a:r>
              <a:rPr lang="en-US" sz="1700" dirty="0" err="1">
                <a:solidFill>
                  <a:schemeClr val="tx1">
                    <a:lumMod val="65000"/>
                    <a:lumOff val="35000"/>
                  </a:schemeClr>
                </a:solidFill>
              </a:rPr>
              <a:t>fuera</a:t>
            </a:r>
            <a:r>
              <a:rPr lang="en-US" sz="1700" dirty="0">
                <a:solidFill>
                  <a:schemeClr val="tx1">
                    <a:lumMod val="65000"/>
                    <a:lumOff val="35000"/>
                  </a:schemeClr>
                </a:solidFill>
              </a:rPr>
              <a:t> </a:t>
            </a:r>
            <a:r>
              <a:rPr lang="en-US" sz="1700" dirty="0" err="1">
                <a:solidFill>
                  <a:schemeClr val="tx1">
                    <a:lumMod val="65000"/>
                    <a:lumOff val="35000"/>
                  </a:schemeClr>
                </a:solidFill>
              </a:rPr>
              <a:t>imposible</a:t>
            </a:r>
            <a:r>
              <a:rPr lang="en-US" sz="1700" dirty="0">
                <a:solidFill>
                  <a:schemeClr val="tx1">
                    <a:lumMod val="65000"/>
                    <a:lumOff val="35000"/>
                  </a:schemeClr>
                </a:solidFill>
              </a:rPr>
              <a:t> o </a:t>
            </a:r>
            <a:r>
              <a:rPr lang="en-US" sz="1700" dirty="0" err="1">
                <a:solidFill>
                  <a:schemeClr val="tx1">
                    <a:lumMod val="65000"/>
                    <a:lumOff val="35000"/>
                  </a:schemeClr>
                </a:solidFill>
              </a:rPr>
              <a:t>contraproducente</a:t>
            </a:r>
            <a:r>
              <a:rPr lang="en-US" sz="1700" dirty="0">
                <a:solidFill>
                  <a:schemeClr val="tx1">
                    <a:lumMod val="65000"/>
                    <a:lumOff val="35000"/>
                  </a:schemeClr>
                </a:solidFill>
              </a:rPr>
              <a:t>. </a:t>
            </a:r>
          </a:p>
        </p:txBody>
      </p:sp>
      <p:sp>
        <p:nvSpPr>
          <p:cNvPr id="44" name="Rectangle 4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8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52</a:t>
            </a:fld>
            <a:endParaRPr lang="en-US" sz="1200" b="1" kern="1200" dirty="0">
              <a:solidFill>
                <a:schemeClr val="accent1"/>
              </a:solidFill>
              <a:latin typeface="+mn-lt"/>
              <a:ea typeface="+mn-ea"/>
              <a:cs typeface="+mn-cs"/>
            </a:endParaRPr>
          </a:p>
        </p:txBody>
      </p:sp>
      <p:sp>
        <p:nvSpPr>
          <p:cNvPr id="2" name="16 Nube">
            <a:extLst>
              <a:ext uri="{FF2B5EF4-FFF2-40B4-BE49-F238E27FC236}">
                <a16:creationId xmlns:a16="http://schemas.microsoft.com/office/drawing/2014/main" id="{B92E8D8D-8AB8-4E9D-A0AF-89EB68A87247}"/>
              </a:ext>
            </a:extLst>
          </p:cNvPr>
          <p:cNvSpPr/>
          <p:nvPr/>
        </p:nvSpPr>
        <p:spPr>
          <a:xfrm rot="20881094">
            <a:off x="1728193" y="653628"/>
            <a:ext cx="2216150" cy="1117600"/>
          </a:xfrm>
          <a:prstGeom prst="cloud">
            <a:avLst/>
          </a:prstGeom>
          <a:solidFill>
            <a:srgbClr val="76F279"/>
          </a:solidFill>
        </p:spPr>
        <p:style>
          <a:lnRef idx="3">
            <a:schemeClr val="lt1"/>
          </a:lnRef>
          <a:fillRef idx="1">
            <a:schemeClr val="accent2"/>
          </a:fillRef>
          <a:effectRef idx="1">
            <a:schemeClr val="accent2"/>
          </a:effectRef>
          <a:fontRef idx="minor">
            <a:schemeClr val="lt1"/>
          </a:fontRef>
        </p:style>
        <p:txBody>
          <a:bodyPr anchor="ctr"/>
          <a:lstStyle/>
          <a:p>
            <a:pPr algn="ctr">
              <a:spcAft>
                <a:spcPts val="600"/>
              </a:spcAft>
              <a:defRPr/>
            </a:pPr>
            <a:r>
              <a:rPr lang="es-ES_tradnl" sz="1400" dirty="0">
                <a:solidFill>
                  <a:schemeClr val="tx1"/>
                </a:solidFill>
              </a:rPr>
              <a:t>Algunas de estas ideas son buenas; otras no</a:t>
            </a:r>
            <a:endParaRPr lang="es-ES_tradnl" sz="1400">
              <a:solidFill>
                <a:schemeClr val="tx1"/>
              </a:solidFill>
            </a:endParaRPr>
          </a:p>
        </p:txBody>
      </p:sp>
    </p:spTree>
    <p:extLst>
      <p:ext uri="{BB962C8B-B14F-4D97-AF65-F5344CB8AC3E}">
        <p14:creationId xmlns:p14="http://schemas.microsoft.com/office/powerpoint/2010/main" val="3558535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 name="Rectangle 133">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36" name="Rectangle 135">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138" name="Rectangle 13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3793" name="1 Título"/>
          <p:cNvSpPr>
            <a:spLocks noGrp="1"/>
          </p:cNvSpPr>
          <p:nvPr>
            <p:ph type="title"/>
          </p:nvPr>
        </p:nvSpPr>
        <p:spPr>
          <a:xfrm>
            <a:off x="1154337" y="864108"/>
            <a:ext cx="2305435" cy="5120639"/>
          </a:xfrm>
        </p:spPr>
        <p:txBody>
          <a:bodyPr vert="horz" lIns="91440" tIns="45720" rIns="91440" bIns="45720" numCol="1" rtlCol="0" anchor="ctr" anchorCtr="0" compatLnSpc="1">
            <a:prstTxWarp prst="textNoShape">
              <a:avLst/>
            </a:prstTxWarp>
            <a:normAutofit/>
          </a:bodyPr>
          <a:lstStyle/>
          <a:p>
            <a:pPr marL="457200" indent="-457200" algn="r"/>
            <a:r>
              <a:rPr lang="en-US" sz="2800" dirty="0">
                <a:solidFill>
                  <a:schemeClr val="tx1">
                    <a:lumMod val="85000"/>
                    <a:lumOff val="15000"/>
                  </a:schemeClr>
                </a:solidFill>
              </a:rPr>
              <a:t>6. </a:t>
            </a:r>
            <a:r>
              <a:rPr lang="en-US" sz="2800" dirty="0" err="1">
                <a:solidFill>
                  <a:schemeClr val="tx1">
                    <a:lumMod val="85000"/>
                    <a:lumOff val="15000"/>
                  </a:schemeClr>
                </a:solidFill>
              </a:rPr>
              <a:t>Elección</a:t>
            </a:r>
            <a:r>
              <a:rPr lang="en-US" sz="2800" dirty="0">
                <a:solidFill>
                  <a:schemeClr val="tx1">
                    <a:lumMod val="85000"/>
                    <a:lumOff val="15000"/>
                  </a:schemeClr>
                </a:solidFill>
              </a:rPr>
              <a:t> de una </a:t>
            </a:r>
            <a:r>
              <a:rPr lang="en-US" sz="2800" dirty="0" err="1">
                <a:solidFill>
                  <a:schemeClr val="tx1">
                    <a:lumMod val="85000"/>
                    <a:lumOff val="15000"/>
                  </a:schemeClr>
                </a:solidFill>
              </a:rPr>
              <a:t>alternativa</a:t>
            </a:r>
            <a:endParaRPr lang="en-US" sz="2800" dirty="0">
              <a:solidFill>
                <a:schemeClr val="tx1">
                  <a:lumMod val="85000"/>
                  <a:lumOff val="15000"/>
                </a:schemeClr>
              </a:solidFill>
            </a:endParaRPr>
          </a:p>
        </p:txBody>
      </p:sp>
      <p:sp>
        <p:nvSpPr>
          <p:cNvPr id="140" name="Rectangle 13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142" name="Straight Connector 14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2 Marcador de contenido"/>
          <p:cNvSpPr txBox="1">
            <a:spLocks/>
          </p:cNvSpPr>
          <p:nvPr/>
        </p:nvSpPr>
        <p:spPr bwMode="auto">
          <a:xfrm>
            <a:off x="3966921" y="864108"/>
            <a:ext cx="4433008" cy="512064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342900" indent="-182880" defTabSz="914400">
              <a:lnSpc>
                <a:spcPct val="90000"/>
              </a:lnSpc>
              <a:spcBef>
                <a:spcPct val="20000"/>
              </a:spcBef>
              <a:buClr>
                <a:schemeClr val="accent1"/>
              </a:buClr>
              <a:buFont typeface="Wingdings 2" pitchFamily="18" charset="2"/>
              <a:buChar char=""/>
              <a:defRPr/>
            </a:pPr>
            <a:endParaRPr lang="en-US" b="1" dirty="0">
              <a:solidFill>
                <a:schemeClr val="tx1">
                  <a:lumMod val="65000"/>
                  <a:lumOff val="35000"/>
                </a:schemeClr>
              </a:solidFill>
            </a:endParaRPr>
          </a:p>
          <a:p>
            <a:pPr marL="342900" indent="-182880" defTabSz="914400">
              <a:lnSpc>
                <a:spcPct val="90000"/>
              </a:lnSpc>
              <a:spcBef>
                <a:spcPct val="20000"/>
              </a:spcBef>
              <a:buClr>
                <a:schemeClr val="accent1"/>
              </a:buClr>
              <a:buFont typeface="Wingdings 2" pitchFamily="18" charset="2"/>
              <a:buChar char=""/>
              <a:defRPr/>
            </a:pPr>
            <a:r>
              <a:rPr lang="en-US" dirty="0">
                <a:solidFill>
                  <a:schemeClr val="tx1">
                    <a:lumMod val="65000"/>
                    <a:lumOff val="35000"/>
                  </a:schemeClr>
                </a:solidFill>
              </a:rPr>
              <a:t>Se debe </a:t>
            </a:r>
            <a:r>
              <a:rPr lang="en-US">
                <a:solidFill>
                  <a:schemeClr val="tx1">
                    <a:lumMod val="65000"/>
                    <a:lumOff val="35000"/>
                  </a:schemeClr>
                </a:solidFill>
              </a:rPr>
              <a:t>elegir</a:t>
            </a:r>
            <a:r>
              <a:rPr lang="en-US" dirty="0">
                <a:solidFill>
                  <a:schemeClr val="tx1">
                    <a:lumMod val="65000"/>
                    <a:lumOff val="35000"/>
                  </a:schemeClr>
                </a:solidFill>
              </a:rPr>
              <a:t> la </a:t>
            </a:r>
            <a:r>
              <a:rPr lang="en-US">
                <a:solidFill>
                  <a:schemeClr val="tx1">
                    <a:lumMod val="65000"/>
                    <a:lumOff val="35000"/>
                  </a:schemeClr>
                </a:solidFill>
              </a:rPr>
              <a:t>mejor</a:t>
            </a:r>
            <a:r>
              <a:rPr lang="en-US" dirty="0">
                <a:solidFill>
                  <a:schemeClr val="tx1">
                    <a:lumMod val="65000"/>
                    <a:lumOff val="35000"/>
                  </a:schemeClr>
                </a:solidFill>
              </a:rPr>
              <a:t> </a:t>
            </a:r>
            <a:r>
              <a:rPr lang="en-US">
                <a:solidFill>
                  <a:schemeClr val="tx1">
                    <a:lumMod val="65000"/>
                    <a:lumOff val="35000"/>
                  </a:schemeClr>
                </a:solidFill>
              </a:rPr>
              <a:t>alternativa</a:t>
            </a:r>
            <a:r>
              <a:rPr lang="en-US" dirty="0">
                <a:solidFill>
                  <a:schemeClr val="tx1">
                    <a:lumMod val="65000"/>
                    <a:lumOff val="35000"/>
                  </a:schemeClr>
                </a:solidFill>
              </a:rPr>
              <a:t> entre </a:t>
            </a:r>
            <a:r>
              <a:rPr lang="en-US">
                <a:solidFill>
                  <a:schemeClr val="tx1">
                    <a:lumMod val="65000"/>
                    <a:lumOff val="35000"/>
                  </a:schemeClr>
                </a:solidFill>
              </a:rPr>
              <a:t>todas</a:t>
            </a:r>
            <a:r>
              <a:rPr lang="en-US" dirty="0">
                <a:solidFill>
                  <a:schemeClr val="tx1">
                    <a:lumMod val="65000"/>
                    <a:lumOff val="35000"/>
                  </a:schemeClr>
                </a:solidFill>
              </a:rPr>
              <a:t> las </a:t>
            </a:r>
            <a:r>
              <a:rPr lang="en-US">
                <a:solidFill>
                  <a:schemeClr val="tx1">
                    <a:lumMod val="65000"/>
                    <a:lumOff val="35000"/>
                  </a:schemeClr>
                </a:solidFill>
              </a:rPr>
              <a:t>consideradas</a:t>
            </a:r>
            <a:r>
              <a:rPr lang="en-US" dirty="0">
                <a:solidFill>
                  <a:schemeClr val="tx1">
                    <a:lumMod val="65000"/>
                    <a:lumOff val="35000"/>
                  </a:schemeClr>
                </a:solidFill>
              </a:rPr>
              <a:t>.</a:t>
            </a:r>
          </a:p>
          <a:p>
            <a:pPr marL="342900" indent="-182880" defTabSz="914400">
              <a:lnSpc>
                <a:spcPct val="90000"/>
              </a:lnSpc>
              <a:spcBef>
                <a:spcPct val="20000"/>
              </a:spcBef>
              <a:buClr>
                <a:schemeClr val="accent1"/>
              </a:buClr>
              <a:buFont typeface="Wingdings 2" pitchFamily="18" charset="2"/>
              <a:buChar char=""/>
              <a:defRPr/>
            </a:pPr>
            <a:r>
              <a:rPr lang="en-US">
                <a:solidFill>
                  <a:schemeClr val="tx1">
                    <a:lumMod val="65000"/>
                    <a:lumOff val="35000"/>
                  </a:schemeClr>
                </a:solidFill>
              </a:rPr>
              <a:t>Será</a:t>
            </a:r>
            <a:r>
              <a:rPr lang="en-US" dirty="0">
                <a:solidFill>
                  <a:schemeClr val="tx1">
                    <a:lumMod val="65000"/>
                    <a:lumOff val="35000"/>
                  </a:schemeClr>
                </a:solidFill>
              </a:rPr>
              <a:t> la de mayor </a:t>
            </a:r>
            <a:r>
              <a:rPr lang="en-US">
                <a:solidFill>
                  <a:schemeClr val="tx1">
                    <a:lumMod val="65000"/>
                    <a:lumOff val="35000"/>
                  </a:schemeClr>
                </a:solidFill>
              </a:rPr>
              <a:t>puntuación</a:t>
            </a:r>
            <a:r>
              <a:rPr lang="en-US" dirty="0">
                <a:solidFill>
                  <a:schemeClr val="tx1">
                    <a:lumMod val="65000"/>
                    <a:lumOff val="35000"/>
                  </a:schemeClr>
                </a:solidFill>
              </a:rPr>
              <a:t> total, al </a:t>
            </a:r>
            <a:r>
              <a:rPr lang="en-US">
                <a:solidFill>
                  <a:schemeClr val="tx1">
                    <a:lumMod val="65000"/>
                    <a:lumOff val="35000"/>
                  </a:schemeClr>
                </a:solidFill>
              </a:rPr>
              <a:t>ponderar</a:t>
            </a:r>
            <a:r>
              <a:rPr lang="en-US" dirty="0">
                <a:solidFill>
                  <a:schemeClr val="tx1">
                    <a:lumMod val="65000"/>
                    <a:lumOff val="35000"/>
                  </a:schemeClr>
                </a:solidFill>
              </a:rPr>
              <a:t> los </a:t>
            </a:r>
            <a:r>
              <a:rPr lang="en-US">
                <a:solidFill>
                  <a:schemeClr val="tx1">
                    <a:lumMod val="65000"/>
                    <a:lumOff val="35000"/>
                  </a:schemeClr>
                </a:solidFill>
              </a:rPr>
              <a:t>valores</a:t>
            </a:r>
            <a:r>
              <a:rPr lang="en-US" dirty="0">
                <a:solidFill>
                  <a:schemeClr val="tx1">
                    <a:lumMod val="65000"/>
                    <a:lumOff val="35000"/>
                  </a:schemeClr>
                </a:solidFill>
              </a:rPr>
              <a:t> </a:t>
            </a:r>
            <a:r>
              <a:rPr lang="en-US">
                <a:solidFill>
                  <a:schemeClr val="tx1">
                    <a:lumMod val="65000"/>
                    <a:lumOff val="35000"/>
                  </a:schemeClr>
                </a:solidFill>
              </a:rPr>
              <a:t>asignados</a:t>
            </a:r>
            <a:r>
              <a:rPr lang="en-US" dirty="0">
                <a:solidFill>
                  <a:schemeClr val="tx1">
                    <a:lumMod val="65000"/>
                    <a:lumOff val="35000"/>
                  </a:schemeClr>
                </a:solidFill>
              </a:rPr>
              <a:t> </a:t>
            </a:r>
            <a:r>
              <a:rPr lang="en-US">
                <a:solidFill>
                  <a:schemeClr val="tx1">
                    <a:lumMod val="65000"/>
                    <a:lumOff val="35000"/>
                  </a:schemeClr>
                </a:solidFill>
              </a:rPr>
              <a:t>en</a:t>
            </a:r>
            <a:r>
              <a:rPr lang="en-US" dirty="0">
                <a:solidFill>
                  <a:schemeClr val="tx1">
                    <a:lumMod val="65000"/>
                    <a:lumOff val="35000"/>
                  </a:schemeClr>
                </a:solidFill>
              </a:rPr>
              <a:t> la </a:t>
            </a:r>
            <a:r>
              <a:rPr lang="en-US">
                <a:solidFill>
                  <a:schemeClr val="tx1">
                    <a:lumMod val="65000"/>
                    <a:lumOff val="35000"/>
                  </a:schemeClr>
                </a:solidFill>
              </a:rPr>
              <a:t>etapa</a:t>
            </a:r>
            <a:r>
              <a:rPr lang="en-US" dirty="0">
                <a:solidFill>
                  <a:schemeClr val="tx1">
                    <a:lumMod val="65000"/>
                    <a:lumOff val="35000"/>
                  </a:schemeClr>
                </a:solidFill>
              </a:rPr>
              <a:t> 5 con los de la </a:t>
            </a:r>
            <a:r>
              <a:rPr lang="en-US">
                <a:solidFill>
                  <a:schemeClr val="tx1">
                    <a:lumMod val="65000"/>
                    <a:lumOff val="35000"/>
                  </a:schemeClr>
                </a:solidFill>
              </a:rPr>
              <a:t>etapa</a:t>
            </a:r>
            <a:r>
              <a:rPr lang="en-US" dirty="0">
                <a:solidFill>
                  <a:schemeClr val="tx1">
                    <a:lumMod val="65000"/>
                    <a:lumOff val="35000"/>
                  </a:schemeClr>
                </a:solidFill>
              </a:rPr>
              <a:t> 3 (</a:t>
            </a:r>
            <a:r>
              <a:rPr lang="en-US">
                <a:solidFill>
                  <a:schemeClr val="tx1">
                    <a:lumMod val="65000"/>
                    <a:lumOff val="35000"/>
                  </a:schemeClr>
                </a:solidFill>
              </a:rPr>
              <a:t>multiplicación</a:t>
            </a:r>
            <a:r>
              <a:rPr lang="en-US" dirty="0">
                <a:solidFill>
                  <a:schemeClr val="tx1">
                    <a:lumMod val="65000"/>
                    <a:lumOff val="35000"/>
                  </a:schemeClr>
                </a:solidFill>
              </a:rPr>
              <a:t> de </a:t>
            </a:r>
            <a:r>
              <a:rPr lang="en-US">
                <a:solidFill>
                  <a:schemeClr val="tx1">
                    <a:lumMod val="65000"/>
                    <a:lumOff val="35000"/>
                  </a:schemeClr>
                </a:solidFill>
              </a:rPr>
              <a:t>calificaciones</a:t>
            </a:r>
            <a:r>
              <a:rPr lang="en-US" dirty="0">
                <a:solidFill>
                  <a:schemeClr val="tx1">
                    <a:lumMod val="65000"/>
                    <a:lumOff val="35000"/>
                  </a:schemeClr>
                </a:solidFill>
              </a:rPr>
              <a:t> de las </a:t>
            </a:r>
            <a:r>
              <a:rPr lang="en-US">
                <a:solidFill>
                  <a:schemeClr val="tx1">
                    <a:lumMod val="65000"/>
                    <a:lumOff val="35000"/>
                  </a:schemeClr>
                </a:solidFill>
              </a:rPr>
              <a:t>alternativas</a:t>
            </a:r>
            <a:r>
              <a:rPr lang="en-US" dirty="0">
                <a:solidFill>
                  <a:schemeClr val="tx1">
                    <a:lumMod val="65000"/>
                    <a:lumOff val="35000"/>
                  </a:schemeClr>
                </a:solidFill>
              </a:rPr>
              <a:t>).</a:t>
            </a:r>
          </a:p>
          <a:p>
            <a:pPr marL="342900" indent="-182880" defTabSz="914400">
              <a:lnSpc>
                <a:spcPct val="90000"/>
              </a:lnSpc>
              <a:spcBef>
                <a:spcPct val="20000"/>
              </a:spcBef>
              <a:buClr>
                <a:schemeClr val="accent1"/>
              </a:buClr>
              <a:buFont typeface="Wingdings 2" pitchFamily="18" charset="2"/>
              <a:buChar char=""/>
              <a:defRPr/>
            </a:pPr>
            <a:endParaRPr lang="en-US" dirty="0">
              <a:solidFill>
                <a:schemeClr val="tx1">
                  <a:lumMod val="65000"/>
                  <a:lumOff val="35000"/>
                </a:schemeClr>
              </a:solidFill>
            </a:endParaRPr>
          </a:p>
        </p:txBody>
      </p:sp>
      <p:sp>
        <p:nvSpPr>
          <p:cNvPr id="144" name="Rectangle 14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7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53</a:t>
            </a:fld>
            <a:endParaRPr lang="en-US" sz="1200" b="1" kern="1200" dirty="0">
              <a:solidFill>
                <a:schemeClr val="accent1"/>
              </a:solidFill>
              <a:latin typeface="+mn-lt"/>
              <a:ea typeface="+mn-ea"/>
              <a:cs typeface="+mn-cs"/>
            </a:endParaRPr>
          </a:p>
        </p:txBody>
      </p:sp>
      <p:sp>
        <p:nvSpPr>
          <p:cNvPr id="2" name="8 Nube">
            <a:extLst>
              <a:ext uri="{FF2B5EF4-FFF2-40B4-BE49-F238E27FC236}">
                <a16:creationId xmlns:a16="http://schemas.microsoft.com/office/drawing/2014/main" id="{6CA70EF1-F2AB-4B53-8D11-01ADD148436B}"/>
              </a:ext>
            </a:extLst>
          </p:cNvPr>
          <p:cNvSpPr/>
          <p:nvPr/>
        </p:nvSpPr>
        <p:spPr>
          <a:xfrm rot="20881094">
            <a:off x="1405330" y="970719"/>
            <a:ext cx="2216150" cy="1117600"/>
          </a:xfrm>
          <a:prstGeom prst="cloud">
            <a:avLst/>
          </a:prstGeom>
          <a:solidFill>
            <a:srgbClr val="76F279"/>
          </a:solidFill>
        </p:spPr>
        <p:style>
          <a:lnRef idx="3">
            <a:schemeClr val="lt1"/>
          </a:lnRef>
          <a:fillRef idx="1">
            <a:schemeClr val="accent2"/>
          </a:fillRef>
          <a:effectRef idx="1">
            <a:schemeClr val="accent2"/>
          </a:effectRef>
          <a:fontRef idx="minor">
            <a:schemeClr val="lt1"/>
          </a:fontRef>
        </p:style>
        <p:txBody>
          <a:bodyPr anchor="ctr"/>
          <a:lstStyle/>
          <a:p>
            <a:pPr algn="ctr">
              <a:spcAft>
                <a:spcPts val="600"/>
              </a:spcAft>
              <a:defRPr/>
            </a:pPr>
            <a:r>
              <a:rPr lang="es-ES_tradnl" sz="1400" dirty="0">
                <a:solidFill>
                  <a:schemeClr val="tx1"/>
                </a:solidFill>
              </a:rPr>
              <a:t>¡Esta alternativa es la ganadora!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2" name="Rectangle 71">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74" name="Rectangle 73">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3793" name="1 Título"/>
          <p:cNvSpPr>
            <a:spLocks noGrp="1"/>
          </p:cNvSpPr>
          <p:nvPr>
            <p:ph type="title"/>
          </p:nvPr>
        </p:nvSpPr>
        <p:spPr>
          <a:xfrm>
            <a:off x="1154337" y="864108"/>
            <a:ext cx="2449520" cy="5120639"/>
          </a:xfrm>
        </p:spPr>
        <p:txBody>
          <a:bodyPr vert="horz" lIns="91440" tIns="45720" rIns="91440" bIns="45720" numCol="1" rtlCol="0" anchor="ctr" anchorCtr="0" compatLnSpc="1">
            <a:prstTxWarp prst="textNoShape">
              <a:avLst/>
            </a:prstTxWarp>
            <a:normAutofit/>
          </a:bodyPr>
          <a:lstStyle/>
          <a:p>
            <a:pPr marL="457200" indent="-457200"/>
            <a:r>
              <a:rPr lang="es-ES_tradnl" sz="2800" b="1" dirty="0">
                <a:solidFill>
                  <a:schemeClr val="tx2"/>
                </a:solidFill>
                <a:latin typeface="+mj-lt"/>
                <a:ea typeface="+mj-ea"/>
                <a:cs typeface="+mj-cs"/>
              </a:rPr>
              <a:t>7.Implementar la alternativa elegida</a:t>
            </a:r>
            <a:endParaRPr lang="en-US" sz="2800" dirty="0">
              <a:solidFill>
                <a:schemeClr val="tx1">
                  <a:lumMod val="85000"/>
                  <a:lumOff val="15000"/>
                </a:schemeClr>
              </a:solidFill>
            </a:endParaRPr>
          </a:p>
        </p:txBody>
      </p:sp>
      <p:sp>
        <p:nvSpPr>
          <p:cNvPr id="76" name="Rectangle 75">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78" name="Straight Connector 77">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2 Marcador de contenido"/>
          <p:cNvSpPr txBox="1">
            <a:spLocks/>
          </p:cNvSpPr>
          <p:nvPr/>
        </p:nvSpPr>
        <p:spPr bwMode="auto">
          <a:xfrm>
            <a:off x="3966921" y="864108"/>
            <a:ext cx="4433008" cy="512064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342900" indent="-182880" defTabSz="914400">
              <a:lnSpc>
                <a:spcPct val="90000"/>
              </a:lnSpc>
              <a:spcBef>
                <a:spcPct val="20000"/>
              </a:spcBef>
              <a:buClr>
                <a:schemeClr val="accent1"/>
              </a:buClr>
              <a:buFont typeface="Wingdings 2" pitchFamily="18" charset="2"/>
              <a:buChar char=""/>
              <a:defRPr/>
            </a:pPr>
            <a:endParaRPr lang="en-US" b="1">
              <a:solidFill>
                <a:schemeClr val="tx1">
                  <a:lumMod val="65000"/>
                  <a:lumOff val="35000"/>
                </a:schemeClr>
              </a:solidFill>
            </a:endParaRPr>
          </a:p>
          <a:p>
            <a:pPr marL="342900" indent="-182880" defTabSz="914400">
              <a:lnSpc>
                <a:spcPct val="90000"/>
              </a:lnSpc>
              <a:spcBef>
                <a:spcPct val="20000"/>
              </a:spcBef>
              <a:buClr>
                <a:schemeClr val="accent1"/>
              </a:buClr>
              <a:buFont typeface="Wingdings 2" pitchFamily="18" charset="2"/>
              <a:buChar char=""/>
              <a:defRPr/>
            </a:pPr>
            <a:r>
              <a:rPr lang="en-US">
                <a:solidFill>
                  <a:schemeClr val="tx1">
                    <a:lumMod val="65000"/>
                    <a:lumOff val="35000"/>
                  </a:schemeClr>
                </a:solidFill>
              </a:rPr>
              <a:t>Es poner en marcha la decisión.</a:t>
            </a:r>
          </a:p>
          <a:p>
            <a:pPr marL="342900" indent="-182880" defTabSz="914400">
              <a:lnSpc>
                <a:spcPct val="90000"/>
              </a:lnSpc>
              <a:spcBef>
                <a:spcPct val="20000"/>
              </a:spcBef>
              <a:buClr>
                <a:schemeClr val="accent1"/>
              </a:buClr>
              <a:buFont typeface="Wingdings 2" pitchFamily="18" charset="2"/>
              <a:buChar char=""/>
              <a:defRPr/>
            </a:pPr>
            <a:r>
              <a:rPr lang="en-US">
                <a:solidFill>
                  <a:schemeClr val="tx1">
                    <a:lumMod val="65000"/>
                    <a:lumOff val="35000"/>
                  </a:schemeClr>
                </a:solidFill>
              </a:rPr>
              <a:t>Se debe comunicar a los afectados y lograr que se comprometan con ella. Si las personas que deben implantar la decisión participan en el proceso, es más probable que apoyen con entusiasmo el resultado que si sólo se les dice lo que deben hacer.</a:t>
            </a:r>
          </a:p>
          <a:p>
            <a:pPr marL="342900" indent="-182880" defTabSz="914400">
              <a:lnSpc>
                <a:spcPct val="90000"/>
              </a:lnSpc>
              <a:spcBef>
                <a:spcPct val="20000"/>
              </a:spcBef>
              <a:buClr>
                <a:schemeClr val="accent1"/>
              </a:buClr>
              <a:buFont typeface="Wingdings 2" pitchFamily="18" charset="2"/>
              <a:buChar char=""/>
              <a:defRPr/>
            </a:pPr>
            <a:r>
              <a:rPr lang="en-US">
                <a:solidFill>
                  <a:schemeClr val="tx1">
                    <a:lumMod val="65000"/>
                    <a:lumOff val="35000"/>
                  </a:schemeClr>
                </a:solidFill>
              </a:rPr>
              <a:t>Se debe implementar la decisión mediante la planificación, organización y dirección (proceso administrativo).</a:t>
            </a:r>
          </a:p>
        </p:txBody>
      </p:sp>
      <p:sp>
        <p:nvSpPr>
          <p:cNvPr id="80" name="Rectangle 79">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7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54</a:t>
            </a:fld>
            <a:endParaRPr lang="en-US" sz="1200" b="1" kern="1200" dirty="0">
              <a:solidFill>
                <a:schemeClr val="accent1"/>
              </a:solidFill>
              <a:latin typeface="+mn-lt"/>
              <a:ea typeface="+mn-ea"/>
              <a:cs typeface="+mn-cs"/>
            </a:endParaRPr>
          </a:p>
        </p:txBody>
      </p:sp>
      <p:sp>
        <p:nvSpPr>
          <p:cNvPr id="11" name="10 Nube"/>
          <p:cNvSpPr/>
          <p:nvPr/>
        </p:nvSpPr>
        <p:spPr>
          <a:xfrm rot="20881094">
            <a:off x="1484978" y="870982"/>
            <a:ext cx="2216150" cy="1117600"/>
          </a:xfrm>
          <a:prstGeom prst="cloud">
            <a:avLst/>
          </a:prstGeom>
          <a:solidFill>
            <a:srgbClr val="76F279"/>
          </a:solidFill>
        </p:spPr>
        <p:style>
          <a:lnRef idx="3">
            <a:schemeClr val="lt1"/>
          </a:lnRef>
          <a:fillRef idx="1">
            <a:schemeClr val="accent2"/>
          </a:fillRef>
          <a:effectRef idx="1">
            <a:schemeClr val="accent2"/>
          </a:effectRef>
          <a:fontRef idx="minor">
            <a:schemeClr val="lt1"/>
          </a:fontRef>
        </p:style>
        <p:txBody>
          <a:bodyPr anchor="ctr"/>
          <a:lstStyle/>
          <a:p>
            <a:pPr algn="ctr">
              <a:spcAft>
                <a:spcPts val="600"/>
              </a:spcAft>
              <a:defRPr/>
            </a:pPr>
            <a:r>
              <a:rPr lang="es-ES_tradnl" sz="1400" dirty="0">
                <a:solidFill>
                  <a:schemeClr val="tx1"/>
                </a:solidFill>
              </a:rPr>
              <a:t>Ahora, actuemos</a:t>
            </a:r>
            <a:endParaRPr lang="es-ES_tradnl" sz="1400">
              <a:solidFill>
                <a:schemeClr val="tx1"/>
              </a:solidFill>
            </a:endParaRPr>
          </a:p>
        </p:txBody>
      </p:sp>
    </p:spTree>
    <p:extLst>
      <p:ext uri="{BB962C8B-B14F-4D97-AF65-F5344CB8AC3E}">
        <p14:creationId xmlns:p14="http://schemas.microsoft.com/office/powerpoint/2010/main" val="39718256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43162304-DA60-4C31-9E2B-E22F8DA75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2" name="Rectangle 71">
            <a:extLst>
              <a:ext uri="{FF2B5EF4-FFF2-40B4-BE49-F238E27FC236}">
                <a16:creationId xmlns:a16="http://schemas.microsoft.com/office/drawing/2014/main" id="{C4AE1EFF-264A-4A42-BEA1-0E875F40D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74" name="Rectangle 73">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5841" name="1 Título"/>
          <p:cNvSpPr>
            <a:spLocks noGrp="1"/>
          </p:cNvSpPr>
          <p:nvPr>
            <p:ph type="title"/>
          </p:nvPr>
        </p:nvSpPr>
        <p:spPr>
          <a:xfrm>
            <a:off x="1154337" y="864108"/>
            <a:ext cx="2305435" cy="5120639"/>
          </a:xfrm>
        </p:spPr>
        <p:txBody>
          <a:bodyPr vert="horz" lIns="91440" tIns="45720" rIns="91440" bIns="45720" numCol="1" rtlCol="0" anchor="ctr" anchorCtr="0" compatLnSpc="1">
            <a:prstTxWarp prst="textNoShape">
              <a:avLst/>
            </a:prstTxWarp>
            <a:normAutofit/>
          </a:bodyPr>
          <a:lstStyle/>
          <a:p>
            <a:pPr marL="457200" indent="-457200" algn="r"/>
            <a:r>
              <a:rPr lang="en-US" sz="3600">
                <a:solidFill>
                  <a:schemeClr val="tx1">
                    <a:lumMod val="85000"/>
                    <a:lumOff val="15000"/>
                  </a:schemeClr>
                </a:solidFill>
              </a:rPr>
              <a:t>8. Evaluar la eficacia de la decisión</a:t>
            </a:r>
          </a:p>
        </p:txBody>
      </p:sp>
      <p:sp>
        <p:nvSpPr>
          <p:cNvPr id="76" name="Rectangle 75">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65200"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78" name="Straight Connector 77">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1334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2 Marcador de contenido"/>
          <p:cNvSpPr txBox="1">
            <a:spLocks/>
          </p:cNvSpPr>
          <p:nvPr/>
        </p:nvSpPr>
        <p:spPr bwMode="auto">
          <a:xfrm>
            <a:off x="3966921" y="864108"/>
            <a:ext cx="4433008" cy="512064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342900" indent="-182880" defTabSz="914400">
              <a:lnSpc>
                <a:spcPct val="90000"/>
              </a:lnSpc>
              <a:spcBef>
                <a:spcPct val="20000"/>
              </a:spcBef>
              <a:buClr>
                <a:schemeClr val="accent1"/>
              </a:buClr>
              <a:buFont typeface="Wingdings 2" pitchFamily="18" charset="2"/>
              <a:buChar char=""/>
              <a:defRPr/>
            </a:pPr>
            <a:endParaRPr lang="en-US" sz="1500" b="1">
              <a:solidFill>
                <a:schemeClr val="tx1">
                  <a:lumMod val="65000"/>
                  <a:lumOff val="35000"/>
                </a:schemeClr>
              </a:solidFill>
            </a:endParaRPr>
          </a:p>
          <a:p>
            <a:pPr marL="342900"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Consiste en evaluar el resultado de la decisión y observar si se resolvió el problema o se aprovechó la oportunidad (control).</a:t>
            </a:r>
          </a:p>
          <a:p>
            <a:pPr marL="342900"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Según sea el resultado, puede llevar al directivo hacia alguna etapa anterior, incluso a replantear y repetir todo el proceso (se hace cíclico): ¿se consiguió el resultado buscado con la alternativa elegida en la etapa 6 y puesta en marcha en la etapa 7?</a:t>
            </a:r>
          </a:p>
          <a:p>
            <a:pPr marL="342900"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Si el problema persiste, se debe examinar qué salió mal:</a:t>
            </a:r>
          </a:p>
          <a:p>
            <a:pPr marL="800100" lvl="1"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Si se definió mal el problema.</a:t>
            </a:r>
          </a:p>
          <a:p>
            <a:pPr marL="800100" lvl="1"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Si se cometieron errores en la evaluación de las alternativas.</a:t>
            </a:r>
          </a:p>
          <a:p>
            <a:pPr marL="800100" lvl="1" indent="-182880" defTabSz="914400">
              <a:lnSpc>
                <a:spcPct val="90000"/>
              </a:lnSpc>
              <a:spcBef>
                <a:spcPct val="20000"/>
              </a:spcBef>
              <a:spcAft>
                <a:spcPts val="600"/>
              </a:spcAft>
              <a:buClr>
                <a:schemeClr val="accent1"/>
              </a:buClr>
              <a:buFont typeface="Wingdings 2" pitchFamily="18" charset="2"/>
              <a:buChar char=""/>
              <a:defRPr/>
            </a:pPr>
            <a:r>
              <a:rPr lang="en-US" sz="1500">
                <a:solidFill>
                  <a:schemeClr val="tx1">
                    <a:lumMod val="65000"/>
                    <a:lumOff val="35000"/>
                  </a:schemeClr>
                </a:solidFill>
              </a:rPr>
              <a:t>Si elegida correctamente la alternativa se implantó mal.</a:t>
            </a:r>
          </a:p>
        </p:txBody>
      </p:sp>
      <p:sp>
        <p:nvSpPr>
          <p:cNvPr id="80" name="Rectangle 79">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2991" y="767825"/>
            <a:ext cx="381009"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4 Marcador de número de diapositiva"/>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55</a:t>
            </a:fld>
            <a:endParaRPr lang="en-US" sz="1200" b="1" kern="1200" dirty="0">
              <a:solidFill>
                <a:schemeClr val="accent1"/>
              </a:solidFill>
              <a:latin typeface="+mn-lt"/>
              <a:ea typeface="+mn-ea"/>
              <a:cs typeface="+mn-cs"/>
            </a:endParaRPr>
          </a:p>
        </p:txBody>
      </p:sp>
      <p:sp>
        <p:nvSpPr>
          <p:cNvPr id="14" name="13 Nube"/>
          <p:cNvSpPr/>
          <p:nvPr/>
        </p:nvSpPr>
        <p:spPr>
          <a:xfrm rot="20881094">
            <a:off x="1467790" y="690140"/>
            <a:ext cx="2212975" cy="1044575"/>
          </a:xfrm>
          <a:prstGeom prst="cloud">
            <a:avLst/>
          </a:prstGeom>
          <a:solidFill>
            <a:srgbClr val="76F279"/>
          </a:solidFill>
        </p:spPr>
        <p:style>
          <a:lnRef idx="3">
            <a:schemeClr val="lt1"/>
          </a:lnRef>
          <a:fillRef idx="1">
            <a:schemeClr val="accent2"/>
          </a:fillRef>
          <a:effectRef idx="1">
            <a:schemeClr val="accent2"/>
          </a:effectRef>
          <a:fontRef idx="minor">
            <a:schemeClr val="lt1"/>
          </a:fontRef>
        </p:style>
        <p:txBody>
          <a:bodyPr anchor="ctr"/>
          <a:lstStyle/>
          <a:p>
            <a:pPr algn="ctr">
              <a:spcAft>
                <a:spcPts val="600"/>
              </a:spcAft>
              <a:defRPr/>
            </a:pPr>
            <a:r>
              <a:rPr lang="es-ES_tradnl" sz="1400" dirty="0">
                <a:solidFill>
                  <a:schemeClr val="tx1"/>
                </a:solidFill>
              </a:rPr>
              <a:t>¿Cómo de  buena fue la idea en realidad?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040" y="260604"/>
            <a:ext cx="8229600" cy="993775"/>
          </a:xfrm>
          <a:prstGeom prst="rect">
            <a:avLst/>
          </a:prstGeom>
          <a:solidFill>
            <a:srgbClr val="33CCCC"/>
          </a:solidFill>
        </p:spPr>
        <p:txBody>
          <a:bodyPr vert="horz" wrap="square" lIns="0" tIns="26670" rIns="0" bIns="0" rtlCol="0">
            <a:spAutoFit/>
          </a:bodyPr>
          <a:lstStyle/>
          <a:p>
            <a:pPr marL="1960880" marR="326390" indent="-1612900">
              <a:lnSpc>
                <a:spcPts val="3240"/>
              </a:lnSpc>
              <a:spcBef>
                <a:spcPts val="210"/>
              </a:spcBef>
            </a:pPr>
            <a:r>
              <a:rPr sz="3000" spc="-60" dirty="0">
                <a:solidFill>
                  <a:srgbClr val="000000"/>
                </a:solidFill>
              </a:rPr>
              <a:t>Principales</a:t>
            </a:r>
            <a:r>
              <a:rPr sz="3000" spc="-90" dirty="0">
                <a:solidFill>
                  <a:srgbClr val="000000"/>
                </a:solidFill>
              </a:rPr>
              <a:t> </a:t>
            </a:r>
            <a:r>
              <a:rPr sz="3000" spc="-60" dirty="0">
                <a:solidFill>
                  <a:srgbClr val="000000"/>
                </a:solidFill>
              </a:rPr>
              <a:t>criterios</a:t>
            </a:r>
            <a:r>
              <a:rPr sz="3000" spc="-90" dirty="0">
                <a:solidFill>
                  <a:srgbClr val="000000"/>
                </a:solidFill>
              </a:rPr>
              <a:t> </a:t>
            </a:r>
            <a:r>
              <a:rPr sz="3000" spc="-35" dirty="0">
                <a:solidFill>
                  <a:srgbClr val="000000"/>
                </a:solidFill>
              </a:rPr>
              <a:t>de</a:t>
            </a:r>
            <a:r>
              <a:rPr sz="3000" spc="-114" dirty="0">
                <a:solidFill>
                  <a:srgbClr val="000000"/>
                </a:solidFill>
              </a:rPr>
              <a:t> </a:t>
            </a:r>
            <a:r>
              <a:rPr sz="3000" spc="-60" dirty="0">
                <a:solidFill>
                  <a:srgbClr val="000000"/>
                </a:solidFill>
              </a:rPr>
              <a:t>decisión</a:t>
            </a:r>
            <a:r>
              <a:rPr sz="3000" spc="-90" dirty="0">
                <a:solidFill>
                  <a:srgbClr val="000000"/>
                </a:solidFill>
              </a:rPr>
              <a:t> </a:t>
            </a:r>
            <a:r>
              <a:rPr sz="3000" spc="-35" dirty="0">
                <a:solidFill>
                  <a:srgbClr val="000000"/>
                </a:solidFill>
              </a:rPr>
              <a:t>en</a:t>
            </a:r>
            <a:r>
              <a:rPr sz="3000" spc="-135" dirty="0">
                <a:solidFill>
                  <a:srgbClr val="000000"/>
                </a:solidFill>
              </a:rPr>
              <a:t> </a:t>
            </a:r>
            <a:r>
              <a:rPr sz="3000" spc="-55" dirty="0">
                <a:solidFill>
                  <a:srgbClr val="000000"/>
                </a:solidFill>
              </a:rPr>
              <a:t>ambientes</a:t>
            </a:r>
            <a:r>
              <a:rPr sz="3000" spc="-110" dirty="0">
                <a:solidFill>
                  <a:srgbClr val="000000"/>
                </a:solidFill>
              </a:rPr>
              <a:t> </a:t>
            </a:r>
            <a:r>
              <a:rPr sz="3000" spc="-35" dirty="0">
                <a:solidFill>
                  <a:srgbClr val="000000"/>
                </a:solidFill>
              </a:rPr>
              <a:t>de </a:t>
            </a:r>
            <a:r>
              <a:rPr sz="3000" spc="-605" dirty="0">
                <a:solidFill>
                  <a:srgbClr val="000000"/>
                </a:solidFill>
              </a:rPr>
              <a:t> </a:t>
            </a:r>
            <a:r>
              <a:rPr sz="3000" spc="-65" dirty="0">
                <a:solidFill>
                  <a:srgbClr val="000000"/>
                </a:solidFill>
              </a:rPr>
              <a:t>i</a:t>
            </a:r>
            <a:r>
              <a:rPr sz="3000" spc="-60" dirty="0">
                <a:solidFill>
                  <a:srgbClr val="000000"/>
                </a:solidFill>
              </a:rPr>
              <a:t>n</a:t>
            </a:r>
            <a:r>
              <a:rPr sz="3000" spc="-65" dirty="0">
                <a:solidFill>
                  <a:srgbClr val="000000"/>
                </a:solidFill>
              </a:rPr>
              <a:t>cer</a:t>
            </a:r>
            <a:r>
              <a:rPr sz="3000" spc="-60" dirty="0">
                <a:solidFill>
                  <a:srgbClr val="000000"/>
                </a:solidFill>
              </a:rPr>
              <a:t>t</a:t>
            </a:r>
            <a:r>
              <a:rPr sz="3000" spc="-65" dirty="0">
                <a:solidFill>
                  <a:srgbClr val="000000"/>
                </a:solidFill>
              </a:rPr>
              <a:t>idumbr</a:t>
            </a:r>
            <a:r>
              <a:rPr sz="3000" dirty="0">
                <a:solidFill>
                  <a:srgbClr val="000000"/>
                </a:solidFill>
              </a:rPr>
              <a:t>e</a:t>
            </a:r>
            <a:r>
              <a:rPr sz="3000" spc="-95" dirty="0">
                <a:solidFill>
                  <a:srgbClr val="000000"/>
                </a:solidFill>
              </a:rPr>
              <a:t> </a:t>
            </a:r>
            <a:r>
              <a:rPr sz="3000" spc="-65" dirty="0">
                <a:solidFill>
                  <a:srgbClr val="000000"/>
                </a:solidFill>
              </a:rPr>
              <a:t>e</a:t>
            </a:r>
            <a:r>
              <a:rPr sz="3000" spc="-60" dirty="0">
                <a:solidFill>
                  <a:srgbClr val="000000"/>
                </a:solidFill>
              </a:rPr>
              <a:t>st</a:t>
            </a:r>
            <a:r>
              <a:rPr sz="3000" spc="-65" dirty="0">
                <a:solidFill>
                  <a:srgbClr val="000000"/>
                </a:solidFill>
              </a:rPr>
              <a:t>ruc</a:t>
            </a:r>
            <a:r>
              <a:rPr sz="3000" spc="-60" dirty="0">
                <a:solidFill>
                  <a:srgbClr val="000000"/>
                </a:solidFill>
              </a:rPr>
              <a:t>t</a:t>
            </a:r>
            <a:r>
              <a:rPr sz="3000" spc="-65" dirty="0">
                <a:solidFill>
                  <a:srgbClr val="000000"/>
                </a:solidFill>
              </a:rPr>
              <a:t>ur</a:t>
            </a:r>
            <a:r>
              <a:rPr sz="3000" spc="-60" dirty="0">
                <a:solidFill>
                  <a:srgbClr val="000000"/>
                </a:solidFill>
              </a:rPr>
              <a:t>a</a:t>
            </a:r>
            <a:r>
              <a:rPr sz="3000" spc="-65" dirty="0">
                <a:solidFill>
                  <a:srgbClr val="000000"/>
                </a:solidFill>
              </a:rPr>
              <a:t>d</a:t>
            </a:r>
            <a:r>
              <a:rPr sz="3000" dirty="0">
                <a:solidFill>
                  <a:srgbClr val="000000"/>
                </a:solidFill>
              </a:rPr>
              <a:t>a</a:t>
            </a:r>
            <a:endParaRPr sz="3000"/>
          </a:p>
        </p:txBody>
      </p:sp>
      <p:grpSp>
        <p:nvGrpSpPr>
          <p:cNvPr id="4" name="object 4"/>
          <p:cNvGrpSpPr/>
          <p:nvPr/>
        </p:nvGrpSpPr>
        <p:grpSpPr>
          <a:xfrm>
            <a:off x="6438836" y="6294056"/>
            <a:ext cx="803275" cy="299085"/>
            <a:chOff x="6438836" y="6294056"/>
            <a:chExt cx="803275" cy="299085"/>
          </a:xfrm>
        </p:grpSpPr>
        <p:sp>
          <p:nvSpPr>
            <p:cNvPr id="5" name="object 5"/>
            <p:cNvSpPr/>
            <p:nvPr/>
          </p:nvSpPr>
          <p:spPr>
            <a:xfrm>
              <a:off x="6444233" y="6299454"/>
              <a:ext cx="792480" cy="288290"/>
            </a:xfrm>
            <a:custGeom>
              <a:avLst/>
              <a:gdLst/>
              <a:ahLst/>
              <a:cxnLst/>
              <a:rect l="l" t="t" r="r" b="b"/>
              <a:pathLst>
                <a:path w="792479" h="288290">
                  <a:moveTo>
                    <a:pt x="792480" y="0"/>
                  </a:moveTo>
                  <a:lnTo>
                    <a:pt x="0" y="0"/>
                  </a:lnTo>
                  <a:lnTo>
                    <a:pt x="0" y="288036"/>
                  </a:lnTo>
                  <a:lnTo>
                    <a:pt x="792480" y="288036"/>
                  </a:lnTo>
                  <a:lnTo>
                    <a:pt x="792480" y="252031"/>
                  </a:lnTo>
                  <a:lnTo>
                    <a:pt x="288163" y="252031"/>
                  </a:lnTo>
                  <a:lnTo>
                    <a:pt x="288163" y="36004"/>
                  </a:lnTo>
                  <a:lnTo>
                    <a:pt x="792480" y="36004"/>
                  </a:lnTo>
                  <a:lnTo>
                    <a:pt x="792480" y="0"/>
                  </a:lnTo>
                  <a:close/>
                </a:path>
                <a:path w="792479" h="288290">
                  <a:moveTo>
                    <a:pt x="792480" y="36004"/>
                  </a:moveTo>
                  <a:lnTo>
                    <a:pt x="288163" y="36004"/>
                  </a:lnTo>
                  <a:lnTo>
                    <a:pt x="504316" y="144018"/>
                  </a:lnTo>
                  <a:lnTo>
                    <a:pt x="288163" y="252031"/>
                  </a:lnTo>
                  <a:lnTo>
                    <a:pt x="792480" y="252031"/>
                  </a:lnTo>
                  <a:lnTo>
                    <a:pt x="792480" y="36004"/>
                  </a:lnTo>
                  <a:close/>
                </a:path>
              </a:pathLst>
            </a:custGeom>
            <a:solidFill>
              <a:srgbClr val="40B9D2"/>
            </a:solidFill>
          </p:spPr>
          <p:txBody>
            <a:bodyPr wrap="square" lIns="0" tIns="0" rIns="0" bIns="0" rtlCol="0"/>
            <a:lstStyle/>
            <a:p>
              <a:endParaRPr/>
            </a:p>
          </p:txBody>
        </p:sp>
        <p:pic>
          <p:nvPicPr>
            <p:cNvPr id="6" name="object 6"/>
            <p:cNvPicPr/>
            <p:nvPr/>
          </p:nvPicPr>
          <p:blipFill>
            <a:blip r:embed="rId2" cstate="print"/>
            <a:stretch>
              <a:fillRect/>
            </a:stretch>
          </p:blipFill>
          <p:spPr>
            <a:xfrm>
              <a:off x="6726999" y="6330061"/>
              <a:ext cx="226948" cy="226822"/>
            </a:xfrm>
            <a:prstGeom prst="rect">
              <a:avLst/>
            </a:prstGeom>
          </p:spPr>
        </p:pic>
        <p:sp>
          <p:nvSpPr>
            <p:cNvPr id="7" name="object 7"/>
            <p:cNvSpPr/>
            <p:nvPr/>
          </p:nvSpPr>
          <p:spPr>
            <a:xfrm>
              <a:off x="6444233" y="6299454"/>
              <a:ext cx="792480" cy="288290"/>
            </a:xfrm>
            <a:custGeom>
              <a:avLst/>
              <a:gdLst/>
              <a:ahLst/>
              <a:cxnLst/>
              <a:rect l="l" t="t" r="r" b="b"/>
              <a:pathLst>
                <a:path w="792479" h="288290">
                  <a:moveTo>
                    <a:pt x="0" y="288036"/>
                  </a:moveTo>
                  <a:lnTo>
                    <a:pt x="792480" y="288036"/>
                  </a:lnTo>
                  <a:lnTo>
                    <a:pt x="792480" y="0"/>
                  </a:lnTo>
                  <a:lnTo>
                    <a:pt x="0" y="0"/>
                  </a:lnTo>
                  <a:lnTo>
                    <a:pt x="0" y="288036"/>
                  </a:lnTo>
                  <a:close/>
                </a:path>
              </a:pathLst>
            </a:custGeom>
            <a:ln w="10795">
              <a:solidFill>
                <a:srgbClr val="2C879A"/>
              </a:solidFill>
            </a:ln>
          </p:spPr>
          <p:txBody>
            <a:bodyPr wrap="square" lIns="0" tIns="0" rIns="0" bIns="0" rtlCol="0"/>
            <a:lstStyle/>
            <a:p>
              <a:endParaRPr/>
            </a:p>
          </p:txBody>
        </p:sp>
      </p:grpSp>
      <p:sp>
        <p:nvSpPr>
          <p:cNvPr id="8" name="object 8"/>
          <p:cNvSpPr txBox="1">
            <a:spLocks noGrp="1"/>
          </p:cNvSpPr>
          <p:nvPr>
            <p:ph type="sldNum" sz="quarter" idx="7"/>
          </p:nvPr>
        </p:nvSpPr>
        <p:spPr>
          <a:xfrm>
            <a:off x="8763254" y="6432448"/>
            <a:ext cx="321309" cy="254000"/>
          </a:xfrm>
          <a:prstGeom prst="rect">
            <a:avLst/>
          </a:prstGeom>
        </p:spPr>
        <p:txBody>
          <a:bodyPr vert="horz" wrap="square" lIns="0" tIns="0" rIns="0" bIns="0" rtlCol="0">
            <a:spAutoFit/>
          </a:bodyPr>
          <a:lstStyle>
            <a:defPPr>
              <a:defRPr lang="es-ES"/>
            </a:defPPr>
            <a:lvl1pPr marL="0" algn="l" defTabSz="914400" rtl="0" eaLnBrk="1" latinLnBrk="0" hangingPunct="1">
              <a:defRPr sz="1800" b="1" i="0" kern="1200">
                <a:solidFill>
                  <a:schemeClr val="tx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91770">
              <a:lnSpc>
                <a:spcPts val="1140"/>
              </a:lnSpc>
            </a:pPr>
            <a:fld id="{81D60167-4931-47E6-BA6A-407CBD079E47}" type="slidenum">
              <a:rPr lang="es-ES" sz="1100" smtClean="0">
                <a:solidFill>
                  <a:srgbClr val="40B9D2"/>
                </a:solidFill>
                <a:latin typeface="Corbel"/>
                <a:cs typeface="Corbel"/>
              </a:rPr>
              <a:pPr marL="191770">
                <a:lnSpc>
                  <a:spcPts val="1140"/>
                </a:lnSpc>
              </a:pPr>
              <a:t>56</a:t>
            </a:fld>
            <a:endParaRPr dirty="0"/>
          </a:p>
        </p:txBody>
      </p:sp>
      <p:graphicFrame>
        <p:nvGraphicFramePr>
          <p:cNvPr id="10" name="object 3">
            <a:extLst>
              <a:ext uri="{FF2B5EF4-FFF2-40B4-BE49-F238E27FC236}">
                <a16:creationId xmlns:a16="http://schemas.microsoft.com/office/drawing/2014/main" id="{B3C70917-DEFE-0F01-2196-4BA0168A76E7}"/>
              </a:ext>
            </a:extLst>
          </p:cNvPr>
          <p:cNvGraphicFramePr/>
          <p:nvPr>
            <p:extLst>
              <p:ext uri="{D42A27DB-BD31-4B8C-83A1-F6EECF244321}">
                <p14:modId xmlns:p14="http://schemas.microsoft.com/office/powerpoint/2010/main" val="2751578142"/>
              </p:ext>
            </p:extLst>
          </p:nvPr>
        </p:nvGraphicFramePr>
        <p:xfrm>
          <a:off x="113792" y="1366850"/>
          <a:ext cx="8855075" cy="4812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1 Título"/>
          <p:cNvSpPr>
            <a:spLocks noGrp="1"/>
          </p:cNvSpPr>
          <p:nvPr>
            <p:ph type="title"/>
          </p:nvPr>
        </p:nvSpPr>
        <p:spPr/>
        <p:txBody>
          <a:bodyPr/>
          <a:lstStyle/>
          <a:p>
            <a:pPr marL="457200" indent="-457200" algn="l" eaLnBrk="1" hangingPunct="1"/>
            <a:r>
              <a:rPr lang="es-ES_tradnl" dirty="0"/>
              <a:t>Criterios de decisión</a:t>
            </a:r>
          </a:p>
        </p:txBody>
      </p:sp>
      <p:sp>
        <p:nvSpPr>
          <p:cNvPr id="2" name="Marcador de contenido 1">
            <a:extLst>
              <a:ext uri="{FF2B5EF4-FFF2-40B4-BE49-F238E27FC236}">
                <a16:creationId xmlns:a16="http://schemas.microsoft.com/office/drawing/2014/main" id="{9B1C9B93-7D29-B6BF-1B12-76CCF2BADA8E}"/>
              </a:ext>
            </a:extLst>
          </p:cNvPr>
          <p:cNvSpPr>
            <a:spLocks noGrp="1"/>
          </p:cNvSpPr>
          <p:nvPr>
            <p:ph idx="1"/>
          </p:nvPr>
        </p:nvSpPr>
        <p:spPr>
          <a:xfrm>
            <a:off x="2843808" y="239256"/>
            <a:ext cx="5486400" cy="5120640"/>
          </a:xfrm>
        </p:spPr>
        <p:txBody>
          <a:bodyPr>
            <a:normAutofit/>
          </a:bodyPr>
          <a:lstStyle/>
          <a:p>
            <a:r>
              <a:rPr lang="es-ES" sz="2000" dirty="0"/>
              <a:t>Un gerente de marketing de Visa determinó cuatro estrategias posibles (E1 , E2 , E3 y E4 ) para promocionar la tarjeta de crédito de la empresa en la región de la costa occidental de Estados Unidos. El gerente de marketing sabe que su principal competidor, MasterCard, utiliza tres acciones competitivas (AC1 , AC2 y AC3 ) para promover su tarjeta en la misma región. Para visualizar sus estrategias y utilidad, dependiendo de las acciones de su competidor formula la matriz siguiente: </a:t>
            </a:r>
          </a:p>
          <a:p>
            <a:endParaRPr lang="es-ES" sz="2000" dirty="0"/>
          </a:p>
        </p:txBody>
      </p:sp>
      <p:sp>
        <p:nvSpPr>
          <p:cNvPr id="11" name="10 Marcador de número de diapositiva"/>
          <p:cNvSpPr>
            <a:spLocks noGrp="1"/>
          </p:cNvSpPr>
          <p:nvPr>
            <p:ph type="sldNum" sz="quarter" idx="12"/>
          </p:nvPr>
        </p:nvSpPr>
        <p:spPr>
          <a:xfrm>
            <a:off x="7995805" y="6253619"/>
            <a:ext cx="1148195" cy="365125"/>
          </a:xfrm>
          <a:prstGeom prst="rect">
            <a:avLst/>
          </a:prstGeom>
        </p:spPr>
        <p:txBody>
          <a:bodyPr/>
          <a:lstStyle/>
          <a:p>
            <a:fld id="{3A50B82F-E44A-4FE6-8B99-53CD253DED7E}" type="slidenum">
              <a:rPr lang="es-ES" smtClean="0"/>
              <a:pPr/>
              <a:t>57</a:t>
            </a:fld>
            <a:endParaRPr lang="es-ES" dirty="0"/>
          </a:p>
        </p:txBody>
      </p:sp>
      <p:pic>
        <p:nvPicPr>
          <p:cNvPr id="4" name="Imagen 3">
            <a:extLst>
              <a:ext uri="{FF2B5EF4-FFF2-40B4-BE49-F238E27FC236}">
                <a16:creationId xmlns:a16="http://schemas.microsoft.com/office/drawing/2014/main" id="{9F2AA0DE-09AC-A0D3-3269-0C42DEC50DB8}"/>
              </a:ext>
            </a:extLst>
          </p:cNvPr>
          <p:cNvPicPr>
            <a:picLocks noChangeAspect="1"/>
          </p:cNvPicPr>
          <p:nvPr/>
        </p:nvPicPr>
        <p:blipFill>
          <a:blip r:embed="rId3"/>
          <a:stretch>
            <a:fillRect/>
          </a:stretch>
        </p:blipFill>
        <p:spPr>
          <a:xfrm>
            <a:off x="2730325" y="4077073"/>
            <a:ext cx="5414865" cy="2529572"/>
          </a:xfrm>
          <a:prstGeom prst="rect">
            <a:avLst/>
          </a:prstGeom>
        </p:spPr>
      </p:pic>
      <p:sp>
        <p:nvSpPr>
          <p:cNvPr id="5" name="CuadroTexto 4">
            <a:extLst>
              <a:ext uri="{FF2B5EF4-FFF2-40B4-BE49-F238E27FC236}">
                <a16:creationId xmlns:a16="http://schemas.microsoft.com/office/drawing/2014/main" id="{58A7C50C-30AB-F01A-7574-02916E8684A9}"/>
              </a:ext>
            </a:extLst>
          </p:cNvPr>
          <p:cNvSpPr txBox="1"/>
          <p:nvPr/>
        </p:nvSpPr>
        <p:spPr>
          <a:xfrm>
            <a:off x="4860032" y="6237312"/>
            <a:ext cx="2768707" cy="369332"/>
          </a:xfrm>
          <a:prstGeom prst="rect">
            <a:avLst/>
          </a:prstGeom>
          <a:noFill/>
        </p:spPr>
        <p:txBody>
          <a:bodyPr wrap="none" rtlCol="0">
            <a:spAutoFit/>
          </a:bodyPr>
          <a:lstStyle/>
          <a:p>
            <a:pPr lvl="1"/>
            <a:r>
              <a:rPr lang="es-ES" dirty="0"/>
              <a:t>Matriz de rendimiento</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1 Título"/>
          <p:cNvSpPr>
            <a:spLocks noGrp="1"/>
          </p:cNvSpPr>
          <p:nvPr>
            <p:ph type="title"/>
          </p:nvPr>
        </p:nvSpPr>
        <p:spPr/>
        <p:txBody>
          <a:bodyPr/>
          <a:lstStyle/>
          <a:p>
            <a:pPr marL="457200" indent="-457200" algn="l" eaLnBrk="1" hangingPunct="1"/>
            <a:r>
              <a:rPr lang="es-ES_tradnl" dirty="0"/>
              <a:t>Criterios de decisión</a:t>
            </a:r>
          </a:p>
        </p:txBody>
      </p:sp>
      <p:sp>
        <p:nvSpPr>
          <p:cNvPr id="2" name="Marcador de contenido 1">
            <a:extLst>
              <a:ext uri="{FF2B5EF4-FFF2-40B4-BE49-F238E27FC236}">
                <a16:creationId xmlns:a16="http://schemas.microsoft.com/office/drawing/2014/main" id="{9B1C9B93-7D29-B6BF-1B12-76CCF2BADA8E}"/>
              </a:ext>
            </a:extLst>
          </p:cNvPr>
          <p:cNvSpPr>
            <a:spLocks noGrp="1"/>
          </p:cNvSpPr>
          <p:nvPr>
            <p:ph idx="1"/>
          </p:nvPr>
        </p:nvSpPr>
        <p:spPr>
          <a:xfrm>
            <a:off x="3658756" y="1635369"/>
            <a:ext cx="5486400" cy="5120640"/>
          </a:xfrm>
        </p:spPr>
        <p:txBody>
          <a:bodyPr>
            <a:normAutofit fontScale="92500"/>
          </a:bodyPr>
          <a:lstStyle/>
          <a:p>
            <a:r>
              <a:rPr lang="es-ES" sz="2400" dirty="0"/>
              <a:t>Si el gerente de Visa es </a:t>
            </a:r>
            <a:r>
              <a:rPr lang="es-ES" sz="2400" dirty="0">
                <a:solidFill>
                  <a:srgbClr val="FF0000"/>
                </a:solidFill>
              </a:rPr>
              <a:t>optimista</a:t>
            </a:r>
            <a:r>
              <a:rPr lang="es-ES" sz="2400" dirty="0"/>
              <a:t>, elegirá la estrategia 4 (E4 ) porque ésta podría generar la ganancia más alta posible: $28 millones. Esta es la alternativa </a:t>
            </a:r>
            <a:r>
              <a:rPr lang="es-ES" sz="2400" dirty="0" err="1"/>
              <a:t>maximax</a:t>
            </a:r>
            <a:r>
              <a:rPr lang="es-ES" sz="2400" dirty="0"/>
              <a:t>.</a:t>
            </a:r>
          </a:p>
          <a:p>
            <a:r>
              <a:rPr lang="es-ES" sz="2400" dirty="0"/>
              <a:t>Si el gerente es </a:t>
            </a:r>
            <a:r>
              <a:rPr lang="es-ES" sz="2400" dirty="0">
                <a:solidFill>
                  <a:schemeClr val="accent2"/>
                </a:solidFill>
              </a:rPr>
              <a:t>pesimista</a:t>
            </a:r>
            <a:r>
              <a:rPr lang="es-ES" sz="2400" dirty="0"/>
              <a:t>, supondrá que sólo puede ocurrir la peor situación. El peor resultado para cada estrategia es: E1 = $11 millones; E2 = $9 millones; E3 = $15 millones; E4 = $14 millones.  Éstos son los resultados más pesimistas de cada estrategia. De implementar la opción </a:t>
            </a:r>
            <a:r>
              <a:rPr lang="es-ES" sz="2400" dirty="0" err="1"/>
              <a:t>maximin</a:t>
            </a:r>
            <a:r>
              <a:rPr lang="es-ES" sz="2400" dirty="0"/>
              <a:t>, el gerente maximizaría el rendimiento mínimo; en otras palabras, seleccionaría E3 ($15 millones es el más grande de los rendimientos mínimos).</a:t>
            </a:r>
          </a:p>
        </p:txBody>
      </p:sp>
      <p:sp>
        <p:nvSpPr>
          <p:cNvPr id="11" name="10 Marcador de número de diapositiva"/>
          <p:cNvSpPr>
            <a:spLocks noGrp="1"/>
          </p:cNvSpPr>
          <p:nvPr>
            <p:ph type="sldNum" sz="quarter" idx="12"/>
          </p:nvPr>
        </p:nvSpPr>
        <p:spPr>
          <a:xfrm>
            <a:off x="7995805" y="6253619"/>
            <a:ext cx="1148195" cy="365125"/>
          </a:xfrm>
          <a:prstGeom prst="rect">
            <a:avLst/>
          </a:prstGeom>
        </p:spPr>
        <p:txBody>
          <a:bodyPr/>
          <a:lstStyle/>
          <a:p>
            <a:fld id="{3A50B82F-E44A-4FE6-8B99-53CD253DED7E}" type="slidenum">
              <a:rPr lang="es-ES" smtClean="0"/>
              <a:pPr/>
              <a:t>58</a:t>
            </a:fld>
            <a:endParaRPr lang="es-ES" dirty="0"/>
          </a:p>
        </p:txBody>
      </p:sp>
      <p:pic>
        <p:nvPicPr>
          <p:cNvPr id="4" name="Imagen 3">
            <a:extLst>
              <a:ext uri="{FF2B5EF4-FFF2-40B4-BE49-F238E27FC236}">
                <a16:creationId xmlns:a16="http://schemas.microsoft.com/office/drawing/2014/main" id="{9F2AA0DE-09AC-A0D3-3269-0C42DEC50DB8}"/>
              </a:ext>
            </a:extLst>
          </p:cNvPr>
          <p:cNvPicPr>
            <a:picLocks noChangeAspect="1"/>
          </p:cNvPicPr>
          <p:nvPr/>
        </p:nvPicPr>
        <p:blipFill>
          <a:blip r:embed="rId3"/>
          <a:stretch>
            <a:fillRect/>
          </a:stretch>
        </p:blipFill>
        <p:spPr>
          <a:xfrm>
            <a:off x="189689" y="101991"/>
            <a:ext cx="3914775" cy="1698253"/>
          </a:xfrm>
          <a:prstGeom prst="rect">
            <a:avLst/>
          </a:prstGeom>
        </p:spPr>
      </p:pic>
      <p:cxnSp>
        <p:nvCxnSpPr>
          <p:cNvPr id="5" name="Conector recto de flecha 4">
            <a:extLst>
              <a:ext uri="{FF2B5EF4-FFF2-40B4-BE49-F238E27FC236}">
                <a16:creationId xmlns:a16="http://schemas.microsoft.com/office/drawing/2014/main" id="{F0A79753-BF2B-4CD8-C407-8D8D3F1ADCB0}"/>
              </a:ext>
            </a:extLst>
          </p:cNvPr>
          <p:cNvCxnSpPr/>
          <p:nvPr/>
        </p:nvCxnSpPr>
        <p:spPr>
          <a:xfrm flipV="1">
            <a:off x="509183" y="1340768"/>
            <a:ext cx="534425" cy="1224136"/>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6" name="Entrada de lápiz 5">
                <a:extLst>
                  <a:ext uri="{FF2B5EF4-FFF2-40B4-BE49-F238E27FC236}">
                    <a16:creationId xmlns:a16="http://schemas.microsoft.com/office/drawing/2014/main" id="{937C56B0-84CE-61FF-54BD-887B7249BA56}"/>
                  </a:ext>
                </a:extLst>
              </p14:cNvPr>
              <p14:cNvContentPartPr/>
              <p14:nvPr/>
            </p14:nvContentPartPr>
            <p14:xfrm>
              <a:off x="3100874" y="1273178"/>
              <a:ext cx="331920" cy="403200"/>
            </p14:xfrm>
          </p:contentPart>
        </mc:Choice>
        <mc:Fallback xmlns="">
          <p:pic>
            <p:nvPicPr>
              <p:cNvPr id="6" name="Entrada de lápiz 5">
                <a:extLst>
                  <a:ext uri="{FF2B5EF4-FFF2-40B4-BE49-F238E27FC236}">
                    <a16:creationId xmlns:a16="http://schemas.microsoft.com/office/drawing/2014/main" id="{937C56B0-84CE-61FF-54BD-887B7249BA56}"/>
                  </a:ext>
                </a:extLst>
              </p:cNvPr>
              <p:cNvPicPr/>
              <p:nvPr/>
            </p:nvPicPr>
            <p:blipFill>
              <a:blip r:embed="rId5"/>
              <a:stretch>
                <a:fillRect/>
              </a:stretch>
            </p:blipFill>
            <p:spPr>
              <a:xfrm>
                <a:off x="3092234" y="1264178"/>
                <a:ext cx="3495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Entrada de lápiz 6">
                <a:extLst>
                  <a:ext uri="{FF2B5EF4-FFF2-40B4-BE49-F238E27FC236}">
                    <a16:creationId xmlns:a16="http://schemas.microsoft.com/office/drawing/2014/main" id="{0937B1F6-D448-46E6-99EF-F36485C6CCD0}"/>
                  </a:ext>
                </a:extLst>
              </p14:cNvPr>
              <p14:cNvContentPartPr/>
              <p14:nvPr/>
            </p14:nvContentPartPr>
            <p14:xfrm>
              <a:off x="2539994" y="932258"/>
              <a:ext cx="439920" cy="240120"/>
            </p14:xfrm>
          </p:contentPart>
        </mc:Choice>
        <mc:Fallback xmlns="">
          <p:pic>
            <p:nvPicPr>
              <p:cNvPr id="7" name="Entrada de lápiz 6">
                <a:extLst>
                  <a:ext uri="{FF2B5EF4-FFF2-40B4-BE49-F238E27FC236}">
                    <a16:creationId xmlns:a16="http://schemas.microsoft.com/office/drawing/2014/main" id="{0937B1F6-D448-46E6-99EF-F36485C6CCD0}"/>
                  </a:ext>
                </a:extLst>
              </p:cNvPr>
              <p:cNvPicPr/>
              <p:nvPr/>
            </p:nvPicPr>
            <p:blipFill>
              <a:blip r:embed="rId7"/>
              <a:stretch>
                <a:fillRect/>
              </a:stretch>
            </p:blipFill>
            <p:spPr>
              <a:xfrm>
                <a:off x="2530994" y="923258"/>
                <a:ext cx="457560" cy="257760"/>
              </a:xfrm>
              <a:prstGeom prst="rect">
                <a:avLst/>
              </a:prstGeom>
            </p:spPr>
          </p:pic>
        </mc:Fallback>
      </mc:AlternateContent>
    </p:spTree>
    <p:extLst>
      <p:ext uri="{BB962C8B-B14F-4D97-AF65-F5344CB8AC3E}">
        <p14:creationId xmlns:p14="http://schemas.microsoft.com/office/powerpoint/2010/main" val="11045738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1 Título"/>
          <p:cNvSpPr>
            <a:spLocks noGrp="1"/>
          </p:cNvSpPr>
          <p:nvPr>
            <p:ph type="title"/>
          </p:nvPr>
        </p:nvSpPr>
        <p:spPr/>
        <p:txBody>
          <a:bodyPr/>
          <a:lstStyle/>
          <a:p>
            <a:pPr marL="457200" indent="-457200" algn="l" eaLnBrk="1" hangingPunct="1"/>
            <a:r>
              <a:rPr lang="es-ES_tradnl" dirty="0"/>
              <a:t>Criterios de decisión</a:t>
            </a:r>
          </a:p>
        </p:txBody>
      </p:sp>
      <p:sp>
        <p:nvSpPr>
          <p:cNvPr id="2" name="Marcador de contenido 1">
            <a:extLst>
              <a:ext uri="{FF2B5EF4-FFF2-40B4-BE49-F238E27FC236}">
                <a16:creationId xmlns:a16="http://schemas.microsoft.com/office/drawing/2014/main" id="{9B1C9B93-7D29-B6BF-1B12-76CCF2BADA8E}"/>
              </a:ext>
            </a:extLst>
          </p:cNvPr>
          <p:cNvSpPr>
            <a:spLocks noGrp="1"/>
          </p:cNvSpPr>
          <p:nvPr>
            <p:ph idx="1"/>
          </p:nvPr>
        </p:nvSpPr>
        <p:spPr>
          <a:xfrm>
            <a:off x="3392672" y="551202"/>
            <a:ext cx="5486400" cy="5120640"/>
          </a:xfrm>
        </p:spPr>
        <p:txBody>
          <a:bodyPr anchor="t">
            <a:normAutofit/>
          </a:bodyPr>
          <a:lstStyle/>
          <a:p>
            <a:r>
              <a:rPr lang="es-ES" sz="2000" dirty="0"/>
              <a:t>Tercera opción: contar con el </a:t>
            </a:r>
            <a:r>
              <a:rPr lang="es-ES" sz="2000" b="1" dirty="0"/>
              <a:t>arrepentimiento</a:t>
            </a:r>
            <a:r>
              <a:rPr lang="es-ES" sz="2000" dirty="0"/>
              <a:t> de lo que podían haber ganado si hubieran elegido una opción mejor.</a:t>
            </a:r>
          </a:p>
          <a:p>
            <a:r>
              <a:rPr lang="es-ES" sz="2000" dirty="0"/>
              <a:t>Calculan el arrepentimiento restando todas las ganancias posibles de cada categoría de la máxima ganancia posible generada por cada evento dado, en este caso, por cada acción competitiva. Para el gerente de Visa, la recompensa más alta (tomando en cuenta que MasterCard implemente AC1 , AC2 o AC3 ) es de $24 millones, $21 millones o $28 millones, respectivamente (la cifra más alta de cada columna). Al restar las recompensas de las cifras anteriores, obtenemos los resultados siguientes: </a:t>
            </a:r>
          </a:p>
        </p:txBody>
      </p:sp>
      <p:sp>
        <p:nvSpPr>
          <p:cNvPr id="11" name="10 Marcador de número de diapositiva"/>
          <p:cNvSpPr>
            <a:spLocks noGrp="1"/>
          </p:cNvSpPr>
          <p:nvPr>
            <p:ph type="sldNum" sz="quarter" idx="12"/>
          </p:nvPr>
        </p:nvSpPr>
        <p:spPr>
          <a:xfrm>
            <a:off x="7995805" y="6253619"/>
            <a:ext cx="1148195" cy="365125"/>
          </a:xfrm>
          <a:prstGeom prst="rect">
            <a:avLst/>
          </a:prstGeom>
        </p:spPr>
        <p:txBody>
          <a:bodyPr/>
          <a:lstStyle/>
          <a:p>
            <a:fld id="{3A50B82F-E44A-4FE6-8B99-53CD253DED7E}" type="slidenum">
              <a:rPr lang="es-ES" smtClean="0"/>
              <a:pPr/>
              <a:t>59</a:t>
            </a:fld>
            <a:endParaRPr lang="es-ES" dirty="0"/>
          </a:p>
        </p:txBody>
      </p:sp>
      <p:pic>
        <p:nvPicPr>
          <p:cNvPr id="4" name="Imagen 3">
            <a:extLst>
              <a:ext uri="{FF2B5EF4-FFF2-40B4-BE49-F238E27FC236}">
                <a16:creationId xmlns:a16="http://schemas.microsoft.com/office/drawing/2014/main" id="{9F2AA0DE-09AC-A0D3-3269-0C42DEC50DB8}"/>
              </a:ext>
            </a:extLst>
          </p:cNvPr>
          <p:cNvPicPr>
            <a:picLocks noChangeAspect="1"/>
          </p:cNvPicPr>
          <p:nvPr/>
        </p:nvPicPr>
        <p:blipFill>
          <a:blip r:embed="rId3"/>
          <a:stretch>
            <a:fillRect/>
          </a:stretch>
        </p:blipFill>
        <p:spPr>
          <a:xfrm>
            <a:off x="72471" y="346497"/>
            <a:ext cx="3327991" cy="1554682"/>
          </a:xfrm>
          <a:prstGeom prst="rect">
            <a:avLst/>
          </a:prstGeom>
        </p:spPr>
      </p:pic>
      <p:pic>
        <p:nvPicPr>
          <p:cNvPr id="5" name="Imagen 4">
            <a:extLst>
              <a:ext uri="{FF2B5EF4-FFF2-40B4-BE49-F238E27FC236}">
                <a16:creationId xmlns:a16="http://schemas.microsoft.com/office/drawing/2014/main" id="{85CAB53D-6769-C9E6-D293-D3FE8A1EB865}"/>
              </a:ext>
            </a:extLst>
          </p:cNvPr>
          <p:cNvPicPr>
            <a:picLocks noChangeAspect="1"/>
          </p:cNvPicPr>
          <p:nvPr/>
        </p:nvPicPr>
        <p:blipFill>
          <a:blip r:embed="rId4"/>
          <a:stretch>
            <a:fillRect/>
          </a:stretch>
        </p:blipFill>
        <p:spPr>
          <a:xfrm>
            <a:off x="3897958" y="4878828"/>
            <a:ext cx="3838575" cy="1685925"/>
          </a:xfrm>
          <a:prstGeom prst="rect">
            <a:avLst/>
          </a:prstGeom>
        </p:spPr>
      </p:pic>
      <p:sp>
        <p:nvSpPr>
          <p:cNvPr id="6" name="CuadroTexto 5">
            <a:extLst>
              <a:ext uri="{FF2B5EF4-FFF2-40B4-BE49-F238E27FC236}">
                <a16:creationId xmlns:a16="http://schemas.microsoft.com/office/drawing/2014/main" id="{415EF23B-18E3-3175-D263-FC125EED337F}"/>
              </a:ext>
            </a:extLst>
          </p:cNvPr>
          <p:cNvSpPr txBox="1"/>
          <p:nvPr/>
        </p:nvSpPr>
        <p:spPr>
          <a:xfrm>
            <a:off x="4355976" y="6464855"/>
            <a:ext cx="2600392" cy="307777"/>
          </a:xfrm>
          <a:prstGeom prst="rect">
            <a:avLst/>
          </a:prstGeom>
          <a:noFill/>
        </p:spPr>
        <p:txBody>
          <a:bodyPr wrap="none" rtlCol="0">
            <a:spAutoFit/>
          </a:bodyPr>
          <a:lstStyle/>
          <a:p>
            <a:pPr lvl="1"/>
            <a:r>
              <a:rPr lang="es-ES" sz="1400" dirty="0"/>
              <a:t>Matriz de arrepentimiento</a:t>
            </a:r>
          </a:p>
        </p:txBody>
      </p:sp>
      <mc:AlternateContent xmlns:mc="http://schemas.openxmlformats.org/markup-compatibility/2006" xmlns:p14="http://schemas.microsoft.com/office/powerpoint/2010/main">
        <mc:Choice Requires="p14">
          <p:contentPart p14:bwMode="auto" r:id="rId5">
            <p14:nvContentPartPr>
              <p14:cNvPr id="7" name="Entrada de lápiz 6">
                <a:extLst>
                  <a:ext uri="{FF2B5EF4-FFF2-40B4-BE49-F238E27FC236}">
                    <a16:creationId xmlns:a16="http://schemas.microsoft.com/office/drawing/2014/main" id="{8CC93BB6-8365-D33B-AC58-2F71DB07DCD5}"/>
                  </a:ext>
                </a:extLst>
              </p14:cNvPr>
              <p14:cNvContentPartPr/>
              <p14:nvPr/>
            </p14:nvContentPartPr>
            <p14:xfrm>
              <a:off x="1674911" y="1244420"/>
              <a:ext cx="366120" cy="215640"/>
            </p14:xfrm>
          </p:contentPart>
        </mc:Choice>
        <mc:Fallback xmlns="">
          <p:pic>
            <p:nvPicPr>
              <p:cNvPr id="7" name="Entrada de lápiz 6">
                <a:extLst>
                  <a:ext uri="{FF2B5EF4-FFF2-40B4-BE49-F238E27FC236}">
                    <a16:creationId xmlns:a16="http://schemas.microsoft.com/office/drawing/2014/main" id="{8CC93BB6-8365-D33B-AC58-2F71DB07DCD5}"/>
                  </a:ext>
                </a:extLst>
              </p:cNvPr>
              <p:cNvPicPr/>
              <p:nvPr/>
            </p:nvPicPr>
            <p:blipFill>
              <a:blip r:embed="rId6"/>
              <a:stretch>
                <a:fillRect/>
              </a:stretch>
            </p:blipFill>
            <p:spPr>
              <a:xfrm>
                <a:off x="1665911" y="1235780"/>
                <a:ext cx="38376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Entrada de lápiz 7">
                <a:extLst>
                  <a:ext uri="{FF2B5EF4-FFF2-40B4-BE49-F238E27FC236}">
                    <a16:creationId xmlns:a16="http://schemas.microsoft.com/office/drawing/2014/main" id="{DB5AF2D9-A54E-71BD-A36D-A64E37913282}"/>
                  </a:ext>
                </a:extLst>
              </p14:cNvPr>
              <p14:cNvContentPartPr/>
              <p14:nvPr/>
            </p14:nvContentPartPr>
            <p14:xfrm>
              <a:off x="2126351" y="1287620"/>
              <a:ext cx="250200" cy="159480"/>
            </p14:xfrm>
          </p:contentPart>
        </mc:Choice>
        <mc:Fallback xmlns="">
          <p:pic>
            <p:nvPicPr>
              <p:cNvPr id="8" name="Entrada de lápiz 7">
                <a:extLst>
                  <a:ext uri="{FF2B5EF4-FFF2-40B4-BE49-F238E27FC236}">
                    <a16:creationId xmlns:a16="http://schemas.microsoft.com/office/drawing/2014/main" id="{DB5AF2D9-A54E-71BD-A36D-A64E37913282}"/>
                  </a:ext>
                </a:extLst>
              </p:cNvPr>
              <p:cNvPicPr/>
              <p:nvPr/>
            </p:nvPicPr>
            <p:blipFill>
              <a:blip r:embed="rId8"/>
              <a:stretch>
                <a:fillRect/>
              </a:stretch>
            </p:blipFill>
            <p:spPr>
              <a:xfrm>
                <a:off x="2117711" y="1278620"/>
                <a:ext cx="26784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Entrada de lápiz 9">
                <a:extLst>
                  <a:ext uri="{FF2B5EF4-FFF2-40B4-BE49-F238E27FC236}">
                    <a16:creationId xmlns:a16="http://schemas.microsoft.com/office/drawing/2014/main" id="{A0F930BA-4BB7-8532-E547-4B03E4729FF1}"/>
                  </a:ext>
                </a:extLst>
              </p14:cNvPr>
              <p14:cNvContentPartPr/>
              <p14:nvPr/>
            </p14:nvContentPartPr>
            <p14:xfrm>
              <a:off x="2614511" y="1455740"/>
              <a:ext cx="348840" cy="229680"/>
            </p14:xfrm>
          </p:contentPart>
        </mc:Choice>
        <mc:Fallback xmlns="">
          <p:pic>
            <p:nvPicPr>
              <p:cNvPr id="10" name="Entrada de lápiz 9">
                <a:extLst>
                  <a:ext uri="{FF2B5EF4-FFF2-40B4-BE49-F238E27FC236}">
                    <a16:creationId xmlns:a16="http://schemas.microsoft.com/office/drawing/2014/main" id="{A0F930BA-4BB7-8532-E547-4B03E4729FF1}"/>
                  </a:ext>
                </a:extLst>
              </p:cNvPr>
              <p:cNvPicPr/>
              <p:nvPr/>
            </p:nvPicPr>
            <p:blipFill>
              <a:blip r:embed="rId10"/>
              <a:stretch>
                <a:fillRect/>
              </a:stretch>
            </p:blipFill>
            <p:spPr>
              <a:xfrm>
                <a:off x="2605511" y="1446740"/>
                <a:ext cx="366480" cy="247320"/>
              </a:xfrm>
              <a:prstGeom prst="rect">
                <a:avLst/>
              </a:prstGeom>
            </p:spPr>
          </p:pic>
        </mc:Fallback>
      </mc:AlternateContent>
      <p:sp>
        <p:nvSpPr>
          <p:cNvPr id="13" name="CuadroTexto 12">
            <a:extLst>
              <a:ext uri="{FF2B5EF4-FFF2-40B4-BE49-F238E27FC236}">
                <a16:creationId xmlns:a16="http://schemas.microsoft.com/office/drawing/2014/main" id="{D2A4BCB1-B375-925D-CC82-26F44C170C0B}"/>
              </a:ext>
            </a:extLst>
          </p:cNvPr>
          <p:cNvSpPr txBox="1"/>
          <p:nvPr/>
        </p:nvSpPr>
        <p:spPr>
          <a:xfrm>
            <a:off x="2300098" y="4467256"/>
            <a:ext cx="1232322"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dirty="0"/>
              <a:t>11= 24-13</a:t>
            </a:r>
          </a:p>
          <a:p>
            <a:r>
              <a:rPr lang="es-ES" dirty="0"/>
              <a:t>15 = 24-9</a:t>
            </a:r>
          </a:p>
          <a:p>
            <a:r>
              <a:rPr lang="es-ES" dirty="0"/>
              <a:t>0= 24-24</a:t>
            </a:r>
          </a:p>
          <a:p>
            <a:r>
              <a:rPr lang="es-ES" dirty="0"/>
              <a:t>6 = 24-18</a:t>
            </a:r>
          </a:p>
        </p:txBody>
      </p:sp>
      <p:cxnSp>
        <p:nvCxnSpPr>
          <p:cNvPr id="15" name="Conector recto de flecha 14">
            <a:extLst>
              <a:ext uri="{FF2B5EF4-FFF2-40B4-BE49-F238E27FC236}">
                <a16:creationId xmlns:a16="http://schemas.microsoft.com/office/drawing/2014/main" id="{FB3B8051-E239-1A74-90E6-448994F279C7}"/>
              </a:ext>
            </a:extLst>
          </p:cNvPr>
          <p:cNvCxnSpPr>
            <a:cxnSpLocks/>
          </p:cNvCxnSpPr>
          <p:nvPr/>
        </p:nvCxnSpPr>
        <p:spPr>
          <a:xfrm flipH="1" flipV="1">
            <a:off x="1691468" y="1429553"/>
            <a:ext cx="1366909" cy="298026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Conector recto de flecha 16">
            <a:extLst>
              <a:ext uri="{FF2B5EF4-FFF2-40B4-BE49-F238E27FC236}">
                <a16:creationId xmlns:a16="http://schemas.microsoft.com/office/drawing/2014/main" id="{8364625D-56F3-04F6-0EDE-858CCAC6E887}"/>
              </a:ext>
            </a:extLst>
          </p:cNvPr>
          <p:cNvCxnSpPr>
            <a:cxnSpLocks/>
          </p:cNvCxnSpPr>
          <p:nvPr/>
        </p:nvCxnSpPr>
        <p:spPr>
          <a:xfrm>
            <a:off x="3058377" y="5688247"/>
            <a:ext cx="2597795" cy="405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62618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1 Título"/>
          <p:cNvSpPr>
            <a:spLocks noGrp="1"/>
          </p:cNvSpPr>
          <p:nvPr>
            <p:ph type="title"/>
          </p:nvPr>
        </p:nvSpPr>
        <p:spPr/>
        <p:txBody>
          <a:bodyPr/>
          <a:lstStyle/>
          <a:p>
            <a:pPr marL="457200" indent="-457200" algn="l" eaLnBrk="1" hangingPunct="1"/>
            <a:r>
              <a:rPr lang="es-ES_tradnl" dirty="0"/>
              <a:t>Criterios de decisión</a:t>
            </a:r>
          </a:p>
        </p:txBody>
      </p:sp>
      <p:sp>
        <p:nvSpPr>
          <p:cNvPr id="2" name="Marcador de contenido 1">
            <a:extLst>
              <a:ext uri="{FF2B5EF4-FFF2-40B4-BE49-F238E27FC236}">
                <a16:creationId xmlns:a16="http://schemas.microsoft.com/office/drawing/2014/main" id="{9B1C9B93-7D29-B6BF-1B12-76CCF2BADA8E}"/>
              </a:ext>
            </a:extLst>
          </p:cNvPr>
          <p:cNvSpPr>
            <a:spLocks noGrp="1"/>
          </p:cNvSpPr>
          <p:nvPr>
            <p:ph idx="1"/>
          </p:nvPr>
        </p:nvSpPr>
        <p:spPr>
          <a:xfrm>
            <a:off x="3074046" y="601151"/>
            <a:ext cx="5486400" cy="5120640"/>
          </a:xfrm>
        </p:spPr>
        <p:txBody>
          <a:bodyPr/>
          <a:lstStyle/>
          <a:p>
            <a:r>
              <a:rPr lang="es-ES" dirty="0"/>
              <a:t>Los arrepentimientos máximos son E1 = $17 millones, E2 = $15 millones, E3 = $13 millones y E4 = $7 millones. La alternativa </a:t>
            </a:r>
            <a:r>
              <a:rPr lang="es-ES" dirty="0" err="1"/>
              <a:t>minimax</a:t>
            </a:r>
            <a:r>
              <a:rPr lang="es-ES" dirty="0"/>
              <a:t> minimiza el arrepentimiento máximo, así que la gerente de Visa elegiría E4 . Al hacer esa elección nunca tendría que arrepentirse por dejar de percibir utilidades superiores a 7 millones de dólares. Este resultado contrasta, por ejemplo, con el arrepentimiento de 15 millones de dólares en que incurriría al elegir E2 cuando MasterCard implementa AC1 . </a:t>
            </a:r>
          </a:p>
        </p:txBody>
      </p:sp>
      <p:sp>
        <p:nvSpPr>
          <p:cNvPr id="11" name="10 Marcador de número de diapositiva"/>
          <p:cNvSpPr>
            <a:spLocks noGrp="1"/>
          </p:cNvSpPr>
          <p:nvPr>
            <p:ph type="sldNum" sz="quarter" idx="12"/>
          </p:nvPr>
        </p:nvSpPr>
        <p:spPr>
          <a:xfrm>
            <a:off x="7995805" y="6253619"/>
            <a:ext cx="1148195" cy="365125"/>
          </a:xfrm>
          <a:prstGeom prst="rect">
            <a:avLst/>
          </a:prstGeom>
        </p:spPr>
        <p:txBody>
          <a:bodyPr/>
          <a:lstStyle/>
          <a:p>
            <a:fld id="{3A50B82F-E44A-4FE6-8B99-53CD253DED7E}" type="slidenum">
              <a:rPr lang="es-ES" smtClean="0"/>
              <a:pPr/>
              <a:t>60</a:t>
            </a:fld>
            <a:endParaRPr lang="es-ES" dirty="0"/>
          </a:p>
        </p:txBody>
      </p:sp>
      <p:pic>
        <p:nvPicPr>
          <p:cNvPr id="4" name="Imagen 3">
            <a:extLst>
              <a:ext uri="{FF2B5EF4-FFF2-40B4-BE49-F238E27FC236}">
                <a16:creationId xmlns:a16="http://schemas.microsoft.com/office/drawing/2014/main" id="{9F2AA0DE-09AC-A0D3-3269-0C42DEC50DB8}"/>
              </a:ext>
            </a:extLst>
          </p:cNvPr>
          <p:cNvPicPr>
            <a:picLocks noChangeAspect="1"/>
          </p:cNvPicPr>
          <p:nvPr/>
        </p:nvPicPr>
        <p:blipFill>
          <a:blip r:embed="rId3"/>
          <a:stretch>
            <a:fillRect/>
          </a:stretch>
        </p:blipFill>
        <p:spPr>
          <a:xfrm>
            <a:off x="3371654" y="4698936"/>
            <a:ext cx="4109587" cy="1919807"/>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Entrada de lápiz 2">
                <a:extLst>
                  <a:ext uri="{FF2B5EF4-FFF2-40B4-BE49-F238E27FC236}">
                    <a16:creationId xmlns:a16="http://schemas.microsoft.com/office/drawing/2014/main" id="{FA2EA288-2567-9490-E62F-F57299BC4ABF}"/>
                  </a:ext>
                </a:extLst>
              </p14:cNvPr>
              <p14:cNvContentPartPr/>
              <p14:nvPr/>
            </p14:nvContentPartPr>
            <p14:xfrm>
              <a:off x="4130111" y="6051500"/>
              <a:ext cx="592560" cy="433440"/>
            </p14:xfrm>
          </p:contentPart>
        </mc:Choice>
        <mc:Fallback xmlns="">
          <p:pic>
            <p:nvPicPr>
              <p:cNvPr id="3" name="Entrada de lápiz 2">
                <a:extLst>
                  <a:ext uri="{FF2B5EF4-FFF2-40B4-BE49-F238E27FC236}">
                    <a16:creationId xmlns:a16="http://schemas.microsoft.com/office/drawing/2014/main" id="{FA2EA288-2567-9490-E62F-F57299BC4ABF}"/>
                  </a:ext>
                </a:extLst>
              </p:cNvPr>
              <p:cNvPicPr/>
              <p:nvPr/>
            </p:nvPicPr>
            <p:blipFill>
              <a:blip r:embed="rId5"/>
              <a:stretch>
                <a:fillRect/>
              </a:stretch>
            </p:blipFill>
            <p:spPr>
              <a:xfrm>
                <a:off x="4121471" y="6042500"/>
                <a:ext cx="610200" cy="451080"/>
              </a:xfrm>
              <a:prstGeom prst="rect">
                <a:avLst/>
              </a:prstGeom>
            </p:spPr>
          </p:pic>
        </mc:Fallback>
      </mc:AlternateContent>
    </p:spTree>
    <p:extLst>
      <p:ext uri="{BB962C8B-B14F-4D97-AF65-F5344CB8AC3E}">
        <p14:creationId xmlns:p14="http://schemas.microsoft.com/office/powerpoint/2010/main" val="30662231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2697" y="761999"/>
            <a:ext cx="219398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useBgFill="1">
        <p:nvSpPr>
          <p:cNvPr id="15" name="Rectangle 14">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8780525"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6" name="Título 5">
            <a:extLst>
              <a:ext uri="{FF2B5EF4-FFF2-40B4-BE49-F238E27FC236}">
                <a16:creationId xmlns:a16="http://schemas.microsoft.com/office/drawing/2014/main" id="{963437DE-C3AD-4D75-B9BB-1084A01BB435}"/>
              </a:ext>
            </a:extLst>
          </p:cNvPr>
          <p:cNvSpPr>
            <a:spLocks noGrp="1"/>
          </p:cNvSpPr>
          <p:nvPr>
            <p:ph type="title"/>
          </p:nvPr>
        </p:nvSpPr>
        <p:spPr>
          <a:xfrm>
            <a:off x="802386" y="4590661"/>
            <a:ext cx="7658146" cy="1065690"/>
          </a:xfrm>
        </p:spPr>
        <p:txBody>
          <a:bodyPr vert="horz" lIns="91440" tIns="45720" rIns="91440" bIns="45720" rtlCol="0" anchor="b">
            <a:normAutofit/>
          </a:bodyPr>
          <a:lstStyle/>
          <a:p>
            <a:pPr marL="0" marR="0" lvl="0" indent="0" fontAlgn="base">
              <a:spcAft>
                <a:spcPct val="0"/>
              </a:spcAft>
              <a:buClrTx/>
              <a:buSzTx/>
              <a:tabLst/>
              <a:defRPr/>
            </a:pPr>
            <a:r>
              <a:rPr kumimoji="0" lang="en-US" sz="5900" b="1" i="0" u="none" strike="noStrike" cap="none" spc="-100" normalizeH="0" noProof="0">
                <a:ln>
                  <a:noFill/>
                </a:ln>
                <a:effectLst/>
                <a:uLnTx/>
                <a:uFillTx/>
              </a:rPr>
              <a:t>Resumiendo…</a:t>
            </a:r>
          </a:p>
        </p:txBody>
      </p:sp>
      <p:sp>
        <p:nvSpPr>
          <p:cNvPr id="3" name="Marcador de número de diapositiva 2">
            <a:extLst>
              <a:ext uri="{FF2B5EF4-FFF2-40B4-BE49-F238E27FC236}">
                <a16:creationId xmlns:a16="http://schemas.microsoft.com/office/drawing/2014/main" id="{993A9304-D29D-4A08-9141-534C19836AF4}"/>
              </a:ext>
            </a:extLst>
          </p:cNvPr>
          <p:cNvSpPr>
            <a:spLocks noGrp="1"/>
          </p:cNvSpPr>
          <p:nvPr>
            <p:ph type="sldNum" sz="quarter" idx="12"/>
          </p:nvPr>
        </p:nvSpPr>
        <p:spPr>
          <a:xfrm>
            <a:off x="7975601" y="6356350"/>
            <a:ext cx="1148195" cy="365125"/>
          </a:xfrm>
          <a:prstGeom prst="rect">
            <a:avLst/>
          </a:prstGeom>
        </p:spPr>
        <p:txBody>
          <a:bodyPr vert="horz" lIns="91440" tIns="45720" rIns="91440" bIns="45720" rtlCol="0" anchor="ctr">
            <a:normAutofit/>
          </a:bodyPr>
          <a:lstStyle/>
          <a:p>
            <a:pPr>
              <a:spcAft>
                <a:spcPts val="600"/>
              </a:spcAft>
            </a:pPr>
            <a:fld id="{3A50B82F-E44A-4FE6-8B99-53CD253DED7E}" type="slidenum">
              <a:rPr lang="en-US" sz="1200" b="1" kern="1200" dirty="0">
                <a:solidFill>
                  <a:schemeClr val="accent1"/>
                </a:solidFill>
                <a:latin typeface="+mn-lt"/>
                <a:ea typeface="+mn-ea"/>
                <a:cs typeface="+mn-cs"/>
              </a:rPr>
              <a:pPr>
                <a:spcAft>
                  <a:spcPts val="600"/>
                </a:spcAft>
              </a:pPr>
              <a:t>61</a:t>
            </a:fld>
            <a:endParaRPr lang="en-US" sz="1200" b="1" kern="1200" dirty="0">
              <a:solidFill>
                <a:schemeClr val="accent1"/>
              </a:solidFill>
              <a:latin typeface="+mn-lt"/>
              <a:ea typeface="+mn-ea"/>
              <a:cs typeface="+mn-cs"/>
            </a:endParaRPr>
          </a:p>
        </p:txBody>
      </p:sp>
      <p:graphicFrame>
        <p:nvGraphicFramePr>
          <p:cNvPr id="4" name="Group 84">
            <a:extLst>
              <a:ext uri="{FF2B5EF4-FFF2-40B4-BE49-F238E27FC236}">
                <a16:creationId xmlns:a16="http://schemas.microsoft.com/office/drawing/2014/main" id="{7CEC4575-652F-4709-A529-1E531486DF8B}"/>
              </a:ext>
            </a:extLst>
          </p:cNvPr>
          <p:cNvGraphicFramePr>
            <a:graphicFrameLocks noGrp="1"/>
          </p:cNvGraphicFramePr>
          <p:nvPr>
            <p:extLst>
              <p:ext uri="{D42A27DB-BD31-4B8C-83A1-F6EECF244321}">
                <p14:modId xmlns:p14="http://schemas.microsoft.com/office/powerpoint/2010/main" val="3069873306"/>
              </p:ext>
            </p:extLst>
          </p:nvPr>
        </p:nvGraphicFramePr>
        <p:xfrm>
          <a:off x="802385" y="705752"/>
          <a:ext cx="7978142" cy="3114518"/>
        </p:xfrm>
        <a:graphic>
          <a:graphicData uri="http://schemas.openxmlformats.org/drawingml/2006/table">
            <a:tbl>
              <a:tblPr firstRow="1" bandRow="1"/>
              <a:tblGrid>
                <a:gridCol w="2265241">
                  <a:extLst>
                    <a:ext uri="{9D8B030D-6E8A-4147-A177-3AD203B41FA5}">
                      <a16:colId xmlns:a16="http://schemas.microsoft.com/office/drawing/2014/main" val="20000"/>
                    </a:ext>
                  </a:extLst>
                </a:gridCol>
                <a:gridCol w="1816644">
                  <a:extLst>
                    <a:ext uri="{9D8B030D-6E8A-4147-A177-3AD203B41FA5}">
                      <a16:colId xmlns:a16="http://schemas.microsoft.com/office/drawing/2014/main" val="20001"/>
                    </a:ext>
                  </a:extLst>
                </a:gridCol>
                <a:gridCol w="2008070">
                  <a:extLst>
                    <a:ext uri="{9D8B030D-6E8A-4147-A177-3AD203B41FA5}">
                      <a16:colId xmlns:a16="http://schemas.microsoft.com/office/drawing/2014/main" val="20002"/>
                    </a:ext>
                  </a:extLst>
                </a:gridCol>
                <a:gridCol w="1888187">
                  <a:extLst>
                    <a:ext uri="{9D8B030D-6E8A-4147-A177-3AD203B41FA5}">
                      <a16:colId xmlns:a16="http://schemas.microsoft.com/office/drawing/2014/main" val="20003"/>
                    </a:ext>
                  </a:extLst>
                </a:gridCol>
              </a:tblGrid>
              <a:tr h="534522">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endParaRPr kumimoji="0" lang="es-ES" sz="1200" b="0" i="0" u="none" strike="noStrike" cap="none" normalizeH="0" baseline="0">
                        <a:ln>
                          <a:noFill/>
                        </a:ln>
                        <a:solidFill>
                          <a:schemeClr val="tx1"/>
                        </a:solidFill>
                        <a:effectLst/>
                        <a:latin typeface="+mn-lt"/>
                      </a:endParaRPr>
                    </a:p>
                  </a:txBody>
                  <a:tcPr marL="79384" marR="79384" marT="39692" marB="39692" horzOverflow="overflow">
                    <a:lnL w="28575" cap="flat" cmpd="sng" algn="ctr">
                      <a:solidFill>
                        <a:srgbClr val="CC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CC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400" b="1" i="0" u="none" strike="noStrike" cap="none" normalizeH="0" baseline="0">
                          <a:ln>
                            <a:noFill/>
                          </a:ln>
                          <a:solidFill>
                            <a:srgbClr val="CC0000"/>
                          </a:solidFill>
                          <a:effectLst/>
                          <a:latin typeface="+mn-lt"/>
                        </a:rPr>
                        <a:t>Alta dirección</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CC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400" b="1" i="0" u="none" strike="noStrike" cap="none" normalizeH="0" baseline="0">
                          <a:ln>
                            <a:noFill/>
                          </a:ln>
                          <a:solidFill>
                            <a:srgbClr val="CC0000"/>
                          </a:solidFill>
                          <a:effectLst/>
                          <a:latin typeface="+mn-lt"/>
                        </a:rPr>
                        <a:t>Directivos de línea media</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CC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400" b="1" i="0" u="none" strike="noStrike" cap="none" normalizeH="0" baseline="0">
                          <a:ln>
                            <a:noFill/>
                          </a:ln>
                          <a:solidFill>
                            <a:srgbClr val="CC0000"/>
                          </a:solidFill>
                          <a:effectLst/>
                          <a:latin typeface="+mn-lt"/>
                        </a:rPr>
                        <a:t>Supervisores de 1ª línea</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CC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61">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400" b="1" i="0" u="none" strike="noStrike" cap="none" normalizeH="0" baseline="0">
                          <a:ln>
                            <a:noFill/>
                          </a:ln>
                          <a:solidFill>
                            <a:schemeClr val="tx1"/>
                          </a:solidFill>
                          <a:effectLst/>
                          <a:latin typeface="+mn-lt"/>
                        </a:rPr>
                        <a:t>Tareas</a:t>
                      </a:r>
                    </a:p>
                  </a:txBody>
                  <a:tcPr marL="79384" marR="79384" marT="39692" marB="39692" horzOverflow="overflow">
                    <a:lnL w="28575" cap="flat" cmpd="sng" algn="ctr">
                      <a:solidFill>
                        <a:srgbClr val="CC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Fijar los objetivos y estrategias l/P</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Poner en contacto la AD con 1ª línea</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Contacto con trabajadores</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8549017"/>
                  </a:ext>
                </a:extLst>
              </a:tr>
              <a:tr h="322830">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400" b="1" i="0" u="none" strike="noStrike" cap="none" normalizeH="0" baseline="0">
                          <a:ln>
                            <a:noFill/>
                          </a:ln>
                          <a:solidFill>
                            <a:schemeClr val="tx1"/>
                          </a:solidFill>
                          <a:effectLst/>
                          <a:latin typeface="+mn-lt"/>
                        </a:rPr>
                        <a:t>Incertidumbre</a:t>
                      </a:r>
                    </a:p>
                  </a:txBody>
                  <a:tcPr marL="79384" marR="79384" marT="39692" marB="39692" horzOverflow="overflow">
                    <a:lnL w="28575" cap="flat" cmpd="sng" algn="ctr">
                      <a:solidFill>
                        <a:srgbClr val="CC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Alta</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Intermedia</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Baja</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61">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400" b="1" i="0" u="none" strike="noStrike" cap="none" normalizeH="0" baseline="0">
                          <a:ln>
                            <a:noFill/>
                          </a:ln>
                          <a:solidFill>
                            <a:schemeClr val="tx1"/>
                          </a:solidFill>
                          <a:effectLst/>
                          <a:latin typeface="+mn-lt"/>
                        </a:rPr>
                        <a:t>Tipo de problemas</a:t>
                      </a:r>
                    </a:p>
                  </a:txBody>
                  <a:tcPr marL="79384" marR="79384" marT="39692" marB="39692" horzOverflow="overflow">
                    <a:lnL w="28575" cap="flat" cmpd="sng" algn="ctr">
                      <a:solidFill>
                        <a:srgbClr val="CC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Complejos y desconocidos</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Dependen de la situación en la pirámide</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Conocidos y poco complejos</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6522">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400" b="1" i="0" u="none" strike="noStrike" cap="none" normalizeH="0" baseline="0">
                          <a:ln>
                            <a:noFill/>
                          </a:ln>
                          <a:solidFill>
                            <a:schemeClr val="tx1"/>
                          </a:solidFill>
                          <a:effectLst/>
                          <a:latin typeface="+mn-lt"/>
                        </a:rPr>
                        <a:t>Tipo de decisiones</a:t>
                      </a:r>
                    </a:p>
                  </a:txBody>
                  <a:tcPr marL="79384" marR="79384" marT="39692" marB="39692" horzOverflow="overflow">
                    <a:lnL w="28575" cap="flat" cmpd="sng" algn="ctr">
                      <a:solidFill>
                        <a:srgbClr val="CC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Sin programar: innovadoras y estratégicas</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Adaptativas y tácticas</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chemeClr val="tx1"/>
                          </a:solidFill>
                          <a:effectLst/>
                          <a:latin typeface="+mn-lt"/>
                        </a:rPr>
                        <a:t>Programadas: rutinarias y operativas</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4522">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400" b="1" i="0" u="none" strike="noStrike" cap="none" normalizeH="0" baseline="0">
                          <a:ln>
                            <a:noFill/>
                          </a:ln>
                          <a:solidFill>
                            <a:schemeClr val="tx1"/>
                          </a:solidFill>
                          <a:effectLst/>
                          <a:latin typeface="+mn-lt"/>
                        </a:rPr>
                        <a:t>Habilidades más necesarias</a:t>
                      </a:r>
                    </a:p>
                  </a:txBody>
                  <a:tcPr marL="79384" marR="79384" marT="39692" marB="39692" horzOverflow="overflow">
                    <a:lnL w="28575" cap="flat" cmpd="sng" algn="ctr">
                      <a:solidFill>
                        <a:srgbClr val="CC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rgbClr val="C00000"/>
                          </a:solidFill>
                          <a:effectLst/>
                          <a:latin typeface="+mn-lt"/>
                        </a:rPr>
                        <a:t>Conceptuales</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endParaRPr kumimoji="0" lang="es-ES" sz="1300" b="0" i="0" u="none" strike="noStrike" cap="none" normalizeH="0" baseline="0">
                        <a:ln>
                          <a:noFill/>
                        </a:ln>
                        <a:solidFill>
                          <a:schemeClr val="tx1"/>
                        </a:solidFill>
                        <a:effectLst/>
                        <a:latin typeface="+mn-lt"/>
                      </a:endParaRP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es-ES"/>
                      </a:defPPr>
                      <a:lvl1pPr marL="0" algn="l" defTabSz="914400" rtl="0" eaLnBrk="1" latinLnBrk="0" hangingPunct="1">
                        <a:defRPr sz="1800" kern="1200">
                          <a:solidFill>
                            <a:schemeClr val="tx1"/>
                          </a:solidFill>
                          <a:latin typeface="Comic Sans MS"/>
                        </a:defRPr>
                      </a:lvl1pPr>
                      <a:lvl2pPr marL="457200" algn="l" defTabSz="914400" rtl="0" eaLnBrk="1" latinLnBrk="0" hangingPunct="1">
                        <a:defRPr sz="1800" kern="1200">
                          <a:solidFill>
                            <a:schemeClr val="tx1"/>
                          </a:solidFill>
                          <a:latin typeface="Comic Sans MS"/>
                        </a:defRPr>
                      </a:lvl2pPr>
                      <a:lvl3pPr marL="914400" algn="l" defTabSz="914400" rtl="0" eaLnBrk="1" latinLnBrk="0" hangingPunct="1">
                        <a:defRPr sz="1800" kern="1200">
                          <a:solidFill>
                            <a:schemeClr val="tx1"/>
                          </a:solidFill>
                          <a:latin typeface="Comic Sans MS"/>
                        </a:defRPr>
                      </a:lvl3pPr>
                      <a:lvl4pPr marL="1371600" algn="l" defTabSz="914400" rtl="0" eaLnBrk="1" latinLnBrk="0" hangingPunct="1">
                        <a:defRPr sz="1800" kern="1200">
                          <a:solidFill>
                            <a:schemeClr val="tx1"/>
                          </a:solidFill>
                          <a:latin typeface="Comic Sans MS"/>
                        </a:defRPr>
                      </a:lvl4pPr>
                      <a:lvl5pPr marL="1828800" algn="l" defTabSz="914400" rtl="0" eaLnBrk="1" latinLnBrk="0" hangingPunct="1">
                        <a:defRPr sz="1800" kern="1200">
                          <a:solidFill>
                            <a:schemeClr val="tx1"/>
                          </a:solidFill>
                          <a:latin typeface="Comic Sans MS"/>
                        </a:defRPr>
                      </a:lvl5pPr>
                      <a:lvl6pPr marL="2286000" algn="l" defTabSz="914400" rtl="0" eaLnBrk="1" latinLnBrk="0" hangingPunct="1">
                        <a:defRPr sz="1800" kern="1200">
                          <a:solidFill>
                            <a:schemeClr val="tx1"/>
                          </a:solidFill>
                          <a:latin typeface="Comic Sans MS"/>
                        </a:defRPr>
                      </a:lvl6pPr>
                      <a:lvl7pPr marL="2743200" algn="l" defTabSz="914400" rtl="0" eaLnBrk="1" latinLnBrk="0" hangingPunct="1">
                        <a:defRPr sz="1800" kern="1200">
                          <a:solidFill>
                            <a:schemeClr val="tx1"/>
                          </a:solidFill>
                          <a:latin typeface="Comic Sans MS"/>
                        </a:defRPr>
                      </a:lvl7pPr>
                      <a:lvl8pPr marL="3200400" algn="l" defTabSz="914400" rtl="0" eaLnBrk="1" latinLnBrk="0" hangingPunct="1">
                        <a:defRPr sz="1800" kern="1200">
                          <a:solidFill>
                            <a:schemeClr val="tx1"/>
                          </a:solidFill>
                          <a:latin typeface="Comic Sans MS"/>
                        </a:defRPr>
                      </a:lvl8pPr>
                      <a:lvl9pPr marL="3657600" algn="l" defTabSz="914400" rtl="0" eaLnBrk="1" latinLnBrk="0" hangingPunct="1">
                        <a:defRPr sz="1800" kern="1200">
                          <a:solidFill>
                            <a:schemeClr val="tx1"/>
                          </a:solidFill>
                          <a:latin typeface="Comic Sans MS"/>
                        </a:defRPr>
                      </a:lvl9p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0" lang="es-ES" sz="1300" b="0" i="0" u="none" strike="noStrike" cap="none" normalizeH="0" baseline="0">
                          <a:ln>
                            <a:noFill/>
                          </a:ln>
                          <a:solidFill>
                            <a:srgbClr val="C00000"/>
                          </a:solidFill>
                          <a:effectLst/>
                          <a:latin typeface="+mn-lt"/>
                        </a:rPr>
                        <a:t>Técnicas</a:t>
                      </a:r>
                    </a:p>
                  </a:txBody>
                  <a:tcPr marL="79384" marR="79384" marT="39692" marB="39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9192125"/>
                  </a:ext>
                </a:extLst>
              </a:tr>
            </a:tbl>
          </a:graphicData>
        </a:graphic>
      </p:graphicFrame>
    </p:spTree>
    <p:extLst>
      <p:ext uri="{BB962C8B-B14F-4D97-AF65-F5344CB8AC3E}">
        <p14:creationId xmlns:p14="http://schemas.microsoft.com/office/powerpoint/2010/main" val="23867416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6471" y="1227201"/>
            <a:ext cx="8464550" cy="5109845"/>
          </a:xfrm>
          <a:prstGeom prst="rect">
            <a:avLst/>
          </a:prstGeom>
        </p:spPr>
        <p:txBody>
          <a:bodyPr vert="horz" wrap="square" lIns="0" tIns="13335" rIns="0" bIns="0" rtlCol="0">
            <a:spAutoFit/>
          </a:bodyPr>
          <a:lstStyle/>
          <a:p>
            <a:pPr marL="12700">
              <a:lnSpc>
                <a:spcPts val="2280"/>
              </a:lnSpc>
              <a:spcBef>
                <a:spcPts val="105"/>
              </a:spcBef>
            </a:pPr>
            <a:r>
              <a:rPr sz="2000" b="1" u="sng" dirty="0">
                <a:solidFill>
                  <a:srgbClr val="006FC0"/>
                </a:solidFill>
                <a:uFill>
                  <a:solidFill>
                    <a:srgbClr val="006FC0"/>
                  </a:solidFill>
                </a:uFill>
                <a:latin typeface="Corbel"/>
                <a:cs typeface="Corbel"/>
              </a:rPr>
              <a:t>Heurística:</a:t>
            </a:r>
            <a:endParaRPr sz="2000">
              <a:latin typeface="Corbel"/>
              <a:cs typeface="Corbel"/>
            </a:endParaRPr>
          </a:p>
          <a:p>
            <a:pPr marL="194945" marR="322580" indent="-182880">
              <a:lnSpc>
                <a:spcPct val="90000"/>
              </a:lnSpc>
              <a:spcBef>
                <a:spcPts val="114"/>
              </a:spcBef>
            </a:pPr>
            <a:r>
              <a:rPr sz="2000" dirty="0">
                <a:solidFill>
                  <a:srgbClr val="40B9D2"/>
                </a:solidFill>
                <a:latin typeface="Calibri"/>
                <a:cs typeface="Calibri"/>
              </a:rPr>
              <a:t>– </a:t>
            </a:r>
            <a:r>
              <a:rPr sz="2000" spc="-5" dirty="0">
                <a:solidFill>
                  <a:srgbClr val="0D0D0D"/>
                </a:solidFill>
                <a:latin typeface="Corbel"/>
                <a:cs typeface="Corbel"/>
              </a:rPr>
              <a:t>Reglas </a:t>
            </a:r>
            <a:r>
              <a:rPr sz="2000" dirty="0">
                <a:solidFill>
                  <a:srgbClr val="0D0D0D"/>
                </a:solidFill>
                <a:latin typeface="Corbel"/>
                <a:cs typeface="Corbel"/>
              </a:rPr>
              <a:t>simples para </a:t>
            </a:r>
            <a:r>
              <a:rPr sz="2000" spc="-5" dirty="0">
                <a:solidFill>
                  <a:srgbClr val="0D0D0D"/>
                </a:solidFill>
                <a:latin typeface="Corbel"/>
                <a:cs typeface="Corbel"/>
              </a:rPr>
              <a:t>tomar </a:t>
            </a:r>
            <a:r>
              <a:rPr sz="2000" dirty="0">
                <a:solidFill>
                  <a:srgbClr val="0D0D0D"/>
                </a:solidFill>
                <a:latin typeface="Corbel"/>
                <a:cs typeface="Corbel"/>
              </a:rPr>
              <a:t>decisiones </a:t>
            </a:r>
            <a:r>
              <a:rPr sz="2000" spc="-5" dirty="0">
                <a:solidFill>
                  <a:srgbClr val="0D0D0D"/>
                </a:solidFill>
                <a:latin typeface="Corbel"/>
                <a:cs typeface="Corbel"/>
              </a:rPr>
              <a:t>complejas </a:t>
            </a:r>
            <a:r>
              <a:rPr sz="2000" dirty="0">
                <a:solidFill>
                  <a:srgbClr val="0D0D0D"/>
                </a:solidFill>
                <a:latin typeface="Corbel"/>
                <a:cs typeface="Corbel"/>
              </a:rPr>
              <a:t>sin apenas esfuerzo. </a:t>
            </a:r>
            <a:r>
              <a:rPr sz="2000" spc="-5" dirty="0">
                <a:solidFill>
                  <a:srgbClr val="0D0D0D"/>
                </a:solidFill>
                <a:latin typeface="Corbel"/>
                <a:cs typeface="Corbel"/>
              </a:rPr>
              <a:t>Reglas </a:t>
            </a:r>
            <a:r>
              <a:rPr sz="2000" spc="-390" dirty="0">
                <a:solidFill>
                  <a:srgbClr val="0D0D0D"/>
                </a:solidFill>
                <a:latin typeface="Corbel"/>
                <a:cs typeface="Corbel"/>
              </a:rPr>
              <a:t> </a:t>
            </a:r>
            <a:r>
              <a:rPr sz="2000" spc="-5" dirty="0">
                <a:solidFill>
                  <a:srgbClr val="0D0D0D"/>
                </a:solidFill>
                <a:latin typeface="Corbel"/>
                <a:cs typeface="Corbel"/>
              </a:rPr>
              <a:t>con</a:t>
            </a:r>
            <a:r>
              <a:rPr sz="2000" spc="-20" dirty="0">
                <a:solidFill>
                  <a:srgbClr val="0D0D0D"/>
                </a:solidFill>
                <a:latin typeface="Corbel"/>
                <a:cs typeface="Corbel"/>
              </a:rPr>
              <a:t> </a:t>
            </a:r>
            <a:r>
              <a:rPr sz="2000" dirty="0">
                <a:solidFill>
                  <a:srgbClr val="0D0D0D"/>
                </a:solidFill>
                <a:latin typeface="Corbel"/>
                <a:cs typeface="Corbel"/>
              </a:rPr>
              <a:t>las</a:t>
            </a:r>
            <a:r>
              <a:rPr sz="2000" spc="-10" dirty="0">
                <a:solidFill>
                  <a:srgbClr val="0D0D0D"/>
                </a:solidFill>
                <a:latin typeface="Corbel"/>
                <a:cs typeface="Corbel"/>
              </a:rPr>
              <a:t> </a:t>
            </a:r>
            <a:r>
              <a:rPr sz="2000" spc="-5" dirty="0">
                <a:solidFill>
                  <a:srgbClr val="0D0D0D"/>
                </a:solidFill>
                <a:latin typeface="Corbel"/>
                <a:cs typeface="Corbel"/>
              </a:rPr>
              <a:t>que</a:t>
            </a:r>
            <a:r>
              <a:rPr sz="2000" spc="25" dirty="0">
                <a:solidFill>
                  <a:srgbClr val="0D0D0D"/>
                </a:solidFill>
                <a:latin typeface="Corbel"/>
                <a:cs typeface="Corbel"/>
              </a:rPr>
              <a:t> </a:t>
            </a:r>
            <a:r>
              <a:rPr sz="2000" dirty="0">
                <a:solidFill>
                  <a:srgbClr val="0D0D0D"/>
                </a:solidFill>
                <a:latin typeface="Corbel"/>
                <a:cs typeface="Corbel"/>
              </a:rPr>
              <a:t>se </a:t>
            </a:r>
            <a:r>
              <a:rPr sz="2000" spc="-5" dirty="0">
                <a:solidFill>
                  <a:srgbClr val="0D0D0D"/>
                </a:solidFill>
                <a:latin typeface="Corbel"/>
                <a:cs typeface="Corbel"/>
              </a:rPr>
              <a:t>simplifica</a:t>
            </a:r>
            <a:r>
              <a:rPr sz="2000" spc="-25" dirty="0">
                <a:solidFill>
                  <a:srgbClr val="0D0D0D"/>
                </a:solidFill>
                <a:latin typeface="Corbel"/>
                <a:cs typeface="Corbel"/>
              </a:rPr>
              <a:t> </a:t>
            </a:r>
            <a:r>
              <a:rPr sz="2000" dirty="0">
                <a:solidFill>
                  <a:srgbClr val="0D0D0D"/>
                </a:solidFill>
                <a:latin typeface="Corbel"/>
                <a:cs typeface="Corbel"/>
              </a:rPr>
              <a:t>la</a:t>
            </a:r>
            <a:r>
              <a:rPr sz="2000" spc="-5" dirty="0">
                <a:solidFill>
                  <a:srgbClr val="0D0D0D"/>
                </a:solidFill>
                <a:latin typeface="Corbel"/>
                <a:cs typeface="Corbel"/>
              </a:rPr>
              <a:t> toma</a:t>
            </a:r>
            <a:r>
              <a:rPr sz="2000" spc="5" dirty="0">
                <a:solidFill>
                  <a:srgbClr val="0D0D0D"/>
                </a:solidFill>
                <a:latin typeface="Corbel"/>
                <a:cs typeface="Corbel"/>
              </a:rPr>
              <a:t> </a:t>
            </a:r>
            <a:r>
              <a:rPr sz="2000" spc="-5" dirty="0">
                <a:solidFill>
                  <a:srgbClr val="0D0D0D"/>
                </a:solidFill>
                <a:latin typeface="Corbel"/>
                <a:cs typeface="Corbel"/>
              </a:rPr>
              <a:t>de</a:t>
            </a:r>
            <a:r>
              <a:rPr sz="2000" spc="10" dirty="0">
                <a:solidFill>
                  <a:srgbClr val="0D0D0D"/>
                </a:solidFill>
                <a:latin typeface="Corbel"/>
                <a:cs typeface="Corbel"/>
              </a:rPr>
              <a:t> </a:t>
            </a:r>
            <a:r>
              <a:rPr sz="2000" spc="-5" dirty="0">
                <a:solidFill>
                  <a:srgbClr val="0D0D0D"/>
                </a:solidFill>
                <a:latin typeface="Corbel"/>
                <a:cs typeface="Corbel"/>
              </a:rPr>
              <a:t>decisiones,</a:t>
            </a:r>
            <a:r>
              <a:rPr sz="2000" spc="-15" dirty="0">
                <a:solidFill>
                  <a:srgbClr val="0D0D0D"/>
                </a:solidFill>
                <a:latin typeface="Corbel"/>
                <a:cs typeface="Corbel"/>
              </a:rPr>
              <a:t> </a:t>
            </a:r>
            <a:r>
              <a:rPr sz="2000" dirty="0">
                <a:solidFill>
                  <a:srgbClr val="0D0D0D"/>
                </a:solidFill>
                <a:latin typeface="Corbel"/>
                <a:cs typeface="Corbel"/>
              </a:rPr>
              <a:t>pero esto</a:t>
            </a:r>
            <a:r>
              <a:rPr sz="2000" spc="5" dirty="0">
                <a:solidFill>
                  <a:srgbClr val="0D0D0D"/>
                </a:solidFill>
                <a:latin typeface="Corbel"/>
                <a:cs typeface="Corbel"/>
              </a:rPr>
              <a:t> </a:t>
            </a:r>
            <a:r>
              <a:rPr sz="2000" spc="-5" dirty="0">
                <a:solidFill>
                  <a:srgbClr val="0D0D0D"/>
                </a:solidFill>
                <a:latin typeface="Corbel"/>
                <a:cs typeface="Corbel"/>
              </a:rPr>
              <a:t>no quiere</a:t>
            </a:r>
            <a:r>
              <a:rPr sz="2000" spc="10" dirty="0">
                <a:solidFill>
                  <a:srgbClr val="0D0D0D"/>
                </a:solidFill>
                <a:latin typeface="Corbel"/>
                <a:cs typeface="Corbel"/>
              </a:rPr>
              <a:t> </a:t>
            </a:r>
            <a:r>
              <a:rPr sz="2000" spc="-5" dirty="0">
                <a:solidFill>
                  <a:srgbClr val="0D0D0D"/>
                </a:solidFill>
                <a:latin typeface="Corbel"/>
                <a:cs typeface="Corbel"/>
              </a:rPr>
              <a:t>decir</a:t>
            </a:r>
            <a:r>
              <a:rPr sz="2000" spc="5" dirty="0">
                <a:solidFill>
                  <a:srgbClr val="0D0D0D"/>
                </a:solidFill>
                <a:latin typeface="Corbel"/>
                <a:cs typeface="Corbel"/>
              </a:rPr>
              <a:t> </a:t>
            </a:r>
            <a:r>
              <a:rPr sz="2000" spc="-5" dirty="0">
                <a:solidFill>
                  <a:srgbClr val="0D0D0D"/>
                </a:solidFill>
                <a:latin typeface="Corbel"/>
                <a:cs typeface="Corbel"/>
              </a:rPr>
              <a:t>que </a:t>
            </a:r>
            <a:r>
              <a:rPr sz="2000" spc="-385" dirty="0">
                <a:solidFill>
                  <a:srgbClr val="0D0D0D"/>
                </a:solidFill>
                <a:latin typeface="Corbel"/>
                <a:cs typeface="Corbel"/>
              </a:rPr>
              <a:t> </a:t>
            </a:r>
            <a:r>
              <a:rPr sz="2000" dirty="0">
                <a:solidFill>
                  <a:srgbClr val="0D0D0D"/>
                </a:solidFill>
                <a:latin typeface="Corbel"/>
                <a:cs typeface="Corbel"/>
              </a:rPr>
              <a:t>las reglas sean </a:t>
            </a:r>
            <a:r>
              <a:rPr sz="2000" spc="-5" dirty="0">
                <a:solidFill>
                  <a:srgbClr val="0D0D0D"/>
                </a:solidFill>
                <a:latin typeface="Corbel"/>
                <a:cs typeface="Corbel"/>
              </a:rPr>
              <a:t>confiables. Pueden </a:t>
            </a:r>
            <a:r>
              <a:rPr sz="2000" dirty="0">
                <a:solidFill>
                  <a:srgbClr val="0D0D0D"/>
                </a:solidFill>
                <a:latin typeface="Corbel"/>
                <a:cs typeface="Corbel"/>
              </a:rPr>
              <a:t>llevar a sesgos, errores y prejuicios al </a:t>
            </a:r>
            <a:r>
              <a:rPr sz="2000" spc="5" dirty="0">
                <a:solidFill>
                  <a:srgbClr val="0D0D0D"/>
                </a:solidFill>
                <a:latin typeface="Corbel"/>
                <a:cs typeface="Corbel"/>
              </a:rPr>
              <a:t> </a:t>
            </a:r>
            <a:r>
              <a:rPr sz="2000" dirty="0">
                <a:solidFill>
                  <a:srgbClr val="0D0D0D"/>
                </a:solidFill>
                <a:latin typeface="Corbel"/>
                <a:cs typeface="Corbel"/>
              </a:rPr>
              <a:t>procesar</a:t>
            </a:r>
            <a:r>
              <a:rPr sz="2000" spc="-20" dirty="0">
                <a:solidFill>
                  <a:srgbClr val="0D0D0D"/>
                </a:solidFill>
                <a:latin typeface="Corbel"/>
                <a:cs typeface="Corbel"/>
              </a:rPr>
              <a:t> </a:t>
            </a:r>
            <a:r>
              <a:rPr sz="2000" dirty="0">
                <a:solidFill>
                  <a:srgbClr val="0D0D0D"/>
                </a:solidFill>
                <a:latin typeface="Corbel"/>
                <a:cs typeface="Corbel"/>
              </a:rPr>
              <a:t>y evaluar</a:t>
            </a:r>
            <a:r>
              <a:rPr sz="2000" spc="-20" dirty="0">
                <a:solidFill>
                  <a:srgbClr val="0D0D0D"/>
                </a:solidFill>
                <a:latin typeface="Corbel"/>
                <a:cs typeface="Corbel"/>
              </a:rPr>
              <a:t> </a:t>
            </a:r>
            <a:r>
              <a:rPr sz="2000" dirty="0">
                <a:solidFill>
                  <a:srgbClr val="0D0D0D"/>
                </a:solidFill>
                <a:latin typeface="Corbel"/>
                <a:cs typeface="Corbel"/>
              </a:rPr>
              <a:t>la</a:t>
            </a:r>
            <a:r>
              <a:rPr sz="2000" spc="-15" dirty="0">
                <a:solidFill>
                  <a:srgbClr val="0D0D0D"/>
                </a:solidFill>
                <a:latin typeface="Corbel"/>
                <a:cs typeface="Corbel"/>
              </a:rPr>
              <a:t> </a:t>
            </a:r>
            <a:r>
              <a:rPr sz="2000" dirty="0">
                <a:solidFill>
                  <a:srgbClr val="0D0D0D"/>
                </a:solidFill>
                <a:latin typeface="Corbel"/>
                <a:cs typeface="Corbel"/>
              </a:rPr>
              <a:t>información.</a:t>
            </a:r>
            <a:endParaRPr sz="2000">
              <a:latin typeface="Corbel"/>
              <a:cs typeface="Corbel"/>
            </a:endParaRPr>
          </a:p>
          <a:p>
            <a:pPr>
              <a:lnSpc>
                <a:spcPct val="100000"/>
              </a:lnSpc>
              <a:spcBef>
                <a:spcPts val="30"/>
              </a:spcBef>
            </a:pPr>
            <a:endParaRPr sz="1550">
              <a:latin typeface="Corbel"/>
              <a:cs typeface="Corbel"/>
            </a:endParaRPr>
          </a:p>
          <a:p>
            <a:pPr marL="195580" indent="-182880">
              <a:lnSpc>
                <a:spcPct val="100000"/>
              </a:lnSpc>
              <a:buClr>
                <a:srgbClr val="40B9D2"/>
              </a:buClr>
              <a:buFont typeface="Wingdings 2"/>
              <a:buChar char=""/>
              <a:tabLst>
                <a:tab pos="195580" algn="l"/>
              </a:tabLst>
            </a:pPr>
            <a:r>
              <a:rPr sz="2000" b="1" dirty="0">
                <a:solidFill>
                  <a:srgbClr val="006FC0"/>
                </a:solidFill>
                <a:latin typeface="Corbel"/>
                <a:cs typeface="Corbel"/>
              </a:rPr>
              <a:t>Disponibilidad</a:t>
            </a:r>
            <a:endParaRPr sz="2000">
              <a:latin typeface="Corbel"/>
              <a:cs typeface="Corbel"/>
            </a:endParaRPr>
          </a:p>
          <a:p>
            <a:pPr marL="698500" lvl="1" indent="-182880">
              <a:lnSpc>
                <a:spcPts val="2280"/>
              </a:lnSpc>
              <a:spcBef>
                <a:spcPts val="1920"/>
              </a:spcBef>
              <a:buClr>
                <a:srgbClr val="000000"/>
              </a:buClr>
              <a:buFont typeface="Arial"/>
              <a:buChar char="–"/>
              <a:tabLst>
                <a:tab pos="698500" algn="l"/>
              </a:tabLst>
            </a:pPr>
            <a:r>
              <a:rPr sz="2000" dirty="0">
                <a:solidFill>
                  <a:srgbClr val="0D0D0D"/>
                </a:solidFill>
                <a:latin typeface="Corbel"/>
                <a:cs typeface="Corbel"/>
              </a:rPr>
              <a:t>Quienes</a:t>
            </a:r>
            <a:r>
              <a:rPr sz="2000" spc="5" dirty="0">
                <a:solidFill>
                  <a:srgbClr val="0D0D0D"/>
                </a:solidFill>
                <a:latin typeface="Corbel"/>
                <a:cs typeface="Corbel"/>
              </a:rPr>
              <a:t> </a:t>
            </a:r>
            <a:r>
              <a:rPr sz="2000" spc="-5" dirty="0">
                <a:solidFill>
                  <a:srgbClr val="0D0D0D"/>
                </a:solidFill>
                <a:latin typeface="Corbel"/>
                <a:cs typeface="Corbel"/>
              </a:rPr>
              <a:t>deciden</a:t>
            </a:r>
            <a:r>
              <a:rPr sz="2000" spc="5" dirty="0">
                <a:solidFill>
                  <a:srgbClr val="0D0D0D"/>
                </a:solidFill>
                <a:latin typeface="Corbel"/>
                <a:cs typeface="Corbel"/>
              </a:rPr>
              <a:t> </a:t>
            </a:r>
            <a:r>
              <a:rPr sz="2000" dirty="0">
                <a:solidFill>
                  <a:srgbClr val="0D0D0D"/>
                </a:solidFill>
                <a:latin typeface="Corbel"/>
                <a:cs typeface="Corbel"/>
              </a:rPr>
              <a:t>recuerdan</a:t>
            </a:r>
            <a:r>
              <a:rPr sz="2000" spc="10" dirty="0">
                <a:solidFill>
                  <a:srgbClr val="0D0D0D"/>
                </a:solidFill>
                <a:latin typeface="Corbel"/>
                <a:cs typeface="Corbel"/>
              </a:rPr>
              <a:t> </a:t>
            </a:r>
            <a:r>
              <a:rPr sz="2000" dirty="0">
                <a:solidFill>
                  <a:srgbClr val="0D0D0D"/>
                </a:solidFill>
                <a:latin typeface="Corbel"/>
                <a:cs typeface="Corbel"/>
              </a:rPr>
              <a:t>los</a:t>
            </a:r>
            <a:r>
              <a:rPr sz="2000" spc="10" dirty="0">
                <a:solidFill>
                  <a:srgbClr val="0D0D0D"/>
                </a:solidFill>
                <a:latin typeface="Corbel"/>
                <a:cs typeface="Corbel"/>
              </a:rPr>
              <a:t> </a:t>
            </a:r>
            <a:r>
              <a:rPr sz="2000" spc="-5" dirty="0">
                <a:solidFill>
                  <a:srgbClr val="0D0D0D"/>
                </a:solidFill>
                <a:latin typeface="Corbel"/>
                <a:cs typeface="Corbel"/>
              </a:rPr>
              <a:t>acontecimientos</a:t>
            </a:r>
            <a:r>
              <a:rPr sz="2000" spc="-20" dirty="0">
                <a:solidFill>
                  <a:srgbClr val="0D0D0D"/>
                </a:solidFill>
                <a:latin typeface="Corbel"/>
                <a:cs typeface="Corbel"/>
              </a:rPr>
              <a:t> </a:t>
            </a:r>
            <a:r>
              <a:rPr sz="2000" dirty="0">
                <a:solidFill>
                  <a:srgbClr val="0D0D0D"/>
                </a:solidFill>
                <a:latin typeface="Corbel"/>
                <a:cs typeface="Corbel"/>
              </a:rPr>
              <a:t>más</a:t>
            </a:r>
            <a:r>
              <a:rPr sz="2000" spc="10" dirty="0">
                <a:solidFill>
                  <a:srgbClr val="0D0D0D"/>
                </a:solidFill>
                <a:latin typeface="Corbel"/>
                <a:cs typeface="Corbel"/>
              </a:rPr>
              <a:t> </a:t>
            </a:r>
            <a:r>
              <a:rPr sz="2000" spc="-5" dirty="0">
                <a:solidFill>
                  <a:srgbClr val="0D0D0D"/>
                </a:solidFill>
                <a:latin typeface="Corbel"/>
                <a:cs typeface="Corbel"/>
              </a:rPr>
              <a:t>recientes</a:t>
            </a:r>
            <a:r>
              <a:rPr sz="2000" dirty="0">
                <a:solidFill>
                  <a:srgbClr val="0D0D0D"/>
                </a:solidFill>
                <a:latin typeface="Corbel"/>
                <a:cs typeface="Corbel"/>
              </a:rPr>
              <a:t> y</a:t>
            </a:r>
            <a:r>
              <a:rPr sz="2000" spc="5" dirty="0">
                <a:solidFill>
                  <a:srgbClr val="0D0D0D"/>
                </a:solidFill>
                <a:latin typeface="Corbel"/>
                <a:cs typeface="Corbel"/>
              </a:rPr>
              <a:t> </a:t>
            </a:r>
            <a:r>
              <a:rPr sz="2000" spc="-5" dirty="0">
                <a:solidFill>
                  <a:srgbClr val="0D0D0D"/>
                </a:solidFill>
                <a:latin typeface="Corbel"/>
                <a:cs typeface="Corbel"/>
              </a:rPr>
              <a:t>que</a:t>
            </a:r>
            <a:r>
              <a:rPr sz="2000" spc="10" dirty="0">
                <a:solidFill>
                  <a:srgbClr val="0D0D0D"/>
                </a:solidFill>
                <a:latin typeface="Corbel"/>
                <a:cs typeface="Corbel"/>
              </a:rPr>
              <a:t> </a:t>
            </a:r>
            <a:r>
              <a:rPr sz="2000" dirty="0">
                <a:solidFill>
                  <a:srgbClr val="0D0D0D"/>
                </a:solidFill>
                <a:latin typeface="Corbel"/>
                <a:cs typeface="Corbel"/>
              </a:rPr>
              <a:t>están</a:t>
            </a:r>
            <a:endParaRPr sz="2000">
              <a:latin typeface="Corbel"/>
              <a:cs typeface="Corbel"/>
            </a:endParaRPr>
          </a:p>
          <a:p>
            <a:pPr marL="697865">
              <a:lnSpc>
                <a:spcPts val="2280"/>
              </a:lnSpc>
            </a:pPr>
            <a:r>
              <a:rPr sz="2000" dirty="0">
                <a:solidFill>
                  <a:srgbClr val="0D0D0D"/>
                </a:solidFill>
                <a:latin typeface="Corbel"/>
                <a:cs typeface="Corbel"/>
              </a:rPr>
              <a:t>más</a:t>
            </a:r>
            <a:r>
              <a:rPr sz="2000" spc="-15" dirty="0">
                <a:solidFill>
                  <a:srgbClr val="0D0D0D"/>
                </a:solidFill>
                <a:latin typeface="Corbel"/>
                <a:cs typeface="Corbel"/>
              </a:rPr>
              <a:t> </a:t>
            </a:r>
            <a:r>
              <a:rPr sz="2000" dirty="0">
                <a:solidFill>
                  <a:srgbClr val="0D0D0D"/>
                </a:solidFill>
                <a:latin typeface="Corbel"/>
                <a:cs typeface="Corbel"/>
              </a:rPr>
              <a:t>frescos</a:t>
            </a:r>
            <a:r>
              <a:rPr sz="2000" spc="-10" dirty="0">
                <a:solidFill>
                  <a:srgbClr val="0D0D0D"/>
                </a:solidFill>
                <a:latin typeface="Corbel"/>
                <a:cs typeface="Corbel"/>
              </a:rPr>
              <a:t> </a:t>
            </a:r>
            <a:r>
              <a:rPr sz="2000" spc="-5" dirty="0">
                <a:solidFill>
                  <a:srgbClr val="0D0D0D"/>
                </a:solidFill>
                <a:latin typeface="Corbel"/>
                <a:cs typeface="Corbel"/>
              </a:rPr>
              <a:t>en</a:t>
            </a:r>
            <a:r>
              <a:rPr sz="2000" spc="-15" dirty="0">
                <a:solidFill>
                  <a:srgbClr val="0D0D0D"/>
                </a:solidFill>
                <a:latin typeface="Corbel"/>
                <a:cs typeface="Corbel"/>
              </a:rPr>
              <a:t> </a:t>
            </a:r>
            <a:r>
              <a:rPr sz="2000" spc="-5" dirty="0">
                <a:solidFill>
                  <a:srgbClr val="0D0D0D"/>
                </a:solidFill>
                <a:latin typeface="Corbel"/>
                <a:cs typeface="Corbel"/>
              </a:rPr>
              <a:t>su</a:t>
            </a:r>
            <a:r>
              <a:rPr sz="2000" spc="-25" dirty="0">
                <a:solidFill>
                  <a:srgbClr val="0D0D0D"/>
                </a:solidFill>
                <a:latin typeface="Corbel"/>
                <a:cs typeface="Corbel"/>
              </a:rPr>
              <a:t> </a:t>
            </a:r>
            <a:r>
              <a:rPr sz="2000" dirty="0">
                <a:solidFill>
                  <a:srgbClr val="0D0D0D"/>
                </a:solidFill>
                <a:latin typeface="Corbel"/>
                <a:cs typeface="Corbel"/>
              </a:rPr>
              <a:t>memoria.</a:t>
            </a:r>
            <a:endParaRPr sz="2000">
              <a:latin typeface="Corbel"/>
              <a:cs typeface="Corbel"/>
            </a:endParaRPr>
          </a:p>
          <a:p>
            <a:pPr marL="697865" marR="75565" lvl="1" indent="-182880">
              <a:lnSpc>
                <a:spcPts val="2160"/>
              </a:lnSpc>
              <a:spcBef>
                <a:spcPts val="330"/>
              </a:spcBef>
              <a:buClr>
                <a:srgbClr val="000000"/>
              </a:buClr>
              <a:buFont typeface="Arial"/>
              <a:buChar char="–"/>
              <a:tabLst>
                <a:tab pos="698500" algn="l"/>
              </a:tabLst>
            </a:pPr>
            <a:r>
              <a:rPr sz="2000" dirty="0">
                <a:solidFill>
                  <a:srgbClr val="0D0D0D"/>
                </a:solidFill>
                <a:latin typeface="Corbel"/>
                <a:cs typeface="Corbel"/>
              </a:rPr>
              <a:t>Se altera la </a:t>
            </a:r>
            <a:r>
              <a:rPr sz="2000" spc="-5" dirty="0">
                <a:solidFill>
                  <a:srgbClr val="0D0D0D"/>
                </a:solidFill>
                <a:latin typeface="Corbel"/>
                <a:cs typeface="Corbel"/>
              </a:rPr>
              <a:t>capacidad de </a:t>
            </a:r>
            <a:r>
              <a:rPr sz="2000" dirty="0">
                <a:solidFill>
                  <a:srgbClr val="0D0D0D"/>
                </a:solidFill>
                <a:latin typeface="Corbel"/>
                <a:cs typeface="Corbel"/>
              </a:rPr>
              <a:t>recordar </a:t>
            </a:r>
            <a:r>
              <a:rPr sz="2000" spc="-5" dirty="0">
                <a:solidFill>
                  <a:srgbClr val="0D0D0D"/>
                </a:solidFill>
                <a:latin typeface="Corbel"/>
                <a:cs typeface="Corbel"/>
              </a:rPr>
              <a:t>objetivamente </a:t>
            </a:r>
            <a:r>
              <a:rPr sz="2000" dirty="0">
                <a:solidFill>
                  <a:srgbClr val="0D0D0D"/>
                </a:solidFill>
                <a:latin typeface="Corbel"/>
                <a:cs typeface="Corbel"/>
              </a:rPr>
              <a:t>y se </a:t>
            </a:r>
            <a:r>
              <a:rPr sz="2000" spc="-5" dirty="0">
                <a:solidFill>
                  <a:srgbClr val="0D0D0D"/>
                </a:solidFill>
                <a:latin typeface="Corbel"/>
                <a:cs typeface="Corbel"/>
              </a:rPr>
              <a:t>hacen </a:t>
            </a:r>
            <a:r>
              <a:rPr sz="2000" dirty="0">
                <a:solidFill>
                  <a:srgbClr val="0D0D0D"/>
                </a:solidFill>
                <a:latin typeface="Corbel"/>
                <a:cs typeface="Corbel"/>
              </a:rPr>
              <a:t>estimaciones </a:t>
            </a:r>
            <a:r>
              <a:rPr sz="2000" spc="-390" dirty="0">
                <a:solidFill>
                  <a:srgbClr val="0D0D0D"/>
                </a:solidFill>
                <a:latin typeface="Corbel"/>
                <a:cs typeface="Corbel"/>
              </a:rPr>
              <a:t> </a:t>
            </a:r>
            <a:r>
              <a:rPr sz="2000" dirty="0">
                <a:solidFill>
                  <a:srgbClr val="0D0D0D"/>
                </a:solidFill>
                <a:latin typeface="Corbel"/>
                <a:cs typeface="Corbel"/>
              </a:rPr>
              <a:t>y</a:t>
            </a:r>
            <a:r>
              <a:rPr sz="2000" spc="-5" dirty="0">
                <a:solidFill>
                  <a:srgbClr val="0D0D0D"/>
                </a:solidFill>
                <a:latin typeface="Corbel"/>
                <a:cs typeface="Corbel"/>
              </a:rPr>
              <a:t> juicios</a:t>
            </a:r>
            <a:r>
              <a:rPr sz="2000" spc="-15" dirty="0">
                <a:solidFill>
                  <a:srgbClr val="0D0D0D"/>
                </a:solidFill>
                <a:latin typeface="Corbel"/>
                <a:cs typeface="Corbel"/>
              </a:rPr>
              <a:t> </a:t>
            </a:r>
            <a:r>
              <a:rPr sz="2000" dirty="0">
                <a:solidFill>
                  <a:srgbClr val="0D0D0D"/>
                </a:solidFill>
                <a:latin typeface="Corbel"/>
                <a:cs typeface="Corbel"/>
              </a:rPr>
              <a:t>distorsionados.</a:t>
            </a:r>
            <a:endParaRPr sz="2000">
              <a:latin typeface="Corbel"/>
              <a:cs typeface="Corbel"/>
            </a:endParaRPr>
          </a:p>
          <a:p>
            <a:pPr lvl="1">
              <a:lnSpc>
                <a:spcPct val="100000"/>
              </a:lnSpc>
              <a:spcBef>
                <a:spcPts val="55"/>
              </a:spcBef>
              <a:buFont typeface="Arial"/>
              <a:buChar char="–"/>
            </a:pPr>
            <a:endParaRPr sz="1750">
              <a:latin typeface="Corbel"/>
              <a:cs typeface="Corbel"/>
            </a:endParaRPr>
          </a:p>
          <a:p>
            <a:pPr marL="195580" indent="-182880">
              <a:lnSpc>
                <a:spcPct val="100000"/>
              </a:lnSpc>
              <a:buClr>
                <a:srgbClr val="40B9D2"/>
              </a:buClr>
              <a:buFont typeface="Wingdings 2"/>
              <a:buChar char=""/>
              <a:tabLst>
                <a:tab pos="195580" algn="l"/>
              </a:tabLst>
            </a:pPr>
            <a:r>
              <a:rPr sz="2000" b="1" spc="-5" dirty="0">
                <a:solidFill>
                  <a:srgbClr val="006FC0"/>
                </a:solidFill>
                <a:latin typeface="Corbel"/>
                <a:cs typeface="Corbel"/>
              </a:rPr>
              <a:t>Representatividad</a:t>
            </a:r>
            <a:r>
              <a:rPr sz="2000" b="1" spc="-45" dirty="0">
                <a:solidFill>
                  <a:srgbClr val="006FC0"/>
                </a:solidFill>
                <a:latin typeface="Corbel"/>
                <a:cs typeface="Corbel"/>
              </a:rPr>
              <a:t> </a:t>
            </a:r>
            <a:r>
              <a:rPr sz="2000" b="1" dirty="0">
                <a:solidFill>
                  <a:srgbClr val="006FC0"/>
                </a:solidFill>
                <a:latin typeface="Corbel"/>
                <a:cs typeface="Corbel"/>
              </a:rPr>
              <a:t>o</a:t>
            </a:r>
            <a:r>
              <a:rPr sz="2000" b="1" spc="-5" dirty="0">
                <a:solidFill>
                  <a:srgbClr val="006FC0"/>
                </a:solidFill>
                <a:latin typeface="Corbel"/>
                <a:cs typeface="Corbel"/>
              </a:rPr>
              <a:t> similitud</a:t>
            </a:r>
            <a:endParaRPr sz="2000">
              <a:latin typeface="Corbel"/>
              <a:cs typeface="Corbel"/>
            </a:endParaRPr>
          </a:p>
          <a:p>
            <a:pPr>
              <a:lnSpc>
                <a:spcPct val="100000"/>
              </a:lnSpc>
              <a:spcBef>
                <a:spcPts val="55"/>
              </a:spcBef>
              <a:buClr>
                <a:srgbClr val="40B9D2"/>
              </a:buClr>
              <a:buFont typeface="Wingdings 2"/>
              <a:buChar char=""/>
            </a:pPr>
            <a:endParaRPr sz="1750">
              <a:latin typeface="Corbel"/>
              <a:cs typeface="Corbel"/>
            </a:endParaRPr>
          </a:p>
          <a:p>
            <a:pPr marL="697865" marR="212090" lvl="1" indent="-182880">
              <a:lnSpc>
                <a:spcPts val="2160"/>
              </a:lnSpc>
              <a:buClr>
                <a:srgbClr val="000000"/>
              </a:buClr>
              <a:buFont typeface="Arial"/>
              <a:buChar char="–"/>
              <a:tabLst>
                <a:tab pos="698500" algn="l"/>
              </a:tabLst>
            </a:pPr>
            <a:r>
              <a:rPr sz="2000" spc="-5" dirty="0">
                <a:solidFill>
                  <a:srgbClr val="0D0D0D"/>
                </a:solidFill>
                <a:latin typeface="Corbel"/>
                <a:cs typeface="Corbel"/>
              </a:rPr>
              <a:t>Evaluación</a:t>
            </a:r>
            <a:r>
              <a:rPr sz="2000" spc="-45" dirty="0">
                <a:solidFill>
                  <a:srgbClr val="0D0D0D"/>
                </a:solidFill>
                <a:latin typeface="Corbel"/>
                <a:cs typeface="Corbel"/>
              </a:rPr>
              <a:t> </a:t>
            </a:r>
            <a:r>
              <a:rPr sz="2000" spc="-5" dirty="0">
                <a:solidFill>
                  <a:srgbClr val="0D0D0D"/>
                </a:solidFill>
                <a:latin typeface="Corbel"/>
                <a:cs typeface="Corbel"/>
              </a:rPr>
              <a:t>de</a:t>
            </a:r>
            <a:r>
              <a:rPr sz="2000" spc="5" dirty="0">
                <a:solidFill>
                  <a:srgbClr val="0D0D0D"/>
                </a:solidFill>
                <a:latin typeface="Corbel"/>
                <a:cs typeface="Corbel"/>
              </a:rPr>
              <a:t> </a:t>
            </a:r>
            <a:r>
              <a:rPr sz="2000" dirty="0">
                <a:solidFill>
                  <a:srgbClr val="0D0D0D"/>
                </a:solidFill>
                <a:latin typeface="Corbel"/>
                <a:cs typeface="Corbel"/>
              </a:rPr>
              <a:t>la</a:t>
            </a:r>
            <a:r>
              <a:rPr sz="2000" spc="-10" dirty="0">
                <a:solidFill>
                  <a:srgbClr val="0D0D0D"/>
                </a:solidFill>
                <a:latin typeface="Corbel"/>
                <a:cs typeface="Corbel"/>
              </a:rPr>
              <a:t> </a:t>
            </a:r>
            <a:r>
              <a:rPr sz="2000" dirty="0">
                <a:solidFill>
                  <a:srgbClr val="0D0D0D"/>
                </a:solidFill>
                <a:latin typeface="Corbel"/>
                <a:cs typeface="Corbel"/>
              </a:rPr>
              <a:t>probabilidad</a:t>
            </a:r>
            <a:r>
              <a:rPr sz="2000" spc="-5" dirty="0">
                <a:solidFill>
                  <a:srgbClr val="0D0D0D"/>
                </a:solidFill>
                <a:latin typeface="Corbel"/>
                <a:cs typeface="Corbel"/>
              </a:rPr>
              <a:t> de</a:t>
            </a:r>
            <a:r>
              <a:rPr sz="2000" spc="5" dirty="0">
                <a:solidFill>
                  <a:srgbClr val="0D0D0D"/>
                </a:solidFill>
                <a:latin typeface="Corbel"/>
                <a:cs typeface="Corbel"/>
              </a:rPr>
              <a:t> </a:t>
            </a:r>
            <a:r>
              <a:rPr sz="2000" spc="-5" dirty="0">
                <a:solidFill>
                  <a:srgbClr val="0D0D0D"/>
                </a:solidFill>
                <a:latin typeface="Corbel"/>
                <a:cs typeface="Corbel"/>
              </a:rPr>
              <a:t>que</a:t>
            </a:r>
            <a:r>
              <a:rPr sz="2000" dirty="0">
                <a:solidFill>
                  <a:srgbClr val="0D0D0D"/>
                </a:solidFill>
                <a:latin typeface="Corbel"/>
                <a:cs typeface="Corbel"/>
              </a:rPr>
              <a:t> </a:t>
            </a:r>
            <a:r>
              <a:rPr sz="2000" spc="-5" dirty="0">
                <a:solidFill>
                  <a:srgbClr val="0D0D0D"/>
                </a:solidFill>
                <a:latin typeface="Corbel"/>
                <a:cs typeface="Corbel"/>
              </a:rPr>
              <a:t>ocurra</a:t>
            </a:r>
            <a:r>
              <a:rPr sz="2000" spc="5" dirty="0">
                <a:solidFill>
                  <a:srgbClr val="0D0D0D"/>
                </a:solidFill>
                <a:latin typeface="Corbel"/>
                <a:cs typeface="Corbel"/>
              </a:rPr>
              <a:t> </a:t>
            </a:r>
            <a:r>
              <a:rPr sz="2000" spc="-5" dirty="0">
                <a:solidFill>
                  <a:srgbClr val="0D0D0D"/>
                </a:solidFill>
                <a:latin typeface="Corbel"/>
                <a:cs typeface="Corbel"/>
              </a:rPr>
              <a:t>un</a:t>
            </a:r>
            <a:r>
              <a:rPr sz="2000" spc="10" dirty="0">
                <a:solidFill>
                  <a:srgbClr val="0D0D0D"/>
                </a:solidFill>
                <a:latin typeface="Corbel"/>
                <a:cs typeface="Corbel"/>
              </a:rPr>
              <a:t> </a:t>
            </a:r>
            <a:r>
              <a:rPr sz="2000" spc="-5" dirty="0">
                <a:solidFill>
                  <a:srgbClr val="0D0D0D"/>
                </a:solidFill>
                <a:latin typeface="Corbel"/>
                <a:cs typeface="Corbel"/>
              </a:rPr>
              <a:t>suceso</a:t>
            </a:r>
            <a:r>
              <a:rPr sz="2000" dirty="0">
                <a:solidFill>
                  <a:srgbClr val="0D0D0D"/>
                </a:solidFill>
                <a:latin typeface="Corbel"/>
                <a:cs typeface="Corbel"/>
              </a:rPr>
              <a:t> </a:t>
            </a:r>
            <a:r>
              <a:rPr sz="2000" spc="-5" dirty="0">
                <a:solidFill>
                  <a:srgbClr val="0D0D0D"/>
                </a:solidFill>
                <a:latin typeface="Corbel"/>
                <a:cs typeface="Corbel"/>
              </a:rPr>
              <a:t>de</a:t>
            </a:r>
            <a:r>
              <a:rPr sz="2000" spc="5" dirty="0">
                <a:solidFill>
                  <a:srgbClr val="0D0D0D"/>
                </a:solidFill>
                <a:latin typeface="Corbel"/>
                <a:cs typeface="Corbel"/>
              </a:rPr>
              <a:t> </a:t>
            </a:r>
            <a:r>
              <a:rPr sz="2000" spc="-5" dirty="0">
                <a:solidFill>
                  <a:srgbClr val="0D0D0D"/>
                </a:solidFill>
                <a:latin typeface="Corbel"/>
                <a:cs typeface="Corbel"/>
              </a:rPr>
              <a:t>acuerdo</a:t>
            </a:r>
            <a:r>
              <a:rPr sz="2000" spc="10" dirty="0">
                <a:solidFill>
                  <a:srgbClr val="0D0D0D"/>
                </a:solidFill>
                <a:latin typeface="Corbel"/>
                <a:cs typeface="Corbel"/>
              </a:rPr>
              <a:t> </a:t>
            </a:r>
            <a:r>
              <a:rPr sz="2000" spc="-5" dirty="0">
                <a:solidFill>
                  <a:srgbClr val="0D0D0D"/>
                </a:solidFill>
                <a:latin typeface="Corbel"/>
                <a:cs typeface="Corbel"/>
              </a:rPr>
              <a:t>con</a:t>
            </a:r>
            <a:r>
              <a:rPr sz="2000" spc="-15" dirty="0">
                <a:solidFill>
                  <a:srgbClr val="0D0D0D"/>
                </a:solidFill>
                <a:latin typeface="Corbel"/>
                <a:cs typeface="Corbel"/>
              </a:rPr>
              <a:t> </a:t>
            </a:r>
            <a:r>
              <a:rPr sz="2000" dirty="0">
                <a:solidFill>
                  <a:srgbClr val="0D0D0D"/>
                </a:solidFill>
                <a:latin typeface="Corbel"/>
                <a:cs typeface="Corbel"/>
              </a:rPr>
              <a:t>su </a:t>
            </a:r>
            <a:r>
              <a:rPr sz="2000" spc="-385" dirty="0">
                <a:solidFill>
                  <a:srgbClr val="0D0D0D"/>
                </a:solidFill>
                <a:latin typeface="Corbel"/>
                <a:cs typeface="Corbel"/>
              </a:rPr>
              <a:t> </a:t>
            </a:r>
            <a:r>
              <a:rPr sz="2000" dirty="0">
                <a:solidFill>
                  <a:srgbClr val="0D0D0D"/>
                </a:solidFill>
                <a:latin typeface="Corbel"/>
                <a:cs typeface="Corbel"/>
              </a:rPr>
              <a:t>semejanza</a:t>
            </a:r>
            <a:r>
              <a:rPr sz="2000" spc="-15" dirty="0">
                <a:solidFill>
                  <a:srgbClr val="0D0D0D"/>
                </a:solidFill>
                <a:latin typeface="Corbel"/>
                <a:cs typeface="Corbel"/>
              </a:rPr>
              <a:t> </a:t>
            </a:r>
            <a:r>
              <a:rPr sz="2000" spc="-5" dirty="0">
                <a:solidFill>
                  <a:srgbClr val="0D0D0D"/>
                </a:solidFill>
                <a:latin typeface="Corbel"/>
                <a:cs typeface="Corbel"/>
              </a:rPr>
              <a:t>con</a:t>
            </a:r>
            <a:r>
              <a:rPr sz="2000" spc="-20" dirty="0">
                <a:solidFill>
                  <a:srgbClr val="0D0D0D"/>
                </a:solidFill>
                <a:latin typeface="Corbel"/>
                <a:cs typeface="Corbel"/>
              </a:rPr>
              <a:t> </a:t>
            </a:r>
            <a:r>
              <a:rPr sz="2000" spc="-5" dirty="0">
                <a:solidFill>
                  <a:srgbClr val="0D0D0D"/>
                </a:solidFill>
                <a:latin typeface="Corbel"/>
                <a:cs typeface="Corbel"/>
              </a:rPr>
              <a:t>otros</a:t>
            </a:r>
            <a:r>
              <a:rPr sz="2000" spc="5" dirty="0">
                <a:solidFill>
                  <a:srgbClr val="0D0D0D"/>
                </a:solidFill>
                <a:latin typeface="Corbel"/>
                <a:cs typeface="Corbel"/>
              </a:rPr>
              <a:t> </a:t>
            </a:r>
            <a:r>
              <a:rPr sz="2000" spc="-5" dirty="0">
                <a:solidFill>
                  <a:srgbClr val="0D0D0D"/>
                </a:solidFill>
                <a:latin typeface="Corbel"/>
                <a:cs typeface="Corbel"/>
              </a:rPr>
              <a:t>sucesos.</a:t>
            </a:r>
            <a:endParaRPr sz="2000">
              <a:latin typeface="Corbel"/>
              <a:cs typeface="Corbel"/>
            </a:endParaRPr>
          </a:p>
          <a:p>
            <a:pPr marL="698500" lvl="1" indent="-182880">
              <a:lnSpc>
                <a:spcPct val="100000"/>
              </a:lnSpc>
              <a:spcBef>
                <a:spcPts val="30"/>
              </a:spcBef>
              <a:buClr>
                <a:srgbClr val="000000"/>
              </a:buClr>
              <a:buFont typeface="Arial"/>
              <a:buChar char="–"/>
              <a:tabLst>
                <a:tab pos="698500" algn="l"/>
              </a:tabLst>
            </a:pPr>
            <a:r>
              <a:rPr sz="2000" spc="-20" dirty="0">
                <a:solidFill>
                  <a:srgbClr val="0D0D0D"/>
                </a:solidFill>
                <a:latin typeface="Corbel"/>
                <a:cs typeface="Corbel"/>
              </a:rPr>
              <a:t>Trazan</a:t>
            </a:r>
            <a:r>
              <a:rPr sz="2000" spc="-15" dirty="0">
                <a:solidFill>
                  <a:srgbClr val="0D0D0D"/>
                </a:solidFill>
                <a:latin typeface="Corbel"/>
                <a:cs typeface="Corbel"/>
              </a:rPr>
              <a:t> </a:t>
            </a:r>
            <a:r>
              <a:rPr sz="2000" spc="-5" dirty="0">
                <a:solidFill>
                  <a:srgbClr val="0D0D0D"/>
                </a:solidFill>
                <a:latin typeface="Corbel"/>
                <a:cs typeface="Corbel"/>
              </a:rPr>
              <a:t>analogías</a:t>
            </a:r>
            <a:r>
              <a:rPr sz="2000" spc="-35" dirty="0">
                <a:solidFill>
                  <a:srgbClr val="0D0D0D"/>
                </a:solidFill>
                <a:latin typeface="Corbel"/>
                <a:cs typeface="Corbel"/>
              </a:rPr>
              <a:t> </a:t>
            </a:r>
            <a:r>
              <a:rPr sz="2000" dirty="0">
                <a:solidFill>
                  <a:srgbClr val="0D0D0D"/>
                </a:solidFill>
                <a:latin typeface="Corbel"/>
                <a:cs typeface="Corbel"/>
              </a:rPr>
              <a:t>y</a:t>
            </a:r>
            <a:r>
              <a:rPr sz="2000" spc="5" dirty="0">
                <a:solidFill>
                  <a:srgbClr val="0D0D0D"/>
                </a:solidFill>
                <a:latin typeface="Corbel"/>
                <a:cs typeface="Corbel"/>
              </a:rPr>
              <a:t> </a:t>
            </a:r>
            <a:r>
              <a:rPr sz="2000" dirty="0">
                <a:solidFill>
                  <a:srgbClr val="0D0D0D"/>
                </a:solidFill>
                <a:latin typeface="Corbel"/>
                <a:cs typeface="Corbel"/>
              </a:rPr>
              <a:t>ven </a:t>
            </a:r>
            <a:r>
              <a:rPr sz="2000" spc="-5" dirty="0">
                <a:solidFill>
                  <a:srgbClr val="0D0D0D"/>
                </a:solidFill>
                <a:latin typeface="Corbel"/>
                <a:cs typeface="Corbel"/>
              </a:rPr>
              <a:t>situaciones</a:t>
            </a:r>
            <a:r>
              <a:rPr sz="2000" spc="-20" dirty="0">
                <a:solidFill>
                  <a:srgbClr val="0D0D0D"/>
                </a:solidFill>
                <a:latin typeface="Corbel"/>
                <a:cs typeface="Corbel"/>
              </a:rPr>
              <a:t> </a:t>
            </a:r>
            <a:r>
              <a:rPr sz="2000" dirty="0">
                <a:solidFill>
                  <a:srgbClr val="0D0D0D"/>
                </a:solidFill>
                <a:latin typeface="Corbel"/>
                <a:cs typeface="Corbel"/>
              </a:rPr>
              <a:t>idénticas</a:t>
            </a:r>
            <a:r>
              <a:rPr sz="2000" spc="-10" dirty="0">
                <a:solidFill>
                  <a:srgbClr val="0D0D0D"/>
                </a:solidFill>
                <a:latin typeface="Corbel"/>
                <a:cs typeface="Corbel"/>
              </a:rPr>
              <a:t> </a:t>
            </a:r>
            <a:r>
              <a:rPr sz="2000" spc="-5" dirty="0">
                <a:solidFill>
                  <a:srgbClr val="0D0D0D"/>
                </a:solidFill>
                <a:latin typeface="Corbel"/>
                <a:cs typeface="Corbel"/>
              </a:rPr>
              <a:t>donde</a:t>
            </a:r>
            <a:r>
              <a:rPr sz="2000" spc="5" dirty="0">
                <a:solidFill>
                  <a:srgbClr val="0D0D0D"/>
                </a:solidFill>
                <a:latin typeface="Corbel"/>
                <a:cs typeface="Corbel"/>
              </a:rPr>
              <a:t> </a:t>
            </a:r>
            <a:r>
              <a:rPr sz="2000" spc="-5" dirty="0">
                <a:solidFill>
                  <a:srgbClr val="0D0D0D"/>
                </a:solidFill>
                <a:latin typeface="Corbel"/>
                <a:cs typeface="Corbel"/>
              </a:rPr>
              <a:t>no</a:t>
            </a:r>
            <a:r>
              <a:rPr sz="2000" spc="-15" dirty="0">
                <a:solidFill>
                  <a:srgbClr val="0D0D0D"/>
                </a:solidFill>
                <a:latin typeface="Corbel"/>
                <a:cs typeface="Corbel"/>
              </a:rPr>
              <a:t> </a:t>
            </a:r>
            <a:r>
              <a:rPr sz="2000" dirty="0">
                <a:solidFill>
                  <a:srgbClr val="0D0D0D"/>
                </a:solidFill>
                <a:latin typeface="Corbel"/>
                <a:cs typeface="Corbel"/>
              </a:rPr>
              <a:t>las</a:t>
            </a:r>
            <a:r>
              <a:rPr sz="2000" spc="-5" dirty="0">
                <a:solidFill>
                  <a:srgbClr val="0D0D0D"/>
                </a:solidFill>
                <a:latin typeface="Corbel"/>
                <a:cs typeface="Corbel"/>
              </a:rPr>
              <a:t> </a:t>
            </a:r>
            <a:r>
              <a:rPr sz="2000" spc="-25" dirty="0">
                <a:solidFill>
                  <a:srgbClr val="0D0D0D"/>
                </a:solidFill>
                <a:latin typeface="Corbel"/>
                <a:cs typeface="Corbel"/>
              </a:rPr>
              <a:t>hay.</a:t>
            </a:r>
            <a:endParaRPr sz="2000">
              <a:latin typeface="Corbel"/>
              <a:cs typeface="Corbel"/>
            </a:endParaRPr>
          </a:p>
        </p:txBody>
      </p:sp>
      <p:sp>
        <p:nvSpPr>
          <p:cNvPr id="3" name="object 3"/>
          <p:cNvSpPr/>
          <p:nvPr/>
        </p:nvSpPr>
        <p:spPr>
          <a:xfrm>
            <a:off x="179831" y="219456"/>
            <a:ext cx="8856345" cy="762000"/>
          </a:xfrm>
          <a:custGeom>
            <a:avLst/>
            <a:gdLst/>
            <a:ahLst/>
            <a:cxnLst/>
            <a:rect l="l" t="t" r="r" b="b"/>
            <a:pathLst>
              <a:path w="8856345" h="762000">
                <a:moveTo>
                  <a:pt x="8855964" y="0"/>
                </a:moveTo>
                <a:lnTo>
                  <a:pt x="0" y="0"/>
                </a:lnTo>
                <a:lnTo>
                  <a:pt x="0" y="762000"/>
                </a:lnTo>
                <a:lnTo>
                  <a:pt x="8855964" y="762000"/>
                </a:lnTo>
                <a:lnTo>
                  <a:pt x="8855964" y="0"/>
                </a:lnTo>
                <a:close/>
              </a:path>
            </a:pathLst>
          </a:custGeom>
          <a:solidFill>
            <a:srgbClr val="33CCCC"/>
          </a:solidFill>
        </p:spPr>
        <p:txBody>
          <a:bodyPr wrap="square" lIns="0" tIns="0" rIns="0" bIns="0" rtlCol="0"/>
          <a:lstStyle/>
          <a:p>
            <a:endParaRPr/>
          </a:p>
        </p:txBody>
      </p:sp>
      <p:sp>
        <p:nvSpPr>
          <p:cNvPr id="4" name="object 4"/>
          <p:cNvSpPr txBox="1">
            <a:spLocks noGrp="1"/>
          </p:cNvSpPr>
          <p:nvPr>
            <p:ph type="title"/>
          </p:nvPr>
        </p:nvSpPr>
        <p:spPr>
          <a:xfrm>
            <a:off x="258267" y="311658"/>
            <a:ext cx="8547100" cy="482600"/>
          </a:xfrm>
          <a:prstGeom prst="rect">
            <a:avLst/>
          </a:prstGeom>
        </p:spPr>
        <p:txBody>
          <a:bodyPr vert="horz" wrap="square" lIns="0" tIns="12700" rIns="0" bIns="0" rtlCol="0">
            <a:spAutoFit/>
          </a:bodyPr>
          <a:lstStyle/>
          <a:p>
            <a:pPr marL="12700">
              <a:lnSpc>
                <a:spcPct val="100000"/>
              </a:lnSpc>
              <a:spcBef>
                <a:spcPts val="100"/>
              </a:spcBef>
            </a:pPr>
            <a:r>
              <a:rPr sz="3000" spc="-60" dirty="0"/>
              <a:t>Sesgos,</a:t>
            </a:r>
            <a:r>
              <a:rPr sz="3000" spc="-95" dirty="0"/>
              <a:t> </a:t>
            </a:r>
            <a:r>
              <a:rPr sz="3000" spc="-60" dirty="0"/>
              <a:t>prejuicios</a:t>
            </a:r>
            <a:r>
              <a:rPr sz="3000" spc="-90" dirty="0"/>
              <a:t> </a:t>
            </a:r>
            <a:r>
              <a:rPr sz="3000" dirty="0"/>
              <a:t>y</a:t>
            </a:r>
            <a:r>
              <a:rPr sz="3000" spc="-135" dirty="0"/>
              <a:t> </a:t>
            </a:r>
            <a:r>
              <a:rPr sz="3000" spc="-60" dirty="0"/>
              <a:t>errores</a:t>
            </a:r>
            <a:r>
              <a:rPr sz="3000" spc="-85" dirty="0"/>
              <a:t> </a:t>
            </a:r>
            <a:r>
              <a:rPr sz="3000" spc="-35" dirty="0"/>
              <a:t>en</a:t>
            </a:r>
            <a:r>
              <a:rPr sz="3000" spc="-125" dirty="0"/>
              <a:t> </a:t>
            </a:r>
            <a:r>
              <a:rPr sz="3000" spc="-35" dirty="0"/>
              <a:t>la</a:t>
            </a:r>
            <a:r>
              <a:rPr sz="3000" spc="-125" dirty="0"/>
              <a:t> </a:t>
            </a:r>
            <a:r>
              <a:rPr sz="3000" spc="-50" dirty="0"/>
              <a:t>toma</a:t>
            </a:r>
            <a:r>
              <a:rPr sz="3000" spc="-120" dirty="0"/>
              <a:t> </a:t>
            </a:r>
            <a:r>
              <a:rPr sz="3000" spc="-35" dirty="0"/>
              <a:t>de</a:t>
            </a:r>
            <a:r>
              <a:rPr sz="3000" spc="-120" dirty="0"/>
              <a:t> </a:t>
            </a:r>
            <a:r>
              <a:rPr sz="3000" spc="-60" dirty="0"/>
              <a:t>decisiones</a:t>
            </a:r>
            <a:r>
              <a:rPr sz="3000" spc="-90" dirty="0"/>
              <a:t> </a:t>
            </a:r>
            <a:r>
              <a:rPr sz="3000" spc="-45" dirty="0"/>
              <a:t>(I)</a:t>
            </a:r>
            <a:endParaRPr sz="3000"/>
          </a:p>
        </p:txBody>
      </p:sp>
      <p:sp>
        <p:nvSpPr>
          <p:cNvPr id="5" name="object 5"/>
          <p:cNvSpPr txBox="1">
            <a:spLocks noGrp="1"/>
          </p:cNvSpPr>
          <p:nvPr>
            <p:ph type="sldNum" sz="quarter" idx="7"/>
          </p:nvPr>
        </p:nvSpPr>
        <p:spPr>
          <a:xfrm>
            <a:off x="8763254" y="6432448"/>
            <a:ext cx="321309" cy="254000"/>
          </a:xfrm>
          <a:prstGeom prst="rect">
            <a:avLst/>
          </a:prstGeom>
        </p:spPr>
        <p:txBody>
          <a:bodyPr vert="horz" wrap="square" lIns="0" tIns="0" rIns="0" bIns="0" rtlCol="0">
            <a:spAutoFit/>
          </a:bodyPr>
          <a:lstStyle>
            <a:defPPr>
              <a:defRPr lang="es-ES"/>
            </a:defPPr>
            <a:lvl1pPr marL="0" algn="l" defTabSz="914400" rtl="0" eaLnBrk="1" latinLnBrk="0" hangingPunct="1">
              <a:defRPr sz="1800" b="1" i="0" kern="1200">
                <a:solidFill>
                  <a:schemeClr val="tx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91770">
              <a:lnSpc>
                <a:spcPts val="1140"/>
              </a:lnSpc>
            </a:pPr>
            <a:fld id="{81D60167-4931-47E6-BA6A-407CBD079E47}" type="slidenum">
              <a:rPr lang="es-ES" sz="1100" smtClean="0">
                <a:solidFill>
                  <a:srgbClr val="40B9D2"/>
                </a:solidFill>
                <a:latin typeface="Corbel"/>
                <a:cs typeface="Corbel"/>
              </a:rPr>
              <a:pPr marL="191770">
                <a:lnSpc>
                  <a:spcPts val="1140"/>
                </a:lnSpc>
              </a:pPr>
              <a:t>62</a:t>
            </a:fld>
            <a:endParaRP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xfrm>
            <a:off x="8763254" y="6432448"/>
            <a:ext cx="321309" cy="254000"/>
          </a:xfrm>
          <a:prstGeom prst="rect">
            <a:avLst/>
          </a:prstGeom>
        </p:spPr>
        <p:txBody>
          <a:bodyPr vert="horz" wrap="square" lIns="0" tIns="0" rIns="0" bIns="0" rtlCol="0">
            <a:spAutoFit/>
          </a:bodyPr>
          <a:lstStyle>
            <a:defPPr>
              <a:defRPr lang="es-ES"/>
            </a:defPPr>
            <a:lvl1pPr marL="0" algn="l" defTabSz="914400" rtl="0" eaLnBrk="1" latinLnBrk="0" hangingPunct="1">
              <a:defRPr sz="1800" b="1" i="0" kern="1200">
                <a:solidFill>
                  <a:schemeClr val="tx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91770">
              <a:lnSpc>
                <a:spcPts val="1140"/>
              </a:lnSpc>
            </a:pPr>
            <a:fld id="{81D60167-4931-47E6-BA6A-407CBD079E47}" type="slidenum">
              <a:rPr lang="es-ES" sz="1100" smtClean="0">
                <a:solidFill>
                  <a:srgbClr val="40B9D2"/>
                </a:solidFill>
                <a:latin typeface="Corbel"/>
                <a:cs typeface="Corbel"/>
              </a:rPr>
              <a:pPr marL="191770">
                <a:lnSpc>
                  <a:spcPts val="1140"/>
                </a:lnSpc>
              </a:pPr>
              <a:t>63</a:t>
            </a:fld>
            <a:endParaRPr dirty="0"/>
          </a:p>
        </p:txBody>
      </p:sp>
      <p:sp>
        <p:nvSpPr>
          <p:cNvPr id="2" name="object 2"/>
          <p:cNvSpPr txBox="1"/>
          <p:nvPr/>
        </p:nvSpPr>
        <p:spPr>
          <a:xfrm>
            <a:off x="618540" y="1501520"/>
            <a:ext cx="3138170" cy="330835"/>
          </a:xfrm>
          <a:prstGeom prst="rect">
            <a:avLst/>
          </a:prstGeom>
        </p:spPr>
        <p:txBody>
          <a:bodyPr vert="horz" wrap="square" lIns="0" tIns="13335" rIns="0" bIns="0" rtlCol="0">
            <a:spAutoFit/>
          </a:bodyPr>
          <a:lstStyle/>
          <a:p>
            <a:pPr marL="355600" indent="-342900">
              <a:lnSpc>
                <a:spcPct val="100000"/>
              </a:lnSpc>
              <a:spcBef>
                <a:spcPts val="105"/>
              </a:spcBef>
              <a:buClr>
                <a:srgbClr val="C00000"/>
              </a:buClr>
              <a:buFont typeface="Wingdings"/>
              <a:buChar char=""/>
              <a:tabLst>
                <a:tab pos="354965" algn="l"/>
                <a:tab pos="355600" algn="l"/>
              </a:tabLst>
            </a:pPr>
            <a:r>
              <a:rPr sz="2000" b="1" dirty="0">
                <a:solidFill>
                  <a:srgbClr val="006FC0"/>
                </a:solidFill>
                <a:latin typeface="Corbel"/>
                <a:cs typeface="Corbel"/>
              </a:rPr>
              <a:t>Prejuicio</a:t>
            </a:r>
            <a:r>
              <a:rPr sz="2000" b="1" spc="-60" dirty="0">
                <a:solidFill>
                  <a:srgbClr val="006FC0"/>
                </a:solidFill>
                <a:latin typeface="Corbel"/>
                <a:cs typeface="Corbel"/>
              </a:rPr>
              <a:t> </a:t>
            </a:r>
            <a:r>
              <a:rPr sz="2000" b="1" dirty="0">
                <a:solidFill>
                  <a:srgbClr val="006FC0"/>
                </a:solidFill>
                <a:latin typeface="Corbel"/>
                <a:cs typeface="Corbel"/>
              </a:rPr>
              <a:t>de</a:t>
            </a:r>
            <a:r>
              <a:rPr sz="2000" b="1" spc="-30" dirty="0">
                <a:solidFill>
                  <a:srgbClr val="006FC0"/>
                </a:solidFill>
                <a:latin typeface="Corbel"/>
                <a:cs typeface="Corbel"/>
              </a:rPr>
              <a:t> </a:t>
            </a:r>
            <a:r>
              <a:rPr sz="2000" b="1" dirty="0">
                <a:solidFill>
                  <a:srgbClr val="006FC0"/>
                </a:solidFill>
                <a:latin typeface="Corbel"/>
                <a:cs typeface="Corbel"/>
              </a:rPr>
              <a:t>confirmación</a:t>
            </a:r>
            <a:endParaRPr sz="2000">
              <a:latin typeface="Corbel"/>
              <a:cs typeface="Corbel"/>
            </a:endParaRPr>
          </a:p>
        </p:txBody>
      </p:sp>
      <p:sp>
        <p:nvSpPr>
          <p:cNvPr id="3" name="object 3"/>
          <p:cNvSpPr txBox="1"/>
          <p:nvPr/>
        </p:nvSpPr>
        <p:spPr>
          <a:xfrm>
            <a:off x="544830" y="1916429"/>
            <a:ext cx="8420100" cy="1442085"/>
          </a:xfrm>
          <a:prstGeom prst="rect">
            <a:avLst/>
          </a:prstGeom>
          <a:ln w="10794">
            <a:solidFill>
              <a:srgbClr val="000000"/>
            </a:solidFill>
          </a:ln>
        </p:spPr>
        <p:txBody>
          <a:bodyPr vert="horz" wrap="square" lIns="0" tIns="208915" rIns="0" bIns="0" rtlCol="0">
            <a:spAutoFit/>
          </a:bodyPr>
          <a:lstStyle/>
          <a:p>
            <a:pPr marL="829944" indent="-287020">
              <a:lnSpc>
                <a:spcPct val="100000"/>
              </a:lnSpc>
              <a:spcBef>
                <a:spcPts val="1645"/>
              </a:spcBef>
              <a:buFont typeface="Arial"/>
              <a:buChar char="–"/>
              <a:tabLst>
                <a:tab pos="829944" algn="l"/>
                <a:tab pos="830580" algn="l"/>
              </a:tabLst>
            </a:pPr>
            <a:r>
              <a:rPr sz="1800" dirty="0">
                <a:latin typeface="Corbel"/>
                <a:cs typeface="Corbel"/>
              </a:rPr>
              <a:t>Se</a:t>
            </a:r>
            <a:r>
              <a:rPr sz="1800" spc="-10" dirty="0">
                <a:latin typeface="Corbel"/>
                <a:cs typeface="Corbel"/>
              </a:rPr>
              <a:t> </a:t>
            </a:r>
            <a:r>
              <a:rPr sz="1800" spc="-5" dirty="0">
                <a:latin typeface="Corbel"/>
                <a:cs typeface="Corbel"/>
              </a:rPr>
              <a:t>ignora</a:t>
            </a:r>
            <a:r>
              <a:rPr sz="1800" dirty="0">
                <a:latin typeface="Corbel"/>
                <a:cs typeface="Corbel"/>
              </a:rPr>
              <a:t> la</a:t>
            </a:r>
            <a:r>
              <a:rPr sz="1800" spc="-5" dirty="0">
                <a:latin typeface="Corbel"/>
                <a:cs typeface="Corbel"/>
              </a:rPr>
              <a:t> que</a:t>
            </a:r>
            <a:r>
              <a:rPr sz="1800" dirty="0">
                <a:latin typeface="Corbel"/>
                <a:cs typeface="Corbel"/>
              </a:rPr>
              <a:t> </a:t>
            </a:r>
            <a:r>
              <a:rPr sz="1800" spc="-5" dirty="0">
                <a:latin typeface="Corbel"/>
                <a:cs typeface="Corbel"/>
              </a:rPr>
              <a:t>contradice</a:t>
            </a:r>
            <a:r>
              <a:rPr sz="1800" dirty="0">
                <a:latin typeface="Corbel"/>
                <a:cs typeface="Corbel"/>
              </a:rPr>
              <a:t> los</a:t>
            </a:r>
            <a:r>
              <a:rPr sz="1800" spc="-10" dirty="0">
                <a:latin typeface="Corbel"/>
                <a:cs typeface="Corbel"/>
              </a:rPr>
              <a:t> </a:t>
            </a:r>
            <a:r>
              <a:rPr sz="1800" spc="-5" dirty="0">
                <a:latin typeface="Corbel"/>
                <a:cs typeface="Corbel"/>
              </a:rPr>
              <a:t>juicios</a:t>
            </a:r>
            <a:r>
              <a:rPr sz="1800" spc="-10" dirty="0">
                <a:latin typeface="Corbel"/>
                <a:cs typeface="Corbel"/>
              </a:rPr>
              <a:t> </a:t>
            </a:r>
            <a:r>
              <a:rPr sz="1800" spc="-5" dirty="0">
                <a:latin typeface="Corbel"/>
                <a:cs typeface="Corbel"/>
              </a:rPr>
              <a:t>previos.</a:t>
            </a:r>
            <a:endParaRPr sz="1800">
              <a:latin typeface="Corbel"/>
              <a:cs typeface="Corbel"/>
            </a:endParaRPr>
          </a:p>
          <a:p>
            <a:pPr marL="829944" marR="339725" indent="-287020">
              <a:lnSpc>
                <a:spcPct val="100000"/>
              </a:lnSpc>
              <a:buFont typeface="Arial"/>
              <a:buChar char="–"/>
              <a:tabLst>
                <a:tab pos="829944" algn="l"/>
                <a:tab pos="830580" algn="l"/>
              </a:tabLst>
            </a:pPr>
            <a:r>
              <a:rPr sz="1800" dirty="0">
                <a:latin typeface="Corbel"/>
                <a:cs typeface="Corbel"/>
              </a:rPr>
              <a:t>Se</a:t>
            </a:r>
            <a:r>
              <a:rPr sz="1800" spc="-10" dirty="0">
                <a:latin typeface="Corbel"/>
                <a:cs typeface="Corbel"/>
              </a:rPr>
              <a:t> </a:t>
            </a:r>
            <a:r>
              <a:rPr sz="1800" spc="-5" dirty="0">
                <a:latin typeface="Corbel"/>
                <a:cs typeface="Corbel"/>
              </a:rPr>
              <a:t>acepta</a:t>
            </a:r>
            <a:r>
              <a:rPr sz="1800" spc="5" dirty="0">
                <a:latin typeface="Corbel"/>
                <a:cs typeface="Corbel"/>
              </a:rPr>
              <a:t> </a:t>
            </a:r>
            <a:r>
              <a:rPr sz="1800" spc="-5" dirty="0">
                <a:latin typeface="Corbel"/>
                <a:cs typeface="Corbel"/>
              </a:rPr>
              <a:t>sin</a:t>
            </a:r>
            <a:r>
              <a:rPr sz="1800" dirty="0">
                <a:latin typeface="Corbel"/>
                <a:cs typeface="Corbel"/>
              </a:rPr>
              <a:t> </a:t>
            </a:r>
            <a:r>
              <a:rPr sz="1800" spc="-5" dirty="0">
                <a:latin typeface="Corbel"/>
                <a:cs typeface="Corbel"/>
              </a:rPr>
              <a:t>más </a:t>
            </a:r>
            <a:r>
              <a:rPr sz="1800" dirty="0">
                <a:latin typeface="Corbel"/>
                <a:cs typeface="Corbel"/>
              </a:rPr>
              <a:t>la</a:t>
            </a:r>
            <a:r>
              <a:rPr sz="1800" spc="10" dirty="0">
                <a:latin typeface="Corbel"/>
                <a:cs typeface="Corbel"/>
              </a:rPr>
              <a:t> </a:t>
            </a:r>
            <a:r>
              <a:rPr sz="1800" spc="-5" dirty="0">
                <a:latin typeface="Corbel"/>
                <a:cs typeface="Corbel"/>
              </a:rPr>
              <a:t>información </a:t>
            </a:r>
            <a:r>
              <a:rPr sz="1800" dirty="0">
                <a:latin typeface="Corbel"/>
                <a:cs typeface="Corbel"/>
              </a:rPr>
              <a:t>que</a:t>
            </a:r>
            <a:r>
              <a:rPr sz="1800" spc="-5" dirty="0">
                <a:latin typeface="Corbel"/>
                <a:cs typeface="Corbel"/>
              </a:rPr>
              <a:t> confirma </a:t>
            </a:r>
            <a:r>
              <a:rPr sz="1800" dirty="0">
                <a:latin typeface="Corbel"/>
                <a:cs typeface="Corbel"/>
              </a:rPr>
              <a:t>sus</a:t>
            </a:r>
            <a:r>
              <a:rPr sz="1800" spc="-10" dirty="0">
                <a:latin typeface="Corbel"/>
                <a:cs typeface="Corbel"/>
              </a:rPr>
              <a:t> </a:t>
            </a:r>
            <a:r>
              <a:rPr sz="1800" dirty="0">
                <a:latin typeface="Corbel"/>
                <a:cs typeface="Corbel"/>
              </a:rPr>
              <a:t>ideas </a:t>
            </a:r>
            <a:r>
              <a:rPr sz="1800" spc="-5" dirty="0">
                <a:latin typeface="Corbel"/>
                <a:cs typeface="Corbel"/>
              </a:rPr>
              <a:t>preconcebidas</a:t>
            </a:r>
            <a:r>
              <a:rPr sz="1800" spc="-10" dirty="0">
                <a:latin typeface="Corbel"/>
                <a:cs typeface="Corbel"/>
              </a:rPr>
              <a:t> </a:t>
            </a:r>
            <a:r>
              <a:rPr sz="1800" dirty="0">
                <a:latin typeface="Corbel"/>
                <a:cs typeface="Corbel"/>
              </a:rPr>
              <a:t>y</a:t>
            </a:r>
            <a:r>
              <a:rPr sz="1800" spc="5" dirty="0">
                <a:latin typeface="Corbel"/>
                <a:cs typeface="Corbel"/>
              </a:rPr>
              <a:t> </a:t>
            </a:r>
            <a:r>
              <a:rPr sz="1800" spc="-5" dirty="0">
                <a:latin typeface="Corbel"/>
                <a:cs typeface="Corbel"/>
              </a:rPr>
              <a:t>se </a:t>
            </a:r>
            <a:r>
              <a:rPr sz="1800" dirty="0">
                <a:latin typeface="Corbel"/>
                <a:cs typeface="Corbel"/>
              </a:rPr>
              <a:t> </a:t>
            </a:r>
            <a:r>
              <a:rPr sz="1800" spc="-5" dirty="0">
                <a:latin typeface="Corbel"/>
                <a:cs typeface="Corbel"/>
              </a:rPr>
              <a:t>muestran</a:t>
            </a:r>
            <a:r>
              <a:rPr sz="1800" spc="5" dirty="0">
                <a:latin typeface="Corbel"/>
                <a:cs typeface="Corbel"/>
              </a:rPr>
              <a:t> </a:t>
            </a:r>
            <a:r>
              <a:rPr sz="1800" spc="-5" dirty="0">
                <a:latin typeface="Corbel"/>
                <a:cs typeface="Corbel"/>
              </a:rPr>
              <a:t>críticos</a:t>
            </a:r>
            <a:r>
              <a:rPr sz="1800" spc="-20" dirty="0">
                <a:latin typeface="Corbel"/>
                <a:cs typeface="Corbel"/>
              </a:rPr>
              <a:t> </a:t>
            </a:r>
            <a:r>
              <a:rPr sz="1800" dirty="0">
                <a:latin typeface="Corbel"/>
                <a:cs typeface="Corbel"/>
              </a:rPr>
              <a:t>y escépticos</a:t>
            </a:r>
            <a:r>
              <a:rPr sz="1800" spc="-30" dirty="0">
                <a:latin typeface="Corbel"/>
                <a:cs typeface="Corbel"/>
              </a:rPr>
              <a:t> </a:t>
            </a:r>
            <a:r>
              <a:rPr sz="1800" spc="-5" dirty="0">
                <a:latin typeface="Corbel"/>
                <a:cs typeface="Corbel"/>
              </a:rPr>
              <a:t>con </a:t>
            </a:r>
            <a:r>
              <a:rPr sz="1800" dirty="0">
                <a:latin typeface="Corbel"/>
                <a:cs typeface="Corbel"/>
              </a:rPr>
              <a:t>la</a:t>
            </a:r>
            <a:r>
              <a:rPr sz="1800" spc="5" dirty="0">
                <a:latin typeface="Corbel"/>
                <a:cs typeface="Corbel"/>
              </a:rPr>
              <a:t> </a:t>
            </a:r>
            <a:r>
              <a:rPr sz="1800" spc="-5" dirty="0">
                <a:latin typeface="Corbel"/>
                <a:cs typeface="Corbel"/>
              </a:rPr>
              <a:t>información </a:t>
            </a:r>
            <a:r>
              <a:rPr sz="1800" dirty="0">
                <a:latin typeface="Corbel"/>
                <a:cs typeface="Corbel"/>
              </a:rPr>
              <a:t>que</a:t>
            </a:r>
            <a:r>
              <a:rPr sz="1800" spc="-5" dirty="0">
                <a:latin typeface="Corbel"/>
                <a:cs typeface="Corbel"/>
              </a:rPr>
              <a:t> arroja</a:t>
            </a:r>
            <a:r>
              <a:rPr sz="1800" spc="20" dirty="0">
                <a:latin typeface="Corbel"/>
                <a:cs typeface="Corbel"/>
              </a:rPr>
              <a:t> </a:t>
            </a:r>
            <a:r>
              <a:rPr sz="1800" spc="-5" dirty="0">
                <a:latin typeface="Corbel"/>
                <a:cs typeface="Corbel"/>
              </a:rPr>
              <a:t>dudas</a:t>
            </a:r>
            <a:r>
              <a:rPr sz="1800" spc="15" dirty="0">
                <a:latin typeface="Corbel"/>
                <a:cs typeface="Corbel"/>
              </a:rPr>
              <a:t> </a:t>
            </a:r>
            <a:r>
              <a:rPr sz="1800" spc="-5" dirty="0">
                <a:latin typeface="Corbel"/>
                <a:cs typeface="Corbel"/>
              </a:rPr>
              <a:t>sobre</a:t>
            </a:r>
            <a:r>
              <a:rPr sz="1800" dirty="0">
                <a:latin typeface="Corbel"/>
                <a:cs typeface="Corbel"/>
              </a:rPr>
              <a:t> </a:t>
            </a:r>
            <a:r>
              <a:rPr sz="1800" spc="-5" dirty="0">
                <a:latin typeface="Corbel"/>
                <a:cs typeface="Corbel"/>
              </a:rPr>
              <a:t>esas </a:t>
            </a:r>
            <a:r>
              <a:rPr sz="1800" spc="-345" dirty="0">
                <a:latin typeface="Corbel"/>
                <a:cs typeface="Corbel"/>
              </a:rPr>
              <a:t> </a:t>
            </a:r>
            <a:r>
              <a:rPr sz="1800" dirty="0">
                <a:latin typeface="Corbel"/>
                <a:cs typeface="Corbel"/>
              </a:rPr>
              <a:t>ideas.</a:t>
            </a:r>
            <a:endParaRPr sz="1800">
              <a:latin typeface="Corbel"/>
              <a:cs typeface="Corbel"/>
            </a:endParaRPr>
          </a:p>
        </p:txBody>
      </p:sp>
      <p:sp>
        <p:nvSpPr>
          <p:cNvPr id="4" name="object 4"/>
          <p:cNvSpPr txBox="1"/>
          <p:nvPr/>
        </p:nvSpPr>
        <p:spPr>
          <a:xfrm>
            <a:off x="618540" y="3483102"/>
            <a:ext cx="3552190" cy="330835"/>
          </a:xfrm>
          <a:prstGeom prst="rect">
            <a:avLst/>
          </a:prstGeom>
        </p:spPr>
        <p:txBody>
          <a:bodyPr vert="horz" wrap="square" lIns="0" tIns="13335" rIns="0" bIns="0" rtlCol="0">
            <a:spAutoFit/>
          </a:bodyPr>
          <a:lstStyle/>
          <a:p>
            <a:pPr marL="355600" indent="-342900">
              <a:lnSpc>
                <a:spcPct val="100000"/>
              </a:lnSpc>
              <a:spcBef>
                <a:spcPts val="105"/>
              </a:spcBef>
              <a:buClr>
                <a:srgbClr val="C00000"/>
              </a:buClr>
              <a:buFont typeface="Wingdings"/>
              <a:buChar char=""/>
              <a:tabLst>
                <a:tab pos="354965" algn="l"/>
                <a:tab pos="355600" algn="l"/>
              </a:tabLst>
            </a:pPr>
            <a:r>
              <a:rPr sz="2000" b="1" spc="-5" dirty="0">
                <a:solidFill>
                  <a:srgbClr val="006FC0"/>
                </a:solidFill>
                <a:latin typeface="Corbel"/>
                <a:cs typeface="Corbel"/>
              </a:rPr>
              <a:t>Error</a:t>
            </a:r>
            <a:r>
              <a:rPr sz="2000" b="1" dirty="0">
                <a:solidFill>
                  <a:srgbClr val="006FC0"/>
                </a:solidFill>
                <a:latin typeface="Corbel"/>
                <a:cs typeface="Corbel"/>
              </a:rPr>
              <a:t> del</a:t>
            </a:r>
            <a:r>
              <a:rPr sz="2000" b="1" spc="-20" dirty="0">
                <a:solidFill>
                  <a:srgbClr val="006FC0"/>
                </a:solidFill>
                <a:latin typeface="Corbel"/>
                <a:cs typeface="Corbel"/>
              </a:rPr>
              <a:t> </a:t>
            </a:r>
            <a:r>
              <a:rPr sz="2000" b="1" spc="-5" dirty="0">
                <a:solidFill>
                  <a:srgbClr val="006FC0"/>
                </a:solidFill>
                <a:latin typeface="Corbel"/>
                <a:cs typeface="Corbel"/>
              </a:rPr>
              <a:t>exceso</a:t>
            </a:r>
            <a:r>
              <a:rPr sz="2000" b="1" spc="-25" dirty="0">
                <a:solidFill>
                  <a:srgbClr val="006FC0"/>
                </a:solidFill>
                <a:latin typeface="Corbel"/>
                <a:cs typeface="Corbel"/>
              </a:rPr>
              <a:t> </a:t>
            </a:r>
            <a:r>
              <a:rPr sz="2000" b="1" dirty="0">
                <a:solidFill>
                  <a:srgbClr val="006FC0"/>
                </a:solidFill>
                <a:latin typeface="Corbel"/>
                <a:cs typeface="Corbel"/>
              </a:rPr>
              <a:t>de</a:t>
            </a:r>
            <a:r>
              <a:rPr sz="2000" b="1" spc="-25" dirty="0">
                <a:solidFill>
                  <a:srgbClr val="006FC0"/>
                </a:solidFill>
                <a:latin typeface="Corbel"/>
                <a:cs typeface="Corbel"/>
              </a:rPr>
              <a:t> </a:t>
            </a:r>
            <a:r>
              <a:rPr sz="2000" b="1" dirty="0">
                <a:solidFill>
                  <a:srgbClr val="006FC0"/>
                </a:solidFill>
                <a:latin typeface="Corbel"/>
                <a:cs typeface="Corbel"/>
              </a:rPr>
              <a:t>confianza</a:t>
            </a:r>
            <a:endParaRPr sz="2000">
              <a:latin typeface="Corbel"/>
              <a:cs typeface="Corbel"/>
            </a:endParaRPr>
          </a:p>
        </p:txBody>
      </p:sp>
      <p:sp>
        <p:nvSpPr>
          <p:cNvPr id="5" name="object 5"/>
          <p:cNvSpPr txBox="1"/>
          <p:nvPr/>
        </p:nvSpPr>
        <p:spPr>
          <a:xfrm>
            <a:off x="540258" y="4005834"/>
            <a:ext cx="8425180" cy="1152525"/>
          </a:xfrm>
          <a:prstGeom prst="rect">
            <a:avLst/>
          </a:prstGeom>
          <a:ln w="10794">
            <a:solidFill>
              <a:srgbClr val="000000"/>
            </a:solidFill>
          </a:ln>
        </p:spPr>
        <p:txBody>
          <a:bodyPr vert="horz" wrap="square" lIns="0" tIns="100965" rIns="0" bIns="0" rtlCol="0">
            <a:spAutoFit/>
          </a:bodyPr>
          <a:lstStyle/>
          <a:p>
            <a:pPr marL="548005">
              <a:lnSpc>
                <a:spcPct val="100000"/>
              </a:lnSpc>
              <a:spcBef>
                <a:spcPts val="795"/>
              </a:spcBef>
              <a:tabLst>
                <a:tab pos="834390" algn="l"/>
              </a:tabLst>
            </a:pPr>
            <a:r>
              <a:rPr sz="1800" dirty="0">
                <a:latin typeface="Arial"/>
                <a:cs typeface="Arial"/>
              </a:rPr>
              <a:t>–	</a:t>
            </a:r>
            <a:r>
              <a:rPr sz="1800" dirty="0">
                <a:latin typeface="Corbel"/>
                <a:cs typeface="Corbel"/>
              </a:rPr>
              <a:t>Los</a:t>
            </a:r>
            <a:r>
              <a:rPr sz="1800" spc="5" dirty="0">
                <a:latin typeface="Corbel"/>
                <a:cs typeface="Corbel"/>
              </a:rPr>
              <a:t> </a:t>
            </a:r>
            <a:r>
              <a:rPr sz="1800" spc="-5" dirty="0">
                <a:latin typeface="Corbel"/>
                <a:cs typeface="Corbel"/>
              </a:rPr>
              <a:t>que </a:t>
            </a:r>
            <a:r>
              <a:rPr sz="1800" dirty="0">
                <a:latin typeface="Corbel"/>
                <a:cs typeface="Corbel"/>
              </a:rPr>
              <a:t>deciden</a:t>
            </a:r>
            <a:r>
              <a:rPr sz="1800" spc="5" dirty="0">
                <a:latin typeface="Corbel"/>
                <a:cs typeface="Corbel"/>
              </a:rPr>
              <a:t> </a:t>
            </a:r>
            <a:r>
              <a:rPr sz="1800" spc="-5" dirty="0">
                <a:latin typeface="Corbel"/>
                <a:cs typeface="Corbel"/>
              </a:rPr>
              <a:t>tienen</a:t>
            </a:r>
            <a:r>
              <a:rPr sz="1800" spc="5" dirty="0">
                <a:latin typeface="Corbel"/>
                <a:cs typeface="Corbel"/>
              </a:rPr>
              <a:t> </a:t>
            </a:r>
            <a:r>
              <a:rPr sz="1800" spc="-5" dirty="0">
                <a:latin typeface="Corbel"/>
                <a:cs typeface="Corbel"/>
              </a:rPr>
              <a:t>opiniones exageradamente</a:t>
            </a:r>
            <a:r>
              <a:rPr sz="1800" spc="45" dirty="0">
                <a:latin typeface="Corbel"/>
                <a:cs typeface="Corbel"/>
              </a:rPr>
              <a:t> </a:t>
            </a:r>
            <a:r>
              <a:rPr sz="1800" spc="-5" dirty="0">
                <a:latin typeface="Corbel"/>
                <a:cs typeface="Corbel"/>
              </a:rPr>
              <a:t>positivas de</a:t>
            </a:r>
            <a:r>
              <a:rPr sz="1800" spc="5" dirty="0">
                <a:latin typeface="Corbel"/>
                <a:cs typeface="Corbel"/>
              </a:rPr>
              <a:t> </a:t>
            </a:r>
            <a:r>
              <a:rPr sz="1800" dirty="0">
                <a:latin typeface="Corbel"/>
                <a:cs typeface="Corbel"/>
              </a:rPr>
              <a:t>ellos </a:t>
            </a:r>
            <a:r>
              <a:rPr sz="1800" spc="-5" dirty="0">
                <a:latin typeface="Corbel"/>
                <a:cs typeface="Corbel"/>
              </a:rPr>
              <a:t>mismos</a:t>
            </a:r>
            <a:r>
              <a:rPr sz="1800" spc="-20" dirty="0">
                <a:latin typeface="Corbel"/>
                <a:cs typeface="Corbel"/>
              </a:rPr>
              <a:t> </a:t>
            </a:r>
            <a:r>
              <a:rPr sz="1800" dirty="0">
                <a:latin typeface="Corbel"/>
                <a:cs typeface="Corbel"/>
              </a:rPr>
              <a:t>y</a:t>
            </a:r>
            <a:endParaRPr sz="1800">
              <a:latin typeface="Corbel"/>
              <a:cs typeface="Corbel"/>
            </a:endParaRPr>
          </a:p>
          <a:p>
            <a:pPr marL="835025">
              <a:lnSpc>
                <a:spcPct val="100000"/>
              </a:lnSpc>
            </a:pPr>
            <a:r>
              <a:rPr sz="1800" spc="-5" dirty="0">
                <a:latin typeface="Corbel"/>
                <a:cs typeface="Corbel"/>
              </a:rPr>
              <a:t>su</a:t>
            </a:r>
            <a:r>
              <a:rPr sz="1800" dirty="0">
                <a:latin typeface="Corbel"/>
                <a:cs typeface="Corbel"/>
              </a:rPr>
              <a:t> desempeño.</a:t>
            </a:r>
            <a:r>
              <a:rPr sz="1800" spc="-10" dirty="0">
                <a:latin typeface="Corbel"/>
                <a:cs typeface="Corbel"/>
              </a:rPr>
              <a:t> </a:t>
            </a:r>
            <a:r>
              <a:rPr sz="1800" spc="-5" dirty="0">
                <a:latin typeface="Corbel"/>
                <a:cs typeface="Corbel"/>
              </a:rPr>
              <a:t>Piensan</a:t>
            </a:r>
            <a:r>
              <a:rPr sz="1800" spc="-20" dirty="0">
                <a:latin typeface="Corbel"/>
                <a:cs typeface="Corbel"/>
              </a:rPr>
              <a:t> </a:t>
            </a:r>
            <a:r>
              <a:rPr sz="1800" dirty="0">
                <a:latin typeface="Corbel"/>
                <a:cs typeface="Corbel"/>
              </a:rPr>
              <a:t>que </a:t>
            </a:r>
            <a:r>
              <a:rPr sz="1800" spc="-5" dirty="0">
                <a:latin typeface="Corbel"/>
                <a:cs typeface="Corbel"/>
              </a:rPr>
              <a:t>saben</a:t>
            </a:r>
            <a:r>
              <a:rPr sz="1800" spc="10" dirty="0">
                <a:latin typeface="Corbel"/>
                <a:cs typeface="Corbel"/>
              </a:rPr>
              <a:t> </a:t>
            </a:r>
            <a:r>
              <a:rPr sz="1800" spc="-5" dirty="0">
                <a:latin typeface="Corbel"/>
                <a:cs typeface="Corbel"/>
              </a:rPr>
              <a:t>más </a:t>
            </a:r>
            <a:r>
              <a:rPr sz="1800" dirty="0">
                <a:latin typeface="Corbel"/>
                <a:cs typeface="Corbel"/>
              </a:rPr>
              <a:t>de</a:t>
            </a:r>
            <a:r>
              <a:rPr sz="1800" spc="10" dirty="0">
                <a:latin typeface="Corbel"/>
                <a:cs typeface="Corbel"/>
              </a:rPr>
              <a:t> </a:t>
            </a:r>
            <a:r>
              <a:rPr sz="1800" dirty="0">
                <a:latin typeface="Corbel"/>
                <a:cs typeface="Corbel"/>
              </a:rPr>
              <a:t>lo</a:t>
            </a:r>
            <a:r>
              <a:rPr sz="1800" spc="-5" dirty="0">
                <a:latin typeface="Corbel"/>
                <a:cs typeface="Corbel"/>
              </a:rPr>
              <a:t> </a:t>
            </a:r>
            <a:r>
              <a:rPr sz="1800" dirty="0">
                <a:latin typeface="Corbel"/>
                <a:cs typeface="Corbel"/>
              </a:rPr>
              <a:t>que</a:t>
            </a:r>
            <a:r>
              <a:rPr sz="1800" spc="-10" dirty="0">
                <a:latin typeface="Corbel"/>
                <a:cs typeface="Corbel"/>
              </a:rPr>
              <a:t> </a:t>
            </a:r>
            <a:r>
              <a:rPr sz="1800" dirty="0">
                <a:latin typeface="Corbel"/>
                <a:cs typeface="Corbel"/>
              </a:rPr>
              <a:t>en</a:t>
            </a:r>
            <a:r>
              <a:rPr sz="1800" spc="-5" dirty="0">
                <a:latin typeface="Corbel"/>
                <a:cs typeface="Corbel"/>
              </a:rPr>
              <a:t> realidad</a:t>
            </a:r>
            <a:r>
              <a:rPr sz="1800" spc="15" dirty="0">
                <a:latin typeface="Corbel"/>
                <a:cs typeface="Corbel"/>
              </a:rPr>
              <a:t> </a:t>
            </a:r>
            <a:r>
              <a:rPr sz="1800" spc="-5" dirty="0">
                <a:latin typeface="Corbel"/>
                <a:cs typeface="Corbel"/>
              </a:rPr>
              <a:t>saben.</a:t>
            </a:r>
            <a:endParaRPr sz="1800">
              <a:latin typeface="Corbel"/>
              <a:cs typeface="Corbel"/>
            </a:endParaRPr>
          </a:p>
        </p:txBody>
      </p:sp>
      <p:sp>
        <p:nvSpPr>
          <p:cNvPr id="6" name="object 6"/>
          <p:cNvSpPr txBox="1">
            <a:spLocks noGrp="1"/>
          </p:cNvSpPr>
          <p:nvPr>
            <p:ph type="title"/>
          </p:nvPr>
        </p:nvSpPr>
        <p:spPr>
          <a:xfrm>
            <a:off x="396240" y="199644"/>
            <a:ext cx="8425180" cy="993775"/>
          </a:xfrm>
          <a:prstGeom prst="rect">
            <a:avLst/>
          </a:prstGeom>
          <a:solidFill>
            <a:srgbClr val="33CCCC"/>
          </a:solidFill>
        </p:spPr>
        <p:txBody>
          <a:bodyPr vert="horz" wrap="square" lIns="0" tIns="221615" rIns="0" bIns="0" rtlCol="0">
            <a:spAutoFit/>
          </a:bodyPr>
          <a:lstStyle/>
          <a:p>
            <a:pPr marL="90805">
              <a:lnSpc>
                <a:spcPct val="100000"/>
              </a:lnSpc>
              <a:spcBef>
                <a:spcPts val="1745"/>
              </a:spcBef>
            </a:pPr>
            <a:r>
              <a:rPr sz="3000" b="0" spc="-55" dirty="0">
                <a:latin typeface="Corbel"/>
                <a:cs typeface="Corbel"/>
              </a:rPr>
              <a:t>Sesgos,</a:t>
            </a:r>
            <a:r>
              <a:rPr sz="3000" b="0" spc="-135" dirty="0">
                <a:latin typeface="Corbel"/>
                <a:cs typeface="Corbel"/>
              </a:rPr>
              <a:t> </a:t>
            </a:r>
            <a:r>
              <a:rPr sz="3000" b="0" spc="-60" dirty="0">
                <a:latin typeface="Corbel"/>
                <a:cs typeface="Corbel"/>
              </a:rPr>
              <a:t>prejuicios</a:t>
            </a:r>
            <a:r>
              <a:rPr sz="3000" b="0" spc="-135" dirty="0">
                <a:latin typeface="Corbel"/>
                <a:cs typeface="Corbel"/>
              </a:rPr>
              <a:t> </a:t>
            </a:r>
            <a:r>
              <a:rPr sz="3000" b="0" dirty="0">
                <a:latin typeface="Corbel"/>
                <a:cs typeface="Corbel"/>
              </a:rPr>
              <a:t>y</a:t>
            </a:r>
            <a:r>
              <a:rPr sz="3000" b="0" spc="-114" dirty="0">
                <a:latin typeface="Corbel"/>
                <a:cs typeface="Corbel"/>
              </a:rPr>
              <a:t> </a:t>
            </a:r>
            <a:r>
              <a:rPr sz="3000" b="0" spc="-55" dirty="0">
                <a:latin typeface="Corbel"/>
                <a:cs typeface="Corbel"/>
              </a:rPr>
              <a:t>errores</a:t>
            </a:r>
            <a:r>
              <a:rPr sz="3000" b="0" spc="-150" dirty="0">
                <a:latin typeface="Corbel"/>
                <a:cs typeface="Corbel"/>
              </a:rPr>
              <a:t> </a:t>
            </a:r>
            <a:r>
              <a:rPr sz="3000" b="0" spc="-35" dirty="0">
                <a:latin typeface="Corbel"/>
                <a:cs typeface="Corbel"/>
              </a:rPr>
              <a:t>en</a:t>
            </a:r>
            <a:r>
              <a:rPr sz="3000" b="0" spc="-110" dirty="0">
                <a:latin typeface="Corbel"/>
                <a:cs typeface="Corbel"/>
              </a:rPr>
              <a:t> </a:t>
            </a:r>
            <a:r>
              <a:rPr sz="3000" b="0" spc="-30" dirty="0">
                <a:latin typeface="Corbel"/>
                <a:cs typeface="Corbel"/>
              </a:rPr>
              <a:t>la</a:t>
            </a:r>
            <a:r>
              <a:rPr sz="3000" b="0" spc="-110" dirty="0">
                <a:latin typeface="Corbel"/>
                <a:cs typeface="Corbel"/>
              </a:rPr>
              <a:t> </a:t>
            </a:r>
            <a:r>
              <a:rPr sz="3000" b="0" spc="-50" dirty="0">
                <a:latin typeface="Corbel"/>
                <a:cs typeface="Corbel"/>
              </a:rPr>
              <a:t>toma</a:t>
            </a:r>
            <a:r>
              <a:rPr sz="3000" b="0" spc="-114" dirty="0">
                <a:latin typeface="Corbel"/>
                <a:cs typeface="Corbel"/>
              </a:rPr>
              <a:t> </a:t>
            </a:r>
            <a:r>
              <a:rPr sz="3000" b="0" spc="-30" dirty="0">
                <a:latin typeface="Corbel"/>
                <a:cs typeface="Corbel"/>
              </a:rPr>
              <a:t>de</a:t>
            </a:r>
            <a:r>
              <a:rPr sz="3000" b="0" spc="-130" dirty="0">
                <a:latin typeface="Corbel"/>
                <a:cs typeface="Corbel"/>
              </a:rPr>
              <a:t> </a:t>
            </a:r>
            <a:r>
              <a:rPr sz="3000" b="0" spc="-60" dirty="0">
                <a:latin typeface="Corbel"/>
                <a:cs typeface="Corbel"/>
              </a:rPr>
              <a:t>decisiones</a:t>
            </a:r>
            <a:r>
              <a:rPr sz="3000" b="0" spc="-105" dirty="0">
                <a:latin typeface="Corbel"/>
                <a:cs typeface="Corbel"/>
              </a:rPr>
              <a:t> </a:t>
            </a:r>
            <a:r>
              <a:rPr sz="3000" b="0" spc="-50" dirty="0">
                <a:latin typeface="Corbel"/>
                <a:cs typeface="Corbel"/>
              </a:rPr>
              <a:t>(II)</a:t>
            </a:r>
            <a:endParaRPr sz="3000">
              <a:latin typeface="Corbel"/>
              <a:cs typeface="Corbe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xfrm>
            <a:off x="8763254" y="6432448"/>
            <a:ext cx="321309" cy="254000"/>
          </a:xfrm>
          <a:prstGeom prst="rect">
            <a:avLst/>
          </a:prstGeom>
        </p:spPr>
        <p:txBody>
          <a:bodyPr vert="horz" wrap="square" lIns="0" tIns="0" rIns="0" bIns="0" rtlCol="0">
            <a:spAutoFit/>
          </a:bodyPr>
          <a:lstStyle>
            <a:defPPr>
              <a:defRPr lang="es-ES"/>
            </a:defPPr>
            <a:lvl1pPr marL="0" algn="l" defTabSz="914400" rtl="0" eaLnBrk="1" latinLnBrk="0" hangingPunct="1">
              <a:defRPr sz="1800" b="1" i="0" kern="1200">
                <a:solidFill>
                  <a:schemeClr val="tx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91770">
              <a:lnSpc>
                <a:spcPts val="1140"/>
              </a:lnSpc>
            </a:pPr>
            <a:fld id="{81D60167-4931-47E6-BA6A-407CBD079E47}" type="slidenum">
              <a:rPr lang="es-ES" sz="1100" smtClean="0">
                <a:solidFill>
                  <a:srgbClr val="40B9D2"/>
                </a:solidFill>
                <a:latin typeface="Corbel"/>
                <a:cs typeface="Corbel"/>
              </a:rPr>
              <a:pPr marL="191770">
                <a:lnSpc>
                  <a:spcPts val="1140"/>
                </a:lnSpc>
              </a:pPr>
              <a:t>64</a:t>
            </a:fld>
            <a:endParaRPr dirty="0"/>
          </a:p>
        </p:txBody>
      </p:sp>
      <p:sp>
        <p:nvSpPr>
          <p:cNvPr id="2" name="object 2"/>
          <p:cNvSpPr txBox="1"/>
          <p:nvPr/>
        </p:nvSpPr>
        <p:spPr>
          <a:xfrm>
            <a:off x="618540" y="1578990"/>
            <a:ext cx="3839845" cy="330835"/>
          </a:xfrm>
          <a:prstGeom prst="rect">
            <a:avLst/>
          </a:prstGeom>
        </p:spPr>
        <p:txBody>
          <a:bodyPr vert="horz" wrap="square" lIns="0" tIns="13335" rIns="0" bIns="0" rtlCol="0">
            <a:spAutoFit/>
          </a:bodyPr>
          <a:lstStyle/>
          <a:p>
            <a:pPr marL="195580" indent="-182880">
              <a:lnSpc>
                <a:spcPct val="100000"/>
              </a:lnSpc>
              <a:spcBef>
                <a:spcPts val="105"/>
              </a:spcBef>
              <a:buClr>
                <a:srgbClr val="40B9D2"/>
              </a:buClr>
              <a:buFont typeface="Wingdings 2"/>
              <a:buChar char=""/>
              <a:tabLst>
                <a:tab pos="195580" algn="l"/>
              </a:tabLst>
            </a:pPr>
            <a:r>
              <a:rPr sz="2000" b="1" spc="-5" dirty="0">
                <a:solidFill>
                  <a:srgbClr val="006FC0"/>
                </a:solidFill>
                <a:latin typeface="Corbel"/>
                <a:cs typeface="Corbel"/>
              </a:rPr>
              <a:t>Error</a:t>
            </a:r>
            <a:r>
              <a:rPr sz="2000" b="1" spc="5" dirty="0">
                <a:solidFill>
                  <a:srgbClr val="006FC0"/>
                </a:solidFill>
                <a:latin typeface="Corbel"/>
                <a:cs typeface="Corbel"/>
              </a:rPr>
              <a:t> </a:t>
            </a:r>
            <a:r>
              <a:rPr sz="2000" b="1" dirty="0">
                <a:solidFill>
                  <a:srgbClr val="006FC0"/>
                </a:solidFill>
                <a:latin typeface="Corbel"/>
                <a:cs typeface="Corbel"/>
              </a:rPr>
              <a:t>de</a:t>
            </a:r>
            <a:r>
              <a:rPr sz="2000" b="1" spc="-15" dirty="0">
                <a:solidFill>
                  <a:srgbClr val="006FC0"/>
                </a:solidFill>
                <a:latin typeface="Corbel"/>
                <a:cs typeface="Corbel"/>
              </a:rPr>
              <a:t> </a:t>
            </a:r>
            <a:r>
              <a:rPr sz="2000" b="1" spc="-5" dirty="0">
                <a:solidFill>
                  <a:srgbClr val="006FC0"/>
                </a:solidFill>
                <a:latin typeface="Corbel"/>
                <a:cs typeface="Corbel"/>
              </a:rPr>
              <a:t>la satisfacción</a:t>
            </a:r>
            <a:r>
              <a:rPr sz="2000" b="1" spc="-15" dirty="0">
                <a:solidFill>
                  <a:srgbClr val="006FC0"/>
                </a:solidFill>
                <a:latin typeface="Corbel"/>
                <a:cs typeface="Corbel"/>
              </a:rPr>
              <a:t> </a:t>
            </a:r>
            <a:r>
              <a:rPr sz="2000" b="1" spc="-5" dirty="0">
                <a:solidFill>
                  <a:srgbClr val="006FC0"/>
                </a:solidFill>
                <a:latin typeface="Corbel"/>
                <a:cs typeface="Corbel"/>
              </a:rPr>
              <a:t>inmediata</a:t>
            </a:r>
            <a:endParaRPr sz="2000">
              <a:latin typeface="Corbel"/>
              <a:cs typeface="Corbel"/>
            </a:endParaRPr>
          </a:p>
        </p:txBody>
      </p:sp>
      <p:sp>
        <p:nvSpPr>
          <p:cNvPr id="3" name="object 3"/>
          <p:cNvSpPr txBox="1"/>
          <p:nvPr/>
        </p:nvSpPr>
        <p:spPr>
          <a:xfrm>
            <a:off x="363474" y="2061210"/>
            <a:ext cx="8338184" cy="1080770"/>
          </a:xfrm>
          <a:prstGeom prst="rect">
            <a:avLst/>
          </a:prstGeom>
          <a:ln w="10794">
            <a:solidFill>
              <a:srgbClr val="000000"/>
            </a:solidFill>
          </a:ln>
        </p:spPr>
        <p:txBody>
          <a:bodyPr vert="horz" wrap="square" lIns="0" tIns="114935" rIns="0" bIns="0" rtlCol="0">
            <a:spAutoFit/>
          </a:bodyPr>
          <a:lstStyle/>
          <a:p>
            <a:pPr marL="953135" indent="-182880">
              <a:lnSpc>
                <a:spcPts val="1939"/>
              </a:lnSpc>
              <a:spcBef>
                <a:spcPts val="905"/>
              </a:spcBef>
            </a:pPr>
            <a:r>
              <a:rPr sz="1800" dirty="0">
                <a:latin typeface="Arial"/>
                <a:cs typeface="Arial"/>
              </a:rPr>
              <a:t>–</a:t>
            </a:r>
            <a:r>
              <a:rPr sz="1800" spc="5" dirty="0">
                <a:latin typeface="Arial"/>
                <a:cs typeface="Arial"/>
              </a:rPr>
              <a:t> </a:t>
            </a:r>
            <a:r>
              <a:rPr sz="1800" dirty="0">
                <a:solidFill>
                  <a:srgbClr val="585858"/>
                </a:solidFill>
                <a:latin typeface="Corbel"/>
                <a:cs typeface="Corbel"/>
              </a:rPr>
              <a:t>Gerentes que buscan los beneficios </a:t>
            </a:r>
            <a:r>
              <a:rPr sz="1800" spc="-5" dirty="0">
                <a:solidFill>
                  <a:srgbClr val="585858"/>
                </a:solidFill>
                <a:latin typeface="Corbel"/>
                <a:cs typeface="Corbel"/>
              </a:rPr>
              <a:t>instantáneos </a:t>
            </a:r>
            <a:r>
              <a:rPr sz="1800" dirty="0">
                <a:solidFill>
                  <a:srgbClr val="585858"/>
                </a:solidFill>
                <a:latin typeface="Corbel"/>
                <a:cs typeface="Corbel"/>
              </a:rPr>
              <a:t>y </a:t>
            </a:r>
            <a:r>
              <a:rPr sz="1800" spc="-5" dirty="0">
                <a:solidFill>
                  <a:srgbClr val="585858"/>
                </a:solidFill>
                <a:latin typeface="Corbel"/>
                <a:cs typeface="Corbel"/>
              </a:rPr>
              <a:t>evitan </a:t>
            </a:r>
            <a:r>
              <a:rPr sz="1800" dirty="0">
                <a:solidFill>
                  <a:srgbClr val="585858"/>
                </a:solidFill>
                <a:latin typeface="Corbel"/>
                <a:cs typeface="Corbel"/>
              </a:rPr>
              <a:t>los </a:t>
            </a:r>
            <a:r>
              <a:rPr sz="1800" spc="-5" dirty="0">
                <a:solidFill>
                  <a:srgbClr val="585858"/>
                </a:solidFill>
                <a:latin typeface="Corbel"/>
                <a:cs typeface="Corbel"/>
              </a:rPr>
              <a:t>costes </a:t>
            </a:r>
            <a:r>
              <a:rPr sz="1800" dirty="0">
                <a:solidFill>
                  <a:srgbClr val="585858"/>
                </a:solidFill>
                <a:latin typeface="Corbel"/>
                <a:cs typeface="Corbel"/>
              </a:rPr>
              <a:t> </a:t>
            </a:r>
            <a:r>
              <a:rPr sz="1800" spc="-5" dirty="0">
                <a:solidFill>
                  <a:srgbClr val="585858"/>
                </a:solidFill>
                <a:latin typeface="Corbel"/>
                <a:cs typeface="Corbel"/>
              </a:rPr>
              <a:t>inmediatos.</a:t>
            </a:r>
            <a:r>
              <a:rPr sz="1800" spc="5" dirty="0">
                <a:solidFill>
                  <a:srgbClr val="585858"/>
                </a:solidFill>
                <a:latin typeface="Corbel"/>
                <a:cs typeface="Corbel"/>
              </a:rPr>
              <a:t> </a:t>
            </a:r>
            <a:r>
              <a:rPr sz="1800" spc="-5" dirty="0">
                <a:solidFill>
                  <a:srgbClr val="585858"/>
                </a:solidFill>
                <a:latin typeface="Corbel"/>
                <a:cs typeface="Corbel"/>
              </a:rPr>
              <a:t>Las</a:t>
            </a:r>
            <a:r>
              <a:rPr sz="1800" dirty="0">
                <a:solidFill>
                  <a:srgbClr val="585858"/>
                </a:solidFill>
                <a:latin typeface="Corbel"/>
                <a:cs typeface="Corbel"/>
              </a:rPr>
              <a:t> opciones</a:t>
            </a:r>
            <a:r>
              <a:rPr sz="1800" spc="-5" dirty="0">
                <a:solidFill>
                  <a:srgbClr val="585858"/>
                </a:solidFill>
                <a:latin typeface="Corbel"/>
                <a:cs typeface="Corbel"/>
              </a:rPr>
              <a:t> </a:t>
            </a:r>
            <a:r>
              <a:rPr sz="1800" dirty="0">
                <a:solidFill>
                  <a:srgbClr val="585858"/>
                </a:solidFill>
                <a:latin typeface="Corbel"/>
                <a:cs typeface="Corbel"/>
              </a:rPr>
              <a:t>que</a:t>
            </a:r>
            <a:r>
              <a:rPr sz="1800" spc="-5" dirty="0">
                <a:solidFill>
                  <a:srgbClr val="585858"/>
                </a:solidFill>
                <a:latin typeface="Corbel"/>
                <a:cs typeface="Corbel"/>
              </a:rPr>
              <a:t> tienen</a:t>
            </a:r>
            <a:r>
              <a:rPr sz="1800" dirty="0">
                <a:solidFill>
                  <a:srgbClr val="585858"/>
                </a:solidFill>
                <a:latin typeface="Corbel"/>
                <a:cs typeface="Corbel"/>
              </a:rPr>
              <a:t> </a:t>
            </a:r>
            <a:r>
              <a:rPr sz="1800" spc="-5" dirty="0">
                <a:solidFill>
                  <a:srgbClr val="585858"/>
                </a:solidFill>
                <a:latin typeface="Corbel"/>
                <a:cs typeface="Corbel"/>
              </a:rPr>
              <a:t>resultados</a:t>
            </a:r>
            <a:r>
              <a:rPr sz="1800" spc="5" dirty="0">
                <a:solidFill>
                  <a:srgbClr val="585858"/>
                </a:solidFill>
                <a:latin typeface="Corbel"/>
                <a:cs typeface="Corbel"/>
              </a:rPr>
              <a:t> </a:t>
            </a:r>
            <a:r>
              <a:rPr sz="1800" spc="-5" dirty="0">
                <a:solidFill>
                  <a:srgbClr val="585858"/>
                </a:solidFill>
                <a:latin typeface="Corbel"/>
                <a:cs typeface="Corbel"/>
              </a:rPr>
              <a:t>rápidos</a:t>
            </a:r>
            <a:r>
              <a:rPr sz="1800" spc="5" dirty="0">
                <a:solidFill>
                  <a:srgbClr val="585858"/>
                </a:solidFill>
                <a:latin typeface="Corbel"/>
                <a:cs typeface="Corbel"/>
              </a:rPr>
              <a:t> </a:t>
            </a:r>
            <a:r>
              <a:rPr sz="1800" spc="-5" dirty="0">
                <a:solidFill>
                  <a:srgbClr val="585858"/>
                </a:solidFill>
                <a:latin typeface="Corbel"/>
                <a:cs typeface="Corbel"/>
              </a:rPr>
              <a:t>son</a:t>
            </a:r>
            <a:r>
              <a:rPr sz="1800" dirty="0">
                <a:solidFill>
                  <a:srgbClr val="585858"/>
                </a:solidFill>
                <a:latin typeface="Corbel"/>
                <a:cs typeface="Corbel"/>
              </a:rPr>
              <a:t> </a:t>
            </a:r>
            <a:r>
              <a:rPr sz="1800" spc="-5" dirty="0">
                <a:solidFill>
                  <a:srgbClr val="585858"/>
                </a:solidFill>
                <a:latin typeface="Corbel"/>
                <a:cs typeface="Corbel"/>
              </a:rPr>
              <a:t>más</a:t>
            </a:r>
            <a:r>
              <a:rPr sz="1800" dirty="0">
                <a:solidFill>
                  <a:srgbClr val="585858"/>
                </a:solidFill>
                <a:latin typeface="Corbel"/>
                <a:cs typeface="Corbel"/>
              </a:rPr>
              <a:t> </a:t>
            </a:r>
            <a:r>
              <a:rPr sz="1800" spc="-5" dirty="0">
                <a:solidFill>
                  <a:srgbClr val="585858"/>
                </a:solidFill>
                <a:latin typeface="Corbel"/>
                <a:cs typeface="Corbel"/>
              </a:rPr>
              <a:t>atractivas</a:t>
            </a:r>
            <a:r>
              <a:rPr sz="1800" spc="40" dirty="0">
                <a:solidFill>
                  <a:srgbClr val="585858"/>
                </a:solidFill>
                <a:latin typeface="Corbel"/>
                <a:cs typeface="Corbel"/>
              </a:rPr>
              <a:t> </a:t>
            </a:r>
            <a:r>
              <a:rPr sz="1800" dirty="0">
                <a:solidFill>
                  <a:srgbClr val="585858"/>
                </a:solidFill>
                <a:latin typeface="Corbel"/>
                <a:cs typeface="Corbel"/>
              </a:rPr>
              <a:t>que </a:t>
            </a:r>
            <a:r>
              <a:rPr sz="1800" spc="-345" dirty="0">
                <a:solidFill>
                  <a:srgbClr val="585858"/>
                </a:solidFill>
                <a:latin typeface="Corbel"/>
                <a:cs typeface="Corbel"/>
              </a:rPr>
              <a:t> </a:t>
            </a:r>
            <a:r>
              <a:rPr sz="1800" spc="-10" dirty="0">
                <a:solidFill>
                  <a:srgbClr val="585858"/>
                </a:solidFill>
                <a:latin typeface="Corbel"/>
                <a:cs typeface="Corbel"/>
              </a:rPr>
              <a:t>otras.</a:t>
            </a:r>
            <a:endParaRPr sz="1800">
              <a:latin typeface="Corbel"/>
              <a:cs typeface="Corbel"/>
            </a:endParaRPr>
          </a:p>
        </p:txBody>
      </p:sp>
      <p:sp>
        <p:nvSpPr>
          <p:cNvPr id="4" name="object 4"/>
          <p:cNvSpPr txBox="1"/>
          <p:nvPr/>
        </p:nvSpPr>
        <p:spPr>
          <a:xfrm>
            <a:off x="618540" y="3153537"/>
            <a:ext cx="1938020" cy="330835"/>
          </a:xfrm>
          <a:prstGeom prst="rect">
            <a:avLst/>
          </a:prstGeom>
        </p:spPr>
        <p:txBody>
          <a:bodyPr vert="horz" wrap="square" lIns="0" tIns="13335" rIns="0" bIns="0" rtlCol="0">
            <a:spAutoFit/>
          </a:bodyPr>
          <a:lstStyle/>
          <a:p>
            <a:pPr marL="195580" indent="-182880">
              <a:lnSpc>
                <a:spcPct val="100000"/>
              </a:lnSpc>
              <a:spcBef>
                <a:spcPts val="105"/>
              </a:spcBef>
              <a:buClr>
                <a:srgbClr val="40B9D2"/>
              </a:buClr>
              <a:buFont typeface="Wingdings 2"/>
              <a:buChar char=""/>
              <a:tabLst>
                <a:tab pos="195580" algn="l"/>
              </a:tabLst>
            </a:pPr>
            <a:r>
              <a:rPr sz="2000" b="1" dirty="0">
                <a:solidFill>
                  <a:srgbClr val="006FC0"/>
                </a:solidFill>
                <a:latin typeface="Corbel"/>
                <a:cs typeface="Corbel"/>
              </a:rPr>
              <a:t>Efecto</a:t>
            </a:r>
            <a:r>
              <a:rPr sz="2000" b="1" spc="-35" dirty="0">
                <a:solidFill>
                  <a:srgbClr val="006FC0"/>
                </a:solidFill>
                <a:latin typeface="Corbel"/>
                <a:cs typeface="Corbel"/>
              </a:rPr>
              <a:t> </a:t>
            </a:r>
            <a:r>
              <a:rPr sz="2000" b="1" dirty="0">
                <a:solidFill>
                  <a:srgbClr val="006FC0"/>
                </a:solidFill>
                <a:latin typeface="Corbel"/>
                <a:cs typeface="Corbel"/>
              </a:rPr>
              <a:t>del</a:t>
            </a:r>
            <a:r>
              <a:rPr sz="2000" b="1" spc="-45" dirty="0">
                <a:solidFill>
                  <a:srgbClr val="006FC0"/>
                </a:solidFill>
                <a:latin typeface="Corbel"/>
                <a:cs typeface="Corbel"/>
              </a:rPr>
              <a:t> </a:t>
            </a:r>
            <a:r>
              <a:rPr sz="2000" b="1" dirty="0">
                <a:solidFill>
                  <a:srgbClr val="006FC0"/>
                </a:solidFill>
                <a:latin typeface="Corbel"/>
                <a:cs typeface="Corbel"/>
              </a:rPr>
              <a:t>ancla</a:t>
            </a:r>
            <a:endParaRPr sz="2000">
              <a:latin typeface="Corbel"/>
              <a:cs typeface="Corbel"/>
            </a:endParaRPr>
          </a:p>
        </p:txBody>
      </p:sp>
      <p:sp>
        <p:nvSpPr>
          <p:cNvPr id="5" name="object 5"/>
          <p:cNvSpPr txBox="1"/>
          <p:nvPr/>
        </p:nvSpPr>
        <p:spPr>
          <a:xfrm>
            <a:off x="380238" y="3717797"/>
            <a:ext cx="8341359" cy="791210"/>
          </a:xfrm>
          <a:prstGeom prst="rect">
            <a:avLst/>
          </a:prstGeom>
          <a:ln w="10794">
            <a:solidFill>
              <a:srgbClr val="000000"/>
            </a:solidFill>
          </a:ln>
        </p:spPr>
        <p:txBody>
          <a:bodyPr vert="horz" wrap="square" lIns="0" tIns="33020" rIns="0" bIns="0" rtlCol="0">
            <a:spAutoFit/>
          </a:bodyPr>
          <a:lstStyle/>
          <a:p>
            <a:pPr marL="936625" marR="466725" indent="-182880">
              <a:lnSpc>
                <a:spcPts val="1939"/>
              </a:lnSpc>
              <a:spcBef>
                <a:spcPts val="260"/>
              </a:spcBef>
            </a:pPr>
            <a:r>
              <a:rPr sz="1800" dirty="0">
                <a:latin typeface="Arial"/>
                <a:cs typeface="Arial"/>
              </a:rPr>
              <a:t>–</a:t>
            </a:r>
            <a:r>
              <a:rPr sz="1800" spc="310" dirty="0">
                <a:latin typeface="Arial"/>
                <a:cs typeface="Arial"/>
              </a:rPr>
              <a:t> </a:t>
            </a:r>
            <a:r>
              <a:rPr sz="1800" spc="-10" dirty="0">
                <a:solidFill>
                  <a:srgbClr val="585858"/>
                </a:solidFill>
                <a:latin typeface="Corbel"/>
                <a:cs typeface="Corbel"/>
              </a:rPr>
              <a:t>Cuando</a:t>
            </a:r>
            <a:r>
              <a:rPr sz="1800" spc="30" dirty="0">
                <a:solidFill>
                  <a:srgbClr val="585858"/>
                </a:solidFill>
                <a:latin typeface="Corbel"/>
                <a:cs typeface="Corbel"/>
              </a:rPr>
              <a:t> </a:t>
            </a:r>
            <a:r>
              <a:rPr sz="1800" dirty="0">
                <a:solidFill>
                  <a:srgbClr val="585858"/>
                </a:solidFill>
                <a:latin typeface="Corbel"/>
                <a:cs typeface="Corbel"/>
              </a:rPr>
              <a:t>los</a:t>
            </a:r>
            <a:r>
              <a:rPr sz="1800" spc="-10" dirty="0">
                <a:solidFill>
                  <a:srgbClr val="585858"/>
                </a:solidFill>
                <a:latin typeface="Corbel"/>
                <a:cs typeface="Corbel"/>
              </a:rPr>
              <a:t> </a:t>
            </a:r>
            <a:r>
              <a:rPr sz="1800" dirty="0">
                <a:solidFill>
                  <a:srgbClr val="585858"/>
                </a:solidFill>
                <a:latin typeface="Corbel"/>
                <a:cs typeface="Corbel"/>
              </a:rPr>
              <a:t>que</a:t>
            </a:r>
            <a:r>
              <a:rPr sz="1800" spc="-10" dirty="0">
                <a:solidFill>
                  <a:srgbClr val="585858"/>
                </a:solidFill>
                <a:latin typeface="Corbel"/>
                <a:cs typeface="Corbel"/>
              </a:rPr>
              <a:t> </a:t>
            </a:r>
            <a:r>
              <a:rPr sz="1800" dirty="0">
                <a:solidFill>
                  <a:srgbClr val="585858"/>
                </a:solidFill>
                <a:latin typeface="Corbel"/>
                <a:cs typeface="Corbel"/>
              </a:rPr>
              <a:t>deciden se </a:t>
            </a:r>
            <a:r>
              <a:rPr sz="1800" spc="-5" dirty="0">
                <a:solidFill>
                  <a:srgbClr val="585858"/>
                </a:solidFill>
                <a:latin typeface="Corbel"/>
                <a:cs typeface="Corbel"/>
              </a:rPr>
              <a:t>quedan</a:t>
            </a:r>
            <a:r>
              <a:rPr sz="1800" spc="10" dirty="0">
                <a:solidFill>
                  <a:srgbClr val="585858"/>
                </a:solidFill>
                <a:latin typeface="Corbel"/>
                <a:cs typeface="Corbel"/>
              </a:rPr>
              <a:t> </a:t>
            </a:r>
            <a:r>
              <a:rPr sz="1800" spc="-5" dirty="0">
                <a:solidFill>
                  <a:srgbClr val="585858"/>
                </a:solidFill>
                <a:latin typeface="Corbel"/>
                <a:cs typeface="Corbel"/>
              </a:rPr>
              <a:t>fijados</a:t>
            </a:r>
            <a:r>
              <a:rPr sz="1800" dirty="0">
                <a:solidFill>
                  <a:srgbClr val="585858"/>
                </a:solidFill>
                <a:latin typeface="Corbel"/>
                <a:cs typeface="Corbel"/>
              </a:rPr>
              <a:t> en</a:t>
            </a:r>
            <a:r>
              <a:rPr sz="1800" spc="15" dirty="0">
                <a:solidFill>
                  <a:srgbClr val="585858"/>
                </a:solidFill>
                <a:latin typeface="Corbel"/>
                <a:cs typeface="Corbel"/>
              </a:rPr>
              <a:t> </a:t>
            </a:r>
            <a:r>
              <a:rPr sz="1800" dirty="0">
                <a:solidFill>
                  <a:srgbClr val="585858"/>
                </a:solidFill>
                <a:latin typeface="Corbel"/>
                <a:cs typeface="Corbel"/>
              </a:rPr>
              <a:t>la</a:t>
            </a:r>
            <a:r>
              <a:rPr sz="1800" spc="-5" dirty="0">
                <a:solidFill>
                  <a:srgbClr val="585858"/>
                </a:solidFill>
                <a:latin typeface="Corbel"/>
                <a:cs typeface="Corbel"/>
              </a:rPr>
              <a:t> información </a:t>
            </a:r>
            <a:r>
              <a:rPr sz="1800" dirty="0">
                <a:solidFill>
                  <a:srgbClr val="585858"/>
                </a:solidFill>
                <a:latin typeface="Corbel"/>
                <a:cs typeface="Corbel"/>
              </a:rPr>
              <a:t>inicial</a:t>
            </a:r>
            <a:r>
              <a:rPr sz="1800" spc="-15" dirty="0">
                <a:solidFill>
                  <a:srgbClr val="585858"/>
                </a:solidFill>
                <a:latin typeface="Corbel"/>
                <a:cs typeface="Corbel"/>
              </a:rPr>
              <a:t> </a:t>
            </a:r>
            <a:r>
              <a:rPr sz="1800" dirty="0">
                <a:solidFill>
                  <a:srgbClr val="585858"/>
                </a:solidFill>
                <a:latin typeface="Corbel"/>
                <a:cs typeface="Corbel"/>
              </a:rPr>
              <a:t>y </a:t>
            </a:r>
            <a:r>
              <a:rPr sz="1800" spc="-5" dirty="0">
                <a:solidFill>
                  <a:srgbClr val="585858"/>
                </a:solidFill>
                <a:latin typeface="Corbel"/>
                <a:cs typeface="Corbel"/>
              </a:rPr>
              <a:t>no</a:t>
            </a:r>
            <a:r>
              <a:rPr sz="1800" spc="5" dirty="0">
                <a:solidFill>
                  <a:srgbClr val="585858"/>
                </a:solidFill>
                <a:latin typeface="Corbel"/>
                <a:cs typeface="Corbel"/>
              </a:rPr>
              <a:t> </a:t>
            </a:r>
            <a:r>
              <a:rPr sz="1800" spc="-5" dirty="0">
                <a:solidFill>
                  <a:srgbClr val="585858"/>
                </a:solidFill>
                <a:latin typeface="Corbel"/>
                <a:cs typeface="Corbel"/>
              </a:rPr>
              <a:t>se </a:t>
            </a:r>
            <a:r>
              <a:rPr sz="1800" spc="-345" dirty="0">
                <a:solidFill>
                  <a:srgbClr val="585858"/>
                </a:solidFill>
                <a:latin typeface="Corbel"/>
                <a:cs typeface="Corbel"/>
              </a:rPr>
              <a:t> </a:t>
            </a:r>
            <a:r>
              <a:rPr sz="1800" spc="-5" dirty="0">
                <a:solidFill>
                  <a:srgbClr val="585858"/>
                </a:solidFill>
                <a:latin typeface="Corbel"/>
                <a:cs typeface="Corbel"/>
              </a:rPr>
              <a:t>adaptan</a:t>
            </a:r>
            <a:r>
              <a:rPr sz="1800" spc="25" dirty="0">
                <a:solidFill>
                  <a:srgbClr val="585858"/>
                </a:solidFill>
                <a:latin typeface="Corbel"/>
                <a:cs typeface="Corbel"/>
              </a:rPr>
              <a:t> </a:t>
            </a:r>
            <a:r>
              <a:rPr sz="1800" dirty="0">
                <a:solidFill>
                  <a:srgbClr val="585858"/>
                </a:solidFill>
                <a:latin typeface="Corbel"/>
                <a:cs typeface="Corbel"/>
              </a:rPr>
              <a:t>a</a:t>
            </a:r>
            <a:r>
              <a:rPr sz="1800" spc="5" dirty="0">
                <a:solidFill>
                  <a:srgbClr val="585858"/>
                </a:solidFill>
                <a:latin typeface="Corbel"/>
                <a:cs typeface="Corbel"/>
              </a:rPr>
              <a:t> </a:t>
            </a:r>
            <a:r>
              <a:rPr sz="1800" dirty="0">
                <a:solidFill>
                  <a:srgbClr val="585858"/>
                </a:solidFill>
                <a:latin typeface="Corbel"/>
                <a:cs typeface="Corbel"/>
              </a:rPr>
              <a:t>la</a:t>
            </a:r>
            <a:r>
              <a:rPr sz="1800" spc="-5" dirty="0">
                <a:solidFill>
                  <a:srgbClr val="585858"/>
                </a:solidFill>
                <a:latin typeface="Corbel"/>
                <a:cs typeface="Corbel"/>
              </a:rPr>
              <a:t> información</a:t>
            </a:r>
            <a:r>
              <a:rPr sz="1800" spc="5" dirty="0">
                <a:solidFill>
                  <a:srgbClr val="585858"/>
                </a:solidFill>
                <a:latin typeface="Corbel"/>
                <a:cs typeface="Corbel"/>
              </a:rPr>
              <a:t> </a:t>
            </a:r>
            <a:r>
              <a:rPr sz="1800" spc="-5" dirty="0">
                <a:solidFill>
                  <a:srgbClr val="585858"/>
                </a:solidFill>
                <a:latin typeface="Corbel"/>
                <a:cs typeface="Corbel"/>
              </a:rPr>
              <a:t>siguiente.</a:t>
            </a:r>
            <a:endParaRPr sz="1800">
              <a:latin typeface="Corbel"/>
              <a:cs typeface="Corbel"/>
            </a:endParaRPr>
          </a:p>
        </p:txBody>
      </p:sp>
      <p:sp>
        <p:nvSpPr>
          <p:cNvPr id="6" name="object 6"/>
          <p:cNvSpPr txBox="1">
            <a:spLocks noGrp="1"/>
          </p:cNvSpPr>
          <p:nvPr>
            <p:ph type="title"/>
          </p:nvPr>
        </p:nvSpPr>
        <p:spPr>
          <a:xfrm>
            <a:off x="396240" y="199644"/>
            <a:ext cx="8496300" cy="993775"/>
          </a:xfrm>
          <a:prstGeom prst="rect">
            <a:avLst/>
          </a:prstGeom>
          <a:solidFill>
            <a:srgbClr val="33CCCC"/>
          </a:solidFill>
        </p:spPr>
        <p:txBody>
          <a:bodyPr vert="horz" wrap="square" lIns="0" tIns="221615" rIns="0" bIns="0" rtlCol="0">
            <a:spAutoFit/>
          </a:bodyPr>
          <a:lstStyle/>
          <a:p>
            <a:pPr marL="90805">
              <a:lnSpc>
                <a:spcPct val="100000"/>
              </a:lnSpc>
              <a:spcBef>
                <a:spcPts val="1745"/>
              </a:spcBef>
            </a:pPr>
            <a:r>
              <a:rPr sz="3000" b="0" spc="-55" dirty="0">
                <a:latin typeface="Corbel"/>
                <a:cs typeface="Corbel"/>
              </a:rPr>
              <a:t>Sesgos,</a:t>
            </a:r>
            <a:r>
              <a:rPr sz="3000" b="0" spc="-135" dirty="0">
                <a:latin typeface="Corbel"/>
                <a:cs typeface="Corbel"/>
              </a:rPr>
              <a:t> </a:t>
            </a:r>
            <a:r>
              <a:rPr sz="3000" b="0" spc="-60" dirty="0">
                <a:latin typeface="Corbel"/>
                <a:cs typeface="Corbel"/>
              </a:rPr>
              <a:t>prejuicios</a:t>
            </a:r>
            <a:r>
              <a:rPr sz="3000" b="0" spc="-130" dirty="0">
                <a:latin typeface="Corbel"/>
                <a:cs typeface="Corbel"/>
              </a:rPr>
              <a:t> </a:t>
            </a:r>
            <a:r>
              <a:rPr sz="3000" b="0" dirty="0">
                <a:latin typeface="Corbel"/>
                <a:cs typeface="Corbel"/>
              </a:rPr>
              <a:t>y</a:t>
            </a:r>
            <a:r>
              <a:rPr sz="3000" b="0" spc="-120" dirty="0">
                <a:latin typeface="Corbel"/>
                <a:cs typeface="Corbel"/>
              </a:rPr>
              <a:t> </a:t>
            </a:r>
            <a:r>
              <a:rPr sz="3000" b="0" spc="-55" dirty="0">
                <a:latin typeface="Corbel"/>
                <a:cs typeface="Corbel"/>
              </a:rPr>
              <a:t>errores</a:t>
            </a:r>
            <a:r>
              <a:rPr sz="3000" b="0" spc="-145" dirty="0">
                <a:latin typeface="Corbel"/>
                <a:cs typeface="Corbel"/>
              </a:rPr>
              <a:t> </a:t>
            </a:r>
            <a:r>
              <a:rPr sz="3000" b="0" spc="-35" dirty="0">
                <a:latin typeface="Corbel"/>
                <a:cs typeface="Corbel"/>
              </a:rPr>
              <a:t>en</a:t>
            </a:r>
            <a:r>
              <a:rPr sz="3000" b="0" spc="-110" dirty="0">
                <a:latin typeface="Corbel"/>
                <a:cs typeface="Corbel"/>
              </a:rPr>
              <a:t> </a:t>
            </a:r>
            <a:r>
              <a:rPr sz="3000" b="0" spc="-30" dirty="0">
                <a:latin typeface="Corbel"/>
                <a:cs typeface="Corbel"/>
              </a:rPr>
              <a:t>la</a:t>
            </a:r>
            <a:r>
              <a:rPr sz="3000" b="0" spc="-110" dirty="0">
                <a:latin typeface="Corbel"/>
                <a:cs typeface="Corbel"/>
              </a:rPr>
              <a:t> </a:t>
            </a:r>
            <a:r>
              <a:rPr sz="3000" b="0" spc="-50" dirty="0">
                <a:latin typeface="Corbel"/>
                <a:cs typeface="Corbel"/>
              </a:rPr>
              <a:t>toma</a:t>
            </a:r>
            <a:r>
              <a:rPr sz="3000" b="0" spc="-114" dirty="0">
                <a:latin typeface="Corbel"/>
                <a:cs typeface="Corbel"/>
              </a:rPr>
              <a:t> </a:t>
            </a:r>
            <a:r>
              <a:rPr sz="3000" b="0" spc="-30" dirty="0">
                <a:latin typeface="Corbel"/>
                <a:cs typeface="Corbel"/>
              </a:rPr>
              <a:t>de</a:t>
            </a:r>
            <a:r>
              <a:rPr sz="3000" b="0" spc="-125" dirty="0">
                <a:latin typeface="Corbel"/>
                <a:cs typeface="Corbel"/>
              </a:rPr>
              <a:t> </a:t>
            </a:r>
            <a:r>
              <a:rPr sz="3000" b="0" spc="-60" dirty="0">
                <a:latin typeface="Corbel"/>
                <a:cs typeface="Corbel"/>
              </a:rPr>
              <a:t>decisiones</a:t>
            </a:r>
            <a:r>
              <a:rPr sz="3000" b="0" spc="-105" dirty="0">
                <a:latin typeface="Corbel"/>
                <a:cs typeface="Corbel"/>
              </a:rPr>
              <a:t> </a:t>
            </a:r>
            <a:r>
              <a:rPr sz="3000" b="0" spc="-55" dirty="0">
                <a:latin typeface="Corbel"/>
                <a:cs typeface="Corbel"/>
              </a:rPr>
              <a:t>(III)</a:t>
            </a:r>
            <a:endParaRPr sz="3000" dirty="0">
              <a:latin typeface="Corbel"/>
              <a:cs typeface="Corbe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8540" y="1554607"/>
            <a:ext cx="2707005" cy="330835"/>
          </a:xfrm>
          <a:prstGeom prst="rect">
            <a:avLst/>
          </a:prstGeom>
        </p:spPr>
        <p:txBody>
          <a:bodyPr vert="horz" wrap="square" lIns="0" tIns="13335" rIns="0" bIns="0" rtlCol="0">
            <a:spAutoFit/>
          </a:bodyPr>
          <a:lstStyle/>
          <a:p>
            <a:pPr marL="355600" indent="-342900">
              <a:lnSpc>
                <a:spcPct val="100000"/>
              </a:lnSpc>
              <a:spcBef>
                <a:spcPts val="105"/>
              </a:spcBef>
              <a:buClr>
                <a:srgbClr val="C00000"/>
              </a:buClr>
              <a:buFont typeface="Wingdings"/>
              <a:buChar char=""/>
              <a:tabLst>
                <a:tab pos="354965" algn="l"/>
                <a:tab pos="355600" algn="l"/>
              </a:tabLst>
            </a:pPr>
            <a:r>
              <a:rPr sz="2000" b="1" spc="-5" dirty="0">
                <a:solidFill>
                  <a:srgbClr val="006FC0"/>
                </a:solidFill>
                <a:latin typeface="Corbel"/>
                <a:cs typeface="Corbel"/>
              </a:rPr>
              <a:t>Error</a:t>
            </a:r>
            <a:r>
              <a:rPr sz="2000" b="1" spc="-10" dirty="0">
                <a:solidFill>
                  <a:srgbClr val="006FC0"/>
                </a:solidFill>
                <a:latin typeface="Corbel"/>
                <a:cs typeface="Corbel"/>
              </a:rPr>
              <a:t> </a:t>
            </a:r>
            <a:r>
              <a:rPr sz="2000" b="1" dirty="0">
                <a:solidFill>
                  <a:srgbClr val="006FC0"/>
                </a:solidFill>
                <a:latin typeface="Corbel"/>
                <a:cs typeface="Corbel"/>
              </a:rPr>
              <a:t>de</a:t>
            </a:r>
            <a:r>
              <a:rPr sz="2000" b="1" spc="-30" dirty="0">
                <a:solidFill>
                  <a:srgbClr val="006FC0"/>
                </a:solidFill>
                <a:latin typeface="Corbel"/>
                <a:cs typeface="Corbel"/>
              </a:rPr>
              <a:t> </a:t>
            </a:r>
            <a:r>
              <a:rPr sz="2000" b="1" spc="-5" dirty="0">
                <a:solidFill>
                  <a:srgbClr val="006FC0"/>
                </a:solidFill>
                <a:latin typeface="Corbel"/>
                <a:cs typeface="Corbel"/>
              </a:rPr>
              <a:t>la</a:t>
            </a:r>
            <a:r>
              <a:rPr sz="2000" b="1" spc="-25" dirty="0">
                <a:solidFill>
                  <a:srgbClr val="006FC0"/>
                </a:solidFill>
                <a:latin typeface="Corbel"/>
                <a:cs typeface="Corbel"/>
              </a:rPr>
              <a:t> </a:t>
            </a:r>
            <a:r>
              <a:rPr sz="2000" b="1" dirty="0">
                <a:solidFill>
                  <a:srgbClr val="006FC0"/>
                </a:solidFill>
                <a:latin typeface="Corbel"/>
                <a:cs typeface="Corbel"/>
              </a:rPr>
              <a:t>casualidad</a:t>
            </a:r>
            <a:endParaRPr sz="2000">
              <a:latin typeface="Corbel"/>
              <a:cs typeface="Corbel"/>
            </a:endParaRPr>
          </a:p>
        </p:txBody>
      </p:sp>
      <p:sp>
        <p:nvSpPr>
          <p:cNvPr id="3" name="object 3"/>
          <p:cNvSpPr txBox="1"/>
          <p:nvPr/>
        </p:nvSpPr>
        <p:spPr>
          <a:xfrm>
            <a:off x="540258" y="2061210"/>
            <a:ext cx="8339455" cy="561340"/>
          </a:xfrm>
          <a:prstGeom prst="rect">
            <a:avLst/>
          </a:prstGeom>
          <a:ln w="10794">
            <a:solidFill>
              <a:srgbClr val="000000"/>
            </a:solidFill>
          </a:ln>
        </p:spPr>
        <p:txBody>
          <a:bodyPr vert="horz" wrap="square" lIns="0" tIns="117475" rIns="0" bIns="0" rtlCol="0">
            <a:spAutoFit/>
          </a:bodyPr>
          <a:lstStyle/>
          <a:p>
            <a:pPr marL="548005">
              <a:lnSpc>
                <a:spcPct val="100000"/>
              </a:lnSpc>
              <a:spcBef>
                <a:spcPts val="925"/>
              </a:spcBef>
              <a:tabLst>
                <a:tab pos="834390" algn="l"/>
              </a:tabLst>
            </a:pPr>
            <a:r>
              <a:rPr sz="1800" dirty="0">
                <a:latin typeface="Arial"/>
                <a:cs typeface="Arial"/>
              </a:rPr>
              <a:t>–	</a:t>
            </a:r>
            <a:r>
              <a:rPr sz="1800" dirty="0">
                <a:latin typeface="Corbel"/>
                <a:cs typeface="Corbel"/>
              </a:rPr>
              <a:t>Los gerentes</a:t>
            </a:r>
            <a:r>
              <a:rPr sz="1800" spc="-10" dirty="0">
                <a:latin typeface="Corbel"/>
                <a:cs typeface="Corbel"/>
              </a:rPr>
              <a:t> tratan</a:t>
            </a:r>
            <a:r>
              <a:rPr sz="1800" spc="20" dirty="0">
                <a:latin typeface="Corbel"/>
                <a:cs typeface="Corbel"/>
              </a:rPr>
              <a:t> </a:t>
            </a:r>
            <a:r>
              <a:rPr sz="1800" dirty="0">
                <a:latin typeface="Corbel"/>
                <a:cs typeface="Corbel"/>
              </a:rPr>
              <a:t>de</a:t>
            </a:r>
            <a:r>
              <a:rPr sz="1800" spc="5" dirty="0">
                <a:latin typeface="Corbel"/>
                <a:cs typeface="Corbel"/>
              </a:rPr>
              <a:t> </a:t>
            </a:r>
            <a:r>
              <a:rPr sz="1800" dirty="0">
                <a:latin typeface="Corbel"/>
                <a:cs typeface="Corbel"/>
              </a:rPr>
              <a:t>imponerle</a:t>
            </a:r>
            <a:r>
              <a:rPr sz="1800" spc="-25" dirty="0">
                <a:latin typeface="Corbel"/>
                <a:cs typeface="Corbel"/>
              </a:rPr>
              <a:t> </a:t>
            </a:r>
            <a:r>
              <a:rPr sz="1800" dirty="0">
                <a:latin typeface="Corbel"/>
                <a:cs typeface="Corbel"/>
              </a:rPr>
              <a:t>un</a:t>
            </a:r>
            <a:r>
              <a:rPr sz="1800" spc="15" dirty="0">
                <a:latin typeface="Corbel"/>
                <a:cs typeface="Corbel"/>
              </a:rPr>
              <a:t> </a:t>
            </a:r>
            <a:r>
              <a:rPr sz="1800" spc="-5" dirty="0">
                <a:latin typeface="Corbel"/>
                <a:cs typeface="Corbel"/>
              </a:rPr>
              <a:t>significado</a:t>
            </a:r>
            <a:r>
              <a:rPr sz="1800" spc="-20" dirty="0">
                <a:latin typeface="Corbel"/>
                <a:cs typeface="Corbel"/>
              </a:rPr>
              <a:t> </a:t>
            </a:r>
            <a:r>
              <a:rPr sz="1800" dirty="0">
                <a:latin typeface="Corbel"/>
                <a:cs typeface="Corbel"/>
              </a:rPr>
              <a:t>a</a:t>
            </a:r>
            <a:r>
              <a:rPr sz="1800" spc="5" dirty="0">
                <a:latin typeface="Corbel"/>
                <a:cs typeface="Corbel"/>
              </a:rPr>
              <a:t> </a:t>
            </a:r>
            <a:r>
              <a:rPr sz="1800" spc="-5" dirty="0">
                <a:latin typeface="Corbel"/>
                <a:cs typeface="Corbel"/>
              </a:rPr>
              <a:t>sucesos</a:t>
            </a:r>
            <a:r>
              <a:rPr sz="1800" spc="-25" dirty="0">
                <a:latin typeface="Corbel"/>
                <a:cs typeface="Corbel"/>
              </a:rPr>
              <a:t> </a:t>
            </a:r>
            <a:r>
              <a:rPr sz="1800" spc="-5" dirty="0">
                <a:latin typeface="Corbel"/>
                <a:cs typeface="Corbel"/>
              </a:rPr>
              <a:t>casuales.</a:t>
            </a:r>
            <a:endParaRPr sz="1800">
              <a:latin typeface="Corbel"/>
              <a:cs typeface="Corbel"/>
            </a:endParaRPr>
          </a:p>
        </p:txBody>
      </p:sp>
      <p:sp>
        <p:nvSpPr>
          <p:cNvPr id="4" name="object 4"/>
          <p:cNvSpPr txBox="1"/>
          <p:nvPr/>
        </p:nvSpPr>
        <p:spPr>
          <a:xfrm>
            <a:off x="618540" y="2713101"/>
            <a:ext cx="3499485" cy="330835"/>
          </a:xfrm>
          <a:prstGeom prst="rect">
            <a:avLst/>
          </a:prstGeom>
        </p:spPr>
        <p:txBody>
          <a:bodyPr vert="horz" wrap="square" lIns="0" tIns="13335" rIns="0" bIns="0" rtlCol="0">
            <a:spAutoFit/>
          </a:bodyPr>
          <a:lstStyle/>
          <a:p>
            <a:pPr marL="355600" indent="-342900">
              <a:lnSpc>
                <a:spcPct val="100000"/>
              </a:lnSpc>
              <a:spcBef>
                <a:spcPts val="105"/>
              </a:spcBef>
              <a:buClr>
                <a:srgbClr val="C00000"/>
              </a:buClr>
              <a:buFont typeface="Wingdings"/>
              <a:buChar char=""/>
              <a:tabLst>
                <a:tab pos="354965" algn="l"/>
                <a:tab pos="355600" algn="l"/>
              </a:tabLst>
            </a:pPr>
            <a:r>
              <a:rPr sz="2000" b="1" spc="-5" dirty="0">
                <a:solidFill>
                  <a:srgbClr val="006FC0"/>
                </a:solidFill>
                <a:latin typeface="Corbel"/>
                <a:cs typeface="Corbel"/>
              </a:rPr>
              <a:t>Error </a:t>
            </a:r>
            <a:r>
              <a:rPr sz="2000" b="1" dirty="0">
                <a:solidFill>
                  <a:srgbClr val="006FC0"/>
                </a:solidFill>
                <a:latin typeface="Corbel"/>
                <a:cs typeface="Corbel"/>
              </a:rPr>
              <a:t>de</a:t>
            </a:r>
            <a:r>
              <a:rPr sz="2000" b="1" spc="-25" dirty="0">
                <a:solidFill>
                  <a:srgbClr val="006FC0"/>
                </a:solidFill>
                <a:latin typeface="Corbel"/>
                <a:cs typeface="Corbel"/>
              </a:rPr>
              <a:t> </a:t>
            </a:r>
            <a:r>
              <a:rPr sz="2000" b="1" spc="-5" dirty="0">
                <a:solidFill>
                  <a:srgbClr val="006FC0"/>
                </a:solidFill>
                <a:latin typeface="Corbel"/>
                <a:cs typeface="Corbel"/>
              </a:rPr>
              <a:t>los</a:t>
            </a:r>
            <a:r>
              <a:rPr sz="2000" b="1" spc="-10" dirty="0">
                <a:solidFill>
                  <a:srgbClr val="006FC0"/>
                </a:solidFill>
                <a:latin typeface="Corbel"/>
                <a:cs typeface="Corbel"/>
              </a:rPr>
              <a:t> </a:t>
            </a:r>
            <a:r>
              <a:rPr sz="2000" b="1" dirty="0">
                <a:solidFill>
                  <a:srgbClr val="006FC0"/>
                </a:solidFill>
                <a:latin typeface="Corbel"/>
                <a:cs typeface="Corbel"/>
              </a:rPr>
              <a:t>costes</a:t>
            </a:r>
            <a:r>
              <a:rPr sz="2000" b="1" spc="-5" dirty="0">
                <a:solidFill>
                  <a:srgbClr val="006FC0"/>
                </a:solidFill>
                <a:latin typeface="Corbel"/>
                <a:cs typeface="Corbel"/>
              </a:rPr>
              <a:t> </a:t>
            </a:r>
            <a:r>
              <a:rPr sz="2000" b="1" dirty="0">
                <a:solidFill>
                  <a:srgbClr val="006FC0"/>
                </a:solidFill>
                <a:latin typeface="Corbel"/>
                <a:cs typeface="Corbel"/>
              </a:rPr>
              <a:t>incurridos</a:t>
            </a:r>
            <a:endParaRPr sz="2000">
              <a:latin typeface="Corbel"/>
              <a:cs typeface="Corbel"/>
            </a:endParaRPr>
          </a:p>
        </p:txBody>
      </p:sp>
      <p:sp>
        <p:nvSpPr>
          <p:cNvPr id="5" name="object 5"/>
          <p:cNvSpPr txBox="1"/>
          <p:nvPr/>
        </p:nvSpPr>
        <p:spPr>
          <a:xfrm>
            <a:off x="560069" y="3213354"/>
            <a:ext cx="8339455" cy="647700"/>
          </a:xfrm>
          <a:prstGeom prst="rect">
            <a:avLst/>
          </a:prstGeom>
          <a:ln w="10794">
            <a:solidFill>
              <a:srgbClr val="000000"/>
            </a:solidFill>
          </a:ln>
        </p:spPr>
        <p:txBody>
          <a:bodyPr vert="horz" wrap="square" lIns="0" tIns="123189" rIns="0" bIns="0" rtlCol="0">
            <a:spAutoFit/>
          </a:bodyPr>
          <a:lstStyle/>
          <a:p>
            <a:pPr marL="528320">
              <a:lnSpc>
                <a:spcPct val="100000"/>
              </a:lnSpc>
              <a:spcBef>
                <a:spcPts val="969"/>
              </a:spcBef>
              <a:tabLst>
                <a:tab pos="814705" algn="l"/>
              </a:tabLst>
            </a:pPr>
            <a:r>
              <a:rPr sz="1800" dirty="0">
                <a:latin typeface="Arial"/>
                <a:cs typeface="Arial"/>
              </a:rPr>
              <a:t>–	</a:t>
            </a:r>
            <a:r>
              <a:rPr sz="1800" dirty="0">
                <a:latin typeface="Corbel"/>
                <a:cs typeface="Corbel"/>
              </a:rPr>
              <a:t>Se</a:t>
            </a:r>
            <a:r>
              <a:rPr sz="1800" spc="-10" dirty="0">
                <a:latin typeface="Corbel"/>
                <a:cs typeface="Corbel"/>
              </a:rPr>
              <a:t> </a:t>
            </a:r>
            <a:r>
              <a:rPr sz="1800" spc="-5" dirty="0">
                <a:latin typeface="Corbel"/>
                <a:cs typeface="Corbel"/>
              </a:rPr>
              <a:t>olvida</a:t>
            </a:r>
            <a:r>
              <a:rPr sz="1800" spc="20" dirty="0">
                <a:latin typeface="Corbel"/>
                <a:cs typeface="Corbel"/>
              </a:rPr>
              <a:t> </a:t>
            </a:r>
            <a:r>
              <a:rPr sz="1800" spc="-5" dirty="0">
                <a:latin typeface="Corbel"/>
                <a:cs typeface="Corbel"/>
              </a:rPr>
              <a:t>de</a:t>
            </a:r>
            <a:r>
              <a:rPr sz="1800" dirty="0">
                <a:latin typeface="Corbel"/>
                <a:cs typeface="Corbel"/>
              </a:rPr>
              <a:t> que</a:t>
            </a:r>
            <a:r>
              <a:rPr sz="1800" spc="5" dirty="0">
                <a:latin typeface="Corbel"/>
                <a:cs typeface="Corbel"/>
              </a:rPr>
              <a:t> </a:t>
            </a:r>
            <a:r>
              <a:rPr sz="1800" spc="-5" dirty="0">
                <a:latin typeface="Corbel"/>
                <a:cs typeface="Corbel"/>
              </a:rPr>
              <a:t>las</a:t>
            </a:r>
            <a:r>
              <a:rPr sz="1800" spc="-10" dirty="0">
                <a:latin typeface="Corbel"/>
                <a:cs typeface="Corbel"/>
              </a:rPr>
              <a:t> </a:t>
            </a:r>
            <a:r>
              <a:rPr sz="1800" spc="-5" dirty="0">
                <a:latin typeface="Corbel"/>
                <a:cs typeface="Corbel"/>
              </a:rPr>
              <a:t>decisiones</a:t>
            </a:r>
            <a:r>
              <a:rPr sz="1800" spc="-20" dirty="0">
                <a:latin typeface="Corbel"/>
                <a:cs typeface="Corbel"/>
              </a:rPr>
              <a:t> </a:t>
            </a:r>
            <a:r>
              <a:rPr sz="1800" spc="-5" dirty="0">
                <a:latin typeface="Corbel"/>
                <a:cs typeface="Corbel"/>
              </a:rPr>
              <a:t>actuales</a:t>
            </a:r>
            <a:r>
              <a:rPr sz="1800" spc="10" dirty="0">
                <a:latin typeface="Corbel"/>
                <a:cs typeface="Corbel"/>
              </a:rPr>
              <a:t> </a:t>
            </a:r>
            <a:r>
              <a:rPr sz="1800" spc="-5" dirty="0">
                <a:latin typeface="Corbel"/>
                <a:cs typeface="Corbel"/>
              </a:rPr>
              <a:t>no</a:t>
            </a:r>
            <a:r>
              <a:rPr sz="1800" spc="10" dirty="0">
                <a:latin typeface="Corbel"/>
                <a:cs typeface="Corbel"/>
              </a:rPr>
              <a:t> </a:t>
            </a:r>
            <a:r>
              <a:rPr sz="1800" spc="-5" dirty="0">
                <a:latin typeface="Corbel"/>
                <a:cs typeface="Corbel"/>
              </a:rPr>
              <a:t>corrigen</a:t>
            </a:r>
            <a:r>
              <a:rPr sz="1800" spc="-20" dirty="0">
                <a:latin typeface="Corbel"/>
                <a:cs typeface="Corbel"/>
              </a:rPr>
              <a:t> </a:t>
            </a:r>
            <a:r>
              <a:rPr sz="1800" dirty="0">
                <a:latin typeface="Corbel"/>
                <a:cs typeface="Corbel"/>
              </a:rPr>
              <a:t>las</a:t>
            </a:r>
            <a:r>
              <a:rPr sz="1800" spc="5" dirty="0">
                <a:latin typeface="Corbel"/>
                <a:cs typeface="Corbel"/>
              </a:rPr>
              <a:t> </a:t>
            </a:r>
            <a:r>
              <a:rPr sz="1800" spc="-5" dirty="0">
                <a:latin typeface="Corbel"/>
                <a:cs typeface="Corbel"/>
              </a:rPr>
              <a:t>anteriores.</a:t>
            </a:r>
            <a:endParaRPr sz="1800">
              <a:latin typeface="Corbel"/>
              <a:cs typeface="Corbel"/>
            </a:endParaRPr>
          </a:p>
        </p:txBody>
      </p:sp>
      <p:sp>
        <p:nvSpPr>
          <p:cNvPr id="6" name="object 6"/>
          <p:cNvSpPr/>
          <p:nvPr/>
        </p:nvSpPr>
        <p:spPr>
          <a:xfrm>
            <a:off x="135623" y="218351"/>
            <a:ext cx="8923020" cy="993775"/>
          </a:xfrm>
          <a:custGeom>
            <a:avLst/>
            <a:gdLst/>
            <a:ahLst/>
            <a:cxnLst/>
            <a:rect l="l" t="t" r="r" b="b"/>
            <a:pathLst>
              <a:path w="8923020" h="993775">
                <a:moveTo>
                  <a:pt x="8923020" y="0"/>
                </a:moveTo>
                <a:lnTo>
                  <a:pt x="0" y="0"/>
                </a:lnTo>
                <a:lnTo>
                  <a:pt x="0" y="993647"/>
                </a:lnTo>
                <a:lnTo>
                  <a:pt x="8923020" y="993647"/>
                </a:lnTo>
                <a:lnTo>
                  <a:pt x="8923020" y="0"/>
                </a:lnTo>
                <a:close/>
              </a:path>
            </a:pathLst>
          </a:custGeom>
          <a:solidFill>
            <a:srgbClr val="33CCCC"/>
          </a:solidFill>
        </p:spPr>
        <p:txBody>
          <a:bodyPr wrap="square" lIns="0" tIns="0" rIns="0" bIns="0" rtlCol="0"/>
          <a:lstStyle/>
          <a:p>
            <a:r>
              <a:rPr lang="es-ES" sz="2800" b="0" spc="-55" dirty="0">
                <a:solidFill>
                  <a:schemeClr val="bg1"/>
                </a:solidFill>
                <a:latin typeface="Corbel"/>
                <a:cs typeface="Corbel"/>
              </a:rPr>
              <a:t>Sesgos,</a:t>
            </a:r>
            <a:r>
              <a:rPr lang="es-ES" sz="2800" b="0" spc="-135" dirty="0">
                <a:solidFill>
                  <a:schemeClr val="bg1"/>
                </a:solidFill>
                <a:latin typeface="Corbel"/>
                <a:cs typeface="Corbel"/>
              </a:rPr>
              <a:t> </a:t>
            </a:r>
            <a:r>
              <a:rPr lang="es-ES" sz="2800" b="0" spc="-60" dirty="0">
                <a:solidFill>
                  <a:schemeClr val="bg1"/>
                </a:solidFill>
                <a:latin typeface="Corbel"/>
                <a:cs typeface="Corbel"/>
              </a:rPr>
              <a:t>prejuicios</a:t>
            </a:r>
            <a:r>
              <a:rPr lang="es-ES" sz="2800" b="0" spc="-130" dirty="0">
                <a:solidFill>
                  <a:schemeClr val="bg1"/>
                </a:solidFill>
                <a:latin typeface="Corbel"/>
                <a:cs typeface="Corbel"/>
              </a:rPr>
              <a:t> </a:t>
            </a:r>
            <a:r>
              <a:rPr lang="es-ES" sz="2800" b="0" dirty="0">
                <a:solidFill>
                  <a:schemeClr val="bg1"/>
                </a:solidFill>
                <a:latin typeface="Corbel"/>
                <a:cs typeface="Corbel"/>
              </a:rPr>
              <a:t>y</a:t>
            </a:r>
            <a:r>
              <a:rPr lang="es-ES" sz="2800" b="0" spc="-120" dirty="0">
                <a:solidFill>
                  <a:schemeClr val="bg1"/>
                </a:solidFill>
                <a:latin typeface="Corbel"/>
                <a:cs typeface="Corbel"/>
              </a:rPr>
              <a:t> </a:t>
            </a:r>
            <a:r>
              <a:rPr lang="es-ES" sz="2800" b="0" spc="-55" dirty="0">
                <a:solidFill>
                  <a:schemeClr val="bg1"/>
                </a:solidFill>
                <a:latin typeface="Corbel"/>
                <a:cs typeface="Corbel"/>
              </a:rPr>
              <a:t>errores</a:t>
            </a:r>
            <a:r>
              <a:rPr lang="es-ES" sz="2800" b="0" spc="-145" dirty="0">
                <a:solidFill>
                  <a:schemeClr val="bg1"/>
                </a:solidFill>
                <a:latin typeface="Corbel"/>
                <a:cs typeface="Corbel"/>
              </a:rPr>
              <a:t> </a:t>
            </a:r>
            <a:r>
              <a:rPr lang="es-ES" sz="2800" b="0" spc="-35" dirty="0">
                <a:solidFill>
                  <a:schemeClr val="bg1"/>
                </a:solidFill>
                <a:latin typeface="Corbel"/>
                <a:cs typeface="Corbel"/>
              </a:rPr>
              <a:t>en</a:t>
            </a:r>
            <a:r>
              <a:rPr lang="es-ES" sz="2800" b="0" spc="-110" dirty="0">
                <a:solidFill>
                  <a:schemeClr val="bg1"/>
                </a:solidFill>
                <a:latin typeface="Corbel"/>
                <a:cs typeface="Corbel"/>
              </a:rPr>
              <a:t> </a:t>
            </a:r>
            <a:r>
              <a:rPr lang="es-ES" sz="2800" b="0" spc="-30" dirty="0">
                <a:solidFill>
                  <a:schemeClr val="bg1"/>
                </a:solidFill>
                <a:latin typeface="Corbel"/>
                <a:cs typeface="Corbel"/>
              </a:rPr>
              <a:t>la</a:t>
            </a:r>
            <a:r>
              <a:rPr lang="es-ES" sz="2800" b="0" spc="-110" dirty="0">
                <a:solidFill>
                  <a:schemeClr val="bg1"/>
                </a:solidFill>
                <a:latin typeface="Corbel"/>
                <a:cs typeface="Corbel"/>
              </a:rPr>
              <a:t> </a:t>
            </a:r>
            <a:r>
              <a:rPr lang="es-ES" sz="2800" b="0" spc="-50" dirty="0">
                <a:solidFill>
                  <a:schemeClr val="bg1"/>
                </a:solidFill>
                <a:latin typeface="Corbel"/>
                <a:cs typeface="Corbel"/>
              </a:rPr>
              <a:t>toma</a:t>
            </a:r>
            <a:r>
              <a:rPr lang="es-ES" sz="2800" b="0" spc="-114" dirty="0">
                <a:solidFill>
                  <a:schemeClr val="bg1"/>
                </a:solidFill>
                <a:latin typeface="Corbel"/>
                <a:cs typeface="Corbel"/>
              </a:rPr>
              <a:t> </a:t>
            </a:r>
            <a:r>
              <a:rPr lang="es-ES" sz="2800" b="0" spc="-30" dirty="0">
                <a:solidFill>
                  <a:schemeClr val="bg1"/>
                </a:solidFill>
                <a:latin typeface="Corbel"/>
                <a:cs typeface="Corbel"/>
              </a:rPr>
              <a:t>de</a:t>
            </a:r>
            <a:r>
              <a:rPr lang="es-ES" sz="2800" b="0" spc="-125" dirty="0">
                <a:solidFill>
                  <a:schemeClr val="bg1"/>
                </a:solidFill>
                <a:latin typeface="Corbel"/>
                <a:cs typeface="Corbel"/>
              </a:rPr>
              <a:t> </a:t>
            </a:r>
            <a:r>
              <a:rPr lang="es-ES" sz="2800" b="0" spc="-60" dirty="0">
                <a:solidFill>
                  <a:schemeClr val="bg1"/>
                </a:solidFill>
                <a:latin typeface="Corbel"/>
                <a:cs typeface="Corbel"/>
              </a:rPr>
              <a:t>decisiones</a:t>
            </a:r>
            <a:r>
              <a:rPr lang="es-ES" sz="2800" b="0" spc="-105" dirty="0">
                <a:solidFill>
                  <a:schemeClr val="bg1"/>
                </a:solidFill>
                <a:latin typeface="Corbel"/>
                <a:cs typeface="Corbel"/>
              </a:rPr>
              <a:t> </a:t>
            </a:r>
            <a:r>
              <a:rPr lang="es-ES" sz="2800" b="0" spc="-55" dirty="0">
                <a:solidFill>
                  <a:schemeClr val="bg1"/>
                </a:solidFill>
                <a:latin typeface="Corbel"/>
                <a:cs typeface="Corbel"/>
              </a:rPr>
              <a:t>(III)</a:t>
            </a:r>
            <a:endParaRPr sz="2800" dirty="0">
              <a:solidFill>
                <a:schemeClr val="bg1"/>
              </a:solidFill>
            </a:endParaRPr>
          </a:p>
        </p:txBody>
      </p:sp>
      <p:sp>
        <p:nvSpPr>
          <p:cNvPr id="8" name="object 8"/>
          <p:cNvSpPr txBox="1">
            <a:spLocks noGrp="1"/>
          </p:cNvSpPr>
          <p:nvPr>
            <p:ph type="sldNum" sz="quarter" idx="7"/>
          </p:nvPr>
        </p:nvSpPr>
        <p:spPr>
          <a:xfrm>
            <a:off x="8763254" y="6432448"/>
            <a:ext cx="321309" cy="254000"/>
          </a:xfrm>
          <a:prstGeom prst="rect">
            <a:avLst/>
          </a:prstGeom>
        </p:spPr>
        <p:txBody>
          <a:bodyPr vert="horz" wrap="square" lIns="0" tIns="0" rIns="0" bIns="0" rtlCol="0">
            <a:spAutoFit/>
          </a:bodyPr>
          <a:lstStyle>
            <a:defPPr>
              <a:defRPr lang="es-ES"/>
            </a:defPPr>
            <a:lvl1pPr marL="0" algn="l" defTabSz="914400" rtl="0" eaLnBrk="1" latinLnBrk="0" hangingPunct="1">
              <a:defRPr sz="1800" b="1" i="0" kern="1200">
                <a:solidFill>
                  <a:schemeClr val="tx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91770">
              <a:lnSpc>
                <a:spcPts val="1140"/>
              </a:lnSpc>
            </a:pPr>
            <a:fld id="{81D60167-4931-47E6-BA6A-407CBD079E47}" type="slidenum">
              <a:rPr lang="es-ES" sz="1100" smtClean="0">
                <a:solidFill>
                  <a:srgbClr val="40B9D2"/>
                </a:solidFill>
                <a:latin typeface="Corbel"/>
                <a:cs typeface="Corbel"/>
              </a:rPr>
              <a:pPr marL="191770">
                <a:lnSpc>
                  <a:spcPts val="1140"/>
                </a:lnSpc>
              </a:pPr>
              <a:t>65</a:t>
            </a:fld>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p:txBody>
          <a:bodyPr/>
          <a:lstStyle/>
          <a:p>
            <a:pPr algn="l"/>
            <a:r>
              <a:rPr lang="es-ES_tradnl" dirty="0"/>
              <a:t>2.2.3. Tipos de problemas y decisiones.</a:t>
            </a:r>
            <a:endParaRPr lang="es-ES" dirty="0"/>
          </a:p>
        </p:txBody>
      </p:sp>
      <p:sp>
        <p:nvSpPr>
          <p:cNvPr id="4" name="3 Marcador de número de diapositiva"/>
          <p:cNvSpPr>
            <a:spLocks noGrp="1"/>
          </p:cNvSpPr>
          <p:nvPr>
            <p:ph type="sldNum" sz="quarter" idx="12"/>
          </p:nvPr>
        </p:nvSpPr>
        <p:spPr>
          <a:xfrm>
            <a:off x="0" y="6232525"/>
            <a:ext cx="720725" cy="365125"/>
          </a:xfrm>
          <a:prstGeom prst="rect">
            <a:avLst/>
          </a:prstGeom>
        </p:spPr>
        <p:txBody>
          <a:bodyPr/>
          <a:lstStyle/>
          <a:p>
            <a:fld id="{3A50B82F-E44A-4FE6-8B99-53CD253DED7E}" type="slidenum">
              <a:rPr lang="es-ES" smtClean="0"/>
              <a:pPr/>
              <a:t>66</a:t>
            </a:fld>
            <a:endParaRPr lang="es-ES" dirty="0"/>
          </a:p>
        </p:txBody>
      </p:sp>
      <p:sp>
        <p:nvSpPr>
          <p:cNvPr id="3" name="2 Marcador de contenido"/>
          <p:cNvSpPr>
            <a:spLocks noGrp="1"/>
          </p:cNvSpPr>
          <p:nvPr>
            <p:ph idx="4294967295"/>
          </p:nvPr>
        </p:nvSpPr>
        <p:spPr>
          <a:xfrm>
            <a:off x="2221236" y="836712"/>
            <a:ext cx="6527228" cy="5328592"/>
          </a:xfrm>
        </p:spPr>
        <p:txBody>
          <a:bodyPr>
            <a:noAutofit/>
          </a:bodyPr>
          <a:lstStyle/>
          <a:p>
            <a:pPr algn="just" eaLnBrk="1" hangingPunct="1">
              <a:buFont typeface="Wingdings" pitchFamily="2" charset="2"/>
              <a:buChar char="q"/>
              <a:defRPr/>
            </a:pPr>
            <a:endParaRPr lang="es-ES_tradnl" sz="2200" dirty="0"/>
          </a:p>
          <a:p>
            <a:pPr marL="0" indent="0" algn="ctr" eaLnBrk="1" hangingPunct="1">
              <a:buNone/>
              <a:defRPr/>
            </a:pPr>
            <a:r>
              <a:rPr lang="es-ES_tradnl" sz="2000" b="1" dirty="0">
                <a:solidFill>
                  <a:schemeClr val="accent1">
                    <a:lumMod val="75000"/>
                  </a:schemeClr>
                </a:solidFill>
              </a:rPr>
              <a:t>¿QUÉ TIPO DE DECISIONES SON LAS SIGUIENTES?</a:t>
            </a:r>
          </a:p>
          <a:p>
            <a:pPr marL="0" indent="0" algn="ctr" eaLnBrk="1" hangingPunct="1">
              <a:buNone/>
              <a:defRPr/>
            </a:pPr>
            <a:endParaRPr lang="es-ES_tradnl" sz="2000" b="1" dirty="0">
              <a:solidFill>
                <a:schemeClr val="accent1">
                  <a:lumMod val="75000"/>
                </a:schemeClr>
              </a:solidFill>
            </a:endParaRPr>
          </a:p>
          <a:p>
            <a:pPr marL="914400" lvl="1" indent="-457200" algn="just">
              <a:spcAft>
                <a:spcPts val="600"/>
              </a:spcAft>
              <a:buFont typeface="+mj-lt"/>
              <a:buAutoNum type="arabicPeriod"/>
              <a:defRPr/>
            </a:pPr>
            <a:r>
              <a:rPr lang="es-ES_tradnl" sz="2000" dirty="0"/>
              <a:t>Desarrollar nuevos productos.</a:t>
            </a:r>
          </a:p>
          <a:p>
            <a:pPr marL="914400" lvl="2" indent="0" algn="just">
              <a:spcAft>
                <a:spcPts val="600"/>
              </a:spcAft>
              <a:buNone/>
              <a:defRPr/>
            </a:pPr>
            <a:r>
              <a:rPr lang="es-ES_tradnl" sz="2000" dirty="0">
                <a:solidFill>
                  <a:schemeClr val="accent1"/>
                </a:solidFill>
              </a:rPr>
              <a:t>Estratégica e innovadora</a:t>
            </a:r>
            <a:r>
              <a:rPr lang="es-ES_tradnl" sz="1800" dirty="0"/>
              <a:t>.</a:t>
            </a:r>
          </a:p>
          <a:p>
            <a:pPr marL="914400" lvl="1" indent="-457200" algn="just">
              <a:spcAft>
                <a:spcPts val="600"/>
              </a:spcAft>
              <a:buFont typeface="+mj-lt"/>
              <a:buAutoNum type="arabicPeriod"/>
              <a:defRPr/>
            </a:pPr>
            <a:r>
              <a:rPr lang="es-ES_tradnl" sz="2000" dirty="0"/>
              <a:t>Fijar metas semanales.</a:t>
            </a:r>
          </a:p>
          <a:p>
            <a:pPr marL="914400" lvl="2" indent="0" algn="just">
              <a:spcAft>
                <a:spcPts val="600"/>
              </a:spcAft>
              <a:buNone/>
              <a:defRPr/>
            </a:pPr>
            <a:r>
              <a:rPr lang="es-ES_tradnl" sz="2000" dirty="0">
                <a:solidFill>
                  <a:schemeClr val="accent1"/>
                </a:solidFill>
              </a:rPr>
              <a:t>Rutinaria y operativa</a:t>
            </a:r>
            <a:r>
              <a:rPr lang="es-ES_tradnl" sz="1800" dirty="0"/>
              <a:t>.</a:t>
            </a:r>
          </a:p>
          <a:p>
            <a:pPr marL="914400" lvl="1" indent="-457200" algn="just">
              <a:spcAft>
                <a:spcPts val="600"/>
              </a:spcAft>
              <a:buFont typeface="+mj-lt"/>
              <a:buAutoNum type="arabicPeriod"/>
              <a:defRPr/>
            </a:pPr>
            <a:r>
              <a:rPr lang="es-ES_tradnl" sz="2000" dirty="0"/>
              <a:t>Lanzar una campaña publicitaria.</a:t>
            </a:r>
          </a:p>
          <a:p>
            <a:pPr marL="914400" lvl="2" indent="0" algn="just">
              <a:spcAft>
                <a:spcPts val="600"/>
              </a:spcAft>
              <a:buNone/>
              <a:defRPr/>
            </a:pPr>
            <a:r>
              <a:rPr lang="es-ES_tradnl" sz="2000" dirty="0">
                <a:solidFill>
                  <a:schemeClr val="accent1"/>
                </a:solidFill>
              </a:rPr>
              <a:t>Táctica y adaptativa</a:t>
            </a:r>
            <a:r>
              <a:rPr lang="es-ES_tradnl" sz="1800" dirty="0"/>
              <a:t>.</a:t>
            </a:r>
          </a:p>
          <a:p>
            <a:pPr marL="914400" lvl="1" indent="-457200" algn="just">
              <a:spcAft>
                <a:spcPts val="600"/>
              </a:spcAft>
              <a:buFont typeface="+mj-lt"/>
              <a:buAutoNum type="arabicPeriod"/>
              <a:defRPr/>
            </a:pPr>
            <a:r>
              <a:rPr lang="es-ES_tradnl" sz="2000" dirty="0"/>
              <a:t>Cambiar a un empleado de departamento más afín a sus habilidades y destrezas.</a:t>
            </a:r>
          </a:p>
          <a:p>
            <a:pPr marL="914400" lvl="2" indent="0" algn="just">
              <a:spcAft>
                <a:spcPts val="600"/>
              </a:spcAft>
              <a:buNone/>
              <a:defRPr/>
            </a:pPr>
            <a:r>
              <a:rPr lang="es-ES_tradnl" sz="2000" dirty="0">
                <a:solidFill>
                  <a:schemeClr val="accent1"/>
                </a:solidFill>
              </a:rPr>
              <a:t>Táctica y adaptativa</a:t>
            </a:r>
          </a:p>
          <a:p>
            <a:pPr marL="914400" lvl="1" indent="-457200" algn="just">
              <a:spcAft>
                <a:spcPts val="600"/>
              </a:spcAft>
              <a:buFont typeface="+mj-lt"/>
              <a:buAutoNum type="arabicPeriod"/>
              <a:defRPr/>
            </a:pPr>
            <a:r>
              <a:rPr lang="es-ES_tradnl" sz="2000" dirty="0"/>
              <a:t>Tramitar queja de un cliente.</a:t>
            </a:r>
          </a:p>
          <a:p>
            <a:pPr marL="914400" lvl="2" indent="0" algn="just">
              <a:spcAft>
                <a:spcPts val="600"/>
              </a:spcAft>
              <a:buNone/>
              <a:defRPr/>
            </a:pPr>
            <a:r>
              <a:rPr lang="es-ES_tradnl" sz="2000" dirty="0">
                <a:solidFill>
                  <a:schemeClr val="accent1"/>
                </a:solidFill>
              </a:rPr>
              <a:t>Rutinaria y operativa</a:t>
            </a:r>
            <a:r>
              <a:rPr lang="es-ES_tradnl" sz="1800" dirty="0">
                <a:solidFill>
                  <a:schemeClr val="accent1"/>
                </a:solidFill>
              </a:rPr>
              <a:t>.</a:t>
            </a:r>
          </a:p>
          <a:p>
            <a:pPr marL="914400" lvl="1" indent="-457200" algn="just">
              <a:spcAft>
                <a:spcPts val="600"/>
              </a:spcAft>
              <a:buFont typeface="+mj-lt"/>
              <a:buAutoNum type="arabicPeriod"/>
              <a:defRPr/>
            </a:pPr>
            <a:r>
              <a:rPr lang="es-ES_tradnl" sz="2000" dirty="0"/>
              <a:t>Rellenar un albarán a un cliente.</a:t>
            </a:r>
          </a:p>
          <a:p>
            <a:pPr marL="914400" lvl="2" indent="0" algn="just">
              <a:spcAft>
                <a:spcPts val="600"/>
              </a:spcAft>
              <a:buNone/>
              <a:defRPr/>
            </a:pPr>
            <a:r>
              <a:rPr lang="es-ES_tradnl" sz="2000" dirty="0">
                <a:solidFill>
                  <a:schemeClr val="accent1"/>
                </a:solidFill>
              </a:rPr>
              <a:t>Rutinaria y operativa</a:t>
            </a:r>
            <a:r>
              <a:rPr lang="es-ES_tradnl" sz="1800" dirty="0">
                <a:solidFill>
                  <a:schemeClr val="accent1"/>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88654" y="6375298"/>
            <a:ext cx="25781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65</a:t>
            </a:r>
            <a:endParaRPr sz="1800">
              <a:latin typeface="Calibri"/>
              <a:cs typeface="Calibri"/>
            </a:endParaRPr>
          </a:p>
        </p:txBody>
      </p:sp>
      <p:grpSp>
        <p:nvGrpSpPr>
          <p:cNvPr id="3" name="object 3"/>
          <p:cNvGrpSpPr/>
          <p:nvPr/>
        </p:nvGrpSpPr>
        <p:grpSpPr>
          <a:xfrm>
            <a:off x="3477577" y="3390709"/>
            <a:ext cx="2408555" cy="1302385"/>
            <a:chOff x="3477577" y="3390709"/>
            <a:chExt cx="2408555" cy="1302385"/>
          </a:xfrm>
        </p:grpSpPr>
        <p:sp>
          <p:nvSpPr>
            <p:cNvPr id="4" name="object 4"/>
            <p:cNvSpPr/>
            <p:nvPr/>
          </p:nvSpPr>
          <p:spPr>
            <a:xfrm>
              <a:off x="3486150" y="3399281"/>
              <a:ext cx="2391410" cy="1285240"/>
            </a:xfrm>
            <a:custGeom>
              <a:avLst/>
              <a:gdLst/>
              <a:ahLst/>
              <a:cxnLst/>
              <a:rect l="l" t="t" r="r" b="b"/>
              <a:pathLst>
                <a:path w="2391410" h="1285239">
                  <a:moveTo>
                    <a:pt x="2177034" y="0"/>
                  </a:moveTo>
                  <a:lnTo>
                    <a:pt x="214122" y="0"/>
                  </a:lnTo>
                  <a:lnTo>
                    <a:pt x="165031" y="5656"/>
                  </a:lnTo>
                  <a:lnTo>
                    <a:pt x="119965" y="21766"/>
                  </a:lnTo>
                  <a:lnTo>
                    <a:pt x="80207" y="47046"/>
                  </a:lnTo>
                  <a:lnTo>
                    <a:pt x="47046" y="80207"/>
                  </a:lnTo>
                  <a:lnTo>
                    <a:pt x="21766" y="119965"/>
                  </a:lnTo>
                  <a:lnTo>
                    <a:pt x="5656" y="165031"/>
                  </a:lnTo>
                  <a:lnTo>
                    <a:pt x="0" y="214121"/>
                  </a:lnTo>
                  <a:lnTo>
                    <a:pt x="0" y="1070609"/>
                  </a:lnTo>
                  <a:lnTo>
                    <a:pt x="5656" y="1119700"/>
                  </a:lnTo>
                  <a:lnTo>
                    <a:pt x="21766" y="1164766"/>
                  </a:lnTo>
                  <a:lnTo>
                    <a:pt x="47046" y="1204524"/>
                  </a:lnTo>
                  <a:lnTo>
                    <a:pt x="80207" y="1237685"/>
                  </a:lnTo>
                  <a:lnTo>
                    <a:pt x="119965" y="1262965"/>
                  </a:lnTo>
                  <a:lnTo>
                    <a:pt x="165031" y="1279075"/>
                  </a:lnTo>
                  <a:lnTo>
                    <a:pt x="214122" y="1284731"/>
                  </a:lnTo>
                  <a:lnTo>
                    <a:pt x="2177034" y="1284731"/>
                  </a:lnTo>
                  <a:lnTo>
                    <a:pt x="2226124" y="1279075"/>
                  </a:lnTo>
                  <a:lnTo>
                    <a:pt x="2271190" y="1262965"/>
                  </a:lnTo>
                  <a:lnTo>
                    <a:pt x="2310948" y="1237685"/>
                  </a:lnTo>
                  <a:lnTo>
                    <a:pt x="2344109" y="1204524"/>
                  </a:lnTo>
                  <a:lnTo>
                    <a:pt x="2369389" y="1164766"/>
                  </a:lnTo>
                  <a:lnTo>
                    <a:pt x="2385499" y="1119700"/>
                  </a:lnTo>
                  <a:lnTo>
                    <a:pt x="2391155" y="1070609"/>
                  </a:lnTo>
                  <a:lnTo>
                    <a:pt x="2391155" y="214121"/>
                  </a:lnTo>
                  <a:lnTo>
                    <a:pt x="2385499" y="165031"/>
                  </a:lnTo>
                  <a:lnTo>
                    <a:pt x="2369389" y="119965"/>
                  </a:lnTo>
                  <a:lnTo>
                    <a:pt x="2344109" y="80207"/>
                  </a:lnTo>
                  <a:lnTo>
                    <a:pt x="2310948" y="47046"/>
                  </a:lnTo>
                  <a:lnTo>
                    <a:pt x="2271190" y="21766"/>
                  </a:lnTo>
                  <a:lnTo>
                    <a:pt x="2226124" y="5656"/>
                  </a:lnTo>
                  <a:lnTo>
                    <a:pt x="2177034" y="0"/>
                  </a:lnTo>
                  <a:close/>
                </a:path>
              </a:pathLst>
            </a:custGeom>
            <a:solidFill>
              <a:srgbClr val="7E7E7E"/>
            </a:solidFill>
          </p:spPr>
          <p:txBody>
            <a:bodyPr wrap="square" lIns="0" tIns="0" rIns="0" bIns="0" rtlCol="0"/>
            <a:lstStyle/>
            <a:p>
              <a:endParaRPr/>
            </a:p>
          </p:txBody>
        </p:sp>
        <p:sp>
          <p:nvSpPr>
            <p:cNvPr id="5" name="object 5"/>
            <p:cNvSpPr/>
            <p:nvPr/>
          </p:nvSpPr>
          <p:spPr>
            <a:xfrm>
              <a:off x="3486150" y="3399281"/>
              <a:ext cx="2391410" cy="1285240"/>
            </a:xfrm>
            <a:custGeom>
              <a:avLst/>
              <a:gdLst/>
              <a:ahLst/>
              <a:cxnLst/>
              <a:rect l="l" t="t" r="r" b="b"/>
              <a:pathLst>
                <a:path w="2391410" h="1285239">
                  <a:moveTo>
                    <a:pt x="0" y="214121"/>
                  </a:moveTo>
                  <a:lnTo>
                    <a:pt x="5656" y="165031"/>
                  </a:lnTo>
                  <a:lnTo>
                    <a:pt x="21766" y="119965"/>
                  </a:lnTo>
                  <a:lnTo>
                    <a:pt x="47046" y="80207"/>
                  </a:lnTo>
                  <a:lnTo>
                    <a:pt x="80207" y="47046"/>
                  </a:lnTo>
                  <a:lnTo>
                    <a:pt x="119965" y="21766"/>
                  </a:lnTo>
                  <a:lnTo>
                    <a:pt x="165031" y="5656"/>
                  </a:lnTo>
                  <a:lnTo>
                    <a:pt x="214122" y="0"/>
                  </a:lnTo>
                  <a:lnTo>
                    <a:pt x="2177034" y="0"/>
                  </a:lnTo>
                  <a:lnTo>
                    <a:pt x="2226124" y="5656"/>
                  </a:lnTo>
                  <a:lnTo>
                    <a:pt x="2271190" y="21766"/>
                  </a:lnTo>
                  <a:lnTo>
                    <a:pt x="2310948" y="47046"/>
                  </a:lnTo>
                  <a:lnTo>
                    <a:pt x="2344109" y="80207"/>
                  </a:lnTo>
                  <a:lnTo>
                    <a:pt x="2369389" y="119965"/>
                  </a:lnTo>
                  <a:lnTo>
                    <a:pt x="2385499" y="165031"/>
                  </a:lnTo>
                  <a:lnTo>
                    <a:pt x="2391155" y="214121"/>
                  </a:lnTo>
                  <a:lnTo>
                    <a:pt x="2391155" y="1070609"/>
                  </a:lnTo>
                  <a:lnTo>
                    <a:pt x="2385499" y="1119700"/>
                  </a:lnTo>
                  <a:lnTo>
                    <a:pt x="2369389" y="1164766"/>
                  </a:lnTo>
                  <a:lnTo>
                    <a:pt x="2344109" y="1204524"/>
                  </a:lnTo>
                  <a:lnTo>
                    <a:pt x="2310948" y="1237685"/>
                  </a:lnTo>
                  <a:lnTo>
                    <a:pt x="2271190" y="1262965"/>
                  </a:lnTo>
                  <a:lnTo>
                    <a:pt x="2226124" y="1279075"/>
                  </a:lnTo>
                  <a:lnTo>
                    <a:pt x="2177034" y="1284731"/>
                  </a:lnTo>
                  <a:lnTo>
                    <a:pt x="214122" y="1284731"/>
                  </a:lnTo>
                  <a:lnTo>
                    <a:pt x="165031" y="1279075"/>
                  </a:lnTo>
                  <a:lnTo>
                    <a:pt x="119965" y="1262965"/>
                  </a:lnTo>
                  <a:lnTo>
                    <a:pt x="80207" y="1237685"/>
                  </a:lnTo>
                  <a:lnTo>
                    <a:pt x="47046" y="1204524"/>
                  </a:lnTo>
                  <a:lnTo>
                    <a:pt x="21766" y="1164766"/>
                  </a:lnTo>
                  <a:lnTo>
                    <a:pt x="5656" y="1119700"/>
                  </a:lnTo>
                  <a:lnTo>
                    <a:pt x="0" y="1070609"/>
                  </a:lnTo>
                  <a:lnTo>
                    <a:pt x="0" y="214121"/>
                  </a:lnTo>
                  <a:close/>
                </a:path>
              </a:pathLst>
            </a:custGeom>
            <a:ln w="17145">
              <a:solidFill>
                <a:srgbClr val="000066"/>
              </a:solidFill>
            </a:ln>
          </p:spPr>
          <p:txBody>
            <a:bodyPr wrap="square" lIns="0" tIns="0" rIns="0" bIns="0" rtlCol="0"/>
            <a:lstStyle/>
            <a:p>
              <a:endParaRPr/>
            </a:p>
          </p:txBody>
        </p:sp>
      </p:grpSp>
      <p:sp>
        <p:nvSpPr>
          <p:cNvPr id="6" name="object 6"/>
          <p:cNvSpPr txBox="1"/>
          <p:nvPr/>
        </p:nvSpPr>
        <p:spPr>
          <a:xfrm>
            <a:off x="3861053" y="3383407"/>
            <a:ext cx="1639570" cy="1232535"/>
          </a:xfrm>
          <a:prstGeom prst="rect">
            <a:avLst/>
          </a:prstGeom>
        </p:spPr>
        <p:txBody>
          <a:bodyPr vert="horz" wrap="square" lIns="0" tIns="48260" rIns="0" bIns="0" rtlCol="0">
            <a:spAutoFit/>
          </a:bodyPr>
          <a:lstStyle/>
          <a:p>
            <a:pPr marL="12700" marR="5080" algn="ctr">
              <a:lnSpc>
                <a:spcPct val="91500"/>
              </a:lnSpc>
              <a:spcBef>
                <a:spcPts val="380"/>
              </a:spcBef>
            </a:pPr>
            <a:r>
              <a:rPr sz="2800" spc="-10" dirty="0">
                <a:solidFill>
                  <a:srgbClr val="FFFFFF"/>
                </a:solidFill>
                <a:latin typeface="Corbel"/>
                <a:cs typeface="Corbel"/>
              </a:rPr>
              <a:t>Proceso</a:t>
            </a:r>
            <a:r>
              <a:rPr sz="2800" spc="-60" dirty="0">
                <a:solidFill>
                  <a:srgbClr val="FFFFFF"/>
                </a:solidFill>
                <a:latin typeface="Corbel"/>
                <a:cs typeface="Corbel"/>
              </a:rPr>
              <a:t> </a:t>
            </a:r>
            <a:r>
              <a:rPr sz="2800" spc="-5" dirty="0">
                <a:solidFill>
                  <a:srgbClr val="FFFFFF"/>
                </a:solidFill>
                <a:latin typeface="Corbel"/>
                <a:cs typeface="Corbel"/>
              </a:rPr>
              <a:t>de </a:t>
            </a:r>
            <a:r>
              <a:rPr sz="2800" spc="-545" dirty="0">
                <a:solidFill>
                  <a:srgbClr val="FFFFFF"/>
                </a:solidFill>
                <a:latin typeface="Corbel"/>
                <a:cs typeface="Corbel"/>
              </a:rPr>
              <a:t> </a:t>
            </a:r>
            <a:r>
              <a:rPr sz="2800" spc="-5" dirty="0">
                <a:solidFill>
                  <a:srgbClr val="FFFFFF"/>
                </a:solidFill>
                <a:latin typeface="Corbel"/>
                <a:cs typeface="Corbel"/>
              </a:rPr>
              <a:t>toma de </a:t>
            </a:r>
            <a:r>
              <a:rPr sz="2800" dirty="0">
                <a:solidFill>
                  <a:srgbClr val="FFFFFF"/>
                </a:solidFill>
                <a:latin typeface="Corbel"/>
                <a:cs typeface="Corbel"/>
              </a:rPr>
              <a:t> </a:t>
            </a:r>
            <a:r>
              <a:rPr sz="2800" spc="-5" dirty="0">
                <a:solidFill>
                  <a:srgbClr val="FFFFFF"/>
                </a:solidFill>
                <a:latin typeface="Corbel"/>
                <a:cs typeface="Corbel"/>
              </a:rPr>
              <a:t>decisiones</a:t>
            </a:r>
            <a:endParaRPr sz="2800">
              <a:latin typeface="Corbel"/>
              <a:cs typeface="Corbel"/>
            </a:endParaRPr>
          </a:p>
        </p:txBody>
      </p:sp>
      <p:grpSp>
        <p:nvGrpSpPr>
          <p:cNvPr id="7" name="object 7"/>
          <p:cNvGrpSpPr/>
          <p:nvPr/>
        </p:nvGrpSpPr>
        <p:grpSpPr>
          <a:xfrm>
            <a:off x="283400" y="4652581"/>
            <a:ext cx="3343910" cy="2138680"/>
            <a:chOff x="283400" y="4652581"/>
            <a:chExt cx="3343910" cy="2138680"/>
          </a:xfrm>
        </p:grpSpPr>
        <p:sp>
          <p:nvSpPr>
            <p:cNvPr id="8" name="object 8"/>
            <p:cNvSpPr/>
            <p:nvPr/>
          </p:nvSpPr>
          <p:spPr>
            <a:xfrm>
              <a:off x="1435354" y="4657344"/>
              <a:ext cx="2187575" cy="1733550"/>
            </a:xfrm>
            <a:custGeom>
              <a:avLst/>
              <a:gdLst/>
              <a:ahLst/>
              <a:cxnLst/>
              <a:rect l="l" t="t" r="r" b="b"/>
              <a:pathLst>
                <a:path w="2187575" h="1733550">
                  <a:moveTo>
                    <a:pt x="1711325" y="0"/>
                  </a:moveTo>
                  <a:lnTo>
                    <a:pt x="1791081" y="110616"/>
                  </a:lnTo>
                  <a:lnTo>
                    <a:pt x="0" y="1401203"/>
                  </a:lnTo>
                  <a:lnTo>
                    <a:pt x="239140" y="1733041"/>
                  </a:lnTo>
                  <a:lnTo>
                    <a:pt x="2030222" y="442467"/>
                  </a:lnTo>
                  <a:lnTo>
                    <a:pt x="2109851" y="553084"/>
                  </a:lnTo>
                  <a:lnTo>
                    <a:pt x="2187194" y="77342"/>
                  </a:lnTo>
                  <a:lnTo>
                    <a:pt x="1711325" y="0"/>
                  </a:lnTo>
                  <a:close/>
                </a:path>
              </a:pathLst>
            </a:custGeom>
            <a:solidFill>
              <a:srgbClr val="7E7E7E"/>
            </a:solidFill>
          </p:spPr>
          <p:txBody>
            <a:bodyPr wrap="square" lIns="0" tIns="0" rIns="0" bIns="0" rtlCol="0"/>
            <a:lstStyle/>
            <a:p>
              <a:endParaRPr/>
            </a:p>
          </p:txBody>
        </p:sp>
        <p:sp>
          <p:nvSpPr>
            <p:cNvPr id="9" name="object 9"/>
            <p:cNvSpPr/>
            <p:nvPr/>
          </p:nvSpPr>
          <p:spPr>
            <a:xfrm>
              <a:off x="1435354" y="4657344"/>
              <a:ext cx="2187575" cy="1733550"/>
            </a:xfrm>
            <a:custGeom>
              <a:avLst/>
              <a:gdLst/>
              <a:ahLst/>
              <a:cxnLst/>
              <a:rect l="l" t="t" r="r" b="b"/>
              <a:pathLst>
                <a:path w="2187575" h="1733550">
                  <a:moveTo>
                    <a:pt x="2187194" y="77342"/>
                  </a:moveTo>
                  <a:lnTo>
                    <a:pt x="2109851" y="553084"/>
                  </a:lnTo>
                  <a:lnTo>
                    <a:pt x="2030222" y="442467"/>
                  </a:lnTo>
                  <a:lnTo>
                    <a:pt x="239140" y="1733041"/>
                  </a:lnTo>
                  <a:lnTo>
                    <a:pt x="0" y="1401203"/>
                  </a:lnTo>
                  <a:lnTo>
                    <a:pt x="1791081" y="110616"/>
                  </a:lnTo>
                  <a:lnTo>
                    <a:pt x="1711325" y="0"/>
                  </a:lnTo>
                  <a:lnTo>
                    <a:pt x="2187194" y="77342"/>
                  </a:lnTo>
                </a:path>
              </a:pathLst>
            </a:custGeom>
            <a:ln w="9525">
              <a:solidFill>
                <a:srgbClr val="000066"/>
              </a:solidFill>
            </a:ln>
          </p:spPr>
          <p:txBody>
            <a:bodyPr wrap="square" lIns="0" tIns="0" rIns="0" bIns="0" rtlCol="0"/>
            <a:lstStyle/>
            <a:p>
              <a:endParaRPr/>
            </a:p>
          </p:txBody>
        </p:sp>
        <p:sp>
          <p:nvSpPr>
            <p:cNvPr id="10" name="object 10"/>
            <p:cNvSpPr/>
            <p:nvPr/>
          </p:nvSpPr>
          <p:spPr>
            <a:xfrm>
              <a:off x="288798" y="5481066"/>
              <a:ext cx="2981325" cy="1304925"/>
            </a:xfrm>
            <a:custGeom>
              <a:avLst/>
              <a:gdLst/>
              <a:ahLst/>
              <a:cxnLst/>
              <a:rect l="l" t="t" r="r" b="b"/>
              <a:pathLst>
                <a:path w="2981325" h="1304925">
                  <a:moveTo>
                    <a:pt x="2850515" y="0"/>
                  </a:moveTo>
                  <a:lnTo>
                    <a:pt x="130454" y="0"/>
                  </a:lnTo>
                  <a:lnTo>
                    <a:pt x="79676" y="10253"/>
                  </a:lnTo>
                  <a:lnTo>
                    <a:pt x="38209" y="38214"/>
                  </a:lnTo>
                  <a:lnTo>
                    <a:pt x="10251" y="79681"/>
                  </a:lnTo>
                  <a:lnTo>
                    <a:pt x="0" y="130454"/>
                  </a:lnTo>
                  <a:lnTo>
                    <a:pt x="0" y="1174089"/>
                  </a:lnTo>
                  <a:lnTo>
                    <a:pt x="10251" y="1224867"/>
                  </a:lnTo>
                  <a:lnTo>
                    <a:pt x="38209" y="1266334"/>
                  </a:lnTo>
                  <a:lnTo>
                    <a:pt x="79676" y="1294292"/>
                  </a:lnTo>
                  <a:lnTo>
                    <a:pt x="130454" y="1304544"/>
                  </a:lnTo>
                  <a:lnTo>
                    <a:pt x="2850515" y="1304544"/>
                  </a:lnTo>
                  <a:lnTo>
                    <a:pt x="2901273" y="1294292"/>
                  </a:lnTo>
                  <a:lnTo>
                    <a:pt x="2942732" y="1266334"/>
                  </a:lnTo>
                  <a:lnTo>
                    <a:pt x="2970690" y="1224867"/>
                  </a:lnTo>
                  <a:lnTo>
                    <a:pt x="2980943" y="1174089"/>
                  </a:lnTo>
                  <a:lnTo>
                    <a:pt x="2980943" y="130454"/>
                  </a:lnTo>
                  <a:lnTo>
                    <a:pt x="2970690" y="79681"/>
                  </a:lnTo>
                  <a:lnTo>
                    <a:pt x="2942732" y="38214"/>
                  </a:lnTo>
                  <a:lnTo>
                    <a:pt x="2901273" y="10253"/>
                  </a:lnTo>
                  <a:lnTo>
                    <a:pt x="2850515" y="0"/>
                  </a:lnTo>
                  <a:close/>
                </a:path>
              </a:pathLst>
            </a:custGeom>
            <a:solidFill>
              <a:srgbClr val="FFFFFF"/>
            </a:solidFill>
          </p:spPr>
          <p:txBody>
            <a:bodyPr wrap="square" lIns="0" tIns="0" rIns="0" bIns="0" rtlCol="0"/>
            <a:lstStyle/>
            <a:p>
              <a:endParaRPr/>
            </a:p>
          </p:txBody>
        </p:sp>
        <p:sp>
          <p:nvSpPr>
            <p:cNvPr id="11" name="object 11"/>
            <p:cNvSpPr/>
            <p:nvPr/>
          </p:nvSpPr>
          <p:spPr>
            <a:xfrm>
              <a:off x="288798" y="5481066"/>
              <a:ext cx="2981325" cy="1304925"/>
            </a:xfrm>
            <a:custGeom>
              <a:avLst/>
              <a:gdLst/>
              <a:ahLst/>
              <a:cxnLst/>
              <a:rect l="l" t="t" r="r" b="b"/>
              <a:pathLst>
                <a:path w="2981325" h="1304925">
                  <a:moveTo>
                    <a:pt x="0" y="130454"/>
                  </a:moveTo>
                  <a:lnTo>
                    <a:pt x="10251" y="79681"/>
                  </a:lnTo>
                  <a:lnTo>
                    <a:pt x="38209" y="38214"/>
                  </a:lnTo>
                  <a:lnTo>
                    <a:pt x="79676" y="10253"/>
                  </a:lnTo>
                  <a:lnTo>
                    <a:pt x="130454" y="0"/>
                  </a:lnTo>
                  <a:lnTo>
                    <a:pt x="2850515" y="0"/>
                  </a:lnTo>
                  <a:lnTo>
                    <a:pt x="2901273" y="10253"/>
                  </a:lnTo>
                  <a:lnTo>
                    <a:pt x="2942732" y="38214"/>
                  </a:lnTo>
                  <a:lnTo>
                    <a:pt x="2970690" y="79681"/>
                  </a:lnTo>
                  <a:lnTo>
                    <a:pt x="2980943" y="130454"/>
                  </a:lnTo>
                  <a:lnTo>
                    <a:pt x="2980943" y="1174089"/>
                  </a:lnTo>
                  <a:lnTo>
                    <a:pt x="2970690" y="1224867"/>
                  </a:lnTo>
                  <a:lnTo>
                    <a:pt x="2942732" y="1266334"/>
                  </a:lnTo>
                  <a:lnTo>
                    <a:pt x="2901273" y="1294292"/>
                  </a:lnTo>
                  <a:lnTo>
                    <a:pt x="2850515" y="1304544"/>
                  </a:lnTo>
                  <a:lnTo>
                    <a:pt x="130454" y="1304544"/>
                  </a:lnTo>
                  <a:lnTo>
                    <a:pt x="79676" y="1294292"/>
                  </a:lnTo>
                  <a:lnTo>
                    <a:pt x="38209" y="1266334"/>
                  </a:lnTo>
                  <a:lnTo>
                    <a:pt x="10251" y="1224867"/>
                  </a:lnTo>
                  <a:lnTo>
                    <a:pt x="0" y="1174089"/>
                  </a:lnTo>
                  <a:lnTo>
                    <a:pt x="0" y="130454"/>
                  </a:lnTo>
                  <a:close/>
                </a:path>
              </a:pathLst>
            </a:custGeom>
            <a:ln w="10795">
              <a:solidFill>
                <a:srgbClr val="F9B800"/>
              </a:solidFill>
            </a:ln>
          </p:spPr>
          <p:txBody>
            <a:bodyPr wrap="square" lIns="0" tIns="0" rIns="0" bIns="0" rtlCol="0"/>
            <a:lstStyle/>
            <a:p>
              <a:endParaRPr/>
            </a:p>
          </p:txBody>
        </p:sp>
      </p:grpSp>
      <p:sp>
        <p:nvSpPr>
          <p:cNvPr id="12" name="object 12"/>
          <p:cNvSpPr txBox="1"/>
          <p:nvPr/>
        </p:nvSpPr>
        <p:spPr>
          <a:xfrm>
            <a:off x="343611" y="5424918"/>
            <a:ext cx="2681605" cy="1315085"/>
          </a:xfrm>
          <a:prstGeom prst="rect">
            <a:avLst/>
          </a:prstGeom>
        </p:spPr>
        <p:txBody>
          <a:bodyPr vert="horz" wrap="square" lIns="0" tIns="90805" rIns="0" bIns="0" rtlCol="0">
            <a:spAutoFit/>
          </a:bodyPr>
          <a:lstStyle/>
          <a:p>
            <a:pPr marL="200025">
              <a:lnSpc>
                <a:spcPct val="100000"/>
              </a:lnSpc>
              <a:spcBef>
                <a:spcPts val="715"/>
              </a:spcBef>
            </a:pPr>
            <a:r>
              <a:rPr sz="1600" b="1" spc="-5" dirty="0">
                <a:latin typeface="Corbel"/>
                <a:cs typeface="Corbel"/>
              </a:rPr>
              <a:t>Estilo de</a:t>
            </a:r>
            <a:r>
              <a:rPr sz="1600" b="1" spc="-10" dirty="0">
                <a:latin typeface="Corbel"/>
                <a:cs typeface="Corbel"/>
              </a:rPr>
              <a:t> </a:t>
            </a:r>
            <a:r>
              <a:rPr sz="1600" b="1" spc="-5" dirty="0">
                <a:latin typeface="Corbel"/>
                <a:cs typeface="Corbel"/>
              </a:rPr>
              <a:t>toma</a:t>
            </a:r>
            <a:r>
              <a:rPr sz="1600" b="1" dirty="0">
                <a:latin typeface="Corbel"/>
                <a:cs typeface="Corbel"/>
              </a:rPr>
              <a:t> </a:t>
            </a:r>
            <a:r>
              <a:rPr sz="1600" b="1" spc="-5" dirty="0">
                <a:latin typeface="Corbel"/>
                <a:cs typeface="Corbel"/>
              </a:rPr>
              <a:t>de</a:t>
            </a:r>
            <a:r>
              <a:rPr sz="1600" b="1" spc="-15" dirty="0">
                <a:latin typeface="Corbel"/>
                <a:cs typeface="Corbel"/>
              </a:rPr>
              <a:t> </a:t>
            </a:r>
            <a:r>
              <a:rPr sz="1600" b="1" spc="-5" dirty="0">
                <a:latin typeface="Corbel"/>
                <a:cs typeface="Corbel"/>
              </a:rPr>
              <a:t>decisiones</a:t>
            </a:r>
            <a:endParaRPr sz="1600">
              <a:latin typeface="Corbel"/>
              <a:cs typeface="Corbel"/>
            </a:endParaRPr>
          </a:p>
          <a:p>
            <a:pPr marL="127000" indent="-114300">
              <a:lnSpc>
                <a:spcPct val="100000"/>
              </a:lnSpc>
              <a:spcBef>
                <a:spcPts val="545"/>
              </a:spcBef>
              <a:buChar char="•"/>
              <a:tabLst>
                <a:tab pos="127000" algn="l"/>
              </a:tabLst>
            </a:pPr>
            <a:r>
              <a:rPr sz="1400" spc="-5" dirty="0">
                <a:latin typeface="Corbel"/>
                <a:cs typeface="Corbel"/>
              </a:rPr>
              <a:t>Directivo</a:t>
            </a:r>
            <a:endParaRPr sz="1400">
              <a:latin typeface="Corbel"/>
              <a:cs typeface="Corbel"/>
            </a:endParaRPr>
          </a:p>
          <a:p>
            <a:pPr marL="127000" indent="-114300">
              <a:lnSpc>
                <a:spcPct val="100000"/>
              </a:lnSpc>
              <a:spcBef>
                <a:spcPts val="120"/>
              </a:spcBef>
              <a:buChar char="•"/>
              <a:tabLst>
                <a:tab pos="127000" algn="l"/>
              </a:tabLst>
            </a:pPr>
            <a:r>
              <a:rPr sz="1400" spc="-5" dirty="0">
                <a:latin typeface="Corbel"/>
                <a:cs typeface="Corbel"/>
              </a:rPr>
              <a:t>Analítico</a:t>
            </a:r>
            <a:endParaRPr sz="1400">
              <a:latin typeface="Corbel"/>
              <a:cs typeface="Corbel"/>
            </a:endParaRPr>
          </a:p>
          <a:p>
            <a:pPr marL="127000" indent="-114300">
              <a:lnSpc>
                <a:spcPct val="100000"/>
              </a:lnSpc>
              <a:spcBef>
                <a:spcPts val="110"/>
              </a:spcBef>
              <a:buChar char="•"/>
              <a:tabLst>
                <a:tab pos="127000" algn="l"/>
              </a:tabLst>
            </a:pPr>
            <a:r>
              <a:rPr sz="1400" spc="-5" dirty="0">
                <a:latin typeface="Corbel"/>
                <a:cs typeface="Corbel"/>
              </a:rPr>
              <a:t>Conceptual</a:t>
            </a:r>
            <a:endParaRPr sz="1400">
              <a:latin typeface="Corbel"/>
              <a:cs typeface="Corbel"/>
            </a:endParaRPr>
          </a:p>
          <a:p>
            <a:pPr marL="127000" indent="-114300">
              <a:lnSpc>
                <a:spcPct val="100000"/>
              </a:lnSpc>
              <a:spcBef>
                <a:spcPts val="120"/>
              </a:spcBef>
              <a:buChar char="•"/>
              <a:tabLst>
                <a:tab pos="127000" algn="l"/>
              </a:tabLst>
            </a:pPr>
            <a:r>
              <a:rPr sz="1400" spc="-5" dirty="0">
                <a:latin typeface="Corbel"/>
                <a:cs typeface="Corbel"/>
              </a:rPr>
              <a:t>Conductual</a:t>
            </a:r>
            <a:endParaRPr sz="1400">
              <a:latin typeface="Corbel"/>
              <a:cs typeface="Corbel"/>
            </a:endParaRPr>
          </a:p>
        </p:txBody>
      </p:sp>
      <p:grpSp>
        <p:nvGrpSpPr>
          <p:cNvPr id="13" name="object 13"/>
          <p:cNvGrpSpPr/>
          <p:nvPr/>
        </p:nvGrpSpPr>
        <p:grpSpPr>
          <a:xfrm>
            <a:off x="455612" y="2811716"/>
            <a:ext cx="3020695" cy="1918970"/>
            <a:chOff x="455612" y="2811716"/>
            <a:chExt cx="3020695" cy="1918970"/>
          </a:xfrm>
        </p:grpSpPr>
        <p:sp>
          <p:nvSpPr>
            <p:cNvPr id="14" name="object 14"/>
            <p:cNvSpPr/>
            <p:nvPr/>
          </p:nvSpPr>
          <p:spPr>
            <a:xfrm>
              <a:off x="1440052" y="3680587"/>
              <a:ext cx="2031364" cy="681990"/>
            </a:xfrm>
            <a:custGeom>
              <a:avLst/>
              <a:gdLst/>
              <a:ahLst/>
              <a:cxnLst/>
              <a:rect l="l" t="t" r="r" b="b"/>
              <a:pathLst>
                <a:path w="2031364" h="681989">
                  <a:moveTo>
                    <a:pt x="1689353" y="0"/>
                  </a:moveTo>
                  <a:lnTo>
                    <a:pt x="1689735" y="136270"/>
                  </a:lnTo>
                  <a:lnTo>
                    <a:pt x="0" y="140969"/>
                  </a:lnTo>
                  <a:lnTo>
                    <a:pt x="1143" y="549910"/>
                  </a:lnTo>
                  <a:lnTo>
                    <a:pt x="1690877" y="545338"/>
                  </a:lnTo>
                  <a:lnTo>
                    <a:pt x="1691259" y="681608"/>
                  </a:lnTo>
                  <a:lnTo>
                    <a:pt x="2031111" y="339851"/>
                  </a:lnTo>
                  <a:lnTo>
                    <a:pt x="1689353" y="0"/>
                  </a:lnTo>
                  <a:close/>
                </a:path>
              </a:pathLst>
            </a:custGeom>
            <a:solidFill>
              <a:srgbClr val="7E7E7E"/>
            </a:solidFill>
          </p:spPr>
          <p:txBody>
            <a:bodyPr wrap="square" lIns="0" tIns="0" rIns="0" bIns="0" rtlCol="0"/>
            <a:lstStyle/>
            <a:p>
              <a:endParaRPr/>
            </a:p>
          </p:txBody>
        </p:sp>
        <p:sp>
          <p:nvSpPr>
            <p:cNvPr id="15" name="object 15"/>
            <p:cNvSpPr/>
            <p:nvPr/>
          </p:nvSpPr>
          <p:spPr>
            <a:xfrm>
              <a:off x="1440052" y="3680587"/>
              <a:ext cx="2031364" cy="681990"/>
            </a:xfrm>
            <a:custGeom>
              <a:avLst/>
              <a:gdLst/>
              <a:ahLst/>
              <a:cxnLst/>
              <a:rect l="l" t="t" r="r" b="b"/>
              <a:pathLst>
                <a:path w="2031364" h="681989">
                  <a:moveTo>
                    <a:pt x="2031111" y="339851"/>
                  </a:moveTo>
                  <a:lnTo>
                    <a:pt x="1691259" y="681608"/>
                  </a:lnTo>
                  <a:lnTo>
                    <a:pt x="1690877" y="545338"/>
                  </a:lnTo>
                  <a:lnTo>
                    <a:pt x="1143" y="549910"/>
                  </a:lnTo>
                  <a:lnTo>
                    <a:pt x="0" y="140969"/>
                  </a:lnTo>
                  <a:lnTo>
                    <a:pt x="1689735" y="136270"/>
                  </a:lnTo>
                  <a:lnTo>
                    <a:pt x="1689353" y="0"/>
                  </a:lnTo>
                  <a:lnTo>
                    <a:pt x="2031111" y="339851"/>
                  </a:lnTo>
                  <a:close/>
                </a:path>
              </a:pathLst>
            </a:custGeom>
            <a:ln w="9525">
              <a:solidFill>
                <a:srgbClr val="000066"/>
              </a:solidFill>
            </a:ln>
          </p:spPr>
          <p:txBody>
            <a:bodyPr wrap="square" lIns="0" tIns="0" rIns="0" bIns="0" rtlCol="0"/>
            <a:lstStyle/>
            <a:p>
              <a:endParaRPr/>
            </a:p>
          </p:txBody>
        </p:sp>
        <p:sp>
          <p:nvSpPr>
            <p:cNvPr id="16" name="object 16"/>
            <p:cNvSpPr/>
            <p:nvPr/>
          </p:nvSpPr>
          <p:spPr>
            <a:xfrm>
              <a:off x="461010" y="2817114"/>
              <a:ext cx="1792605" cy="1908175"/>
            </a:xfrm>
            <a:custGeom>
              <a:avLst/>
              <a:gdLst/>
              <a:ahLst/>
              <a:cxnLst/>
              <a:rect l="l" t="t" r="r" b="b"/>
              <a:pathLst>
                <a:path w="1792605" h="1908175">
                  <a:moveTo>
                    <a:pt x="1613027" y="0"/>
                  </a:moveTo>
                  <a:lnTo>
                    <a:pt x="179222" y="0"/>
                  </a:lnTo>
                  <a:lnTo>
                    <a:pt x="131577" y="6403"/>
                  </a:lnTo>
                  <a:lnTo>
                    <a:pt x="88764" y="24473"/>
                  </a:lnTo>
                  <a:lnTo>
                    <a:pt x="52492" y="52498"/>
                  </a:lnTo>
                  <a:lnTo>
                    <a:pt x="24468" y="88768"/>
                  </a:lnTo>
                  <a:lnTo>
                    <a:pt x="6401" y="131571"/>
                  </a:lnTo>
                  <a:lnTo>
                    <a:pt x="0" y="179197"/>
                  </a:lnTo>
                  <a:lnTo>
                    <a:pt x="0" y="1728851"/>
                  </a:lnTo>
                  <a:lnTo>
                    <a:pt x="6401" y="1776476"/>
                  </a:lnTo>
                  <a:lnTo>
                    <a:pt x="24468" y="1819279"/>
                  </a:lnTo>
                  <a:lnTo>
                    <a:pt x="52492" y="1855549"/>
                  </a:lnTo>
                  <a:lnTo>
                    <a:pt x="88764" y="1883574"/>
                  </a:lnTo>
                  <a:lnTo>
                    <a:pt x="131577" y="1901644"/>
                  </a:lnTo>
                  <a:lnTo>
                    <a:pt x="179222" y="1908048"/>
                  </a:lnTo>
                  <a:lnTo>
                    <a:pt x="1613027" y="1908048"/>
                  </a:lnTo>
                  <a:lnTo>
                    <a:pt x="1660652" y="1901644"/>
                  </a:lnTo>
                  <a:lnTo>
                    <a:pt x="1703455" y="1883574"/>
                  </a:lnTo>
                  <a:lnTo>
                    <a:pt x="1739725" y="1855549"/>
                  </a:lnTo>
                  <a:lnTo>
                    <a:pt x="1767750" y="1819279"/>
                  </a:lnTo>
                  <a:lnTo>
                    <a:pt x="1785820" y="1776476"/>
                  </a:lnTo>
                  <a:lnTo>
                    <a:pt x="1792224" y="1728851"/>
                  </a:lnTo>
                  <a:lnTo>
                    <a:pt x="1792224" y="179197"/>
                  </a:lnTo>
                  <a:lnTo>
                    <a:pt x="1785820" y="131571"/>
                  </a:lnTo>
                  <a:lnTo>
                    <a:pt x="1767750" y="88768"/>
                  </a:lnTo>
                  <a:lnTo>
                    <a:pt x="1739725" y="52498"/>
                  </a:lnTo>
                  <a:lnTo>
                    <a:pt x="1703455" y="24473"/>
                  </a:lnTo>
                  <a:lnTo>
                    <a:pt x="1660652" y="6403"/>
                  </a:lnTo>
                  <a:lnTo>
                    <a:pt x="1613027" y="0"/>
                  </a:lnTo>
                  <a:close/>
                </a:path>
              </a:pathLst>
            </a:custGeom>
            <a:solidFill>
              <a:srgbClr val="FFFFFF"/>
            </a:solidFill>
          </p:spPr>
          <p:txBody>
            <a:bodyPr wrap="square" lIns="0" tIns="0" rIns="0" bIns="0" rtlCol="0"/>
            <a:lstStyle/>
            <a:p>
              <a:endParaRPr/>
            </a:p>
          </p:txBody>
        </p:sp>
        <p:sp>
          <p:nvSpPr>
            <p:cNvPr id="17" name="object 17"/>
            <p:cNvSpPr/>
            <p:nvPr/>
          </p:nvSpPr>
          <p:spPr>
            <a:xfrm>
              <a:off x="461010" y="2817114"/>
              <a:ext cx="1792605" cy="1908175"/>
            </a:xfrm>
            <a:custGeom>
              <a:avLst/>
              <a:gdLst/>
              <a:ahLst/>
              <a:cxnLst/>
              <a:rect l="l" t="t" r="r" b="b"/>
              <a:pathLst>
                <a:path w="1792605" h="1908175">
                  <a:moveTo>
                    <a:pt x="0" y="179197"/>
                  </a:moveTo>
                  <a:lnTo>
                    <a:pt x="6401" y="131571"/>
                  </a:lnTo>
                  <a:lnTo>
                    <a:pt x="24468" y="88768"/>
                  </a:lnTo>
                  <a:lnTo>
                    <a:pt x="52492" y="52498"/>
                  </a:lnTo>
                  <a:lnTo>
                    <a:pt x="88764" y="24473"/>
                  </a:lnTo>
                  <a:lnTo>
                    <a:pt x="131577" y="6403"/>
                  </a:lnTo>
                  <a:lnTo>
                    <a:pt x="179222" y="0"/>
                  </a:lnTo>
                  <a:lnTo>
                    <a:pt x="1613027" y="0"/>
                  </a:lnTo>
                  <a:lnTo>
                    <a:pt x="1660652" y="6403"/>
                  </a:lnTo>
                  <a:lnTo>
                    <a:pt x="1703455" y="24473"/>
                  </a:lnTo>
                  <a:lnTo>
                    <a:pt x="1739725" y="52498"/>
                  </a:lnTo>
                  <a:lnTo>
                    <a:pt x="1767750" y="88768"/>
                  </a:lnTo>
                  <a:lnTo>
                    <a:pt x="1785820" y="131571"/>
                  </a:lnTo>
                  <a:lnTo>
                    <a:pt x="1792224" y="179197"/>
                  </a:lnTo>
                  <a:lnTo>
                    <a:pt x="1792224" y="1728851"/>
                  </a:lnTo>
                  <a:lnTo>
                    <a:pt x="1785820" y="1776476"/>
                  </a:lnTo>
                  <a:lnTo>
                    <a:pt x="1767750" y="1819279"/>
                  </a:lnTo>
                  <a:lnTo>
                    <a:pt x="1739725" y="1855549"/>
                  </a:lnTo>
                  <a:lnTo>
                    <a:pt x="1703455" y="1883574"/>
                  </a:lnTo>
                  <a:lnTo>
                    <a:pt x="1660652" y="1901644"/>
                  </a:lnTo>
                  <a:lnTo>
                    <a:pt x="1613027" y="1908048"/>
                  </a:lnTo>
                  <a:lnTo>
                    <a:pt x="179222" y="1908048"/>
                  </a:lnTo>
                  <a:lnTo>
                    <a:pt x="131577" y="1901644"/>
                  </a:lnTo>
                  <a:lnTo>
                    <a:pt x="88764" y="1883574"/>
                  </a:lnTo>
                  <a:lnTo>
                    <a:pt x="52492" y="1855549"/>
                  </a:lnTo>
                  <a:lnTo>
                    <a:pt x="24468" y="1819279"/>
                  </a:lnTo>
                  <a:lnTo>
                    <a:pt x="6401" y="1776476"/>
                  </a:lnTo>
                  <a:lnTo>
                    <a:pt x="0" y="1728851"/>
                  </a:lnTo>
                  <a:lnTo>
                    <a:pt x="0" y="179197"/>
                  </a:lnTo>
                  <a:close/>
                </a:path>
              </a:pathLst>
            </a:custGeom>
            <a:ln w="10795">
              <a:solidFill>
                <a:srgbClr val="F9B800"/>
              </a:solidFill>
            </a:ln>
          </p:spPr>
          <p:txBody>
            <a:bodyPr wrap="square" lIns="0" tIns="0" rIns="0" bIns="0" rtlCol="0"/>
            <a:lstStyle/>
            <a:p>
              <a:endParaRPr/>
            </a:p>
          </p:txBody>
        </p:sp>
      </p:grpSp>
      <p:sp>
        <p:nvSpPr>
          <p:cNvPr id="18" name="object 18"/>
          <p:cNvSpPr txBox="1"/>
          <p:nvPr/>
        </p:nvSpPr>
        <p:spPr>
          <a:xfrm>
            <a:off x="532282" y="2853308"/>
            <a:ext cx="1633220" cy="1504950"/>
          </a:xfrm>
          <a:prstGeom prst="rect">
            <a:avLst/>
          </a:prstGeom>
        </p:spPr>
        <p:txBody>
          <a:bodyPr vert="horz" wrap="square" lIns="0" tIns="34925" rIns="0" bIns="0" rtlCol="0">
            <a:spAutoFit/>
          </a:bodyPr>
          <a:lstStyle/>
          <a:p>
            <a:pPr marL="332105" marR="5080" indent="-304800">
              <a:lnSpc>
                <a:spcPct val="91500"/>
              </a:lnSpc>
              <a:spcBef>
                <a:spcPts val="275"/>
              </a:spcBef>
            </a:pPr>
            <a:r>
              <a:rPr sz="1700" b="1" spc="-5" dirty="0">
                <a:latin typeface="Corbel"/>
                <a:cs typeface="Corbel"/>
              </a:rPr>
              <a:t>Co</a:t>
            </a:r>
            <a:r>
              <a:rPr sz="1700" b="1" dirty="0">
                <a:latin typeface="Corbel"/>
                <a:cs typeface="Corbel"/>
              </a:rPr>
              <a:t>nd</a:t>
            </a:r>
            <a:r>
              <a:rPr sz="1700" b="1" spc="-10" dirty="0">
                <a:latin typeface="Corbel"/>
                <a:cs typeface="Corbel"/>
              </a:rPr>
              <a:t>i</a:t>
            </a:r>
            <a:r>
              <a:rPr sz="1700" b="1" dirty="0">
                <a:latin typeface="Corbel"/>
                <a:cs typeface="Corbel"/>
              </a:rPr>
              <a:t>cio</a:t>
            </a:r>
            <a:r>
              <a:rPr sz="1700" b="1" spc="5" dirty="0">
                <a:latin typeface="Corbel"/>
                <a:cs typeface="Corbel"/>
              </a:rPr>
              <a:t>n</a:t>
            </a:r>
            <a:r>
              <a:rPr sz="1700" b="1" dirty="0">
                <a:latin typeface="Corbel"/>
                <a:cs typeface="Corbel"/>
              </a:rPr>
              <a:t>es</a:t>
            </a:r>
            <a:r>
              <a:rPr sz="1700" b="1" spc="-30" dirty="0">
                <a:latin typeface="Corbel"/>
                <a:cs typeface="Corbel"/>
              </a:rPr>
              <a:t> </a:t>
            </a:r>
            <a:r>
              <a:rPr sz="1700" b="1" dirty="0">
                <a:latin typeface="Corbel"/>
                <a:cs typeface="Corbel"/>
              </a:rPr>
              <a:t>para  </a:t>
            </a:r>
            <a:r>
              <a:rPr sz="1700" b="1" spc="-5" dirty="0">
                <a:latin typeface="Corbel"/>
                <a:cs typeface="Corbel"/>
              </a:rPr>
              <a:t>la toma </a:t>
            </a:r>
            <a:r>
              <a:rPr sz="1700" b="1" dirty="0">
                <a:latin typeface="Corbel"/>
                <a:cs typeface="Corbel"/>
              </a:rPr>
              <a:t>de </a:t>
            </a:r>
            <a:r>
              <a:rPr sz="1700" b="1" spc="5" dirty="0">
                <a:latin typeface="Corbel"/>
                <a:cs typeface="Corbel"/>
              </a:rPr>
              <a:t> </a:t>
            </a:r>
            <a:r>
              <a:rPr sz="1700" b="1" dirty="0">
                <a:latin typeface="Corbel"/>
                <a:cs typeface="Corbel"/>
              </a:rPr>
              <a:t>decisiones</a:t>
            </a:r>
            <a:endParaRPr sz="1700">
              <a:latin typeface="Corbel"/>
              <a:cs typeface="Corbel"/>
            </a:endParaRPr>
          </a:p>
          <a:p>
            <a:pPr marL="127000" indent="-114300">
              <a:lnSpc>
                <a:spcPct val="100000"/>
              </a:lnSpc>
              <a:spcBef>
                <a:spcPts val="600"/>
              </a:spcBef>
              <a:buChar char="•"/>
              <a:tabLst>
                <a:tab pos="127000" algn="l"/>
              </a:tabLst>
            </a:pPr>
            <a:r>
              <a:rPr sz="1400" dirty="0">
                <a:latin typeface="Corbel"/>
                <a:cs typeface="Corbel"/>
              </a:rPr>
              <a:t>Certeza</a:t>
            </a:r>
            <a:endParaRPr sz="1400">
              <a:latin typeface="Corbel"/>
              <a:cs typeface="Corbel"/>
            </a:endParaRPr>
          </a:p>
          <a:p>
            <a:pPr marL="127000" indent="-114300">
              <a:lnSpc>
                <a:spcPct val="100000"/>
              </a:lnSpc>
              <a:spcBef>
                <a:spcPts val="125"/>
              </a:spcBef>
              <a:buChar char="•"/>
              <a:tabLst>
                <a:tab pos="127000" algn="l"/>
              </a:tabLst>
            </a:pPr>
            <a:r>
              <a:rPr sz="1400" spc="-5" dirty="0">
                <a:latin typeface="Corbel"/>
                <a:cs typeface="Corbel"/>
              </a:rPr>
              <a:t>Riesgo</a:t>
            </a:r>
            <a:endParaRPr sz="1400">
              <a:latin typeface="Corbel"/>
              <a:cs typeface="Corbel"/>
            </a:endParaRPr>
          </a:p>
          <a:p>
            <a:pPr marL="127000" indent="-114300">
              <a:lnSpc>
                <a:spcPct val="100000"/>
              </a:lnSpc>
              <a:spcBef>
                <a:spcPts val="105"/>
              </a:spcBef>
              <a:buChar char="•"/>
              <a:tabLst>
                <a:tab pos="127000" algn="l"/>
              </a:tabLst>
            </a:pPr>
            <a:r>
              <a:rPr sz="1400" dirty="0">
                <a:latin typeface="Corbel"/>
                <a:cs typeface="Corbel"/>
              </a:rPr>
              <a:t>Incertidumbre</a:t>
            </a:r>
            <a:endParaRPr sz="1400">
              <a:latin typeface="Corbel"/>
              <a:cs typeface="Corbel"/>
            </a:endParaRPr>
          </a:p>
        </p:txBody>
      </p:sp>
      <p:grpSp>
        <p:nvGrpSpPr>
          <p:cNvPr id="19" name="object 19"/>
          <p:cNvGrpSpPr/>
          <p:nvPr/>
        </p:nvGrpSpPr>
        <p:grpSpPr>
          <a:xfrm>
            <a:off x="1074356" y="1443164"/>
            <a:ext cx="2894330" cy="2000250"/>
            <a:chOff x="1074356" y="1443164"/>
            <a:chExt cx="2894330" cy="2000250"/>
          </a:xfrm>
        </p:grpSpPr>
        <p:sp>
          <p:nvSpPr>
            <p:cNvPr id="20" name="object 20"/>
            <p:cNvSpPr/>
            <p:nvPr/>
          </p:nvSpPr>
          <p:spPr>
            <a:xfrm>
              <a:off x="1966722" y="1833245"/>
              <a:ext cx="1637030" cy="1605280"/>
            </a:xfrm>
            <a:custGeom>
              <a:avLst/>
              <a:gdLst/>
              <a:ahLst/>
              <a:cxnLst/>
              <a:rect l="l" t="t" r="r" b="b"/>
              <a:pathLst>
                <a:path w="1637029" h="1605279">
                  <a:moveTo>
                    <a:pt x="284988" y="0"/>
                  </a:moveTo>
                  <a:lnTo>
                    <a:pt x="0" y="293369"/>
                  </a:lnTo>
                  <a:lnTo>
                    <a:pt x="1249679" y="1507363"/>
                  </a:lnTo>
                  <a:lnTo>
                    <a:pt x="1154683" y="1605152"/>
                  </a:lnTo>
                  <a:lnTo>
                    <a:pt x="1636649" y="1598294"/>
                  </a:lnTo>
                  <a:lnTo>
                    <a:pt x="1629664" y="1116329"/>
                  </a:lnTo>
                  <a:lnTo>
                    <a:pt x="1534667" y="1213992"/>
                  </a:lnTo>
                  <a:lnTo>
                    <a:pt x="284988" y="0"/>
                  </a:lnTo>
                  <a:close/>
                </a:path>
              </a:pathLst>
            </a:custGeom>
            <a:solidFill>
              <a:srgbClr val="7E7E7E"/>
            </a:solidFill>
          </p:spPr>
          <p:txBody>
            <a:bodyPr wrap="square" lIns="0" tIns="0" rIns="0" bIns="0" rtlCol="0"/>
            <a:lstStyle/>
            <a:p>
              <a:endParaRPr/>
            </a:p>
          </p:txBody>
        </p:sp>
        <p:sp>
          <p:nvSpPr>
            <p:cNvPr id="21" name="object 21"/>
            <p:cNvSpPr/>
            <p:nvPr/>
          </p:nvSpPr>
          <p:spPr>
            <a:xfrm>
              <a:off x="1966722" y="1833245"/>
              <a:ext cx="1637030" cy="1605280"/>
            </a:xfrm>
            <a:custGeom>
              <a:avLst/>
              <a:gdLst/>
              <a:ahLst/>
              <a:cxnLst/>
              <a:rect l="l" t="t" r="r" b="b"/>
              <a:pathLst>
                <a:path w="1637029" h="1605279">
                  <a:moveTo>
                    <a:pt x="1636649" y="1598294"/>
                  </a:moveTo>
                  <a:lnTo>
                    <a:pt x="1154683" y="1605152"/>
                  </a:lnTo>
                  <a:lnTo>
                    <a:pt x="1249679" y="1507363"/>
                  </a:lnTo>
                  <a:lnTo>
                    <a:pt x="0" y="293369"/>
                  </a:lnTo>
                  <a:lnTo>
                    <a:pt x="284988" y="0"/>
                  </a:lnTo>
                  <a:lnTo>
                    <a:pt x="1534667" y="1213992"/>
                  </a:lnTo>
                  <a:lnTo>
                    <a:pt x="1629664" y="1116329"/>
                  </a:lnTo>
                  <a:lnTo>
                    <a:pt x="1636649" y="1598294"/>
                  </a:lnTo>
                </a:path>
              </a:pathLst>
            </a:custGeom>
            <a:ln w="9525">
              <a:solidFill>
                <a:srgbClr val="000066"/>
              </a:solidFill>
            </a:ln>
          </p:spPr>
          <p:txBody>
            <a:bodyPr wrap="square" lIns="0" tIns="0" rIns="0" bIns="0" rtlCol="0"/>
            <a:lstStyle/>
            <a:p>
              <a:endParaRPr/>
            </a:p>
          </p:txBody>
        </p:sp>
        <p:sp>
          <p:nvSpPr>
            <p:cNvPr id="22" name="object 22"/>
            <p:cNvSpPr/>
            <p:nvPr/>
          </p:nvSpPr>
          <p:spPr>
            <a:xfrm>
              <a:off x="1079754" y="1448562"/>
              <a:ext cx="2883535" cy="990600"/>
            </a:xfrm>
            <a:custGeom>
              <a:avLst/>
              <a:gdLst/>
              <a:ahLst/>
              <a:cxnLst/>
              <a:rect l="l" t="t" r="r" b="b"/>
              <a:pathLst>
                <a:path w="2883535" h="990600">
                  <a:moveTo>
                    <a:pt x="2784348" y="0"/>
                  </a:moveTo>
                  <a:lnTo>
                    <a:pt x="99059" y="0"/>
                  </a:lnTo>
                  <a:lnTo>
                    <a:pt x="60500" y="7780"/>
                  </a:lnTo>
                  <a:lnTo>
                    <a:pt x="29013" y="29003"/>
                  </a:lnTo>
                  <a:lnTo>
                    <a:pt x="7784" y="60489"/>
                  </a:lnTo>
                  <a:lnTo>
                    <a:pt x="0" y="99060"/>
                  </a:lnTo>
                  <a:lnTo>
                    <a:pt x="0" y="891539"/>
                  </a:lnTo>
                  <a:lnTo>
                    <a:pt x="7784" y="930110"/>
                  </a:lnTo>
                  <a:lnTo>
                    <a:pt x="29013" y="961596"/>
                  </a:lnTo>
                  <a:lnTo>
                    <a:pt x="60500" y="982819"/>
                  </a:lnTo>
                  <a:lnTo>
                    <a:pt x="99059" y="990600"/>
                  </a:lnTo>
                  <a:lnTo>
                    <a:pt x="2784348" y="990600"/>
                  </a:lnTo>
                  <a:lnTo>
                    <a:pt x="2822918" y="982819"/>
                  </a:lnTo>
                  <a:lnTo>
                    <a:pt x="2854404" y="961596"/>
                  </a:lnTo>
                  <a:lnTo>
                    <a:pt x="2875627" y="930110"/>
                  </a:lnTo>
                  <a:lnTo>
                    <a:pt x="2883408" y="891539"/>
                  </a:lnTo>
                  <a:lnTo>
                    <a:pt x="2883408" y="99060"/>
                  </a:lnTo>
                  <a:lnTo>
                    <a:pt x="2875627" y="60489"/>
                  </a:lnTo>
                  <a:lnTo>
                    <a:pt x="2854404" y="29003"/>
                  </a:lnTo>
                  <a:lnTo>
                    <a:pt x="2822918" y="7780"/>
                  </a:lnTo>
                  <a:lnTo>
                    <a:pt x="2784348" y="0"/>
                  </a:lnTo>
                  <a:close/>
                </a:path>
              </a:pathLst>
            </a:custGeom>
            <a:solidFill>
              <a:srgbClr val="FFFFFF"/>
            </a:solidFill>
          </p:spPr>
          <p:txBody>
            <a:bodyPr wrap="square" lIns="0" tIns="0" rIns="0" bIns="0" rtlCol="0"/>
            <a:lstStyle/>
            <a:p>
              <a:endParaRPr/>
            </a:p>
          </p:txBody>
        </p:sp>
        <p:sp>
          <p:nvSpPr>
            <p:cNvPr id="23" name="object 23"/>
            <p:cNvSpPr/>
            <p:nvPr/>
          </p:nvSpPr>
          <p:spPr>
            <a:xfrm>
              <a:off x="1079754" y="1448562"/>
              <a:ext cx="2883535" cy="990600"/>
            </a:xfrm>
            <a:custGeom>
              <a:avLst/>
              <a:gdLst/>
              <a:ahLst/>
              <a:cxnLst/>
              <a:rect l="l" t="t" r="r" b="b"/>
              <a:pathLst>
                <a:path w="2883535" h="990600">
                  <a:moveTo>
                    <a:pt x="0" y="99060"/>
                  </a:moveTo>
                  <a:lnTo>
                    <a:pt x="7784" y="60489"/>
                  </a:lnTo>
                  <a:lnTo>
                    <a:pt x="29013" y="29003"/>
                  </a:lnTo>
                  <a:lnTo>
                    <a:pt x="60500" y="7780"/>
                  </a:lnTo>
                  <a:lnTo>
                    <a:pt x="99059" y="0"/>
                  </a:lnTo>
                  <a:lnTo>
                    <a:pt x="2784348" y="0"/>
                  </a:lnTo>
                  <a:lnTo>
                    <a:pt x="2822918" y="7780"/>
                  </a:lnTo>
                  <a:lnTo>
                    <a:pt x="2854404" y="29003"/>
                  </a:lnTo>
                  <a:lnTo>
                    <a:pt x="2875627" y="60489"/>
                  </a:lnTo>
                  <a:lnTo>
                    <a:pt x="2883408" y="99060"/>
                  </a:lnTo>
                  <a:lnTo>
                    <a:pt x="2883408" y="891539"/>
                  </a:lnTo>
                  <a:lnTo>
                    <a:pt x="2875627" y="930110"/>
                  </a:lnTo>
                  <a:lnTo>
                    <a:pt x="2854404" y="961596"/>
                  </a:lnTo>
                  <a:lnTo>
                    <a:pt x="2822918" y="982819"/>
                  </a:lnTo>
                  <a:lnTo>
                    <a:pt x="2784348" y="990600"/>
                  </a:lnTo>
                  <a:lnTo>
                    <a:pt x="99059" y="990600"/>
                  </a:lnTo>
                  <a:lnTo>
                    <a:pt x="60500" y="982819"/>
                  </a:lnTo>
                  <a:lnTo>
                    <a:pt x="29013" y="961596"/>
                  </a:lnTo>
                  <a:lnTo>
                    <a:pt x="7784" y="930110"/>
                  </a:lnTo>
                  <a:lnTo>
                    <a:pt x="0" y="891539"/>
                  </a:lnTo>
                  <a:lnTo>
                    <a:pt x="0" y="99060"/>
                  </a:lnTo>
                  <a:close/>
                </a:path>
              </a:pathLst>
            </a:custGeom>
            <a:ln w="10795">
              <a:solidFill>
                <a:srgbClr val="F9B800"/>
              </a:solidFill>
            </a:ln>
          </p:spPr>
          <p:txBody>
            <a:bodyPr wrap="square" lIns="0" tIns="0" rIns="0" bIns="0" rtlCol="0"/>
            <a:lstStyle/>
            <a:p>
              <a:endParaRPr/>
            </a:p>
          </p:txBody>
        </p:sp>
      </p:grpSp>
      <p:sp>
        <p:nvSpPr>
          <p:cNvPr id="24" name="object 24"/>
          <p:cNvSpPr txBox="1"/>
          <p:nvPr/>
        </p:nvSpPr>
        <p:spPr>
          <a:xfrm>
            <a:off x="1128471" y="1367533"/>
            <a:ext cx="2492375" cy="895985"/>
          </a:xfrm>
          <a:prstGeom prst="rect">
            <a:avLst/>
          </a:prstGeom>
        </p:spPr>
        <p:txBody>
          <a:bodyPr vert="horz" wrap="square" lIns="0" tIns="105410" rIns="0" bIns="0" rtlCol="0">
            <a:spAutoFit/>
          </a:bodyPr>
          <a:lstStyle/>
          <a:p>
            <a:pPr marL="309880">
              <a:lnSpc>
                <a:spcPct val="100000"/>
              </a:lnSpc>
              <a:spcBef>
                <a:spcPts val="830"/>
              </a:spcBef>
            </a:pPr>
            <a:r>
              <a:rPr sz="1700" b="1" dirty="0">
                <a:latin typeface="Corbel"/>
                <a:cs typeface="Corbel"/>
              </a:rPr>
              <a:t>Problemas</a:t>
            </a:r>
            <a:r>
              <a:rPr sz="1700" b="1" spc="-55" dirty="0">
                <a:latin typeface="Corbel"/>
                <a:cs typeface="Corbel"/>
              </a:rPr>
              <a:t> </a:t>
            </a:r>
            <a:r>
              <a:rPr sz="1700" b="1" dirty="0">
                <a:latin typeface="Corbel"/>
                <a:cs typeface="Corbel"/>
              </a:rPr>
              <a:t>y</a:t>
            </a:r>
            <a:r>
              <a:rPr sz="1700" b="1" spc="-25" dirty="0">
                <a:latin typeface="Corbel"/>
                <a:cs typeface="Corbel"/>
              </a:rPr>
              <a:t> </a:t>
            </a:r>
            <a:r>
              <a:rPr sz="1700" b="1" dirty="0">
                <a:latin typeface="Corbel"/>
                <a:cs typeface="Corbel"/>
              </a:rPr>
              <a:t>decisiones</a:t>
            </a:r>
            <a:endParaRPr sz="1700">
              <a:latin typeface="Corbel"/>
              <a:cs typeface="Corbel"/>
            </a:endParaRPr>
          </a:p>
          <a:p>
            <a:pPr marL="127000" indent="-114300">
              <a:lnSpc>
                <a:spcPct val="100000"/>
              </a:lnSpc>
              <a:spcBef>
                <a:spcPts val="600"/>
              </a:spcBef>
              <a:buChar char="•"/>
              <a:tabLst>
                <a:tab pos="127000" algn="l"/>
              </a:tabLst>
            </a:pPr>
            <a:r>
              <a:rPr sz="1400" spc="-5" dirty="0">
                <a:latin typeface="Corbel"/>
                <a:cs typeface="Corbel"/>
              </a:rPr>
              <a:t>Estructurados</a:t>
            </a:r>
            <a:r>
              <a:rPr sz="1400" spc="-35" dirty="0">
                <a:latin typeface="Corbel"/>
                <a:cs typeface="Corbel"/>
              </a:rPr>
              <a:t> </a:t>
            </a:r>
            <a:r>
              <a:rPr sz="1400" dirty="0">
                <a:latin typeface="Corbel"/>
                <a:cs typeface="Corbel"/>
              </a:rPr>
              <a:t>y</a:t>
            </a:r>
            <a:r>
              <a:rPr sz="1400" spc="-5" dirty="0">
                <a:latin typeface="Corbel"/>
                <a:cs typeface="Corbel"/>
              </a:rPr>
              <a:t> programados</a:t>
            </a:r>
            <a:endParaRPr sz="1400">
              <a:latin typeface="Corbel"/>
              <a:cs typeface="Corbel"/>
            </a:endParaRPr>
          </a:p>
          <a:p>
            <a:pPr marL="127000" indent="-114300">
              <a:lnSpc>
                <a:spcPct val="100000"/>
              </a:lnSpc>
              <a:spcBef>
                <a:spcPts val="120"/>
              </a:spcBef>
              <a:buChar char="•"/>
              <a:tabLst>
                <a:tab pos="127000" algn="l"/>
              </a:tabLst>
            </a:pPr>
            <a:r>
              <a:rPr sz="1400" dirty="0">
                <a:latin typeface="Corbel"/>
                <a:cs typeface="Corbel"/>
              </a:rPr>
              <a:t>Sin</a:t>
            </a:r>
            <a:r>
              <a:rPr sz="1400" spc="-25" dirty="0">
                <a:latin typeface="Corbel"/>
                <a:cs typeface="Corbel"/>
              </a:rPr>
              <a:t> </a:t>
            </a:r>
            <a:r>
              <a:rPr sz="1400" dirty="0">
                <a:latin typeface="Corbel"/>
                <a:cs typeface="Corbel"/>
              </a:rPr>
              <a:t>estructura</a:t>
            </a:r>
            <a:r>
              <a:rPr sz="1400" spc="-35" dirty="0">
                <a:latin typeface="Corbel"/>
                <a:cs typeface="Corbel"/>
              </a:rPr>
              <a:t> </a:t>
            </a:r>
            <a:r>
              <a:rPr sz="1400" spc="-5" dirty="0">
                <a:latin typeface="Corbel"/>
                <a:cs typeface="Corbel"/>
              </a:rPr>
              <a:t>ni</a:t>
            </a:r>
            <a:r>
              <a:rPr sz="1400" spc="-15" dirty="0">
                <a:latin typeface="Corbel"/>
                <a:cs typeface="Corbel"/>
              </a:rPr>
              <a:t> </a:t>
            </a:r>
            <a:r>
              <a:rPr sz="1400" spc="-5" dirty="0">
                <a:latin typeface="Corbel"/>
                <a:cs typeface="Corbel"/>
              </a:rPr>
              <a:t>programación</a:t>
            </a:r>
            <a:endParaRPr sz="1400">
              <a:latin typeface="Corbel"/>
              <a:cs typeface="Corbel"/>
            </a:endParaRPr>
          </a:p>
        </p:txBody>
      </p:sp>
      <p:grpSp>
        <p:nvGrpSpPr>
          <p:cNvPr id="25" name="object 25"/>
          <p:cNvGrpSpPr/>
          <p:nvPr/>
        </p:nvGrpSpPr>
        <p:grpSpPr>
          <a:xfrm>
            <a:off x="4818824" y="1443164"/>
            <a:ext cx="3317875" cy="1950085"/>
            <a:chOff x="4818824" y="1443164"/>
            <a:chExt cx="3317875" cy="1950085"/>
          </a:xfrm>
        </p:grpSpPr>
        <p:sp>
          <p:nvSpPr>
            <p:cNvPr id="26" name="object 26"/>
            <p:cNvSpPr/>
            <p:nvPr/>
          </p:nvSpPr>
          <p:spPr>
            <a:xfrm>
              <a:off x="5693917" y="1824101"/>
              <a:ext cx="1418590" cy="1564640"/>
            </a:xfrm>
            <a:custGeom>
              <a:avLst/>
              <a:gdLst/>
              <a:ahLst/>
              <a:cxnLst/>
              <a:rect l="l" t="t" r="r" b="b"/>
              <a:pathLst>
                <a:path w="1418590" h="1564639">
                  <a:moveTo>
                    <a:pt x="1107693" y="0"/>
                  </a:moveTo>
                  <a:lnTo>
                    <a:pt x="103505" y="1172464"/>
                  </a:lnTo>
                  <a:lnTo>
                    <a:pt x="0" y="1083818"/>
                  </a:lnTo>
                  <a:lnTo>
                    <a:pt x="37084" y="1564386"/>
                  </a:lnTo>
                  <a:lnTo>
                    <a:pt x="517652" y="1527302"/>
                  </a:lnTo>
                  <a:lnTo>
                    <a:pt x="414147" y="1438528"/>
                  </a:lnTo>
                  <a:lnTo>
                    <a:pt x="1418336" y="266064"/>
                  </a:lnTo>
                  <a:lnTo>
                    <a:pt x="1107693" y="0"/>
                  </a:lnTo>
                  <a:close/>
                </a:path>
              </a:pathLst>
            </a:custGeom>
            <a:solidFill>
              <a:srgbClr val="7E7E7E"/>
            </a:solidFill>
          </p:spPr>
          <p:txBody>
            <a:bodyPr wrap="square" lIns="0" tIns="0" rIns="0" bIns="0" rtlCol="0"/>
            <a:lstStyle/>
            <a:p>
              <a:endParaRPr/>
            </a:p>
          </p:txBody>
        </p:sp>
        <p:sp>
          <p:nvSpPr>
            <p:cNvPr id="27" name="object 27"/>
            <p:cNvSpPr/>
            <p:nvPr/>
          </p:nvSpPr>
          <p:spPr>
            <a:xfrm>
              <a:off x="5693917" y="1824101"/>
              <a:ext cx="1418590" cy="1564640"/>
            </a:xfrm>
            <a:custGeom>
              <a:avLst/>
              <a:gdLst/>
              <a:ahLst/>
              <a:cxnLst/>
              <a:rect l="l" t="t" r="r" b="b"/>
              <a:pathLst>
                <a:path w="1418590" h="1564639">
                  <a:moveTo>
                    <a:pt x="37084" y="1564386"/>
                  </a:moveTo>
                  <a:lnTo>
                    <a:pt x="0" y="1083818"/>
                  </a:lnTo>
                  <a:lnTo>
                    <a:pt x="103505" y="1172464"/>
                  </a:lnTo>
                  <a:lnTo>
                    <a:pt x="1107693" y="0"/>
                  </a:lnTo>
                  <a:lnTo>
                    <a:pt x="1418336" y="266064"/>
                  </a:lnTo>
                  <a:lnTo>
                    <a:pt x="414147" y="1438528"/>
                  </a:lnTo>
                  <a:lnTo>
                    <a:pt x="517652" y="1527302"/>
                  </a:lnTo>
                  <a:lnTo>
                    <a:pt x="37084" y="1564386"/>
                  </a:lnTo>
                  <a:close/>
                </a:path>
              </a:pathLst>
            </a:custGeom>
            <a:ln w="9525">
              <a:solidFill>
                <a:srgbClr val="000066"/>
              </a:solidFill>
            </a:ln>
          </p:spPr>
          <p:txBody>
            <a:bodyPr wrap="square" lIns="0" tIns="0" rIns="0" bIns="0" rtlCol="0"/>
            <a:lstStyle/>
            <a:p>
              <a:endParaRPr/>
            </a:p>
          </p:txBody>
        </p:sp>
        <p:sp>
          <p:nvSpPr>
            <p:cNvPr id="28" name="object 28"/>
            <p:cNvSpPr/>
            <p:nvPr/>
          </p:nvSpPr>
          <p:spPr>
            <a:xfrm>
              <a:off x="4824221" y="1448562"/>
              <a:ext cx="3307079" cy="990600"/>
            </a:xfrm>
            <a:custGeom>
              <a:avLst/>
              <a:gdLst/>
              <a:ahLst/>
              <a:cxnLst/>
              <a:rect l="l" t="t" r="r" b="b"/>
              <a:pathLst>
                <a:path w="3307079" h="990600">
                  <a:moveTo>
                    <a:pt x="3208020" y="0"/>
                  </a:moveTo>
                  <a:lnTo>
                    <a:pt x="99060" y="0"/>
                  </a:lnTo>
                  <a:lnTo>
                    <a:pt x="60489" y="7780"/>
                  </a:lnTo>
                  <a:lnTo>
                    <a:pt x="29003" y="29003"/>
                  </a:lnTo>
                  <a:lnTo>
                    <a:pt x="7780" y="60489"/>
                  </a:lnTo>
                  <a:lnTo>
                    <a:pt x="0" y="99060"/>
                  </a:lnTo>
                  <a:lnTo>
                    <a:pt x="0" y="891539"/>
                  </a:lnTo>
                  <a:lnTo>
                    <a:pt x="7780" y="930110"/>
                  </a:lnTo>
                  <a:lnTo>
                    <a:pt x="29003" y="961596"/>
                  </a:lnTo>
                  <a:lnTo>
                    <a:pt x="60489" y="982819"/>
                  </a:lnTo>
                  <a:lnTo>
                    <a:pt x="99060" y="990600"/>
                  </a:lnTo>
                  <a:lnTo>
                    <a:pt x="3208020" y="990600"/>
                  </a:lnTo>
                  <a:lnTo>
                    <a:pt x="3246590" y="982819"/>
                  </a:lnTo>
                  <a:lnTo>
                    <a:pt x="3278076" y="961596"/>
                  </a:lnTo>
                  <a:lnTo>
                    <a:pt x="3299299" y="930110"/>
                  </a:lnTo>
                  <a:lnTo>
                    <a:pt x="3307079" y="891539"/>
                  </a:lnTo>
                  <a:lnTo>
                    <a:pt x="3307079" y="99060"/>
                  </a:lnTo>
                  <a:lnTo>
                    <a:pt x="3299299" y="60489"/>
                  </a:lnTo>
                  <a:lnTo>
                    <a:pt x="3278076" y="29003"/>
                  </a:lnTo>
                  <a:lnTo>
                    <a:pt x="3246590" y="7780"/>
                  </a:lnTo>
                  <a:lnTo>
                    <a:pt x="3208020" y="0"/>
                  </a:lnTo>
                  <a:close/>
                </a:path>
              </a:pathLst>
            </a:custGeom>
            <a:solidFill>
              <a:srgbClr val="FFFFFF"/>
            </a:solidFill>
          </p:spPr>
          <p:txBody>
            <a:bodyPr wrap="square" lIns="0" tIns="0" rIns="0" bIns="0" rtlCol="0"/>
            <a:lstStyle/>
            <a:p>
              <a:endParaRPr/>
            </a:p>
          </p:txBody>
        </p:sp>
        <p:sp>
          <p:nvSpPr>
            <p:cNvPr id="29" name="object 29"/>
            <p:cNvSpPr/>
            <p:nvPr/>
          </p:nvSpPr>
          <p:spPr>
            <a:xfrm>
              <a:off x="4824221" y="1448562"/>
              <a:ext cx="3307079" cy="990600"/>
            </a:xfrm>
            <a:custGeom>
              <a:avLst/>
              <a:gdLst/>
              <a:ahLst/>
              <a:cxnLst/>
              <a:rect l="l" t="t" r="r" b="b"/>
              <a:pathLst>
                <a:path w="3307079" h="990600">
                  <a:moveTo>
                    <a:pt x="0" y="99060"/>
                  </a:moveTo>
                  <a:lnTo>
                    <a:pt x="7780" y="60489"/>
                  </a:lnTo>
                  <a:lnTo>
                    <a:pt x="29003" y="29003"/>
                  </a:lnTo>
                  <a:lnTo>
                    <a:pt x="60489" y="7780"/>
                  </a:lnTo>
                  <a:lnTo>
                    <a:pt x="99060" y="0"/>
                  </a:lnTo>
                  <a:lnTo>
                    <a:pt x="3208020" y="0"/>
                  </a:lnTo>
                  <a:lnTo>
                    <a:pt x="3246590" y="7780"/>
                  </a:lnTo>
                  <a:lnTo>
                    <a:pt x="3278076" y="29003"/>
                  </a:lnTo>
                  <a:lnTo>
                    <a:pt x="3299299" y="60489"/>
                  </a:lnTo>
                  <a:lnTo>
                    <a:pt x="3307079" y="99060"/>
                  </a:lnTo>
                  <a:lnTo>
                    <a:pt x="3307079" y="891539"/>
                  </a:lnTo>
                  <a:lnTo>
                    <a:pt x="3299299" y="930110"/>
                  </a:lnTo>
                  <a:lnTo>
                    <a:pt x="3278076" y="961596"/>
                  </a:lnTo>
                  <a:lnTo>
                    <a:pt x="3246590" y="982819"/>
                  </a:lnTo>
                  <a:lnTo>
                    <a:pt x="3208020" y="990600"/>
                  </a:lnTo>
                  <a:lnTo>
                    <a:pt x="99060" y="990600"/>
                  </a:lnTo>
                  <a:lnTo>
                    <a:pt x="60489" y="982819"/>
                  </a:lnTo>
                  <a:lnTo>
                    <a:pt x="29003" y="961596"/>
                  </a:lnTo>
                  <a:lnTo>
                    <a:pt x="7780" y="930110"/>
                  </a:lnTo>
                  <a:lnTo>
                    <a:pt x="0" y="891539"/>
                  </a:lnTo>
                  <a:lnTo>
                    <a:pt x="0" y="99060"/>
                  </a:lnTo>
                  <a:close/>
                </a:path>
              </a:pathLst>
            </a:custGeom>
            <a:ln w="10795">
              <a:solidFill>
                <a:srgbClr val="F9B800"/>
              </a:solidFill>
            </a:ln>
          </p:spPr>
          <p:txBody>
            <a:bodyPr wrap="square" lIns="0" tIns="0" rIns="0" bIns="0" rtlCol="0"/>
            <a:lstStyle/>
            <a:p>
              <a:endParaRPr/>
            </a:p>
          </p:txBody>
        </p:sp>
      </p:grpSp>
      <p:sp>
        <p:nvSpPr>
          <p:cNvPr id="30" name="object 30"/>
          <p:cNvSpPr txBox="1"/>
          <p:nvPr/>
        </p:nvSpPr>
        <p:spPr>
          <a:xfrm>
            <a:off x="4871720" y="1294218"/>
            <a:ext cx="2951480" cy="1173480"/>
          </a:xfrm>
          <a:prstGeom prst="rect">
            <a:avLst/>
          </a:prstGeom>
        </p:spPr>
        <p:txBody>
          <a:bodyPr vert="horz" wrap="square" lIns="0" tIns="90805" rIns="0" bIns="0" rtlCol="0">
            <a:spAutoFit/>
          </a:bodyPr>
          <a:lstStyle/>
          <a:p>
            <a:pPr marL="274320">
              <a:lnSpc>
                <a:spcPct val="100000"/>
              </a:lnSpc>
              <a:spcBef>
                <a:spcPts val="715"/>
              </a:spcBef>
            </a:pPr>
            <a:r>
              <a:rPr sz="1600" b="1" spc="-10" dirty="0">
                <a:latin typeface="Corbel"/>
                <a:cs typeface="Corbel"/>
              </a:rPr>
              <a:t>Método</a:t>
            </a:r>
            <a:r>
              <a:rPr sz="1600" b="1" spc="10" dirty="0">
                <a:latin typeface="Corbel"/>
                <a:cs typeface="Corbel"/>
              </a:rPr>
              <a:t> </a:t>
            </a:r>
            <a:r>
              <a:rPr sz="1600" b="1" spc="-5" dirty="0">
                <a:latin typeface="Corbel"/>
                <a:cs typeface="Corbel"/>
              </a:rPr>
              <a:t>de</a:t>
            </a:r>
            <a:r>
              <a:rPr sz="1600" b="1" spc="-10" dirty="0">
                <a:latin typeface="Corbel"/>
                <a:cs typeface="Corbel"/>
              </a:rPr>
              <a:t> </a:t>
            </a:r>
            <a:r>
              <a:rPr sz="1600" b="1" spc="-5" dirty="0">
                <a:latin typeface="Corbel"/>
                <a:cs typeface="Corbel"/>
              </a:rPr>
              <a:t>toma</a:t>
            </a:r>
            <a:r>
              <a:rPr sz="1600" b="1" spc="5" dirty="0">
                <a:latin typeface="Corbel"/>
                <a:cs typeface="Corbel"/>
              </a:rPr>
              <a:t> </a:t>
            </a:r>
            <a:r>
              <a:rPr sz="1600" b="1" spc="-5" dirty="0">
                <a:latin typeface="Corbel"/>
                <a:cs typeface="Corbel"/>
              </a:rPr>
              <a:t>de</a:t>
            </a:r>
            <a:r>
              <a:rPr sz="1600" b="1" spc="-10" dirty="0">
                <a:latin typeface="Corbel"/>
                <a:cs typeface="Corbel"/>
              </a:rPr>
              <a:t> </a:t>
            </a:r>
            <a:r>
              <a:rPr sz="1600" b="1" spc="-5" dirty="0">
                <a:latin typeface="Corbel"/>
                <a:cs typeface="Corbel"/>
              </a:rPr>
              <a:t>decisiones</a:t>
            </a:r>
            <a:endParaRPr sz="1600">
              <a:latin typeface="Corbel"/>
              <a:cs typeface="Corbel"/>
            </a:endParaRPr>
          </a:p>
          <a:p>
            <a:pPr marL="12700">
              <a:lnSpc>
                <a:spcPct val="100000"/>
              </a:lnSpc>
              <a:spcBef>
                <a:spcPts val="545"/>
              </a:spcBef>
            </a:pPr>
            <a:r>
              <a:rPr sz="1100" spc="-5" dirty="0">
                <a:latin typeface="Corbel"/>
                <a:cs typeface="Corbel"/>
              </a:rPr>
              <a:t>-</a:t>
            </a:r>
            <a:r>
              <a:rPr sz="1400" spc="-5" dirty="0">
                <a:latin typeface="Corbel"/>
                <a:cs typeface="Corbel"/>
              </a:rPr>
              <a:t>Racionalidad</a:t>
            </a:r>
            <a:endParaRPr sz="1400">
              <a:latin typeface="Corbel"/>
              <a:cs typeface="Corbel"/>
            </a:endParaRPr>
          </a:p>
          <a:p>
            <a:pPr marL="12700">
              <a:lnSpc>
                <a:spcPct val="100000"/>
              </a:lnSpc>
              <a:spcBef>
                <a:spcPts val="459"/>
              </a:spcBef>
            </a:pPr>
            <a:r>
              <a:rPr sz="1400" spc="-5" dirty="0">
                <a:latin typeface="Corbel"/>
                <a:cs typeface="Corbel"/>
              </a:rPr>
              <a:t>-Racionalidad</a:t>
            </a:r>
            <a:r>
              <a:rPr sz="1400" spc="-25" dirty="0">
                <a:latin typeface="Corbel"/>
                <a:cs typeface="Corbel"/>
              </a:rPr>
              <a:t> </a:t>
            </a:r>
            <a:r>
              <a:rPr sz="1400" spc="-5" dirty="0">
                <a:latin typeface="Corbel"/>
                <a:cs typeface="Corbel"/>
              </a:rPr>
              <a:t>acotada</a:t>
            </a:r>
            <a:endParaRPr sz="1400">
              <a:latin typeface="Corbel"/>
              <a:cs typeface="Corbel"/>
            </a:endParaRPr>
          </a:p>
          <a:p>
            <a:pPr marL="12700">
              <a:lnSpc>
                <a:spcPct val="100000"/>
              </a:lnSpc>
              <a:spcBef>
                <a:spcPts val="455"/>
              </a:spcBef>
            </a:pPr>
            <a:r>
              <a:rPr sz="1400" dirty="0">
                <a:latin typeface="Corbel"/>
                <a:cs typeface="Corbel"/>
              </a:rPr>
              <a:t>-Intuición</a:t>
            </a:r>
            <a:endParaRPr sz="1400">
              <a:latin typeface="Corbel"/>
              <a:cs typeface="Corbel"/>
            </a:endParaRPr>
          </a:p>
        </p:txBody>
      </p:sp>
      <p:grpSp>
        <p:nvGrpSpPr>
          <p:cNvPr id="31" name="object 31"/>
          <p:cNvGrpSpPr/>
          <p:nvPr/>
        </p:nvGrpSpPr>
        <p:grpSpPr>
          <a:xfrm>
            <a:off x="4675568" y="4768532"/>
            <a:ext cx="2842895" cy="1946275"/>
            <a:chOff x="4675568" y="4768532"/>
            <a:chExt cx="2842895" cy="1946275"/>
          </a:xfrm>
        </p:grpSpPr>
        <p:sp>
          <p:nvSpPr>
            <p:cNvPr id="32" name="object 32"/>
            <p:cNvSpPr/>
            <p:nvPr/>
          </p:nvSpPr>
          <p:spPr>
            <a:xfrm>
              <a:off x="5405119" y="4773295"/>
              <a:ext cx="1234440" cy="1588135"/>
            </a:xfrm>
            <a:custGeom>
              <a:avLst/>
              <a:gdLst/>
              <a:ahLst/>
              <a:cxnLst/>
              <a:rect l="l" t="t" r="r" b="b"/>
              <a:pathLst>
                <a:path w="1234440" h="1588135">
                  <a:moveTo>
                    <a:pt x="99187" y="0"/>
                  </a:moveTo>
                  <a:lnTo>
                    <a:pt x="0" y="471677"/>
                  </a:lnTo>
                  <a:lnTo>
                    <a:pt x="114172" y="397255"/>
                  </a:lnTo>
                  <a:lnTo>
                    <a:pt x="891539" y="1588058"/>
                  </a:lnTo>
                  <a:lnTo>
                    <a:pt x="1234058" y="1364500"/>
                  </a:lnTo>
                  <a:lnTo>
                    <a:pt x="456691" y="173608"/>
                  </a:lnTo>
                  <a:lnTo>
                    <a:pt x="570864" y="99059"/>
                  </a:lnTo>
                  <a:lnTo>
                    <a:pt x="99187" y="0"/>
                  </a:lnTo>
                  <a:close/>
                </a:path>
              </a:pathLst>
            </a:custGeom>
            <a:solidFill>
              <a:srgbClr val="7E7E7E"/>
            </a:solidFill>
          </p:spPr>
          <p:txBody>
            <a:bodyPr wrap="square" lIns="0" tIns="0" rIns="0" bIns="0" rtlCol="0"/>
            <a:lstStyle/>
            <a:p>
              <a:endParaRPr/>
            </a:p>
          </p:txBody>
        </p:sp>
        <p:sp>
          <p:nvSpPr>
            <p:cNvPr id="33" name="object 33"/>
            <p:cNvSpPr/>
            <p:nvPr/>
          </p:nvSpPr>
          <p:spPr>
            <a:xfrm>
              <a:off x="5405119" y="4773295"/>
              <a:ext cx="1234440" cy="1588135"/>
            </a:xfrm>
            <a:custGeom>
              <a:avLst/>
              <a:gdLst/>
              <a:ahLst/>
              <a:cxnLst/>
              <a:rect l="l" t="t" r="r" b="b"/>
              <a:pathLst>
                <a:path w="1234440" h="1588135">
                  <a:moveTo>
                    <a:pt x="99187" y="0"/>
                  </a:moveTo>
                  <a:lnTo>
                    <a:pt x="570864" y="99059"/>
                  </a:lnTo>
                  <a:lnTo>
                    <a:pt x="456691" y="173608"/>
                  </a:lnTo>
                  <a:lnTo>
                    <a:pt x="1234058" y="1364500"/>
                  </a:lnTo>
                  <a:lnTo>
                    <a:pt x="891539" y="1588058"/>
                  </a:lnTo>
                  <a:lnTo>
                    <a:pt x="114172" y="397255"/>
                  </a:lnTo>
                  <a:lnTo>
                    <a:pt x="0" y="471677"/>
                  </a:lnTo>
                  <a:lnTo>
                    <a:pt x="99187" y="0"/>
                  </a:lnTo>
                  <a:close/>
                </a:path>
              </a:pathLst>
            </a:custGeom>
            <a:ln w="9525">
              <a:solidFill>
                <a:srgbClr val="000066"/>
              </a:solidFill>
            </a:ln>
          </p:spPr>
          <p:txBody>
            <a:bodyPr wrap="square" lIns="0" tIns="0" rIns="0" bIns="0" rtlCol="0"/>
            <a:lstStyle/>
            <a:p>
              <a:endParaRPr/>
            </a:p>
          </p:txBody>
        </p:sp>
        <p:sp>
          <p:nvSpPr>
            <p:cNvPr id="34" name="object 34"/>
            <p:cNvSpPr/>
            <p:nvPr/>
          </p:nvSpPr>
          <p:spPr>
            <a:xfrm>
              <a:off x="4680965" y="5709666"/>
              <a:ext cx="2832100" cy="1000125"/>
            </a:xfrm>
            <a:custGeom>
              <a:avLst/>
              <a:gdLst/>
              <a:ahLst/>
              <a:cxnLst/>
              <a:rect l="l" t="t" r="r" b="b"/>
              <a:pathLst>
                <a:path w="2832100" h="1000125">
                  <a:moveTo>
                    <a:pt x="1415796" y="0"/>
                  </a:moveTo>
                  <a:lnTo>
                    <a:pt x="1347198" y="576"/>
                  </a:lnTo>
                  <a:lnTo>
                    <a:pt x="1279442" y="2288"/>
                  </a:lnTo>
                  <a:lnTo>
                    <a:pt x="1212604" y="5109"/>
                  </a:lnTo>
                  <a:lnTo>
                    <a:pt x="1146757" y="9013"/>
                  </a:lnTo>
                  <a:lnTo>
                    <a:pt x="1081975" y="13974"/>
                  </a:lnTo>
                  <a:lnTo>
                    <a:pt x="1018332" y="19965"/>
                  </a:lnTo>
                  <a:lnTo>
                    <a:pt x="955903" y="26962"/>
                  </a:lnTo>
                  <a:lnTo>
                    <a:pt x="894762" y="34936"/>
                  </a:lnTo>
                  <a:lnTo>
                    <a:pt x="834982" y="43862"/>
                  </a:lnTo>
                  <a:lnTo>
                    <a:pt x="776638" y="53715"/>
                  </a:lnTo>
                  <a:lnTo>
                    <a:pt x="719805" y="64467"/>
                  </a:lnTo>
                  <a:lnTo>
                    <a:pt x="664556" y="76093"/>
                  </a:lnTo>
                  <a:lnTo>
                    <a:pt x="610965" y="88566"/>
                  </a:lnTo>
                  <a:lnTo>
                    <a:pt x="559107" y="101860"/>
                  </a:lnTo>
                  <a:lnTo>
                    <a:pt x="509056" y="115949"/>
                  </a:lnTo>
                  <a:lnTo>
                    <a:pt x="460886" y="130808"/>
                  </a:lnTo>
                  <a:lnTo>
                    <a:pt x="414670" y="146408"/>
                  </a:lnTo>
                  <a:lnTo>
                    <a:pt x="370484" y="162725"/>
                  </a:lnTo>
                  <a:lnTo>
                    <a:pt x="328402" y="179733"/>
                  </a:lnTo>
                  <a:lnTo>
                    <a:pt x="288497" y="197404"/>
                  </a:lnTo>
                  <a:lnTo>
                    <a:pt x="250844" y="215714"/>
                  </a:lnTo>
                  <a:lnTo>
                    <a:pt x="215516" y="234635"/>
                  </a:lnTo>
                  <a:lnTo>
                    <a:pt x="182589" y="254142"/>
                  </a:lnTo>
                  <a:lnTo>
                    <a:pt x="124231" y="294807"/>
                  </a:lnTo>
                  <a:lnTo>
                    <a:pt x="76363" y="337500"/>
                  </a:lnTo>
                  <a:lnTo>
                    <a:pt x="39579" y="382012"/>
                  </a:lnTo>
                  <a:lnTo>
                    <a:pt x="14470" y="428132"/>
                  </a:lnTo>
                  <a:lnTo>
                    <a:pt x="1632" y="475652"/>
                  </a:lnTo>
                  <a:lnTo>
                    <a:pt x="0" y="499872"/>
                  </a:lnTo>
                  <a:lnTo>
                    <a:pt x="1632" y="524091"/>
                  </a:lnTo>
                  <a:lnTo>
                    <a:pt x="14470" y="571611"/>
                  </a:lnTo>
                  <a:lnTo>
                    <a:pt x="39579" y="617731"/>
                  </a:lnTo>
                  <a:lnTo>
                    <a:pt x="76363" y="662243"/>
                  </a:lnTo>
                  <a:lnTo>
                    <a:pt x="124231" y="704936"/>
                  </a:lnTo>
                  <a:lnTo>
                    <a:pt x="182589" y="745601"/>
                  </a:lnTo>
                  <a:lnTo>
                    <a:pt x="215516" y="765108"/>
                  </a:lnTo>
                  <a:lnTo>
                    <a:pt x="250844" y="784029"/>
                  </a:lnTo>
                  <a:lnTo>
                    <a:pt x="288497" y="802339"/>
                  </a:lnTo>
                  <a:lnTo>
                    <a:pt x="328402" y="820010"/>
                  </a:lnTo>
                  <a:lnTo>
                    <a:pt x="370484" y="837018"/>
                  </a:lnTo>
                  <a:lnTo>
                    <a:pt x="414670" y="853335"/>
                  </a:lnTo>
                  <a:lnTo>
                    <a:pt x="460886" y="868935"/>
                  </a:lnTo>
                  <a:lnTo>
                    <a:pt x="509056" y="883794"/>
                  </a:lnTo>
                  <a:lnTo>
                    <a:pt x="559107" y="897883"/>
                  </a:lnTo>
                  <a:lnTo>
                    <a:pt x="610965" y="911177"/>
                  </a:lnTo>
                  <a:lnTo>
                    <a:pt x="664556" y="923650"/>
                  </a:lnTo>
                  <a:lnTo>
                    <a:pt x="719805" y="935276"/>
                  </a:lnTo>
                  <a:lnTo>
                    <a:pt x="776638" y="946028"/>
                  </a:lnTo>
                  <a:lnTo>
                    <a:pt x="834982" y="955881"/>
                  </a:lnTo>
                  <a:lnTo>
                    <a:pt x="894762" y="964807"/>
                  </a:lnTo>
                  <a:lnTo>
                    <a:pt x="955903" y="972781"/>
                  </a:lnTo>
                  <a:lnTo>
                    <a:pt x="1018332" y="979778"/>
                  </a:lnTo>
                  <a:lnTo>
                    <a:pt x="1081975" y="985769"/>
                  </a:lnTo>
                  <a:lnTo>
                    <a:pt x="1146757" y="990730"/>
                  </a:lnTo>
                  <a:lnTo>
                    <a:pt x="1212604" y="994634"/>
                  </a:lnTo>
                  <a:lnTo>
                    <a:pt x="1279442" y="997455"/>
                  </a:lnTo>
                  <a:lnTo>
                    <a:pt x="1347198" y="999167"/>
                  </a:lnTo>
                  <a:lnTo>
                    <a:pt x="1415796" y="999744"/>
                  </a:lnTo>
                  <a:lnTo>
                    <a:pt x="1484393" y="999167"/>
                  </a:lnTo>
                  <a:lnTo>
                    <a:pt x="1552149" y="997455"/>
                  </a:lnTo>
                  <a:lnTo>
                    <a:pt x="1618987" y="994634"/>
                  </a:lnTo>
                  <a:lnTo>
                    <a:pt x="1684834" y="990730"/>
                  </a:lnTo>
                  <a:lnTo>
                    <a:pt x="1749616" y="985769"/>
                  </a:lnTo>
                  <a:lnTo>
                    <a:pt x="1813259" y="979778"/>
                  </a:lnTo>
                  <a:lnTo>
                    <a:pt x="1875688" y="972781"/>
                  </a:lnTo>
                  <a:lnTo>
                    <a:pt x="1936829" y="964807"/>
                  </a:lnTo>
                  <a:lnTo>
                    <a:pt x="1996609" y="955881"/>
                  </a:lnTo>
                  <a:lnTo>
                    <a:pt x="2054953" y="946028"/>
                  </a:lnTo>
                  <a:lnTo>
                    <a:pt x="2111786" y="935276"/>
                  </a:lnTo>
                  <a:lnTo>
                    <a:pt x="2167035" y="923650"/>
                  </a:lnTo>
                  <a:lnTo>
                    <a:pt x="2220626" y="911177"/>
                  </a:lnTo>
                  <a:lnTo>
                    <a:pt x="2272484" y="897883"/>
                  </a:lnTo>
                  <a:lnTo>
                    <a:pt x="2322535" y="883794"/>
                  </a:lnTo>
                  <a:lnTo>
                    <a:pt x="2370705" y="868935"/>
                  </a:lnTo>
                  <a:lnTo>
                    <a:pt x="2416921" y="853335"/>
                  </a:lnTo>
                  <a:lnTo>
                    <a:pt x="2461107" y="837018"/>
                  </a:lnTo>
                  <a:lnTo>
                    <a:pt x="2503189" y="820010"/>
                  </a:lnTo>
                  <a:lnTo>
                    <a:pt x="2543094" y="802339"/>
                  </a:lnTo>
                  <a:lnTo>
                    <a:pt x="2580747" y="784029"/>
                  </a:lnTo>
                  <a:lnTo>
                    <a:pt x="2616075" y="765108"/>
                  </a:lnTo>
                  <a:lnTo>
                    <a:pt x="2649002" y="745601"/>
                  </a:lnTo>
                  <a:lnTo>
                    <a:pt x="2707360" y="704936"/>
                  </a:lnTo>
                  <a:lnTo>
                    <a:pt x="2755228" y="662243"/>
                  </a:lnTo>
                  <a:lnTo>
                    <a:pt x="2792012" y="617731"/>
                  </a:lnTo>
                  <a:lnTo>
                    <a:pt x="2817121" y="571611"/>
                  </a:lnTo>
                  <a:lnTo>
                    <a:pt x="2829959" y="524091"/>
                  </a:lnTo>
                  <a:lnTo>
                    <a:pt x="2831591" y="499872"/>
                  </a:lnTo>
                  <a:lnTo>
                    <a:pt x="2829959" y="475652"/>
                  </a:lnTo>
                  <a:lnTo>
                    <a:pt x="2817121" y="428132"/>
                  </a:lnTo>
                  <a:lnTo>
                    <a:pt x="2792012" y="382012"/>
                  </a:lnTo>
                  <a:lnTo>
                    <a:pt x="2755228" y="337500"/>
                  </a:lnTo>
                  <a:lnTo>
                    <a:pt x="2707360" y="294807"/>
                  </a:lnTo>
                  <a:lnTo>
                    <a:pt x="2649002" y="254142"/>
                  </a:lnTo>
                  <a:lnTo>
                    <a:pt x="2616075" y="234635"/>
                  </a:lnTo>
                  <a:lnTo>
                    <a:pt x="2580747" y="215714"/>
                  </a:lnTo>
                  <a:lnTo>
                    <a:pt x="2543094" y="197404"/>
                  </a:lnTo>
                  <a:lnTo>
                    <a:pt x="2503189" y="179733"/>
                  </a:lnTo>
                  <a:lnTo>
                    <a:pt x="2461107" y="162725"/>
                  </a:lnTo>
                  <a:lnTo>
                    <a:pt x="2416921" y="146408"/>
                  </a:lnTo>
                  <a:lnTo>
                    <a:pt x="2370705" y="130808"/>
                  </a:lnTo>
                  <a:lnTo>
                    <a:pt x="2322535" y="115949"/>
                  </a:lnTo>
                  <a:lnTo>
                    <a:pt x="2272484" y="101860"/>
                  </a:lnTo>
                  <a:lnTo>
                    <a:pt x="2220626" y="88566"/>
                  </a:lnTo>
                  <a:lnTo>
                    <a:pt x="2167035" y="76093"/>
                  </a:lnTo>
                  <a:lnTo>
                    <a:pt x="2111786" y="64467"/>
                  </a:lnTo>
                  <a:lnTo>
                    <a:pt x="2054953" y="53715"/>
                  </a:lnTo>
                  <a:lnTo>
                    <a:pt x="1996609" y="43862"/>
                  </a:lnTo>
                  <a:lnTo>
                    <a:pt x="1936829" y="34936"/>
                  </a:lnTo>
                  <a:lnTo>
                    <a:pt x="1875688" y="26962"/>
                  </a:lnTo>
                  <a:lnTo>
                    <a:pt x="1813259" y="19965"/>
                  </a:lnTo>
                  <a:lnTo>
                    <a:pt x="1749616" y="13974"/>
                  </a:lnTo>
                  <a:lnTo>
                    <a:pt x="1684834" y="9013"/>
                  </a:lnTo>
                  <a:lnTo>
                    <a:pt x="1618987" y="5109"/>
                  </a:lnTo>
                  <a:lnTo>
                    <a:pt x="1552149" y="2288"/>
                  </a:lnTo>
                  <a:lnTo>
                    <a:pt x="1484393" y="576"/>
                  </a:lnTo>
                  <a:lnTo>
                    <a:pt x="1415796" y="0"/>
                  </a:lnTo>
                  <a:close/>
                </a:path>
              </a:pathLst>
            </a:custGeom>
            <a:solidFill>
              <a:srgbClr val="FFFFFF"/>
            </a:solidFill>
          </p:spPr>
          <p:txBody>
            <a:bodyPr wrap="square" lIns="0" tIns="0" rIns="0" bIns="0" rtlCol="0"/>
            <a:lstStyle/>
            <a:p>
              <a:endParaRPr/>
            </a:p>
          </p:txBody>
        </p:sp>
        <p:sp>
          <p:nvSpPr>
            <p:cNvPr id="35" name="object 35"/>
            <p:cNvSpPr/>
            <p:nvPr/>
          </p:nvSpPr>
          <p:spPr>
            <a:xfrm>
              <a:off x="4680965" y="5709666"/>
              <a:ext cx="2832100" cy="1000125"/>
            </a:xfrm>
            <a:custGeom>
              <a:avLst/>
              <a:gdLst/>
              <a:ahLst/>
              <a:cxnLst/>
              <a:rect l="l" t="t" r="r" b="b"/>
              <a:pathLst>
                <a:path w="2832100" h="1000125">
                  <a:moveTo>
                    <a:pt x="0" y="499872"/>
                  </a:moveTo>
                  <a:lnTo>
                    <a:pt x="6480" y="451730"/>
                  </a:lnTo>
                  <a:lnTo>
                    <a:pt x="25528" y="404884"/>
                  </a:lnTo>
                  <a:lnTo>
                    <a:pt x="56548" y="359542"/>
                  </a:lnTo>
                  <a:lnTo>
                    <a:pt x="98949" y="315913"/>
                  </a:lnTo>
                  <a:lnTo>
                    <a:pt x="152136" y="274208"/>
                  </a:lnTo>
                  <a:lnTo>
                    <a:pt x="215516" y="234635"/>
                  </a:lnTo>
                  <a:lnTo>
                    <a:pt x="250844" y="215714"/>
                  </a:lnTo>
                  <a:lnTo>
                    <a:pt x="288497" y="197404"/>
                  </a:lnTo>
                  <a:lnTo>
                    <a:pt x="328402" y="179733"/>
                  </a:lnTo>
                  <a:lnTo>
                    <a:pt x="370484" y="162725"/>
                  </a:lnTo>
                  <a:lnTo>
                    <a:pt x="414670" y="146408"/>
                  </a:lnTo>
                  <a:lnTo>
                    <a:pt x="460886" y="130808"/>
                  </a:lnTo>
                  <a:lnTo>
                    <a:pt x="509056" y="115949"/>
                  </a:lnTo>
                  <a:lnTo>
                    <a:pt x="559107" y="101860"/>
                  </a:lnTo>
                  <a:lnTo>
                    <a:pt x="610965" y="88566"/>
                  </a:lnTo>
                  <a:lnTo>
                    <a:pt x="664556" y="76093"/>
                  </a:lnTo>
                  <a:lnTo>
                    <a:pt x="719805" y="64467"/>
                  </a:lnTo>
                  <a:lnTo>
                    <a:pt x="776638" y="53715"/>
                  </a:lnTo>
                  <a:lnTo>
                    <a:pt x="834982" y="43862"/>
                  </a:lnTo>
                  <a:lnTo>
                    <a:pt x="894762" y="34936"/>
                  </a:lnTo>
                  <a:lnTo>
                    <a:pt x="955903" y="26962"/>
                  </a:lnTo>
                  <a:lnTo>
                    <a:pt x="1018332" y="19965"/>
                  </a:lnTo>
                  <a:lnTo>
                    <a:pt x="1081975" y="13974"/>
                  </a:lnTo>
                  <a:lnTo>
                    <a:pt x="1146757" y="9013"/>
                  </a:lnTo>
                  <a:lnTo>
                    <a:pt x="1212604" y="5109"/>
                  </a:lnTo>
                  <a:lnTo>
                    <a:pt x="1279442" y="2288"/>
                  </a:lnTo>
                  <a:lnTo>
                    <a:pt x="1347198" y="576"/>
                  </a:lnTo>
                  <a:lnTo>
                    <a:pt x="1415796" y="0"/>
                  </a:lnTo>
                  <a:lnTo>
                    <a:pt x="1484393" y="576"/>
                  </a:lnTo>
                  <a:lnTo>
                    <a:pt x="1552149" y="2288"/>
                  </a:lnTo>
                  <a:lnTo>
                    <a:pt x="1618987" y="5109"/>
                  </a:lnTo>
                  <a:lnTo>
                    <a:pt x="1684834" y="9013"/>
                  </a:lnTo>
                  <a:lnTo>
                    <a:pt x="1749616" y="13974"/>
                  </a:lnTo>
                  <a:lnTo>
                    <a:pt x="1813259" y="19965"/>
                  </a:lnTo>
                  <a:lnTo>
                    <a:pt x="1875688" y="26962"/>
                  </a:lnTo>
                  <a:lnTo>
                    <a:pt x="1936829" y="34936"/>
                  </a:lnTo>
                  <a:lnTo>
                    <a:pt x="1996609" y="43862"/>
                  </a:lnTo>
                  <a:lnTo>
                    <a:pt x="2054953" y="53715"/>
                  </a:lnTo>
                  <a:lnTo>
                    <a:pt x="2111786" y="64467"/>
                  </a:lnTo>
                  <a:lnTo>
                    <a:pt x="2167035" y="76093"/>
                  </a:lnTo>
                  <a:lnTo>
                    <a:pt x="2220626" y="88566"/>
                  </a:lnTo>
                  <a:lnTo>
                    <a:pt x="2272484" y="101860"/>
                  </a:lnTo>
                  <a:lnTo>
                    <a:pt x="2322535" y="115949"/>
                  </a:lnTo>
                  <a:lnTo>
                    <a:pt x="2370705" y="130808"/>
                  </a:lnTo>
                  <a:lnTo>
                    <a:pt x="2416921" y="146408"/>
                  </a:lnTo>
                  <a:lnTo>
                    <a:pt x="2461107" y="162725"/>
                  </a:lnTo>
                  <a:lnTo>
                    <a:pt x="2503189" y="179733"/>
                  </a:lnTo>
                  <a:lnTo>
                    <a:pt x="2543094" y="197404"/>
                  </a:lnTo>
                  <a:lnTo>
                    <a:pt x="2580747" y="215714"/>
                  </a:lnTo>
                  <a:lnTo>
                    <a:pt x="2616075" y="234635"/>
                  </a:lnTo>
                  <a:lnTo>
                    <a:pt x="2649002" y="254142"/>
                  </a:lnTo>
                  <a:lnTo>
                    <a:pt x="2707360" y="294807"/>
                  </a:lnTo>
                  <a:lnTo>
                    <a:pt x="2755228" y="337500"/>
                  </a:lnTo>
                  <a:lnTo>
                    <a:pt x="2792012" y="382012"/>
                  </a:lnTo>
                  <a:lnTo>
                    <a:pt x="2817121" y="428132"/>
                  </a:lnTo>
                  <a:lnTo>
                    <a:pt x="2829959" y="475652"/>
                  </a:lnTo>
                  <a:lnTo>
                    <a:pt x="2831591" y="499872"/>
                  </a:lnTo>
                  <a:lnTo>
                    <a:pt x="2829959" y="524091"/>
                  </a:lnTo>
                  <a:lnTo>
                    <a:pt x="2817121" y="571611"/>
                  </a:lnTo>
                  <a:lnTo>
                    <a:pt x="2792012" y="617731"/>
                  </a:lnTo>
                  <a:lnTo>
                    <a:pt x="2755228" y="662243"/>
                  </a:lnTo>
                  <a:lnTo>
                    <a:pt x="2707360" y="704936"/>
                  </a:lnTo>
                  <a:lnTo>
                    <a:pt x="2649002" y="745601"/>
                  </a:lnTo>
                  <a:lnTo>
                    <a:pt x="2616075" y="765108"/>
                  </a:lnTo>
                  <a:lnTo>
                    <a:pt x="2580747" y="784029"/>
                  </a:lnTo>
                  <a:lnTo>
                    <a:pt x="2543094" y="802339"/>
                  </a:lnTo>
                  <a:lnTo>
                    <a:pt x="2503189" y="820010"/>
                  </a:lnTo>
                  <a:lnTo>
                    <a:pt x="2461107" y="837018"/>
                  </a:lnTo>
                  <a:lnTo>
                    <a:pt x="2416921" y="853335"/>
                  </a:lnTo>
                  <a:lnTo>
                    <a:pt x="2370705" y="868935"/>
                  </a:lnTo>
                  <a:lnTo>
                    <a:pt x="2322535" y="883794"/>
                  </a:lnTo>
                  <a:lnTo>
                    <a:pt x="2272484" y="897883"/>
                  </a:lnTo>
                  <a:lnTo>
                    <a:pt x="2220626" y="911177"/>
                  </a:lnTo>
                  <a:lnTo>
                    <a:pt x="2167035" y="923650"/>
                  </a:lnTo>
                  <a:lnTo>
                    <a:pt x="2111786" y="935276"/>
                  </a:lnTo>
                  <a:lnTo>
                    <a:pt x="2054953" y="946028"/>
                  </a:lnTo>
                  <a:lnTo>
                    <a:pt x="1996609" y="955881"/>
                  </a:lnTo>
                  <a:lnTo>
                    <a:pt x="1936829" y="964807"/>
                  </a:lnTo>
                  <a:lnTo>
                    <a:pt x="1875688" y="972781"/>
                  </a:lnTo>
                  <a:lnTo>
                    <a:pt x="1813259" y="979778"/>
                  </a:lnTo>
                  <a:lnTo>
                    <a:pt x="1749616" y="985769"/>
                  </a:lnTo>
                  <a:lnTo>
                    <a:pt x="1684834" y="990730"/>
                  </a:lnTo>
                  <a:lnTo>
                    <a:pt x="1618987" y="994634"/>
                  </a:lnTo>
                  <a:lnTo>
                    <a:pt x="1552149" y="997455"/>
                  </a:lnTo>
                  <a:lnTo>
                    <a:pt x="1484393" y="999167"/>
                  </a:lnTo>
                  <a:lnTo>
                    <a:pt x="1415796" y="999744"/>
                  </a:lnTo>
                  <a:lnTo>
                    <a:pt x="1347198" y="999167"/>
                  </a:lnTo>
                  <a:lnTo>
                    <a:pt x="1279442" y="997455"/>
                  </a:lnTo>
                  <a:lnTo>
                    <a:pt x="1212604" y="994634"/>
                  </a:lnTo>
                  <a:lnTo>
                    <a:pt x="1146757" y="990730"/>
                  </a:lnTo>
                  <a:lnTo>
                    <a:pt x="1081975" y="985769"/>
                  </a:lnTo>
                  <a:lnTo>
                    <a:pt x="1018332" y="979778"/>
                  </a:lnTo>
                  <a:lnTo>
                    <a:pt x="955903" y="972781"/>
                  </a:lnTo>
                  <a:lnTo>
                    <a:pt x="894762" y="964807"/>
                  </a:lnTo>
                  <a:lnTo>
                    <a:pt x="834982" y="955881"/>
                  </a:lnTo>
                  <a:lnTo>
                    <a:pt x="776638" y="946028"/>
                  </a:lnTo>
                  <a:lnTo>
                    <a:pt x="719805" y="935276"/>
                  </a:lnTo>
                  <a:lnTo>
                    <a:pt x="664556" y="923650"/>
                  </a:lnTo>
                  <a:lnTo>
                    <a:pt x="610965" y="911177"/>
                  </a:lnTo>
                  <a:lnTo>
                    <a:pt x="559107" y="897883"/>
                  </a:lnTo>
                  <a:lnTo>
                    <a:pt x="509056" y="883794"/>
                  </a:lnTo>
                  <a:lnTo>
                    <a:pt x="460886" y="868935"/>
                  </a:lnTo>
                  <a:lnTo>
                    <a:pt x="414670" y="853335"/>
                  </a:lnTo>
                  <a:lnTo>
                    <a:pt x="370484" y="837018"/>
                  </a:lnTo>
                  <a:lnTo>
                    <a:pt x="328402" y="820010"/>
                  </a:lnTo>
                  <a:lnTo>
                    <a:pt x="288497" y="802339"/>
                  </a:lnTo>
                  <a:lnTo>
                    <a:pt x="250844" y="784029"/>
                  </a:lnTo>
                  <a:lnTo>
                    <a:pt x="215516" y="765108"/>
                  </a:lnTo>
                  <a:lnTo>
                    <a:pt x="182589" y="745601"/>
                  </a:lnTo>
                  <a:lnTo>
                    <a:pt x="124231" y="704936"/>
                  </a:lnTo>
                  <a:lnTo>
                    <a:pt x="76363" y="662243"/>
                  </a:lnTo>
                  <a:lnTo>
                    <a:pt x="39579" y="617731"/>
                  </a:lnTo>
                  <a:lnTo>
                    <a:pt x="14470" y="571611"/>
                  </a:lnTo>
                  <a:lnTo>
                    <a:pt x="1632" y="524091"/>
                  </a:lnTo>
                  <a:lnTo>
                    <a:pt x="0" y="499872"/>
                  </a:lnTo>
                  <a:close/>
                </a:path>
              </a:pathLst>
            </a:custGeom>
            <a:ln w="10795">
              <a:solidFill>
                <a:srgbClr val="F9B800"/>
              </a:solidFill>
            </a:ln>
          </p:spPr>
          <p:txBody>
            <a:bodyPr wrap="square" lIns="0" tIns="0" rIns="0" bIns="0" rtlCol="0"/>
            <a:lstStyle/>
            <a:p>
              <a:endParaRPr/>
            </a:p>
          </p:txBody>
        </p:sp>
      </p:grpSp>
      <p:sp>
        <p:nvSpPr>
          <p:cNvPr id="36" name="object 36"/>
          <p:cNvSpPr txBox="1"/>
          <p:nvPr/>
        </p:nvSpPr>
        <p:spPr>
          <a:xfrm>
            <a:off x="5163692" y="5940348"/>
            <a:ext cx="1866900" cy="492125"/>
          </a:xfrm>
          <a:prstGeom prst="rect">
            <a:avLst/>
          </a:prstGeom>
        </p:spPr>
        <p:txBody>
          <a:bodyPr vert="horz" wrap="square" lIns="0" tIns="12065" rIns="0" bIns="0" rtlCol="0">
            <a:spAutoFit/>
          </a:bodyPr>
          <a:lstStyle/>
          <a:p>
            <a:pPr marL="12700">
              <a:lnSpc>
                <a:spcPts val="1835"/>
              </a:lnSpc>
              <a:spcBef>
                <a:spcPts val="95"/>
              </a:spcBef>
            </a:pPr>
            <a:r>
              <a:rPr sz="1600" spc="-5" dirty="0">
                <a:latin typeface="Corbel"/>
                <a:cs typeface="Corbel"/>
              </a:rPr>
              <a:t>Errores</a:t>
            </a:r>
            <a:r>
              <a:rPr sz="1600" spc="-10" dirty="0">
                <a:latin typeface="Corbel"/>
                <a:cs typeface="Corbel"/>
              </a:rPr>
              <a:t> </a:t>
            </a:r>
            <a:r>
              <a:rPr sz="1600" spc="-5" dirty="0">
                <a:latin typeface="Corbel"/>
                <a:cs typeface="Corbel"/>
              </a:rPr>
              <a:t>y</a:t>
            </a:r>
            <a:r>
              <a:rPr sz="1600" spc="-10" dirty="0">
                <a:latin typeface="Corbel"/>
                <a:cs typeface="Corbel"/>
              </a:rPr>
              <a:t> </a:t>
            </a:r>
            <a:r>
              <a:rPr sz="1600" spc="-5" dirty="0">
                <a:latin typeface="Corbel"/>
                <a:cs typeface="Corbel"/>
              </a:rPr>
              <a:t>prejuicios en</a:t>
            </a:r>
            <a:endParaRPr sz="1600">
              <a:latin typeface="Corbel"/>
              <a:cs typeface="Corbel"/>
            </a:endParaRPr>
          </a:p>
          <a:p>
            <a:pPr marL="33655">
              <a:lnSpc>
                <a:spcPts val="1835"/>
              </a:lnSpc>
            </a:pPr>
            <a:r>
              <a:rPr sz="1600" spc="-5" dirty="0">
                <a:latin typeface="Corbel"/>
                <a:cs typeface="Corbel"/>
              </a:rPr>
              <a:t>la</a:t>
            </a:r>
            <a:r>
              <a:rPr sz="1600" spc="-15" dirty="0">
                <a:latin typeface="Corbel"/>
                <a:cs typeface="Corbel"/>
              </a:rPr>
              <a:t> </a:t>
            </a:r>
            <a:r>
              <a:rPr sz="1600" spc="-10" dirty="0">
                <a:latin typeface="Corbel"/>
                <a:cs typeface="Corbel"/>
              </a:rPr>
              <a:t>toma</a:t>
            </a:r>
            <a:r>
              <a:rPr sz="1600" dirty="0">
                <a:latin typeface="Corbel"/>
                <a:cs typeface="Corbel"/>
              </a:rPr>
              <a:t> </a:t>
            </a:r>
            <a:r>
              <a:rPr sz="1600" spc="-5" dirty="0">
                <a:latin typeface="Corbel"/>
                <a:cs typeface="Corbel"/>
              </a:rPr>
              <a:t>de</a:t>
            </a:r>
            <a:r>
              <a:rPr sz="1600" spc="-10" dirty="0">
                <a:latin typeface="Corbel"/>
                <a:cs typeface="Corbel"/>
              </a:rPr>
              <a:t> decisiones</a:t>
            </a:r>
            <a:endParaRPr sz="1600">
              <a:latin typeface="Corbel"/>
              <a:cs typeface="Corbel"/>
            </a:endParaRPr>
          </a:p>
        </p:txBody>
      </p:sp>
      <p:grpSp>
        <p:nvGrpSpPr>
          <p:cNvPr id="37" name="object 37"/>
          <p:cNvGrpSpPr/>
          <p:nvPr/>
        </p:nvGrpSpPr>
        <p:grpSpPr>
          <a:xfrm>
            <a:off x="5899213" y="2810192"/>
            <a:ext cx="2919095" cy="2098675"/>
            <a:chOff x="5899213" y="2810192"/>
            <a:chExt cx="2919095" cy="2098675"/>
          </a:xfrm>
        </p:grpSpPr>
        <p:sp>
          <p:nvSpPr>
            <p:cNvPr id="38" name="object 38"/>
            <p:cNvSpPr/>
            <p:nvPr/>
          </p:nvSpPr>
          <p:spPr>
            <a:xfrm>
              <a:off x="5903976" y="3678935"/>
              <a:ext cx="1784985" cy="683260"/>
            </a:xfrm>
            <a:custGeom>
              <a:avLst/>
              <a:gdLst/>
              <a:ahLst/>
              <a:cxnLst/>
              <a:rect l="l" t="t" r="r" b="b"/>
              <a:pathLst>
                <a:path w="1784984" h="683260">
                  <a:moveTo>
                    <a:pt x="341375" y="0"/>
                  </a:moveTo>
                  <a:lnTo>
                    <a:pt x="0" y="341375"/>
                  </a:lnTo>
                  <a:lnTo>
                    <a:pt x="341375" y="682751"/>
                  </a:lnTo>
                  <a:lnTo>
                    <a:pt x="341375" y="546226"/>
                  </a:lnTo>
                  <a:lnTo>
                    <a:pt x="1784603" y="546226"/>
                  </a:lnTo>
                  <a:lnTo>
                    <a:pt x="1784603" y="136525"/>
                  </a:lnTo>
                  <a:lnTo>
                    <a:pt x="341375" y="136525"/>
                  </a:lnTo>
                  <a:lnTo>
                    <a:pt x="341375" y="0"/>
                  </a:lnTo>
                  <a:close/>
                </a:path>
              </a:pathLst>
            </a:custGeom>
            <a:solidFill>
              <a:srgbClr val="7E7E7E"/>
            </a:solidFill>
          </p:spPr>
          <p:txBody>
            <a:bodyPr wrap="square" lIns="0" tIns="0" rIns="0" bIns="0" rtlCol="0"/>
            <a:lstStyle/>
            <a:p>
              <a:endParaRPr/>
            </a:p>
          </p:txBody>
        </p:sp>
        <p:sp>
          <p:nvSpPr>
            <p:cNvPr id="39" name="object 39"/>
            <p:cNvSpPr/>
            <p:nvPr/>
          </p:nvSpPr>
          <p:spPr>
            <a:xfrm>
              <a:off x="5903976" y="3678935"/>
              <a:ext cx="1784985" cy="683260"/>
            </a:xfrm>
            <a:custGeom>
              <a:avLst/>
              <a:gdLst/>
              <a:ahLst/>
              <a:cxnLst/>
              <a:rect l="l" t="t" r="r" b="b"/>
              <a:pathLst>
                <a:path w="1784984" h="683260">
                  <a:moveTo>
                    <a:pt x="0" y="341375"/>
                  </a:moveTo>
                  <a:lnTo>
                    <a:pt x="341375" y="0"/>
                  </a:lnTo>
                  <a:lnTo>
                    <a:pt x="341375" y="136525"/>
                  </a:lnTo>
                  <a:lnTo>
                    <a:pt x="1784603" y="136525"/>
                  </a:lnTo>
                  <a:lnTo>
                    <a:pt x="1784603" y="546226"/>
                  </a:lnTo>
                  <a:lnTo>
                    <a:pt x="341375" y="546226"/>
                  </a:lnTo>
                  <a:lnTo>
                    <a:pt x="341375" y="682751"/>
                  </a:lnTo>
                  <a:lnTo>
                    <a:pt x="0" y="341375"/>
                  </a:lnTo>
                  <a:close/>
                </a:path>
              </a:pathLst>
            </a:custGeom>
            <a:ln w="9525">
              <a:solidFill>
                <a:srgbClr val="000066"/>
              </a:solidFill>
            </a:ln>
          </p:spPr>
          <p:txBody>
            <a:bodyPr wrap="square" lIns="0" tIns="0" rIns="0" bIns="0" rtlCol="0"/>
            <a:lstStyle/>
            <a:p>
              <a:endParaRPr/>
            </a:p>
          </p:txBody>
        </p:sp>
        <p:sp>
          <p:nvSpPr>
            <p:cNvPr id="40" name="object 40"/>
            <p:cNvSpPr/>
            <p:nvPr/>
          </p:nvSpPr>
          <p:spPr>
            <a:xfrm>
              <a:off x="6697218" y="2815589"/>
              <a:ext cx="2115820" cy="2087880"/>
            </a:xfrm>
            <a:custGeom>
              <a:avLst/>
              <a:gdLst/>
              <a:ahLst/>
              <a:cxnLst/>
              <a:rect l="l" t="t" r="r" b="b"/>
              <a:pathLst>
                <a:path w="2115820" h="2087879">
                  <a:moveTo>
                    <a:pt x="1906524" y="0"/>
                  </a:moveTo>
                  <a:lnTo>
                    <a:pt x="208787" y="0"/>
                  </a:lnTo>
                  <a:lnTo>
                    <a:pt x="160913" y="5513"/>
                  </a:lnTo>
                  <a:lnTo>
                    <a:pt x="116965" y="21220"/>
                  </a:lnTo>
                  <a:lnTo>
                    <a:pt x="78199" y="45866"/>
                  </a:lnTo>
                  <a:lnTo>
                    <a:pt x="45866" y="78199"/>
                  </a:lnTo>
                  <a:lnTo>
                    <a:pt x="21220" y="116965"/>
                  </a:lnTo>
                  <a:lnTo>
                    <a:pt x="5513" y="160913"/>
                  </a:lnTo>
                  <a:lnTo>
                    <a:pt x="0" y="208787"/>
                  </a:lnTo>
                  <a:lnTo>
                    <a:pt x="0" y="1879092"/>
                  </a:lnTo>
                  <a:lnTo>
                    <a:pt x="5513" y="1926966"/>
                  </a:lnTo>
                  <a:lnTo>
                    <a:pt x="21220" y="1970914"/>
                  </a:lnTo>
                  <a:lnTo>
                    <a:pt x="45866" y="2009680"/>
                  </a:lnTo>
                  <a:lnTo>
                    <a:pt x="78199" y="2042013"/>
                  </a:lnTo>
                  <a:lnTo>
                    <a:pt x="116965" y="2066659"/>
                  </a:lnTo>
                  <a:lnTo>
                    <a:pt x="160913" y="2082366"/>
                  </a:lnTo>
                  <a:lnTo>
                    <a:pt x="208787" y="2087880"/>
                  </a:lnTo>
                  <a:lnTo>
                    <a:pt x="1906524" y="2087880"/>
                  </a:lnTo>
                  <a:lnTo>
                    <a:pt x="1954398" y="2082366"/>
                  </a:lnTo>
                  <a:lnTo>
                    <a:pt x="1998346" y="2066659"/>
                  </a:lnTo>
                  <a:lnTo>
                    <a:pt x="2037112" y="2042013"/>
                  </a:lnTo>
                  <a:lnTo>
                    <a:pt x="2069445" y="2009680"/>
                  </a:lnTo>
                  <a:lnTo>
                    <a:pt x="2094091" y="1970914"/>
                  </a:lnTo>
                  <a:lnTo>
                    <a:pt x="2109798" y="1926966"/>
                  </a:lnTo>
                  <a:lnTo>
                    <a:pt x="2115311" y="1879092"/>
                  </a:lnTo>
                  <a:lnTo>
                    <a:pt x="2115311" y="208787"/>
                  </a:lnTo>
                  <a:lnTo>
                    <a:pt x="2109798" y="160913"/>
                  </a:lnTo>
                  <a:lnTo>
                    <a:pt x="2094091" y="116965"/>
                  </a:lnTo>
                  <a:lnTo>
                    <a:pt x="2069445" y="78199"/>
                  </a:lnTo>
                  <a:lnTo>
                    <a:pt x="2037112" y="45866"/>
                  </a:lnTo>
                  <a:lnTo>
                    <a:pt x="1998346" y="21220"/>
                  </a:lnTo>
                  <a:lnTo>
                    <a:pt x="1954398" y="5513"/>
                  </a:lnTo>
                  <a:lnTo>
                    <a:pt x="1906524" y="0"/>
                  </a:lnTo>
                  <a:close/>
                </a:path>
              </a:pathLst>
            </a:custGeom>
            <a:solidFill>
              <a:srgbClr val="FFFFFF"/>
            </a:solidFill>
          </p:spPr>
          <p:txBody>
            <a:bodyPr wrap="square" lIns="0" tIns="0" rIns="0" bIns="0" rtlCol="0"/>
            <a:lstStyle/>
            <a:p>
              <a:endParaRPr/>
            </a:p>
          </p:txBody>
        </p:sp>
        <p:sp>
          <p:nvSpPr>
            <p:cNvPr id="41" name="object 41"/>
            <p:cNvSpPr/>
            <p:nvPr/>
          </p:nvSpPr>
          <p:spPr>
            <a:xfrm>
              <a:off x="6697218" y="2815589"/>
              <a:ext cx="2115820" cy="2087880"/>
            </a:xfrm>
            <a:custGeom>
              <a:avLst/>
              <a:gdLst/>
              <a:ahLst/>
              <a:cxnLst/>
              <a:rect l="l" t="t" r="r" b="b"/>
              <a:pathLst>
                <a:path w="2115820" h="2087879">
                  <a:moveTo>
                    <a:pt x="0" y="208787"/>
                  </a:moveTo>
                  <a:lnTo>
                    <a:pt x="5513" y="160913"/>
                  </a:lnTo>
                  <a:lnTo>
                    <a:pt x="21220" y="116965"/>
                  </a:lnTo>
                  <a:lnTo>
                    <a:pt x="45866" y="78199"/>
                  </a:lnTo>
                  <a:lnTo>
                    <a:pt x="78199" y="45866"/>
                  </a:lnTo>
                  <a:lnTo>
                    <a:pt x="116965" y="21220"/>
                  </a:lnTo>
                  <a:lnTo>
                    <a:pt x="160913" y="5513"/>
                  </a:lnTo>
                  <a:lnTo>
                    <a:pt x="208787" y="0"/>
                  </a:lnTo>
                  <a:lnTo>
                    <a:pt x="1906524" y="0"/>
                  </a:lnTo>
                  <a:lnTo>
                    <a:pt x="1954398" y="5513"/>
                  </a:lnTo>
                  <a:lnTo>
                    <a:pt x="1998346" y="21220"/>
                  </a:lnTo>
                  <a:lnTo>
                    <a:pt x="2037112" y="45866"/>
                  </a:lnTo>
                  <a:lnTo>
                    <a:pt x="2069445" y="78199"/>
                  </a:lnTo>
                  <a:lnTo>
                    <a:pt x="2094091" y="116965"/>
                  </a:lnTo>
                  <a:lnTo>
                    <a:pt x="2109798" y="160913"/>
                  </a:lnTo>
                  <a:lnTo>
                    <a:pt x="2115311" y="208787"/>
                  </a:lnTo>
                  <a:lnTo>
                    <a:pt x="2115311" y="1879092"/>
                  </a:lnTo>
                  <a:lnTo>
                    <a:pt x="2109798" y="1926966"/>
                  </a:lnTo>
                  <a:lnTo>
                    <a:pt x="2094091" y="1970914"/>
                  </a:lnTo>
                  <a:lnTo>
                    <a:pt x="2069445" y="2009680"/>
                  </a:lnTo>
                  <a:lnTo>
                    <a:pt x="2037112" y="2042013"/>
                  </a:lnTo>
                  <a:lnTo>
                    <a:pt x="1998346" y="2066659"/>
                  </a:lnTo>
                  <a:lnTo>
                    <a:pt x="1954398" y="2082366"/>
                  </a:lnTo>
                  <a:lnTo>
                    <a:pt x="1906524" y="2087880"/>
                  </a:lnTo>
                  <a:lnTo>
                    <a:pt x="208787" y="2087880"/>
                  </a:lnTo>
                  <a:lnTo>
                    <a:pt x="160913" y="2082366"/>
                  </a:lnTo>
                  <a:lnTo>
                    <a:pt x="116965" y="2066659"/>
                  </a:lnTo>
                  <a:lnTo>
                    <a:pt x="78199" y="2042013"/>
                  </a:lnTo>
                  <a:lnTo>
                    <a:pt x="45866" y="2009680"/>
                  </a:lnTo>
                  <a:lnTo>
                    <a:pt x="21220" y="1970914"/>
                  </a:lnTo>
                  <a:lnTo>
                    <a:pt x="5513" y="1926966"/>
                  </a:lnTo>
                  <a:lnTo>
                    <a:pt x="0" y="1879092"/>
                  </a:lnTo>
                  <a:lnTo>
                    <a:pt x="0" y="208787"/>
                  </a:lnTo>
                  <a:close/>
                </a:path>
              </a:pathLst>
            </a:custGeom>
            <a:ln w="10795">
              <a:solidFill>
                <a:srgbClr val="F9B800"/>
              </a:solidFill>
            </a:ln>
          </p:spPr>
          <p:txBody>
            <a:bodyPr wrap="square" lIns="0" tIns="0" rIns="0" bIns="0" rtlCol="0"/>
            <a:lstStyle/>
            <a:p>
              <a:endParaRPr/>
            </a:p>
          </p:txBody>
        </p:sp>
      </p:grpSp>
      <p:sp>
        <p:nvSpPr>
          <p:cNvPr id="42" name="object 42"/>
          <p:cNvSpPr txBox="1"/>
          <p:nvPr/>
        </p:nvSpPr>
        <p:spPr>
          <a:xfrm>
            <a:off x="6778243" y="2952338"/>
            <a:ext cx="1685289" cy="1675130"/>
          </a:xfrm>
          <a:prstGeom prst="rect">
            <a:avLst/>
          </a:prstGeom>
        </p:spPr>
        <p:txBody>
          <a:bodyPr vert="horz" wrap="square" lIns="0" tIns="104139" rIns="0" bIns="0" rtlCol="0">
            <a:spAutoFit/>
          </a:bodyPr>
          <a:lstStyle/>
          <a:p>
            <a:pPr marL="547370">
              <a:lnSpc>
                <a:spcPct val="100000"/>
              </a:lnSpc>
              <a:spcBef>
                <a:spcPts val="819"/>
              </a:spcBef>
            </a:pPr>
            <a:r>
              <a:rPr sz="1700" b="1" dirty="0">
                <a:latin typeface="Corbel"/>
                <a:cs typeface="Corbel"/>
              </a:rPr>
              <a:t>Decisión:</a:t>
            </a:r>
            <a:endParaRPr sz="1700">
              <a:latin typeface="Corbel"/>
              <a:cs typeface="Corbel"/>
            </a:endParaRPr>
          </a:p>
          <a:p>
            <a:pPr marL="12700">
              <a:lnSpc>
                <a:spcPts val="1610"/>
              </a:lnSpc>
              <a:spcBef>
                <a:spcPts val="600"/>
              </a:spcBef>
            </a:pPr>
            <a:r>
              <a:rPr sz="1400" b="1" dirty="0">
                <a:latin typeface="Corbel"/>
                <a:cs typeface="Corbel"/>
              </a:rPr>
              <a:t>-</a:t>
            </a:r>
            <a:r>
              <a:rPr sz="1400" b="1" spc="-20" dirty="0">
                <a:latin typeface="Corbel"/>
                <a:cs typeface="Corbel"/>
              </a:rPr>
              <a:t> </a:t>
            </a:r>
            <a:r>
              <a:rPr sz="1400" spc="-5" dirty="0">
                <a:latin typeface="Corbel"/>
                <a:cs typeface="Corbel"/>
              </a:rPr>
              <a:t>Elegir</a:t>
            </a:r>
            <a:r>
              <a:rPr sz="1400" spc="-20" dirty="0">
                <a:latin typeface="Corbel"/>
                <a:cs typeface="Corbel"/>
              </a:rPr>
              <a:t> </a:t>
            </a:r>
            <a:r>
              <a:rPr sz="1400" dirty="0">
                <a:latin typeface="Corbel"/>
                <a:cs typeface="Corbel"/>
              </a:rPr>
              <a:t>la</a:t>
            </a:r>
            <a:r>
              <a:rPr sz="1400" spc="-25" dirty="0">
                <a:latin typeface="Corbel"/>
                <a:cs typeface="Corbel"/>
              </a:rPr>
              <a:t> </a:t>
            </a:r>
            <a:r>
              <a:rPr sz="1400" spc="-5" dirty="0">
                <a:latin typeface="Corbel"/>
                <a:cs typeface="Corbel"/>
              </a:rPr>
              <a:t>mejor</a:t>
            </a:r>
            <a:endParaRPr sz="1400">
              <a:latin typeface="Corbel"/>
              <a:cs typeface="Corbel"/>
            </a:endParaRPr>
          </a:p>
          <a:p>
            <a:pPr marL="12700">
              <a:lnSpc>
                <a:spcPts val="1610"/>
              </a:lnSpc>
            </a:pPr>
            <a:r>
              <a:rPr sz="1400" spc="-5" dirty="0">
                <a:latin typeface="Corbel"/>
                <a:cs typeface="Corbel"/>
              </a:rPr>
              <a:t>alternativa</a:t>
            </a:r>
            <a:endParaRPr sz="1400">
              <a:latin typeface="Corbel"/>
              <a:cs typeface="Corbel"/>
            </a:endParaRPr>
          </a:p>
          <a:p>
            <a:pPr marL="102235" indent="-90170">
              <a:lnSpc>
                <a:spcPct val="100000"/>
              </a:lnSpc>
              <a:spcBef>
                <a:spcPts val="455"/>
              </a:spcBef>
              <a:buChar char="-"/>
              <a:tabLst>
                <a:tab pos="102870" algn="l"/>
              </a:tabLst>
            </a:pPr>
            <a:r>
              <a:rPr sz="1400" spc="-5" dirty="0">
                <a:latin typeface="Corbel"/>
                <a:cs typeface="Corbel"/>
              </a:rPr>
              <a:t>Solución</a:t>
            </a:r>
            <a:r>
              <a:rPr sz="1400" spc="-25" dirty="0">
                <a:latin typeface="Corbel"/>
                <a:cs typeface="Corbel"/>
              </a:rPr>
              <a:t> </a:t>
            </a:r>
            <a:r>
              <a:rPr sz="1400" spc="-5" dirty="0">
                <a:latin typeface="Corbel"/>
                <a:cs typeface="Corbel"/>
              </a:rPr>
              <a:t>satisfactoria</a:t>
            </a:r>
            <a:endParaRPr sz="1400">
              <a:latin typeface="Corbel"/>
              <a:cs typeface="Corbel"/>
            </a:endParaRPr>
          </a:p>
          <a:p>
            <a:pPr marL="106680" indent="-94615">
              <a:lnSpc>
                <a:spcPct val="100000"/>
              </a:lnSpc>
              <a:spcBef>
                <a:spcPts val="459"/>
              </a:spcBef>
              <a:buChar char="-"/>
              <a:tabLst>
                <a:tab pos="107314" algn="l"/>
              </a:tabLst>
            </a:pPr>
            <a:r>
              <a:rPr sz="1400" dirty="0">
                <a:latin typeface="Corbel"/>
                <a:cs typeface="Corbel"/>
              </a:rPr>
              <a:t>Implantar</a:t>
            </a:r>
            <a:endParaRPr sz="1400">
              <a:latin typeface="Corbel"/>
              <a:cs typeface="Corbel"/>
            </a:endParaRPr>
          </a:p>
          <a:p>
            <a:pPr marL="106680" indent="-94615">
              <a:lnSpc>
                <a:spcPct val="100000"/>
              </a:lnSpc>
              <a:spcBef>
                <a:spcPts val="455"/>
              </a:spcBef>
              <a:buChar char="-"/>
              <a:tabLst>
                <a:tab pos="107314" algn="l"/>
              </a:tabLst>
            </a:pPr>
            <a:r>
              <a:rPr sz="1400" dirty="0">
                <a:latin typeface="Corbel"/>
                <a:cs typeface="Corbel"/>
              </a:rPr>
              <a:t>Evaluar</a:t>
            </a:r>
            <a:endParaRPr sz="1400">
              <a:latin typeface="Corbel"/>
              <a:cs typeface="Corbel"/>
            </a:endParaRPr>
          </a:p>
        </p:txBody>
      </p:sp>
      <p:sp>
        <p:nvSpPr>
          <p:cNvPr id="43" name="object 43"/>
          <p:cNvSpPr txBox="1">
            <a:spLocks noGrp="1"/>
          </p:cNvSpPr>
          <p:nvPr>
            <p:ph type="title"/>
          </p:nvPr>
        </p:nvSpPr>
        <p:spPr>
          <a:xfrm>
            <a:off x="690372" y="188976"/>
            <a:ext cx="8229600" cy="864235"/>
          </a:xfrm>
          <a:prstGeom prst="rect">
            <a:avLst/>
          </a:prstGeom>
          <a:solidFill>
            <a:srgbClr val="33CCCC"/>
          </a:solidFill>
        </p:spPr>
        <p:txBody>
          <a:bodyPr vert="horz" wrap="square" lIns="0" tIns="156210" rIns="0" bIns="0" rtlCol="0">
            <a:spAutoFit/>
          </a:bodyPr>
          <a:lstStyle/>
          <a:p>
            <a:pPr marL="873760">
              <a:lnSpc>
                <a:spcPct val="100000"/>
              </a:lnSpc>
              <a:spcBef>
                <a:spcPts val="1230"/>
              </a:spcBef>
            </a:pPr>
            <a:r>
              <a:rPr sz="3000" spc="-60" dirty="0"/>
              <a:t>E</a:t>
            </a:r>
            <a:r>
              <a:rPr sz="3000" spc="-65" dirty="0"/>
              <a:t>SQU</a:t>
            </a:r>
            <a:r>
              <a:rPr sz="3000" spc="-60" dirty="0"/>
              <a:t>E</a:t>
            </a:r>
            <a:r>
              <a:rPr sz="3000" spc="-55" dirty="0"/>
              <a:t>M</a:t>
            </a:r>
            <a:r>
              <a:rPr sz="3000" dirty="0"/>
              <a:t>A</a:t>
            </a:r>
            <a:r>
              <a:rPr sz="3000" spc="-130" dirty="0"/>
              <a:t> </a:t>
            </a:r>
            <a:r>
              <a:rPr sz="3000" spc="-65" dirty="0"/>
              <a:t>D</a:t>
            </a:r>
            <a:r>
              <a:rPr sz="3000" dirty="0"/>
              <a:t>E</a:t>
            </a:r>
            <a:r>
              <a:rPr sz="3000" spc="-140" dirty="0"/>
              <a:t> </a:t>
            </a:r>
            <a:r>
              <a:rPr sz="3000" spc="-65" dirty="0"/>
              <a:t>L</a:t>
            </a:r>
            <a:r>
              <a:rPr sz="3000" dirty="0"/>
              <a:t>A</a:t>
            </a:r>
            <a:r>
              <a:rPr sz="3000" spc="-325" dirty="0"/>
              <a:t> </a:t>
            </a:r>
            <a:r>
              <a:rPr sz="3000" spc="-130" dirty="0"/>
              <a:t>T</a:t>
            </a:r>
            <a:r>
              <a:rPr sz="3000" spc="-60" dirty="0"/>
              <a:t>O</a:t>
            </a:r>
            <a:r>
              <a:rPr sz="3000" spc="-55" dirty="0"/>
              <a:t>M</a:t>
            </a:r>
            <a:r>
              <a:rPr sz="3000" dirty="0"/>
              <a:t>A</a:t>
            </a:r>
            <a:r>
              <a:rPr sz="3000" spc="-145" dirty="0"/>
              <a:t> </a:t>
            </a:r>
            <a:r>
              <a:rPr sz="3000" spc="-65" dirty="0"/>
              <a:t>D</a:t>
            </a:r>
            <a:r>
              <a:rPr sz="3000" dirty="0"/>
              <a:t>E</a:t>
            </a:r>
            <a:r>
              <a:rPr sz="3000" spc="-130" dirty="0"/>
              <a:t> </a:t>
            </a:r>
            <a:r>
              <a:rPr sz="3000" spc="-65" dirty="0"/>
              <a:t>D</a:t>
            </a:r>
            <a:r>
              <a:rPr sz="3000" spc="-60" dirty="0"/>
              <a:t>E</a:t>
            </a:r>
            <a:r>
              <a:rPr sz="3000" spc="-65" dirty="0"/>
              <a:t>C</a:t>
            </a:r>
            <a:r>
              <a:rPr sz="3000" spc="-60" dirty="0"/>
              <a:t>I</a:t>
            </a:r>
            <a:r>
              <a:rPr sz="3000" spc="-65" dirty="0"/>
              <a:t>S</a:t>
            </a:r>
            <a:r>
              <a:rPr sz="3000" spc="-60" dirty="0"/>
              <a:t>IONE</a:t>
            </a:r>
            <a:r>
              <a:rPr sz="3000" dirty="0"/>
              <a:t>S</a:t>
            </a:r>
            <a:endParaRPr sz="3000"/>
          </a:p>
        </p:txBody>
      </p:sp>
      <p:sp>
        <p:nvSpPr>
          <p:cNvPr id="44" name="Marcador de número de diapositiva 43">
            <a:extLst>
              <a:ext uri="{FF2B5EF4-FFF2-40B4-BE49-F238E27FC236}">
                <a16:creationId xmlns:a16="http://schemas.microsoft.com/office/drawing/2014/main" id="{3AAC40D4-EF76-DE27-30AD-343B739893C1}"/>
              </a:ext>
            </a:extLst>
          </p:cNvPr>
          <p:cNvSpPr>
            <a:spLocks noGrp="1"/>
          </p:cNvSpPr>
          <p:nvPr>
            <p:ph type="sldNum" sz="quarter" idx="12"/>
          </p:nvPr>
        </p:nvSpPr>
        <p:spPr/>
        <p:txBody>
          <a:bodyPr/>
          <a:lstStyle/>
          <a:p>
            <a:fld id="{5263617F-1627-43AB-9FC2-D1A40487E69C}" type="slidenum">
              <a:rPr lang="es-ES" smtClean="0"/>
              <a:t>67</a:t>
            </a:fld>
            <a:endParaRPr lang="es-ES"/>
          </a:p>
        </p:txBody>
      </p:sp>
    </p:spTree>
  </p:cSld>
  <p:clrMapOvr>
    <a:masterClrMapping/>
  </p:clrMapOvr>
</p:sld>
</file>

<file path=ppt/theme/theme1.xml><?xml version="1.0" encoding="utf-8"?>
<a:theme xmlns:a="http://schemas.openxmlformats.org/drawingml/2006/main" name="Marco">
  <a:themeElements>
    <a:clrScheme name="Marco">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Marco">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rco">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lásico de Office">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723</TotalTime>
  <Words>10476</Words>
  <Application>Microsoft Office PowerPoint</Application>
  <PresentationFormat>Presentación en pantalla (4:3)</PresentationFormat>
  <Paragraphs>935</Paragraphs>
  <Slides>67</Slides>
  <Notes>30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67</vt:i4>
      </vt:variant>
    </vt:vector>
  </HeadingPairs>
  <TitlesOfParts>
    <vt:vector size="75" baseType="lpstr">
      <vt:lpstr>Arial</vt:lpstr>
      <vt:lpstr>Calibri</vt:lpstr>
      <vt:lpstr>Comic Sans MS</vt:lpstr>
      <vt:lpstr>Corbel</vt:lpstr>
      <vt:lpstr>Times New Roman</vt:lpstr>
      <vt:lpstr>Wingdings</vt:lpstr>
      <vt:lpstr>Wingdings 2</vt:lpstr>
      <vt:lpstr>Marco</vt:lpstr>
      <vt:lpstr>Tema 2 Toma de decisiones: la esencia del trabajo directivo</vt:lpstr>
      <vt:lpstr>TEMA 2: OBJETIVOS DOCENTES</vt:lpstr>
      <vt:lpstr>TEMA 2: LA ESENCIA DEL TRABAJO DIRECTIVO</vt:lpstr>
      <vt:lpstr>2.1. DEFINICIÓN, ROLES Y ACTIVIDADES DIRECTIVAS O GERENCIALES</vt:lpstr>
      <vt:lpstr>2.1.1. ¿Qué es un directivo?</vt:lpstr>
      <vt:lpstr>2.1.1. Qué es un directivo</vt:lpstr>
      <vt:lpstr>Presentación de PowerPoint</vt:lpstr>
      <vt:lpstr>2.1.2. Administración: niveles de actuación </vt:lpstr>
      <vt:lpstr>Ahora que sabemos lo que es un directivo,  Es importante qué entendemos por dirección.</vt:lpstr>
      <vt:lpstr>2.4. Las funciones directivas</vt:lpstr>
      <vt:lpstr>Niveles de  administración</vt:lpstr>
      <vt:lpstr>Presentación de PowerPoint</vt:lpstr>
      <vt:lpstr>2.1.2. Administración: niveles de actuación</vt:lpstr>
      <vt:lpstr>Clasificación por niveles y jerarquías directivas</vt:lpstr>
      <vt:lpstr>Presentación de PowerPoint</vt:lpstr>
      <vt:lpstr>Habilidades  esenciales y  niveles  directivos</vt:lpstr>
      <vt:lpstr>2.1.3.Roles y habilidades  directivos</vt:lpstr>
      <vt:lpstr>2.1.3 Roles y habilidades  directivos</vt:lpstr>
      <vt:lpstr>2.1.3. Roles directivos</vt:lpstr>
      <vt:lpstr>2.1.3. Roles directivos</vt:lpstr>
      <vt:lpstr>2.1.3. Roles directivos</vt:lpstr>
      <vt:lpstr>2.1.3. Roles directivos</vt:lpstr>
      <vt:lpstr>2.2. LA TOMA DE DECISIONES: FUNCIÓN PRINCIPAL DEL DIRECTIVO </vt:lpstr>
      <vt:lpstr>2.2.1. Conceptos generales</vt:lpstr>
      <vt:lpstr>2.2.1. Conceptos generales</vt:lpstr>
      <vt:lpstr>2.2.1. Conceptos generales</vt:lpstr>
      <vt:lpstr>2.2.1. Conceptos generales</vt:lpstr>
      <vt:lpstr>2.2.1. Conceptos generales</vt:lpstr>
      <vt:lpstr>2.2.1. Conceptos generales</vt:lpstr>
      <vt:lpstr>2.2.1. Conceptos generales</vt:lpstr>
      <vt:lpstr>2.2.1. Conceptos generales</vt:lpstr>
      <vt:lpstr>2.2.1. Conceptos generales.  </vt:lpstr>
      <vt:lpstr>Presentación de PowerPoint</vt:lpstr>
      <vt:lpstr>2.2.2. Tipos de problemas y decisiones.</vt:lpstr>
      <vt:lpstr>2.2.2. Tipos de problemas y decisiones.</vt:lpstr>
      <vt:lpstr>2.2.2. Tipos de problemas.</vt:lpstr>
      <vt:lpstr>2.2.2. Tipos de problemas y decisiones.</vt:lpstr>
      <vt:lpstr>2.2.2. Tipos de problemas y decisiones.</vt:lpstr>
      <vt:lpstr>2.2.2. Tipos de problemas y decisiones..</vt:lpstr>
      <vt:lpstr>2.2.2. Tipos de problemas y decisiones.</vt:lpstr>
      <vt:lpstr>Decisiones programadas frente a no programadas</vt:lpstr>
      <vt:lpstr>Decisiones: otras clasificaciones</vt:lpstr>
      <vt:lpstr>2.2.3. Tipos de problemas y decisiones.</vt:lpstr>
      <vt:lpstr>2.2.2. El proceso de toma de decisiones.</vt:lpstr>
      <vt:lpstr>Presentación de PowerPoint</vt:lpstr>
      <vt:lpstr>Etapas del proceso de toma de decisiones</vt:lpstr>
      <vt:lpstr>2.2- El proceso de toma de decisiones.</vt:lpstr>
      <vt:lpstr>1. Identificar la circunstancia</vt:lpstr>
      <vt:lpstr>2. Identificar los criterios de selección</vt:lpstr>
      <vt:lpstr>3. Ponderación de los criterios de decisión</vt:lpstr>
      <vt:lpstr>4. Búsqueda o desarrollo de alternativas</vt:lpstr>
      <vt:lpstr>5. Evaluación/análisis de las alternativas</vt:lpstr>
      <vt:lpstr>6. Elección de una alternativa</vt:lpstr>
      <vt:lpstr>7.Implementar la alternativa elegida</vt:lpstr>
      <vt:lpstr>8. Evaluar la eficacia de la decisión</vt:lpstr>
      <vt:lpstr>Principales criterios de decisión en ambientes de  incertidumbre estructurada</vt:lpstr>
      <vt:lpstr>Criterios de decisión</vt:lpstr>
      <vt:lpstr>Criterios de decisión</vt:lpstr>
      <vt:lpstr>Criterios de decisión</vt:lpstr>
      <vt:lpstr>Criterios de decisión</vt:lpstr>
      <vt:lpstr>Resumiendo…</vt:lpstr>
      <vt:lpstr>Sesgos, prejuicios y errores en la toma de decisiones (I)</vt:lpstr>
      <vt:lpstr>Sesgos, prejuicios y errores en la toma de decisiones (II)</vt:lpstr>
      <vt:lpstr>Sesgos, prejuicios y errores en la toma de decisiones (III)</vt:lpstr>
      <vt:lpstr>Presentación de PowerPoint</vt:lpstr>
      <vt:lpstr>2.2.3. Tipos de problemas y decisiones.</vt:lpstr>
      <vt:lpstr>ESQUEMA DE LA TOMA DE DECISIONES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2 Toma de decisiones: la esencia del trabajo directivo</dc:title>
  <dc:creator>Elena</dc:creator>
  <cp:lastModifiedBy>María Elena Fernández Gascueña</cp:lastModifiedBy>
  <cp:revision>12</cp:revision>
  <dcterms:created xsi:type="dcterms:W3CDTF">2020-10-14T16:32:16Z</dcterms:created>
  <dcterms:modified xsi:type="dcterms:W3CDTF">2023-10-23T11:29:16Z</dcterms:modified>
</cp:coreProperties>
</file>