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1" r:id="rId2"/>
    <p:sldId id="327" r:id="rId3"/>
    <p:sldId id="397" r:id="rId4"/>
    <p:sldId id="555" r:id="rId5"/>
    <p:sldId id="556" r:id="rId6"/>
    <p:sldId id="339" r:id="rId7"/>
    <p:sldId id="310" r:id="rId8"/>
    <p:sldId id="311" r:id="rId9"/>
    <p:sldId id="557" r:id="rId10"/>
    <p:sldId id="312" r:id="rId11"/>
    <p:sldId id="315" r:id="rId12"/>
    <p:sldId id="316" r:id="rId13"/>
    <p:sldId id="317" r:id="rId14"/>
    <p:sldId id="319" r:id="rId15"/>
    <p:sldId id="320" r:id="rId16"/>
    <p:sldId id="321" r:id="rId17"/>
    <p:sldId id="322" r:id="rId18"/>
    <p:sldId id="323" r:id="rId19"/>
    <p:sldId id="298" r:id="rId20"/>
    <p:sldId id="299" r:id="rId21"/>
    <p:sldId id="558" r:id="rId22"/>
    <p:sldId id="300" r:id="rId23"/>
    <p:sldId id="472" r:id="rId24"/>
    <p:sldId id="554" r:id="rId2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2529D2-9FA9-46AF-870C-A4BE0BBD5415}" v="84" dt="2024-10-21T15:46:52.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ía Elena Fernández Gascueña" userId="8298997d-b71a-4e0a-adff-66140120cb1e" providerId="ADAL" clId="{572529D2-9FA9-46AF-870C-A4BE0BBD5415}"/>
    <pc:docChg chg="undo custSel addSld modSld">
      <pc:chgData name="María Elena Fernández Gascueña" userId="8298997d-b71a-4e0a-adff-66140120cb1e" providerId="ADAL" clId="{572529D2-9FA9-46AF-870C-A4BE0BBD5415}" dt="2024-10-21T15:46:52.254" v="392" actId="20577"/>
      <pc:docMkLst>
        <pc:docMk/>
      </pc:docMkLst>
      <pc:sldChg chg="modSp mod">
        <pc:chgData name="María Elena Fernández Gascueña" userId="8298997d-b71a-4e0a-adff-66140120cb1e" providerId="ADAL" clId="{572529D2-9FA9-46AF-870C-A4BE0BBD5415}" dt="2024-10-21T06:00:09.721" v="3" actId="20577"/>
        <pc:sldMkLst>
          <pc:docMk/>
          <pc:sldMk cId="0" sldId="261"/>
        </pc:sldMkLst>
        <pc:spChg chg="mod">
          <ac:chgData name="María Elena Fernández Gascueña" userId="8298997d-b71a-4e0a-adff-66140120cb1e" providerId="ADAL" clId="{572529D2-9FA9-46AF-870C-A4BE0BBD5415}" dt="2024-10-21T06:00:09.721" v="3" actId="20577"/>
          <ac:spMkLst>
            <pc:docMk/>
            <pc:sldMk cId="0" sldId="261"/>
            <ac:spMk id="2" creationId="{00000000-0000-0000-0000-000000000000}"/>
          </ac:spMkLst>
        </pc:spChg>
      </pc:sldChg>
      <pc:sldChg chg="modSp mod">
        <pc:chgData name="María Elena Fernández Gascueña" userId="8298997d-b71a-4e0a-adff-66140120cb1e" providerId="ADAL" clId="{572529D2-9FA9-46AF-870C-A4BE0BBD5415}" dt="2024-10-21T06:35:16.899" v="314" actId="113"/>
        <pc:sldMkLst>
          <pc:docMk/>
          <pc:sldMk cId="0" sldId="298"/>
        </pc:sldMkLst>
        <pc:spChg chg="mod">
          <ac:chgData name="María Elena Fernández Gascueña" userId="8298997d-b71a-4e0a-adff-66140120cb1e" providerId="ADAL" clId="{572529D2-9FA9-46AF-870C-A4BE0BBD5415}" dt="2024-10-21T06:14:38.424" v="179" actId="14100"/>
          <ac:spMkLst>
            <pc:docMk/>
            <pc:sldMk cId="0" sldId="298"/>
            <ac:spMk id="5" creationId="{00000000-0000-0000-0000-000000000000}"/>
          </ac:spMkLst>
        </pc:spChg>
        <pc:spChg chg="mod">
          <ac:chgData name="María Elena Fernández Gascueña" userId="8298997d-b71a-4e0a-adff-66140120cb1e" providerId="ADAL" clId="{572529D2-9FA9-46AF-870C-A4BE0BBD5415}" dt="2024-10-21T06:35:16.899" v="314" actId="113"/>
          <ac:spMkLst>
            <pc:docMk/>
            <pc:sldMk cId="0" sldId="298"/>
            <ac:spMk id="18435" creationId="{00000000-0000-0000-0000-000000000000}"/>
          </ac:spMkLst>
        </pc:spChg>
      </pc:sldChg>
      <pc:sldChg chg="modSp mod">
        <pc:chgData name="María Elena Fernández Gascueña" userId="8298997d-b71a-4e0a-adff-66140120cb1e" providerId="ADAL" clId="{572529D2-9FA9-46AF-870C-A4BE0BBD5415}" dt="2024-10-21T06:36:30.087" v="330" actId="207"/>
        <pc:sldMkLst>
          <pc:docMk/>
          <pc:sldMk cId="0" sldId="299"/>
        </pc:sldMkLst>
        <pc:spChg chg="mod">
          <ac:chgData name="María Elena Fernández Gascueña" userId="8298997d-b71a-4e0a-adff-66140120cb1e" providerId="ADAL" clId="{572529D2-9FA9-46AF-870C-A4BE0BBD5415}" dt="2024-10-21T06:36:30.087" v="330" actId="207"/>
          <ac:spMkLst>
            <pc:docMk/>
            <pc:sldMk cId="0" sldId="299"/>
            <ac:spMk id="6" creationId="{00000000-0000-0000-0000-000000000000}"/>
          </ac:spMkLst>
        </pc:spChg>
      </pc:sldChg>
      <pc:sldChg chg="modSp mod">
        <pc:chgData name="María Elena Fernández Gascueña" userId="8298997d-b71a-4e0a-adff-66140120cb1e" providerId="ADAL" clId="{572529D2-9FA9-46AF-870C-A4BE0BBD5415}" dt="2024-10-21T06:14:49.686" v="180" actId="2711"/>
        <pc:sldMkLst>
          <pc:docMk/>
          <pc:sldMk cId="0" sldId="300"/>
        </pc:sldMkLst>
        <pc:spChg chg="mod">
          <ac:chgData name="María Elena Fernández Gascueña" userId="8298997d-b71a-4e0a-adff-66140120cb1e" providerId="ADAL" clId="{572529D2-9FA9-46AF-870C-A4BE0BBD5415}" dt="2024-10-21T06:14:49.686" v="180" actId="2711"/>
          <ac:spMkLst>
            <pc:docMk/>
            <pc:sldMk cId="0" sldId="300"/>
            <ac:spMk id="3" creationId="{00000000-0000-0000-0000-000000000000}"/>
          </ac:spMkLst>
        </pc:spChg>
      </pc:sldChg>
      <pc:sldChg chg="modSp mod">
        <pc:chgData name="María Elena Fernández Gascueña" userId="8298997d-b71a-4e0a-adff-66140120cb1e" providerId="ADAL" clId="{572529D2-9FA9-46AF-870C-A4BE0BBD5415}" dt="2024-10-21T06:02:07.680" v="9" actId="2711"/>
        <pc:sldMkLst>
          <pc:docMk/>
          <pc:sldMk cId="0" sldId="311"/>
        </pc:sldMkLst>
        <pc:spChg chg="mod">
          <ac:chgData name="María Elena Fernández Gascueña" userId="8298997d-b71a-4e0a-adff-66140120cb1e" providerId="ADAL" clId="{572529D2-9FA9-46AF-870C-A4BE0BBD5415}" dt="2024-10-21T06:02:07.680" v="9" actId="2711"/>
          <ac:spMkLst>
            <pc:docMk/>
            <pc:sldMk cId="0" sldId="311"/>
            <ac:spMk id="6" creationId="{00000000-0000-0000-0000-000000000000}"/>
          </ac:spMkLst>
        </pc:spChg>
      </pc:sldChg>
      <pc:sldChg chg="modSp mod">
        <pc:chgData name="María Elena Fernández Gascueña" userId="8298997d-b71a-4e0a-adff-66140120cb1e" providerId="ADAL" clId="{572529D2-9FA9-46AF-870C-A4BE0BBD5415}" dt="2024-10-21T06:06:03.882" v="100" actId="2711"/>
        <pc:sldMkLst>
          <pc:docMk/>
          <pc:sldMk cId="0" sldId="312"/>
        </pc:sldMkLst>
        <pc:spChg chg="mod">
          <ac:chgData name="María Elena Fernández Gascueña" userId="8298997d-b71a-4e0a-adff-66140120cb1e" providerId="ADAL" clId="{572529D2-9FA9-46AF-870C-A4BE0BBD5415}" dt="2024-10-21T06:05:49.237" v="98" actId="2711"/>
          <ac:spMkLst>
            <pc:docMk/>
            <pc:sldMk cId="0" sldId="312"/>
            <ac:spMk id="5" creationId="{00000000-0000-0000-0000-000000000000}"/>
          </ac:spMkLst>
        </pc:spChg>
        <pc:spChg chg="mod">
          <ac:chgData name="María Elena Fernández Gascueña" userId="8298997d-b71a-4e0a-adff-66140120cb1e" providerId="ADAL" clId="{572529D2-9FA9-46AF-870C-A4BE0BBD5415}" dt="2024-10-21T06:05:38.260" v="96" actId="2711"/>
          <ac:spMkLst>
            <pc:docMk/>
            <pc:sldMk cId="0" sldId="312"/>
            <ac:spMk id="6" creationId="{00000000-0000-0000-0000-000000000000}"/>
          </ac:spMkLst>
        </pc:spChg>
        <pc:spChg chg="mod">
          <ac:chgData name="María Elena Fernández Gascueña" userId="8298997d-b71a-4e0a-adff-66140120cb1e" providerId="ADAL" clId="{572529D2-9FA9-46AF-870C-A4BE0BBD5415}" dt="2024-10-21T06:05:42.892" v="97" actId="2711"/>
          <ac:spMkLst>
            <pc:docMk/>
            <pc:sldMk cId="0" sldId="312"/>
            <ac:spMk id="7" creationId="{00000000-0000-0000-0000-000000000000}"/>
          </ac:spMkLst>
        </pc:spChg>
        <pc:spChg chg="mod">
          <ac:chgData name="María Elena Fernández Gascueña" userId="8298997d-b71a-4e0a-adff-66140120cb1e" providerId="ADAL" clId="{572529D2-9FA9-46AF-870C-A4BE0BBD5415}" dt="2024-10-21T06:06:03.882" v="100" actId="2711"/>
          <ac:spMkLst>
            <pc:docMk/>
            <pc:sldMk cId="0" sldId="312"/>
            <ac:spMk id="13" creationId="{00000000-0000-0000-0000-000000000000}"/>
          </ac:spMkLst>
        </pc:spChg>
        <pc:spChg chg="mod">
          <ac:chgData name="María Elena Fernández Gascueña" userId="8298997d-b71a-4e0a-adff-66140120cb1e" providerId="ADAL" clId="{572529D2-9FA9-46AF-870C-A4BE0BBD5415}" dt="2024-10-21T06:05:59.914" v="99" actId="2711"/>
          <ac:spMkLst>
            <pc:docMk/>
            <pc:sldMk cId="0" sldId="312"/>
            <ac:spMk id="15" creationId="{00000000-0000-0000-0000-000000000000}"/>
          </ac:spMkLst>
        </pc:spChg>
        <pc:spChg chg="mod">
          <ac:chgData name="María Elena Fernández Gascueña" userId="8298997d-b71a-4e0a-adff-66140120cb1e" providerId="ADAL" clId="{572529D2-9FA9-46AF-870C-A4BE0BBD5415}" dt="2024-10-21T06:05:59.914" v="99" actId="2711"/>
          <ac:spMkLst>
            <pc:docMk/>
            <pc:sldMk cId="0" sldId="312"/>
            <ac:spMk id="16" creationId="{00000000-0000-0000-0000-000000000000}"/>
          </ac:spMkLst>
        </pc:spChg>
        <pc:spChg chg="mod">
          <ac:chgData name="María Elena Fernández Gascueña" userId="8298997d-b71a-4e0a-adff-66140120cb1e" providerId="ADAL" clId="{572529D2-9FA9-46AF-870C-A4BE0BBD5415}" dt="2024-10-21T06:05:59.914" v="99" actId="2711"/>
          <ac:spMkLst>
            <pc:docMk/>
            <pc:sldMk cId="0" sldId="312"/>
            <ac:spMk id="17" creationId="{00000000-0000-0000-0000-000000000000}"/>
          </ac:spMkLst>
        </pc:spChg>
        <pc:spChg chg="mod">
          <ac:chgData name="María Elena Fernández Gascueña" userId="8298997d-b71a-4e0a-adff-66140120cb1e" providerId="ADAL" clId="{572529D2-9FA9-46AF-870C-A4BE0BBD5415}" dt="2024-10-21T06:05:59.914" v="99" actId="2711"/>
          <ac:spMkLst>
            <pc:docMk/>
            <pc:sldMk cId="0" sldId="312"/>
            <ac:spMk id="18" creationId="{00000000-0000-0000-0000-000000000000}"/>
          </ac:spMkLst>
        </pc:spChg>
      </pc:sldChg>
      <pc:sldChg chg="modSp mod">
        <pc:chgData name="María Elena Fernández Gascueña" userId="8298997d-b71a-4e0a-adff-66140120cb1e" providerId="ADAL" clId="{572529D2-9FA9-46AF-870C-A4BE0BBD5415}" dt="2024-10-21T06:32:41.291" v="294" actId="2711"/>
        <pc:sldMkLst>
          <pc:docMk/>
          <pc:sldMk cId="0" sldId="315"/>
        </pc:sldMkLst>
        <pc:spChg chg="mod">
          <ac:chgData name="María Elena Fernández Gascueña" userId="8298997d-b71a-4e0a-adff-66140120cb1e" providerId="ADAL" clId="{572529D2-9FA9-46AF-870C-A4BE0BBD5415}" dt="2024-10-21T06:32:41.291" v="294" actId="2711"/>
          <ac:spMkLst>
            <pc:docMk/>
            <pc:sldMk cId="0" sldId="315"/>
            <ac:spMk id="6"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7"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8"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9"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0"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4"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5"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6"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7"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8"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19"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20"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21"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22"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23" creationId="{00000000-0000-0000-0000-000000000000}"/>
          </ac:spMkLst>
        </pc:spChg>
        <pc:spChg chg="mod">
          <ac:chgData name="María Elena Fernández Gascueña" userId="8298997d-b71a-4e0a-adff-66140120cb1e" providerId="ADAL" clId="{572529D2-9FA9-46AF-870C-A4BE0BBD5415}" dt="2024-10-21T06:32:41.291" v="294" actId="2711"/>
          <ac:spMkLst>
            <pc:docMk/>
            <pc:sldMk cId="0" sldId="315"/>
            <ac:spMk id="24" creationId="{00000000-0000-0000-0000-000000000000}"/>
          </ac:spMkLst>
        </pc:spChg>
        <pc:spChg chg="mod">
          <ac:chgData name="María Elena Fernández Gascueña" userId="8298997d-b71a-4e0a-adff-66140120cb1e" providerId="ADAL" clId="{572529D2-9FA9-46AF-870C-A4BE0BBD5415}" dt="2024-10-21T06:32:35.206" v="292" actId="2711"/>
          <ac:spMkLst>
            <pc:docMk/>
            <pc:sldMk cId="0" sldId="315"/>
            <ac:spMk id="25" creationId="{00000000-0000-0000-0000-000000000000}"/>
          </ac:spMkLst>
        </pc:spChg>
        <pc:grpChg chg="mod">
          <ac:chgData name="María Elena Fernández Gascueña" userId="8298997d-b71a-4e0a-adff-66140120cb1e" providerId="ADAL" clId="{572529D2-9FA9-46AF-870C-A4BE0BBD5415}" dt="2024-10-21T06:32:38.680" v="293" actId="1076"/>
          <ac:grpSpMkLst>
            <pc:docMk/>
            <pc:sldMk cId="0" sldId="315"/>
            <ac:grpSpMk id="4" creationId="{00000000-0000-0000-0000-000000000000}"/>
          </ac:grpSpMkLst>
        </pc:grpChg>
      </pc:sldChg>
      <pc:sldChg chg="addSp delSp modSp mod modAnim">
        <pc:chgData name="María Elena Fernández Gascueña" userId="8298997d-b71a-4e0a-adff-66140120cb1e" providerId="ADAL" clId="{572529D2-9FA9-46AF-870C-A4BE0BBD5415}" dt="2024-10-21T15:46:52.254" v="392" actId="20577"/>
        <pc:sldMkLst>
          <pc:docMk/>
          <pc:sldMk cId="0" sldId="316"/>
        </pc:sldMkLst>
        <pc:spChg chg="add mod">
          <ac:chgData name="María Elena Fernández Gascueña" userId="8298997d-b71a-4e0a-adff-66140120cb1e" providerId="ADAL" clId="{572529D2-9FA9-46AF-870C-A4BE0BBD5415}" dt="2024-10-21T06:11:09.621" v="158" actId="1076"/>
          <ac:spMkLst>
            <pc:docMk/>
            <pc:sldMk cId="0" sldId="316"/>
            <ac:spMk id="4" creationId="{CD7443B5-F253-E451-8675-50A583F85878}"/>
          </ac:spMkLst>
        </pc:spChg>
        <pc:spChg chg="add del mod">
          <ac:chgData name="María Elena Fernández Gascueña" userId="8298997d-b71a-4e0a-adff-66140120cb1e" providerId="ADAL" clId="{572529D2-9FA9-46AF-870C-A4BE0BBD5415}" dt="2024-10-21T06:07:11.749" v="118" actId="478"/>
          <ac:spMkLst>
            <pc:docMk/>
            <pc:sldMk cId="0" sldId="316"/>
            <ac:spMk id="6" creationId="{07CD4991-A11A-9B4D-57CB-7C028E025090}"/>
          </ac:spMkLst>
        </pc:spChg>
        <pc:spChg chg="mod">
          <ac:chgData name="María Elena Fernández Gascueña" userId="8298997d-b71a-4e0a-adff-66140120cb1e" providerId="ADAL" clId="{572529D2-9FA9-46AF-870C-A4BE0BBD5415}" dt="2024-10-21T06:10:37.515" v="154" actId="14100"/>
          <ac:spMkLst>
            <pc:docMk/>
            <pc:sldMk cId="0" sldId="316"/>
            <ac:spMk id="7" creationId="{67197785-4DFD-4322-A69C-CBAE1455A713}"/>
          </ac:spMkLst>
        </pc:spChg>
        <pc:spChg chg="add del mod">
          <ac:chgData name="María Elena Fernández Gascueña" userId="8298997d-b71a-4e0a-adff-66140120cb1e" providerId="ADAL" clId="{572529D2-9FA9-46AF-870C-A4BE0BBD5415}" dt="2024-10-21T06:10:58.299" v="157" actId="478"/>
          <ac:spMkLst>
            <pc:docMk/>
            <pc:sldMk cId="0" sldId="316"/>
            <ac:spMk id="9" creationId="{60BA38DB-0148-4DE9-EC03-53CD359F36B6}"/>
          </ac:spMkLst>
        </pc:spChg>
        <pc:spChg chg="add mod">
          <ac:chgData name="María Elena Fernández Gascueña" userId="8298997d-b71a-4e0a-adff-66140120cb1e" providerId="ADAL" clId="{572529D2-9FA9-46AF-870C-A4BE0BBD5415}" dt="2024-10-21T06:13:46.122" v="173" actId="14100"/>
          <ac:spMkLst>
            <pc:docMk/>
            <pc:sldMk cId="0" sldId="316"/>
            <ac:spMk id="11" creationId="{F3CA1E00-57D9-F1C6-8E6E-373DC01E7ACD}"/>
          </ac:spMkLst>
        </pc:spChg>
        <pc:spChg chg="add mod">
          <ac:chgData name="María Elena Fernández Gascueña" userId="8298997d-b71a-4e0a-adff-66140120cb1e" providerId="ADAL" clId="{572529D2-9FA9-46AF-870C-A4BE0BBD5415}" dt="2024-10-21T06:32:51.185" v="295" actId="1076"/>
          <ac:spMkLst>
            <pc:docMk/>
            <pc:sldMk cId="0" sldId="316"/>
            <ac:spMk id="12" creationId="{44885153-FAB4-7859-3458-4F501E512CE9}"/>
          </ac:spMkLst>
        </pc:spChg>
        <pc:spChg chg="add mod">
          <ac:chgData name="María Elena Fernández Gascueña" userId="8298997d-b71a-4e0a-adff-66140120cb1e" providerId="ADAL" clId="{572529D2-9FA9-46AF-870C-A4BE0BBD5415}" dt="2024-10-21T15:46:46.421" v="391" actId="1076"/>
          <ac:spMkLst>
            <pc:docMk/>
            <pc:sldMk cId="0" sldId="316"/>
            <ac:spMk id="13" creationId="{4EE80C1C-94F9-15DD-5597-0408549C7A3A}"/>
          </ac:spMkLst>
        </pc:spChg>
        <pc:spChg chg="add mod">
          <ac:chgData name="María Elena Fernández Gascueña" userId="8298997d-b71a-4e0a-adff-66140120cb1e" providerId="ADAL" clId="{572529D2-9FA9-46AF-870C-A4BE0BBD5415}" dt="2024-10-21T15:46:41.173" v="390" actId="1076"/>
          <ac:spMkLst>
            <pc:docMk/>
            <pc:sldMk cId="0" sldId="316"/>
            <ac:spMk id="14" creationId="{E003F256-44E0-165E-EB79-B8D22938D78D}"/>
          </ac:spMkLst>
        </pc:spChg>
        <pc:spChg chg="del mod">
          <ac:chgData name="María Elena Fernández Gascueña" userId="8298997d-b71a-4e0a-adff-66140120cb1e" providerId="ADAL" clId="{572529D2-9FA9-46AF-870C-A4BE0BBD5415}" dt="2024-10-21T06:08:02.907" v="128" actId="12084"/>
          <ac:spMkLst>
            <pc:docMk/>
            <pc:sldMk cId="0" sldId="316"/>
            <ac:spMk id="25" creationId="{00000000-0000-0000-0000-000000000000}"/>
          </ac:spMkLst>
        </pc:spChg>
        <pc:graphicFrameChg chg="add mod">
          <ac:chgData name="María Elena Fernández Gascueña" userId="8298997d-b71a-4e0a-adff-66140120cb1e" providerId="ADAL" clId="{572529D2-9FA9-46AF-870C-A4BE0BBD5415}" dt="2024-10-21T15:46:52.254" v="392" actId="20577"/>
          <ac:graphicFrameMkLst>
            <pc:docMk/>
            <pc:sldMk cId="0" sldId="316"/>
            <ac:graphicFrameMk id="10" creationId="{9F024FB2-EC16-486C-B4FA-82B310692476}"/>
          </ac:graphicFrameMkLst>
        </pc:graphicFrameChg>
      </pc:sldChg>
      <pc:sldChg chg="modSp mod modShow">
        <pc:chgData name="María Elena Fernández Gascueña" userId="8298997d-b71a-4e0a-adff-66140120cb1e" providerId="ADAL" clId="{572529D2-9FA9-46AF-870C-A4BE0BBD5415}" dt="2024-10-21T06:09:57.489" v="147" actId="1076"/>
        <pc:sldMkLst>
          <pc:docMk/>
          <pc:sldMk cId="0" sldId="317"/>
        </pc:sldMkLst>
        <pc:spChg chg="mod">
          <ac:chgData name="María Elena Fernández Gascueña" userId="8298997d-b71a-4e0a-adff-66140120cb1e" providerId="ADAL" clId="{572529D2-9FA9-46AF-870C-A4BE0BBD5415}" dt="2024-10-21T06:09:57.489" v="147" actId="1076"/>
          <ac:spMkLst>
            <pc:docMk/>
            <pc:sldMk cId="0" sldId="317"/>
            <ac:spMk id="17" creationId="{00000000-0000-0000-0000-000000000000}"/>
          </ac:spMkLst>
        </pc:spChg>
      </pc:sldChg>
      <pc:sldChg chg="modSp mod">
        <pc:chgData name="María Elena Fernández Gascueña" userId="8298997d-b71a-4e0a-adff-66140120cb1e" providerId="ADAL" clId="{572529D2-9FA9-46AF-870C-A4BE0BBD5415}" dt="2024-10-21T06:34:49.328" v="311" actId="14100"/>
        <pc:sldMkLst>
          <pc:docMk/>
          <pc:sldMk cId="0" sldId="319"/>
        </pc:sldMkLst>
        <pc:spChg chg="mod">
          <ac:chgData name="María Elena Fernández Gascueña" userId="8298997d-b71a-4e0a-adff-66140120cb1e" providerId="ADAL" clId="{572529D2-9FA9-46AF-870C-A4BE0BBD5415}" dt="2024-10-21T06:34:43.480" v="309" actId="14100"/>
          <ac:spMkLst>
            <pc:docMk/>
            <pc:sldMk cId="0" sldId="319"/>
            <ac:spMk id="9" creationId="{00000000-0000-0000-0000-000000000000}"/>
          </ac:spMkLst>
        </pc:spChg>
        <pc:spChg chg="mod">
          <ac:chgData name="María Elena Fernández Gascueña" userId="8298997d-b71a-4e0a-adff-66140120cb1e" providerId="ADAL" clId="{572529D2-9FA9-46AF-870C-A4BE0BBD5415}" dt="2024-10-21T06:34:46.688" v="310" actId="14100"/>
          <ac:spMkLst>
            <pc:docMk/>
            <pc:sldMk cId="0" sldId="319"/>
            <ac:spMk id="13" creationId="{00000000-0000-0000-0000-000000000000}"/>
          </ac:spMkLst>
        </pc:spChg>
        <pc:spChg chg="mod">
          <ac:chgData name="María Elena Fernández Gascueña" userId="8298997d-b71a-4e0a-adff-66140120cb1e" providerId="ADAL" clId="{572529D2-9FA9-46AF-870C-A4BE0BBD5415}" dt="2024-10-21T06:34:49.328" v="311" actId="14100"/>
          <ac:spMkLst>
            <pc:docMk/>
            <pc:sldMk cId="0" sldId="319"/>
            <ac:spMk id="14" creationId="{00000000-0000-0000-0000-000000000000}"/>
          </ac:spMkLst>
        </pc:spChg>
        <pc:graphicFrameChg chg="mod modGraphic">
          <ac:chgData name="María Elena Fernández Gascueña" userId="8298997d-b71a-4e0a-adff-66140120cb1e" providerId="ADAL" clId="{572529D2-9FA9-46AF-870C-A4BE0BBD5415}" dt="2024-10-21T06:34:21.080" v="306" actId="1076"/>
          <ac:graphicFrameMkLst>
            <pc:docMk/>
            <pc:sldMk cId="0" sldId="319"/>
            <ac:graphicFrameMk id="12" creationId="{00000000-0000-0000-0000-000000000000}"/>
          </ac:graphicFrameMkLst>
        </pc:graphicFrameChg>
      </pc:sldChg>
      <pc:sldChg chg="mod modShow">
        <pc:chgData name="María Elena Fernández Gascueña" userId="8298997d-b71a-4e0a-adff-66140120cb1e" providerId="ADAL" clId="{572529D2-9FA9-46AF-870C-A4BE0BBD5415}" dt="2024-10-21T06:14:24.707" v="177" actId="729"/>
        <pc:sldMkLst>
          <pc:docMk/>
          <pc:sldMk cId="0" sldId="320"/>
        </pc:sldMkLst>
      </pc:sldChg>
      <pc:sldChg chg="mod modShow">
        <pc:chgData name="María Elena Fernández Gascueña" userId="8298997d-b71a-4e0a-adff-66140120cb1e" providerId="ADAL" clId="{572529D2-9FA9-46AF-870C-A4BE0BBD5415}" dt="2024-10-21T06:14:28.325" v="178" actId="729"/>
        <pc:sldMkLst>
          <pc:docMk/>
          <pc:sldMk cId="0" sldId="321"/>
        </pc:sldMkLst>
      </pc:sldChg>
      <pc:sldChg chg="modSp mod">
        <pc:chgData name="María Elena Fernández Gascueña" userId="8298997d-b71a-4e0a-adff-66140120cb1e" providerId="ADAL" clId="{572529D2-9FA9-46AF-870C-A4BE0BBD5415}" dt="2024-10-21T06:28:27.250" v="224" actId="20577"/>
        <pc:sldMkLst>
          <pc:docMk/>
          <pc:sldMk cId="0" sldId="327"/>
        </pc:sldMkLst>
        <pc:spChg chg="mod">
          <ac:chgData name="María Elena Fernández Gascueña" userId="8298997d-b71a-4e0a-adff-66140120cb1e" providerId="ADAL" clId="{572529D2-9FA9-46AF-870C-A4BE0BBD5415}" dt="2024-10-21T06:28:27.250" v="224" actId="20577"/>
          <ac:spMkLst>
            <pc:docMk/>
            <pc:sldMk cId="0" sldId="327"/>
            <ac:spMk id="10" creationId="{B06D697F-B0FA-4C1D-BCC1-C76EDA6F8A71}"/>
          </ac:spMkLst>
        </pc:spChg>
        <pc:spChg chg="mod">
          <ac:chgData name="María Elena Fernández Gascueña" userId="8298997d-b71a-4e0a-adff-66140120cb1e" providerId="ADAL" clId="{572529D2-9FA9-46AF-870C-A4BE0BBD5415}" dt="2024-10-21T06:28:11.316" v="197" actId="14100"/>
          <ac:spMkLst>
            <pc:docMk/>
            <pc:sldMk cId="0" sldId="327"/>
            <ac:spMk id="14" creationId="{7E645912-5BF2-452F-947A-B7C713046366}"/>
          </ac:spMkLst>
        </pc:spChg>
        <pc:spChg chg="mod">
          <ac:chgData name="María Elena Fernández Gascueña" userId="8298997d-b71a-4e0a-adff-66140120cb1e" providerId="ADAL" clId="{572529D2-9FA9-46AF-870C-A4BE0BBD5415}" dt="2024-10-21T06:27:57.543" v="194" actId="1076"/>
          <ac:spMkLst>
            <pc:docMk/>
            <pc:sldMk cId="0" sldId="327"/>
            <ac:spMk id="15" creationId="{E36EF93F-1D38-4928-BE88-76654C56B452}"/>
          </ac:spMkLst>
        </pc:spChg>
        <pc:spChg chg="mod">
          <ac:chgData name="María Elena Fernández Gascueña" userId="8298997d-b71a-4e0a-adff-66140120cb1e" providerId="ADAL" clId="{572529D2-9FA9-46AF-870C-A4BE0BBD5415}" dt="2024-10-21T06:27:49.911" v="192" actId="1076"/>
          <ac:spMkLst>
            <pc:docMk/>
            <pc:sldMk cId="0" sldId="327"/>
            <ac:spMk id="16" creationId="{E4392B44-B237-4535-8008-66E54552B640}"/>
          </ac:spMkLst>
        </pc:spChg>
        <pc:spChg chg="mod">
          <ac:chgData name="María Elena Fernández Gascueña" userId="8298997d-b71a-4e0a-adff-66140120cb1e" providerId="ADAL" clId="{572529D2-9FA9-46AF-870C-A4BE0BBD5415}" dt="2024-10-21T06:28:08.607" v="196" actId="1076"/>
          <ac:spMkLst>
            <pc:docMk/>
            <pc:sldMk cId="0" sldId="327"/>
            <ac:spMk id="17" creationId="{092EA5FB-7A3B-45DC-ACE6-4F9BB8A0724D}"/>
          </ac:spMkLst>
        </pc:spChg>
        <pc:spChg chg="mod">
          <ac:chgData name="María Elena Fernández Gascueña" userId="8298997d-b71a-4e0a-adff-66140120cb1e" providerId="ADAL" clId="{572529D2-9FA9-46AF-870C-A4BE0BBD5415}" dt="2024-10-21T06:27:51.943" v="193" actId="1076"/>
          <ac:spMkLst>
            <pc:docMk/>
            <pc:sldMk cId="0" sldId="327"/>
            <ac:spMk id="18" creationId="{6DDAE952-8871-43FD-ABA0-14D083224785}"/>
          </ac:spMkLst>
        </pc:spChg>
      </pc:sldChg>
      <pc:sldChg chg="modSp mod">
        <pc:chgData name="María Elena Fernández Gascueña" userId="8298997d-b71a-4e0a-adff-66140120cb1e" providerId="ADAL" clId="{572529D2-9FA9-46AF-870C-A4BE0BBD5415}" dt="2024-10-21T06:01:52.414" v="7" actId="27636"/>
        <pc:sldMkLst>
          <pc:docMk/>
          <pc:sldMk cId="544988279" sldId="339"/>
        </pc:sldMkLst>
        <pc:spChg chg="mod">
          <ac:chgData name="María Elena Fernández Gascueña" userId="8298997d-b71a-4e0a-adff-66140120cb1e" providerId="ADAL" clId="{572529D2-9FA9-46AF-870C-A4BE0BBD5415}" dt="2024-10-21T06:01:52.414" v="7" actId="27636"/>
          <ac:spMkLst>
            <pc:docMk/>
            <pc:sldMk cId="544988279" sldId="339"/>
            <ac:spMk id="20482" creationId="{3DE2CDC9-5ACA-48B6-BE8A-A46E809925C2}"/>
          </ac:spMkLst>
        </pc:spChg>
      </pc:sldChg>
      <pc:sldChg chg="addSp modSp mod">
        <pc:chgData name="María Elena Fernández Gascueña" userId="8298997d-b71a-4e0a-adff-66140120cb1e" providerId="ADAL" clId="{572529D2-9FA9-46AF-870C-A4BE0BBD5415}" dt="2024-10-21T06:29:20.817" v="237" actId="2711"/>
        <pc:sldMkLst>
          <pc:docMk/>
          <pc:sldMk cId="963471759" sldId="397"/>
        </pc:sldMkLst>
        <pc:spChg chg="mod">
          <ac:chgData name="María Elena Fernández Gascueña" userId="8298997d-b71a-4e0a-adff-66140120cb1e" providerId="ADAL" clId="{572529D2-9FA9-46AF-870C-A4BE0BBD5415}" dt="2024-10-21T06:28:41.881" v="233" actId="20577"/>
          <ac:spMkLst>
            <pc:docMk/>
            <pc:sldMk cId="963471759" sldId="397"/>
            <ac:spMk id="2" creationId="{CA1FD25A-755E-6E72-2404-D17DC8A8BBEC}"/>
          </ac:spMkLst>
        </pc:spChg>
        <pc:spChg chg="mod">
          <ac:chgData name="María Elena Fernández Gascueña" userId="8298997d-b71a-4e0a-adff-66140120cb1e" providerId="ADAL" clId="{572529D2-9FA9-46AF-870C-A4BE0BBD5415}" dt="2024-10-21T06:29:20.817" v="237" actId="2711"/>
          <ac:spMkLst>
            <pc:docMk/>
            <pc:sldMk cId="963471759" sldId="397"/>
            <ac:spMk id="4" creationId="{00000000-0000-0000-0000-000000000000}"/>
          </ac:spMkLst>
        </pc:spChg>
        <pc:spChg chg="add mod">
          <ac:chgData name="María Elena Fernández Gascueña" userId="8298997d-b71a-4e0a-adff-66140120cb1e" providerId="ADAL" clId="{572529D2-9FA9-46AF-870C-A4BE0BBD5415}" dt="2024-10-21T06:29:09.452" v="235" actId="1076"/>
          <ac:spMkLst>
            <pc:docMk/>
            <pc:sldMk cId="963471759" sldId="397"/>
            <ac:spMk id="5" creationId="{9124D973-79D1-AA08-1938-57C20B33A150}"/>
          </ac:spMkLst>
        </pc:spChg>
        <pc:spChg chg="mod">
          <ac:chgData name="María Elena Fernández Gascueña" userId="8298997d-b71a-4e0a-adff-66140120cb1e" providerId="ADAL" clId="{572529D2-9FA9-46AF-870C-A4BE0BBD5415}" dt="2024-10-21T06:29:20.817" v="237" actId="2711"/>
          <ac:spMkLst>
            <pc:docMk/>
            <pc:sldMk cId="963471759" sldId="397"/>
            <ac:spMk id="7" creationId="{00000000-0000-0000-0000-000000000000}"/>
          </ac:spMkLst>
        </pc:spChg>
        <pc:spChg chg="mod">
          <ac:chgData name="María Elena Fernández Gascueña" userId="8298997d-b71a-4e0a-adff-66140120cb1e" providerId="ADAL" clId="{572529D2-9FA9-46AF-870C-A4BE0BBD5415}" dt="2024-10-21T06:29:20.817" v="237" actId="2711"/>
          <ac:spMkLst>
            <pc:docMk/>
            <pc:sldMk cId="963471759" sldId="397"/>
            <ac:spMk id="8" creationId="{00000000-0000-0000-0000-000000000000}"/>
          </ac:spMkLst>
        </pc:spChg>
      </pc:sldChg>
      <pc:sldChg chg="modSp mod">
        <pc:chgData name="María Elena Fernández Gascueña" userId="8298997d-b71a-4e0a-adff-66140120cb1e" providerId="ADAL" clId="{572529D2-9FA9-46AF-870C-A4BE0BBD5415}" dt="2024-10-21T06:15:12.175" v="183" actId="1076"/>
        <pc:sldMkLst>
          <pc:docMk/>
          <pc:sldMk cId="0" sldId="472"/>
        </pc:sldMkLst>
        <pc:spChg chg="mod">
          <ac:chgData name="María Elena Fernández Gascueña" userId="8298997d-b71a-4e0a-adff-66140120cb1e" providerId="ADAL" clId="{572529D2-9FA9-46AF-870C-A4BE0BBD5415}" dt="2024-10-21T06:15:12.175" v="183" actId="1076"/>
          <ac:spMkLst>
            <pc:docMk/>
            <pc:sldMk cId="0" sldId="472"/>
            <ac:spMk id="6" creationId="{CAC4E044-29FE-4BC0-9886-BDFA6B200C8D}"/>
          </ac:spMkLst>
        </pc:spChg>
        <pc:spChg chg="mod">
          <ac:chgData name="María Elena Fernández Gascueña" userId="8298997d-b71a-4e0a-adff-66140120cb1e" providerId="ADAL" clId="{572529D2-9FA9-46AF-870C-A4BE0BBD5415}" dt="2024-10-21T06:14:59.270" v="181" actId="2711"/>
          <ac:spMkLst>
            <pc:docMk/>
            <pc:sldMk cId="0" sldId="472"/>
            <ac:spMk id="48131" creationId="{37CB01AE-5AB6-4207-8589-D6EB318E02D7}"/>
          </ac:spMkLst>
        </pc:spChg>
        <pc:graphicFrameChg chg="modGraphic">
          <ac:chgData name="María Elena Fernández Gascueña" userId="8298997d-b71a-4e0a-adff-66140120cb1e" providerId="ADAL" clId="{572529D2-9FA9-46AF-870C-A4BE0BBD5415}" dt="2024-10-21T06:15:04.491" v="182" actId="2711"/>
          <ac:graphicFrameMkLst>
            <pc:docMk/>
            <pc:sldMk cId="0" sldId="472"/>
            <ac:graphicFrameMk id="3" creationId="{09A9733D-1724-4961-8EFE-DD288DCBBDDB}"/>
          </ac:graphicFrameMkLst>
        </pc:graphicFrameChg>
      </pc:sldChg>
      <pc:sldChg chg="modSp">
        <pc:chgData name="María Elena Fernández Gascueña" userId="8298997d-b71a-4e0a-adff-66140120cb1e" providerId="ADAL" clId="{572529D2-9FA9-46AF-870C-A4BE0BBD5415}" dt="2024-10-21T06:15:48.469" v="187" actId="14100"/>
        <pc:sldMkLst>
          <pc:docMk/>
          <pc:sldMk cId="0" sldId="554"/>
        </pc:sldMkLst>
        <pc:picChg chg="mod">
          <ac:chgData name="María Elena Fernández Gascueña" userId="8298997d-b71a-4e0a-adff-66140120cb1e" providerId="ADAL" clId="{572529D2-9FA9-46AF-870C-A4BE0BBD5415}" dt="2024-10-21T06:15:48.469" v="187" actId="14100"/>
          <ac:picMkLst>
            <pc:docMk/>
            <pc:sldMk cId="0" sldId="554"/>
            <ac:picMk id="216067" creationId="{57CBBBC4-B27E-4A0B-B256-4570EE9D4569}"/>
          </ac:picMkLst>
        </pc:picChg>
      </pc:sldChg>
      <pc:sldChg chg="modSp mod">
        <pc:chgData name="María Elena Fernández Gascueña" userId="8298997d-b71a-4e0a-adff-66140120cb1e" providerId="ADAL" clId="{572529D2-9FA9-46AF-870C-A4BE0BBD5415}" dt="2024-10-21T06:31:10.866" v="279" actId="113"/>
        <pc:sldMkLst>
          <pc:docMk/>
          <pc:sldMk cId="1031569044" sldId="555"/>
        </pc:sldMkLst>
        <pc:spChg chg="mod">
          <ac:chgData name="María Elena Fernández Gascueña" userId="8298997d-b71a-4e0a-adff-66140120cb1e" providerId="ADAL" clId="{572529D2-9FA9-46AF-870C-A4BE0BBD5415}" dt="2024-10-21T06:30:50.644" v="277" actId="113"/>
          <ac:spMkLst>
            <pc:docMk/>
            <pc:sldMk cId="1031569044" sldId="555"/>
            <ac:spMk id="2" creationId="{00042324-6EA2-5B05-F87B-487B8B96E31B}"/>
          </ac:spMkLst>
        </pc:spChg>
        <pc:spChg chg="mod">
          <ac:chgData name="María Elena Fernández Gascueña" userId="8298997d-b71a-4e0a-adff-66140120cb1e" providerId="ADAL" clId="{572529D2-9FA9-46AF-870C-A4BE0BBD5415}" dt="2024-10-21T06:30:15.440" v="272" actId="1076"/>
          <ac:spMkLst>
            <pc:docMk/>
            <pc:sldMk cId="1031569044" sldId="555"/>
            <ac:spMk id="3" creationId="{3342C8E8-884F-5480-4EEC-72BD35747EE2}"/>
          </ac:spMkLst>
        </pc:spChg>
        <pc:spChg chg="mod">
          <ac:chgData name="María Elena Fernández Gascueña" userId="8298997d-b71a-4e0a-adff-66140120cb1e" providerId="ADAL" clId="{572529D2-9FA9-46AF-870C-A4BE0BBD5415}" dt="2024-10-21T06:30:36.992" v="275" actId="113"/>
          <ac:spMkLst>
            <pc:docMk/>
            <pc:sldMk cId="1031569044" sldId="555"/>
            <ac:spMk id="6" creationId="{00000000-0000-0000-0000-000000000000}"/>
          </ac:spMkLst>
        </pc:spChg>
        <pc:spChg chg="mod">
          <ac:chgData name="María Elena Fernández Gascueña" userId="8298997d-b71a-4e0a-adff-66140120cb1e" providerId="ADAL" clId="{572529D2-9FA9-46AF-870C-A4BE0BBD5415}" dt="2024-10-21T06:31:10.866" v="279" actId="113"/>
          <ac:spMkLst>
            <pc:docMk/>
            <pc:sldMk cId="1031569044" sldId="555"/>
            <ac:spMk id="7" creationId="{00000000-0000-0000-0000-000000000000}"/>
          </ac:spMkLst>
        </pc:spChg>
      </pc:sldChg>
      <pc:sldChg chg="addSp delSp modSp mod">
        <pc:chgData name="María Elena Fernández Gascueña" userId="8298997d-b71a-4e0a-adff-66140120cb1e" providerId="ADAL" clId="{572529D2-9FA9-46AF-870C-A4BE0BBD5415}" dt="2024-10-21T06:32:09.969" v="291" actId="14100"/>
        <pc:sldMkLst>
          <pc:docMk/>
          <pc:sldMk cId="2484510894" sldId="556"/>
        </pc:sldMkLst>
        <pc:spChg chg="del">
          <ac:chgData name="María Elena Fernández Gascueña" userId="8298997d-b71a-4e0a-adff-66140120cb1e" providerId="ADAL" clId="{572529D2-9FA9-46AF-870C-A4BE0BBD5415}" dt="2024-10-21T06:31:28.370" v="282" actId="478"/>
          <ac:spMkLst>
            <pc:docMk/>
            <pc:sldMk cId="2484510894" sldId="556"/>
            <ac:spMk id="2" creationId="{F60B8B4C-C367-3168-8FFD-81097E27D63C}"/>
          </ac:spMkLst>
        </pc:spChg>
        <pc:spChg chg="add mod">
          <ac:chgData name="María Elena Fernández Gascueña" userId="8298997d-b71a-4e0a-adff-66140120cb1e" providerId="ADAL" clId="{572529D2-9FA9-46AF-870C-A4BE0BBD5415}" dt="2024-10-21T06:31:32.705" v="283" actId="1076"/>
          <ac:spMkLst>
            <pc:docMk/>
            <pc:sldMk cId="2484510894" sldId="556"/>
            <ac:spMk id="4" creationId="{BFE24E1D-B76F-0B1A-3FD2-4E67CF85EE78}"/>
          </ac:spMkLst>
        </pc:spChg>
        <pc:spChg chg="mod">
          <ac:chgData name="María Elena Fernández Gascueña" userId="8298997d-b71a-4e0a-adff-66140120cb1e" providerId="ADAL" clId="{572529D2-9FA9-46AF-870C-A4BE0BBD5415}" dt="2024-10-21T06:32:01.280" v="290" actId="14100"/>
          <ac:spMkLst>
            <pc:docMk/>
            <pc:sldMk cId="2484510894" sldId="556"/>
            <ac:spMk id="5" creationId="{00000000-0000-0000-0000-000000000000}"/>
          </ac:spMkLst>
        </pc:spChg>
        <pc:spChg chg="mod">
          <ac:chgData name="María Elena Fernández Gascueña" userId="8298997d-b71a-4e0a-adff-66140120cb1e" providerId="ADAL" clId="{572529D2-9FA9-46AF-870C-A4BE0BBD5415}" dt="2024-10-21T06:32:09.969" v="291" actId="14100"/>
          <ac:spMkLst>
            <pc:docMk/>
            <pc:sldMk cId="2484510894" sldId="556"/>
            <ac:spMk id="8" creationId="{D97ED6C8-94C9-49E8-B2D8-274E2F421DB2}"/>
          </ac:spMkLst>
        </pc:spChg>
        <pc:spChg chg="mod">
          <ac:chgData name="María Elena Fernández Gascueña" userId="8298997d-b71a-4e0a-adff-66140120cb1e" providerId="ADAL" clId="{572529D2-9FA9-46AF-870C-A4BE0BBD5415}" dt="2024-10-21T06:31:55.631" v="289" actId="14100"/>
          <ac:spMkLst>
            <pc:docMk/>
            <pc:sldMk cId="2484510894" sldId="556"/>
            <ac:spMk id="9" creationId="{20651921-D06D-4ED5-ACB8-6E1E2B2DDC0A}"/>
          </ac:spMkLst>
        </pc:spChg>
      </pc:sldChg>
      <pc:sldChg chg="addSp delSp modSp add mod">
        <pc:chgData name="María Elena Fernández Gascueña" userId="8298997d-b71a-4e0a-adff-66140120cb1e" providerId="ADAL" clId="{572529D2-9FA9-46AF-870C-A4BE0BBD5415}" dt="2024-10-21T06:06:23.311" v="109" actId="20577"/>
        <pc:sldMkLst>
          <pc:docMk/>
          <pc:sldMk cId="1024647524" sldId="557"/>
        </pc:sldMkLst>
        <pc:spChg chg="add mod">
          <ac:chgData name="María Elena Fernández Gascueña" userId="8298997d-b71a-4e0a-adff-66140120cb1e" providerId="ADAL" clId="{572529D2-9FA9-46AF-870C-A4BE0BBD5415}" dt="2024-10-21T06:06:23.311" v="109" actId="20577"/>
          <ac:spMkLst>
            <pc:docMk/>
            <pc:sldMk cId="1024647524" sldId="557"/>
            <ac:spMk id="2" creationId="{A4E8A6E6-5CE4-2953-D5CF-A6A09B7EE49D}"/>
          </ac:spMkLst>
        </pc:spChg>
        <pc:spChg chg="mod">
          <ac:chgData name="María Elena Fernández Gascueña" userId="8298997d-b71a-4e0a-adff-66140120cb1e" providerId="ADAL" clId="{572529D2-9FA9-46AF-870C-A4BE0BBD5415}" dt="2024-10-21T06:05:27.484" v="95" actId="20577"/>
          <ac:spMkLst>
            <pc:docMk/>
            <pc:sldMk cId="1024647524" sldId="557"/>
            <ac:spMk id="6" creationId="{00000000-0000-0000-0000-000000000000}"/>
          </ac:spMkLst>
        </pc:spChg>
        <pc:spChg chg="del">
          <ac:chgData name="María Elena Fernández Gascueña" userId="8298997d-b71a-4e0a-adff-66140120cb1e" providerId="ADAL" clId="{572529D2-9FA9-46AF-870C-A4BE0BBD5415}" dt="2024-10-21T06:04:12.565" v="46" actId="478"/>
          <ac:spMkLst>
            <pc:docMk/>
            <pc:sldMk cId="1024647524" sldId="557"/>
            <ac:spMk id="7" creationId="{00000000-0000-0000-0000-000000000000}"/>
          </ac:spMkLst>
        </pc:spChg>
        <pc:spChg chg="del">
          <ac:chgData name="María Elena Fernández Gascueña" userId="8298997d-b71a-4e0a-adff-66140120cb1e" providerId="ADAL" clId="{572529D2-9FA9-46AF-870C-A4BE0BBD5415}" dt="2024-10-21T06:04:14.621" v="47" actId="478"/>
          <ac:spMkLst>
            <pc:docMk/>
            <pc:sldMk cId="1024647524" sldId="557"/>
            <ac:spMk id="8" creationId="{00000000-0000-0000-0000-000000000000}"/>
          </ac:spMkLst>
        </pc:spChg>
        <pc:picChg chg="del">
          <ac:chgData name="María Elena Fernández Gascueña" userId="8298997d-b71a-4e0a-adff-66140120cb1e" providerId="ADAL" clId="{572529D2-9FA9-46AF-870C-A4BE0BBD5415}" dt="2024-10-21T06:03:45.774" v="12" actId="478"/>
          <ac:picMkLst>
            <pc:docMk/>
            <pc:sldMk cId="1024647524" sldId="557"/>
            <ac:picMk id="5" creationId="{00000000-0000-0000-0000-000000000000}"/>
          </ac:picMkLst>
        </pc:picChg>
      </pc:sldChg>
      <pc:sldChg chg="addSp delSp modSp add mod">
        <pc:chgData name="María Elena Fernández Gascueña" userId="8298997d-b71a-4e0a-adff-66140120cb1e" providerId="ADAL" clId="{572529D2-9FA9-46AF-870C-A4BE0BBD5415}" dt="2024-10-21T06:38:58.575" v="387" actId="1076"/>
        <pc:sldMkLst>
          <pc:docMk/>
          <pc:sldMk cId="3797712419" sldId="558"/>
        </pc:sldMkLst>
        <pc:spChg chg="add mod">
          <ac:chgData name="María Elena Fernández Gascueña" userId="8298997d-b71a-4e0a-adff-66140120cb1e" providerId="ADAL" clId="{572529D2-9FA9-46AF-870C-A4BE0BBD5415}" dt="2024-10-21T06:38:14.058" v="351" actId="1076"/>
          <ac:spMkLst>
            <pc:docMk/>
            <pc:sldMk cId="3797712419" sldId="558"/>
            <ac:spMk id="3" creationId="{6CC884D1-A788-DCDE-0B17-55C4FD4D12EA}"/>
          </ac:spMkLst>
        </pc:spChg>
        <pc:spChg chg="add del mod">
          <ac:chgData name="María Elena Fernández Gascueña" userId="8298997d-b71a-4e0a-adff-66140120cb1e" providerId="ADAL" clId="{572529D2-9FA9-46AF-870C-A4BE0BBD5415}" dt="2024-10-21T06:37:52.634" v="347" actId="12084"/>
          <ac:spMkLst>
            <pc:docMk/>
            <pc:sldMk cId="3797712419" sldId="558"/>
            <ac:spMk id="6" creationId="{00000000-0000-0000-0000-000000000000}"/>
          </ac:spMkLst>
        </pc:spChg>
        <pc:graphicFrameChg chg="add mod modGraphic">
          <ac:chgData name="María Elena Fernández Gascueña" userId="8298997d-b71a-4e0a-adff-66140120cb1e" providerId="ADAL" clId="{572529D2-9FA9-46AF-870C-A4BE0BBD5415}" dt="2024-10-21T06:38:58.575" v="387" actId="1076"/>
          <ac:graphicFrameMkLst>
            <pc:docMk/>
            <pc:sldMk cId="3797712419" sldId="558"/>
            <ac:graphicFrameMk id="4" creationId="{E98B81C9-C958-7D9E-A1EC-5784AC813F5C}"/>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395D9D-BFCA-469F-B734-9DFDB01629F1}"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es-ES"/>
        </a:p>
      </dgm:t>
    </dgm:pt>
    <dgm:pt modelId="{32DDD0F3-7AA0-44FE-9407-D1D496959F52}">
      <dgm:prSet/>
      <dgm:spPr/>
      <dgm:t>
        <a:bodyPr/>
        <a:lstStyle/>
        <a:p>
          <a:r>
            <a:rPr lang="es-ES_tradnl" b="1">
              <a:latin typeface="Comic Sans MS" panose="030F0702030302020204" pitchFamily="66" charset="0"/>
            </a:rPr>
            <a:t>FACTORES MOTIVADORES </a:t>
          </a:r>
          <a:r>
            <a:rPr lang="es-ES_tradnl">
              <a:latin typeface="Comic Sans MS" panose="030F0702030302020204" pitchFamily="66" charset="0"/>
            </a:rPr>
            <a:t>o satisfactores: su presencia en el trabajo es la que provoca la verdadera motivación </a:t>
          </a:r>
          <a:r>
            <a:rPr lang="es-ES_tradnl">
              <a:latin typeface="Comic Sans MS" panose="030F0702030302020204" pitchFamily="66" charset="0"/>
              <a:sym typeface="Wingdings" panose="05000000000000000000" pitchFamily="2" charset="2"/>
            </a:rPr>
            <a:t></a:t>
          </a:r>
          <a:r>
            <a:rPr lang="es-ES_tradnl">
              <a:latin typeface="Comic Sans MS" panose="030F0702030302020204" pitchFamily="66" charset="0"/>
            </a:rPr>
            <a:t> </a:t>
          </a:r>
          <a:r>
            <a:rPr lang="es-ES_tradnl" b="1" u="sng">
              <a:latin typeface="Comic Sans MS" panose="030F0702030302020204" pitchFamily="66" charset="0"/>
            </a:rPr>
            <a:t>motivación intrínseca</a:t>
          </a:r>
          <a:endParaRPr lang="es-ES">
            <a:latin typeface="Comic Sans MS" panose="030F0702030302020204" pitchFamily="66" charset="0"/>
          </a:endParaRPr>
        </a:p>
      </dgm:t>
    </dgm:pt>
    <dgm:pt modelId="{857ED319-FB26-4D74-8A4C-1F7E06BBF427}" type="parTrans" cxnId="{89D75B26-EF8A-4503-9D15-E277A3F53203}">
      <dgm:prSet/>
      <dgm:spPr/>
      <dgm:t>
        <a:bodyPr/>
        <a:lstStyle/>
        <a:p>
          <a:endParaRPr lang="es-ES">
            <a:latin typeface="Comic Sans MS" panose="030F0702030302020204" pitchFamily="66" charset="0"/>
          </a:endParaRPr>
        </a:p>
      </dgm:t>
    </dgm:pt>
    <dgm:pt modelId="{C291DFFE-B39A-414A-8296-4614FAABFE4C}" type="sibTrans" cxnId="{89D75B26-EF8A-4503-9D15-E277A3F53203}">
      <dgm:prSet/>
      <dgm:spPr/>
      <dgm:t>
        <a:bodyPr/>
        <a:lstStyle/>
        <a:p>
          <a:endParaRPr lang="es-ES">
            <a:latin typeface="Comic Sans MS" panose="030F0702030302020204" pitchFamily="66" charset="0"/>
          </a:endParaRPr>
        </a:p>
      </dgm:t>
    </dgm:pt>
    <dgm:pt modelId="{107F2F89-F2B9-428A-8A2C-01D1171BC1F4}">
      <dgm:prSet/>
      <dgm:spPr/>
      <dgm:t>
        <a:bodyPr/>
        <a:lstStyle/>
        <a:p>
          <a:r>
            <a:rPr lang="es-ES_tradnl" b="1">
              <a:latin typeface="Comic Sans MS" panose="030F0702030302020204" pitchFamily="66" charset="0"/>
            </a:rPr>
            <a:t>FACTORES HIGIÉNICOS </a:t>
          </a:r>
          <a:r>
            <a:rPr lang="es-ES_tradnl">
              <a:latin typeface="Comic Sans MS" panose="030F0702030302020204" pitchFamily="66" charset="0"/>
            </a:rPr>
            <a:t>o insatisfactores: tienden a actuar en una dirección negativa </a:t>
          </a:r>
          <a:r>
            <a:rPr lang="es-ES_tradnl">
              <a:latin typeface="Comic Sans MS" panose="030F0702030302020204" pitchFamily="66" charset="0"/>
              <a:sym typeface="Wingdings" panose="05000000000000000000" pitchFamily="2" charset="2"/>
            </a:rPr>
            <a:t></a:t>
          </a:r>
          <a:r>
            <a:rPr lang="es-ES_tradnl">
              <a:latin typeface="Comic Sans MS" panose="030F0702030302020204" pitchFamily="66" charset="0"/>
            </a:rPr>
            <a:t> </a:t>
          </a:r>
          <a:r>
            <a:rPr lang="es-ES_tradnl" b="1" u="sng">
              <a:latin typeface="Comic Sans MS" panose="030F0702030302020204" pitchFamily="66" charset="0"/>
            </a:rPr>
            <a:t>motivación extrínseca</a:t>
          </a:r>
          <a:endParaRPr lang="es-ES">
            <a:latin typeface="Comic Sans MS" panose="030F0702030302020204" pitchFamily="66" charset="0"/>
          </a:endParaRPr>
        </a:p>
      </dgm:t>
    </dgm:pt>
    <dgm:pt modelId="{01569FB3-B03D-4FFE-AA54-EBF1F0907160}" type="parTrans" cxnId="{3776E7DE-D96E-47A8-89DC-4B81BC2008CA}">
      <dgm:prSet/>
      <dgm:spPr/>
      <dgm:t>
        <a:bodyPr/>
        <a:lstStyle/>
        <a:p>
          <a:endParaRPr lang="es-ES">
            <a:latin typeface="Comic Sans MS" panose="030F0702030302020204" pitchFamily="66" charset="0"/>
          </a:endParaRPr>
        </a:p>
      </dgm:t>
    </dgm:pt>
    <dgm:pt modelId="{22C79526-02BE-4A96-8229-B818819EDFC7}" type="sibTrans" cxnId="{3776E7DE-D96E-47A8-89DC-4B81BC2008CA}">
      <dgm:prSet/>
      <dgm:spPr/>
      <dgm:t>
        <a:bodyPr/>
        <a:lstStyle/>
        <a:p>
          <a:endParaRPr lang="es-ES">
            <a:latin typeface="Comic Sans MS" panose="030F0702030302020204" pitchFamily="66" charset="0"/>
          </a:endParaRPr>
        </a:p>
      </dgm:t>
    </dgm:pt>
    <dgm:pt modelId="{FE55C36B-89E5-45DA-9CE8-B128BC84E2AF}">
      <dgm:prSet/>
      <dgm:spPr/>
      <dgm:t>
        <a:bodyPr/>
        <a:lstStyle/>
        <a:p>
          <a:r>
            <a:rPr lang="es-ES_tradnl" dirty="0">
              <a:latin typeface="Comic Sans MS" panose="030F0702030302020204" pitchFamily="66" charset="0"/>
            </a:rPr>
            <a:t>Su presencia en el puesto de trabajo en un determinado nivel permite que desaparezca la insatisfacción, pero el hecho de que se supere dicho nivel no hace que el trabajador esté más satisfecho</a:t>
          </a:r>
          <a:endParaRPr lang="es-ES" dirty="0">
            <a:latin typeface="Comic Sans MS" panose="030F0702030302020204" pitchFamily="66" charset="0"/>
          </a:endParaRPr>
        </a:p>
      </dgm:t>
    </dgm:pt>
    <dgm:pt modelId="{DC435E83-0777-4A83-8C12-809CA309E163}" type="parTrans" cxnId="{F7991954-BB19-4EC8-B96D-7316EEA45A07}">
      <dgm:prSet/>
      <dgm:spPr/>
      <dgm:t>
        <a:bodyPr/>
        <a:lstStyle/>
        <a:p>
          <a:endParaRPr lang="es-ES">
            <a:latin typeface="Comic Sans MS" panose="030F0702030302020204" pitchFamily="66" charset="0"/>
          </a:endParaRPr>
        </a:p>
      </dgm:t>
    </dgm:pt>
    <dgm:pt modelId="{AB9D8DF1-4B89-4E36-B0D6-CF3381377A15}" type="sibTrans" cxnId="{F7991954-BB19-4EC8-B96D-7316EEA45A07}">
      <dgm:prSet/>
      <dgm:spPr/>
      <dgm:t>
        <a:bodyPr/>
        <a:lstStyle/>
        <a:p>
          <a:endParaRPr lang="es-ES">
            <a:latin typeface="Comic Sans MS" panose="030F0702030302020204" pitchFamily="66" charset="0"/>
          </a:endParaRPr>
        </a:p>
      </dgm:t>
    </dgm:pt>
    <dgm:pt modelId="{8D0F9E1B-1BA6-4313-A891-9BBE708DF4A3}">
      <dgm:prSet/>
      <dgm:spPr/>
      <dgm:t>
        <a:bodyPr/>
        <a:lstStyle/>
        <a:p>
          <a:r>
            <a:rPr lang="es-ES_tradnl" dirty="0">
              <a:latin typeface="Comic Sans MS" panose="030F0702030302020204" pitchFamily="66" charset="0"/>
            </a:rPr>
            <a:t>Un nivel precario de los mismos provoca insatisfacción</a:t>
          </a:r>
          <a:endParaRPr lang="es-ES" dirty="0">
            <a:latin typeface="Comic Sans MS" panose="030F0702030302020204" pitchFamily="66" charset="0"/>
          </a:endParaRPr>
        </a:p>
      </dgm:t>
    </dgm:pt>
    <dgm:pt modelId="{CB509319-7009-48D8-AE36-72F37D295A99}" type="parTrans" cxnId="{FA899581-7CD3-4044-8F42-DAA04269D68A}">
      <dgm:prSet/>
      <dgm:spPr/>
      <dgm:t>
        <a:bodyPr/>
        <a:lstStyle/>
        <a:p>
          <a:endParaRPr lang="es-ES">
            <a:latin typeface="Comic Sans MS" panose="030F0702030302020204" pitchFamily="66" charset="0"/>
          </a:endParaRPr>
        </a:p>
      </dgm:t>
    </dgm:pt>
    <dgm:pt modelId="{F1F22A26-D423-4F61-8DE0-FDC39D1F644B}" type="sibTrans" cxnId="{FA899581-7CD3-4044-8F42-DAA04269D68A}">
      <dgm:prSet/>
      <dgm:spPr/>
      <dgm:t>
        <a:bodyPr/>
        <a:lstStyle/>
        <a:p>
          <a:endParaRPr lang="es-ES">
            <a:latin typeface="Comic Sans MS" panose="030F0702030302020204" pitchFamily="66" charset="0"/>
          </a:endParaRPr>
        </a:p>
      </dgm:t>
    </dgm:pt>
    <dgm:pt modelId="{2EA2B892-E6D7-402C-8036-3C567DBB84E8}" type="pres">
      <dgm:prSet presAssocID="{D1395D9D-BFCA-469F-B734-9DFDB01629F1}" presName="diagram" presStyleCnt="0">
        <dgm:presLayoutVars>
          <dgm:dir/>
          <dgm:resizeHandles val="exact"/>
        </dgm:presLayoutVars>
      </dgm:prSet>
      <dgm:spPr/>
    </dgm:pt>
    <dgm:pt modelId="{423D67B1-B07C-4101-8E21-B3E71CA09FDD}" type="pres">
      <dgm:prSet presAssocID="{32DDD0F3-7AA0-44FE-9407-D1D496959F52}" presName="node" presStyleLbl="node1" presStyleIdx="0" presStyleCnt="2">
        <dgm:presLayoutVars>
          <dgm:bulletEnabled val="1"/>
        </dgm:presLayoutVars>
      </dgm:prSet>
      <dgm:spPr/>
    </dgm:pt>
    <dgm:pt modelId="{FCE60545-06A6-4897-91A8-A946F7DFDDD7}" type="pres">
      <dgm:prSet presAssocID="{C291DFFE-B39A-414A-8296-4614FAABFE4C}" presName="sibTrans" presStyleCnt="0"/>
      <dgm:spPr/>
    </dgm:pt>
    <dgm:pt modelId="{5D32A746-A5B8-4B0E-BA51-E76C2F08A628}" type="pres">
      <dgm:prSet presAssocID="{107F2F89-F2B9-428A-8A2C-01D1171BC1F4}" presName="node" presStyleLbl="node1" presStyleIdx="1" presStyleCnt="2">
        <dgm:presLayoutVars>
          <dgm:bulletEnabled val="1"/>
        </dgm:presLayoutVars>
      </dgm:prSet>
      <dgm:spPr/>
    </dgm:pt>
  </dgm:ptLst>
  <dgm:cxnLst>
    <dgm:cxn modelId="{FE815018-4F5C-42B6-AFA0-004EADF12664}" type="presOf" srcId="{32DDD0F3-7AA0-44FE-9407-D1D496959F52}" destId="{423D67B1-B07C-4101-8E21-B3E71CA09FDD}" srcOrd="0" destOrd="0" presId="urn:microsoft.com/office/officeart/2005/8/layout/default"/>
    <dgm:cxn modelId="{89D75B26-EF8A-4503-9D15-E277A3F53203}" srcId="{D1395D9D-BFCA-469F-B734-9DFDB01629F1}" destId="{32DDD0F3-7AA0-44FE-9407-D1D496959F52}" srcOrd="0" destOrd="0" parTransId="{857ED319-FB26-4D74-8A4C-1F7E06BBF427}" sibTransId="{C291DFFE-B39A-414A-8296-4614FAABFE4C}"/>
    <dgm:cxn modelId="{C9CCE929-F0B4-45ED-99FC-ECCFE54AA82B}" type="presOf" srcId="{FE55C36B-89E5-45DA-9CE8-B128BC84E2AF}" destId="{5D32A746-A5B8-4B0E-BA51-E76C2F08A628}" srcOrd="0" destOrd="1" presId="urn:microsoft.com/office/officeart/2005/8/layout/default"/>
    <dgm:cxn modelId="{BCDB0634-53BB-4D5D-9900-0C7BDA1CBE25}" type="presOf" srcId="{107F2F89-F2B9-428A-8A2C-01D1171BC1F4}" destId="{5D32A746-A5B8-4B0E-BA51-E76C2F08A628}" srcOrd="0" destOrd="0" presId="urn:microsoft.com/office/officeart/2005/8/layout/default"/>
    <dgm:cxn modelId="{F7991954-BB19-4EC8-B96D-7316EEA45A07}" srcId="{107F2F89-F2B9-428A-8A2C-01D1171BC1F4}" destId="{FE55C36B-89E5-45DA-9CE8-B128BC84E2AF}" srcOrd="0" destOrd="0" parTransId="{DC435E83-0777-4A83-8C12-809CA309E163}" sibTransId="{AB9D8DF1-4B89-4E36-B0D6-CF3381377A15}"/>
    <dgm:cxn modelId="{3B9B5A54-5EC2-48D2-A4DE-9A5EC87E5FA3}" type="presOf" srcId="{D1395D9D-BFCA-469F-B734-9DFDB01629F1}" destId="{2EA2B892-E6D7-402C-8036-3C567DBB84E8}" srcOrd="0" destOrd="0" presId="urn:microsoft.com/office/officeart/2005/8/layout/default"/>
    <dgm:cxn modelId="{FA899581-7CD3-4044-8F42-DAA04269D68A}" srcId="{107F2F89-F2B9-428A-8A2C-01D1171BC1F4}" destId="{8D0F9E1B-1BA6-4313-A891-9BBE708DF4A3}" srcOrd="1" destOrd="0" parTransId="{CB509319-7009-48D8-AE36-72F37D295A99}" sibTransId="{F1F22A26-D423-4F61-8DE0-FDC39D1F644B}"/>
    <dgm:cxn modelId="{8D89C1A2-1E56-474E-9847-7C9D95756B7D}" type="presOf" srcId="{8D0F9E1B-1BA6-4313-A891-9BBE708DF4A3}" destId="{5D32A746-A5B8-4B0E-BA51-E76C2F08A628}" srcOrd="0" destOrd="2" presId="urn:microsoft.com/office/officeart/2005/8/layout/default"/>
    <dgm:cxn modelId="{3776E7DE-D96E-47A8-89DC-4B81BC2008CA}" srcId="{D1395D9D-BFCA-469F-B734-9DFDB01629F1}" destId="{107F2F89-F2B9-428A-8A2C-01D1171BC1F4}" srcOrd="1" destOrd="0" parTransId="{01569FB3-B03D-4FFE-AA54-EBF1F0907160}" sibTransId="{22C79526-02BE-4A96-8229-B818819EDFC7}"/>
    <dgm:cxn modelId="{83ACA0E0-5061-49C9-BBD9-26488DD5F682}" type="presParOf" srcId="{2EA2B892-E6D7-402C-8036-3C567DBB84E8}" destId="{423D67B1-B07C-4101-8E21-B3E71CA09FDD}" srcOrd="0" destOrd="0" presId="urn:microsoft.com/office/officeart/2005/8/layout/default"/>
    <dgm:cxn modelId="{DFD2D468-7E0E-447C-BBC8-9F29FE8F8890}" type="presParOf" srcId="{2EA2B892-E6D7-402C-8036-3C567DBB84E8}" destId="{FCE60545-06A6-4897-91A8-A946F7DFDDD7}" srcOrd="1" destOrd="0" presId="urn:microsoft.com/office/officeart/2005/8/layout/default"/>
    <dgm:cxn modelId="{B92CB958-0BB2-4AB7-9CF4-5CE5D260B54F}" type="presParOf" srcId="{2EA2B892-E6D7-402C-8036-3C567DBB84E8}" destId="{5D32A746-A5B8-4B0E-BA51-E76C2F08A628}"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87449F-D32F-439E-BAB6-557798C87C1A}" type="doc">
      <dgm:prSet loTypeId="urn:microsoft.com/office/officeart/2005/8/layout/vList6" loCatId="list" qsTypeId="urn:microsoft.com/office/officeart/2005/8/quickstyle/simple2" qsCatId="simple" csTypeId="urn:microsoft.com/office/officeart/2005/8/colors/colorful1" csCatId="colorful" phldr="1"/>
      <dgm:spPr/>
      <dgm:t>
        <a:bodyPr/>
        <a:lstStyle/>
        <a:p>
          <a:endParaRPr lang="es-ES"/>
        </a:p>
      </dgm:t>
    </dgm:pt>
    <dgm:pt modelId="{801D9CDA-7324-4920-BE2B-5D0AB49C770B}">
      <dgm:prSet phldrT="[Texto]" custT="1"/>
      <dgm:spPr/>
      <dgm:t>
        <a:bodyPr/>
        <a:lstStyle/>
        <a:p>
          <a:r>
            <a:rPr lang="es-ES" sz="2000" b="1">
              <a:latin typeface="Comic Sans MS" panose="030F0702030302020204" pitchFamily="66" charset="0"/>
            </a:rPr>
            <a:t>NECESIDAD DE LOGRO</a:t>
          </a:r>
          <a:endParaRPr lang="es-ES" sz="2000" b="1" dirty="0">
            <a:latin typeface="Comic Sans MS" panose="030F0702030302020204" pitchFamily="66" charset="0"/>
          </a:endParaRPr>
        </a:p>
      </dgm:t>
    </dgm:pt>
    <dgm:pt modelId="{38CB8A3D-393E-4622-997B-A809625777B5}" type="parTrans" cxnId="{C9478E2E-D310-49C9-AF92-5C9100F7F51B}">
      <dgm:prSet/>
      <dgm:spPr/>
      <dgm:t>
        <a:bodyPr/>
        <a:lstStyle/>
        <a:p>
          <a:endParaRPr lang="es-ES" sz="2000">
            <a:latin typeface="Comic Sans MS" panose="030F0702030302020204" pitchFamily="66" charset="0"/>
          </a:endParaRPr>
        </a:p>
      </dgm:t>
    </dgm:pt>
    <dgm:pt modelId="{26E07B8C-4DC4-4DA9-95AB-71B6D78317C4}" type="sibTrans" cxnId="{C9478E2E-D310-49C9-AF92-5C9100F7F51B}">
      <dgm:prSet/>
      <dgm:spPr/>
      <dgm:t>
        <a:bodyPr/>
        <a:lstStyle/>
        <a:p>
          <a:endParaRPr lang="es-ES" sz="2000">
            <a:latin typeface="Comic Sans MS" panose="030F0702030302020204" pitchFamily="66" charset="0"/>
          </a:endParaRPr>
        </a:p>
      </dgm:t>
    </dgm:pt>
    <dgm:pt modelId="{C17FC244-CFBB-4C77-92D7-0A9C2C9836D2}">
      <dgm:prSet phldrT="[Texto]" custT="1"/>
      <dgm:spPr/>
      <dgm:t>
        <a:bodyPr/>
        <a:lstStyle/>
        <a:p>
          <a:r>
            <a:rPr lang="es-ES" sz="1600" dirty="0">
              <a:latin typeface="Comic Sans MS" panose="030F0702030302020204" pitchFamily="66" charset="0"/>
            </a:rPr>
            <a:t>Afán de superación continuo, afán por sobresalir</a:t>
          </a:r>
        </a:p>
      </dgm:t>
    </dgm:pt>
    <dgm:pt modelId="{8FBEC6D3-E11D-4435-9838-CE35F2B11669}" type="parTrans" cxnId="{275118BD-E241-40C9-936A-8BA3CACBC3A9}">
      <dgm:prSet/>
      <dgm:spPr/>
      <dgm:t>
        <a:bodyPr/>
        <a:lstStyle/>
        <a:p>
          <a:endParaRPr lang="es-ES" sz="2000">
            <a:latin typeface="Comic Sans MS" panose="030F0702030302020204" pitchFamily="66" charset="0"/>
          </a:endParaRPr>
        </a:p>
      </dgm:t>
    </dgm:pt>
    <dgm:pt modelId="{4F0D8BC1-83AE-437E-AE25-BD0137D61319}" type="sibTrans" cxnId="{275118BD-E241-40C9-936A-8BA3CACBC3A9}">
      <dgm:prSet/>
      <dgm:spPr/>
      <dgm:t>
        <a:bodyPr/>
        <a:lstStyle/>
        <a:p>
          <a:endParaRPr lang="es-ES" sz="2000">
            <a:latin typeface="Comic Sans MS" panose="030F0702030302020204" pitchFamily="66" charset="0"/>
          </a:endParaRPr>
        </a:p>
      </dgm:t>
    </dgm:pt>
    <dgm:pt modelId="{14D18A57-3F93-4019-904C-7B1B9DC3ADE9}">
      <dgm:prSet phldrT="[Texto]" custT="1"/>
      <dgm:spPr/>
      <dgm:t>
        <a:bodyPr/>
        <a:lstStyle/>
        <a:p>
          <a:r>
            <a:rPr lang="es-ES" sz="1600" dirty="0">
              <a:latin typeface="Comic Sans MS" panose="030F0702030302020204" pitchFamily="66" charset="0"/>
            </a:rPr>
            <a:t>Gran necesidad de ejecución, pero poca de afiliación</a:t>
          </a:r>
        </a:p>
      </dgm:t>
    </dgm:pt>
    <dgm:pt modelId="{D592B8E9-0AB6-4436-B54A-BD274C94210F}" type="parTrans" cxnId="{7A57565F-64B9-4CBD-8C82-2BDD20A55895}">
      <dgm:prSet/>
      <dgm:spPr/>
      <dgm:t>
        <a:bodyPr/>
        <a:lstStyle/>
        <a:p>
          <a:endParaRPr lang="es-ES" sz="2000">
            <a:latin typeface="Comic Sans MS" panose="030F0702030302020204" pitchFamily="66" charset="0"/>
          </a:endParaRPr>
        </a:p>
      </dgm:t>
    </dgm:pt>
    <dgm:pt modelId="{37ACD832-5C84-4A63-BC81-96BCC9569BBD}" type="sibTrans" cxnId="{7A57565F-64B9-4CBD-8C82-2BDD20A55895}">
      <dgm:prSet/>
      <dgm:spPr/>
      <dgm:t>
        <a:bodyPr/>
        <a:lstStyle/>
        <a:p>
          <a:endParaRPr lang="es-ES" sz="2000">
            <a:latin typeface="Comic Sans MS" panose="030F0702030302020204" pitchFamily="66" charset="0"/>
          </a:endParaRPr>
        </a:p>
      </dgm:t>
    </dgm:pt>
    <dgm:pt modelId="{4F4B7380-C078-4A7F-BB48-D26CB97C1C4A}">
      <dgm:prSet phldrT="[Texto]" custT="1"/>
      <dgm:spPr/>
      <dgm:t>
        <a:bodyPr/>
        <a:lstStyle/>
        <a:p>
          <a:r>
            <a:rPr lang="es-ES" sz="2000" b="1" dirty="0">
              <a:latin typeface="Comic Sans MS" panose="030F0702030302020204" pitchFamily="66" charset="0"/>
            </a:rPr>
            <a:t>NECESIDAD DE PODER</a:t>
          </a:r>
        </a:p>
      </dgm:t>
    </dgm:pt>
    <dgm:pt modelId="{A13B7C19-2218-40EA-8BD6-E79DF1860E57}" type="parTrans" cxnId="{523BBAEE-E995-49C0-A5E3-E823E409BFDD}">
      <dgm:prSet/>
      <dgm:spPr/>
      <dgm:t>
        <a:bodyPr/>
        <a:lstStyle/>
        <a:p>
          <a:endParaRPr lang="es-ES" sz="2000">
            <a:latin typeface="Comic Sans MS" panose="030F0702030302020204" pitchFamily="66" charset="0"/>
          </a:endParaRPr>
        </a:p>
      </dgm:t>
    </dgm:pt>
    <dgm:pt modelId="{931F234C-26D4-48B7-BA93-327C2F12C9AF}" type="sibTrans" cxnId="{523BBAEE-E995-49C0-A5E3-E823E409BFDD}">
      <dgm:prSet/>
      <dgm:spPr/>
      <dgm:t>
        <a:bodyPr/>
        <a:lstStyle/>
        <a:p>
          <a:endParaRPr lang="es-ES" sz="2000">
            <a:latin typeface="Comic Sans MS" panose="030F0702030302020204" pitchFamily="66" charset="0"/>
          </a:endParaRPr>
        </a:p>
      </dgm:t>
    </dgm:pt>
    <dgm:pt modelId="{04C9F427-CC68-4CA2-B0F2-18C63119C666}">
      <dgm:prSet phldrT="[Texto]" custT="1"/>
      <dgm:spPr/>
      <dgm:t>
        <a:bodyPr/>
        <a:lstStyle/>
        <a:p>
          <a:r>
            <a:rPr lang="es-ES" sz="1600" dirty="0">
              <a:latin typeface="Comic Sans MS" panose="030F0702030302020204" pitchFamily="66" charset="0"/>
            </a:rPr>
            <a:t>Necesidad de influir y controlar a otros y de obtener reconocimiento por parte de ellos</a:t>
          </a:r>
        </a:p>
      </dgm:t>
    </dgm:pt>
    <dgm:pt modelId="{549A7882-D7E9-4868-86B2-72DC32E87389}" type="parTrans" cxnId="{BB8E812F-D964-4B5D-B58E-D3666C0078E2}">
      <dgm:prSet/>
      <dgm:spPr/>
      <dgm:t>
        <a:bodyPr/>
        <a:lstStyle/>
        <a:p>
          <a:endParaRPr lang="es-ES" sz="2000">
            <a:latin typeface="Comic Sans MS" panose="030F0702030302020204" pitchFamily="66" charset="0"/>
          </a:endParaRPr>
        </a:p>
      </dgm:t>
    </dgm:pt>
    <dgm:pt modelId="{EFB8656F-286E-498C-87F3-C7B67EF38B36}" type="sibTrans" cxnId="{BB8E812F-D964-4B5D-B58E-D3666C0078E2}">
      <dgm:prSet/>
      <dgm:spPr/>
      <dgm:t>
        <a:bodyPr/>
        <a:lstStyle/>
        <a:p>
          <a:endParaRPr lang="es-ES" sz="2000">
            <a:latin typeface="Comic Sans MS" panose="030F0702030302020204" pitchFamily="66" charset="0"/>
          </a:endParaRPr>
        </a:p>
      </dgm:t>
    </dgm:pt>
    <dgm:pt modelId="{08784EDD-9285-45CA-9D6E-CC14E145F953}">
      <dgm:prSet phldrT="[Texto]" custT="1"/>
      <dgm:spPr/>
      <dgm:t>
        <a:bodyPr/>
        <a:lstStyle/>
        <a:p>
          <a:r>
            <a:rPr lang="es-ES" sz="2000" b="1">
              <a:latin typeface="Comic Sans MS" panose="030F0702030302020204" pitchFamily="66" charset="0"/>
            </a:rPr>
            <a:t>NECESIDAD DE AFILIACIÓN</a:t>
          </a:r>
          <a:endParaRPr lang="es-ES" sz="2000" b="1" dirty="0">
            <a:latin typeface="Comic Sans MS" panose="030F0702030302020204" pitchFamily="66" charset="0"/>
          </a:endParaRPr>
        </a:p>
      </dgm:t>
    </dgm:pt>
    <dgm:pt modelId="{06F69A7C-1BC5-4B9F-86B4-33CFBA61E453}" type="parTrans" cxnId="{1894E5E2-9C6C-4001-AC86-9AAEFC5007E1}">
      <dgm:prSet/>
      <dgm:spPr/>
      <dgm:t>
        <a:bodyPr/>
        <a:lstStyle/>
        <a:p>
          <a:endParaRPr lang="es-ES" sz="2000">
            <a:latin typeface="Comic Sans MS" panose="030F0702030302020204" pitchFamily="66" charset="0"/>
          </a:endParaRPr>
        </a:p>
      </dgm:t>
    </dgm:pt>
    <dgm:pt modelId="{A89A8B01-4497-4F78-A124-C5696F2076B6}" type="sibTrans" cxnId="{1894E5E2-9C6C-4001-AC86-9AAEFC5007E1}">
      <dgm:prSet/>
      <dgm:spPr/>
      <dgm:t>
        <a:bodyPr/>
        <a:lstStyle/>
        <a:p>
          <a:endParaRPr lang="es-ES" sz="2000">
            <a:latin typeface="Comic Sans MS" panose="030F0702030302020204" pitchFamily="66" charset="0"/>
          </a:endParaRPr>
        </a:p>
      </dgm:t>
    </dgm:pt>
    <dgm:pt modelId="{998B07E2-1769-4F26-9045-A84DE604E710}">
      <dgm:prSet phldrT="[Texto]" custT="1"/>
      <dgm:spPr/>
      <dgm:t>
        <a:bodyPr/>
        <a:lstStyle/>
        <a:p>
          <a:r>
            <a:rPr lang="es-ES" sz="1600" dirty="0">
              <a:latin typeface="Comic Sans MS" panose="030F0702030302020204" pitchFamily="66" charset="0"/>
            </a:rPr>
            <a:t>Deseo de tener relaciones interpersonales amigables y cercanas</a:t>
          </a:r>
        </a:p>
      </dgm:t>
    </dgm:pt>
    <dgm:pt modelId="{EBD268A2-7B1F-4589-9698-8344D81C6AAD}" type="parTrans" cxnId="{210A9092-1F26-45EA-9F7A-A55DFEAE9481}">
      <dgm:prSet/>
      <dgm:spPr/>
      <dgm:t>
        <a:bodyPr/>
        <a:lstStyle/>
        <a:p>
          <a:endParaRPr lang="es-ES" sz="2000">
            <a:latin typeface="Comic Sans MS" panose="030F0702030302020204" pitchFamily="66" charset="0"/>
          </a:endParaRPr>
        </a:p>
      </dgm:t>
    </dgm:pt>
    <dgm:pt modelId="{7AF406B8-5D4B-4136-962F-401763BFC304}" type="sibTrans" cxnId="{210A9092-1F26-45EA-9F7A-A55DFEAE9481}">
      <dgm:prSet/>
      <dgm:spPr/>
      <dgm:t>
        <a:bodyPr/>
        <a:lstStyle/>
        <a:p>
          <a:endParaRPr lang="es-ES" sz="2000">
            <a:latin typeface="Comic Sans MS" panose="030F0702030302020204" pitchFamily="66" charset="0"/>
          </a:endParaRPr>
        </a:p>
      </dgm:t>
    </dgm:pt>
    <dgm:pt modelId="{ECF3277C-FBDA-49BD-9470-938B4F340F4D}">
      <dgm:prSet phldrT="[Texto]" custT="1"/>
      <dgm:spPr/>
      <dgm:t>
        <a:bodyPr/>
        <a:lstStyle/>
        <a:p>
          <a:r>
            <a:rPr lang="es-ES" sz="1600" dirty="0">
              <a:latin typeface="Comic Sans MS" panose="030F0702030302020204" pitchFamily="66" charset="0"/>
            </a:rPr>
            <a:t>Necesidad de formar parte de un grupo</a:t>
          </a:r>
        </a:p>
      </dgm:t>
    </dgm:pt>
    <dgm:pt modelId="{AAA49F4F-0EC0-4DE9-B541-FC8382100FA5}" type="sibTrans" cxnId="{7C557D52-23A1-473F-93B3-1FE17018A68D}">
      <dgm:prSet/>
      <dgm:spPr/>
      <dgm:t>
        <a:bodyPr/>
        <a:lstStyle/>
        <a:p>
          <a:endParaRPr lang="es-ES" sz="2000">
            <a:latin typeface="Comic Sans MS" panose="030F0702030302020204" pitchFamily="66" charset="0"/>
          </a:endParaRPr>
        </a:p>
      </dgm:t>
    </dgm:pt>
    <dgm:pt modelId="{DC2D2295-3346-4F1E-9134-CD4AB1D69421}" type="parTrans" cxnId="{7C557D52-23A1-473F-93B3-1FE17018A68D}">
      <dgm:prSet/>
      <dgm:spPr/>
      <dgm:t>
        <a:bodyPr/>
        <a:lstStyle/>
        <a:p>
          <a:endParaRPr lang="es-ES" sz="2000">
            <a:latin typeface="Comic Sans MS" panose="030F0702030302020204" pitchFamily="66" charset="0"/>
          </a:endParaRPr>
        </a:p>
      </dgm:t>
    </dgm:pt>
    <dgm:pt modelId="{099F8D3C-08A8-4904-98EE-D9A4726AB9A7}" type="pres">
      <dgm:prSet presAssocID="{2D87449F-D32F-439E-BAB6-557798C87C1A}" presName="Name0" presStyleCnt="0">
        <dgm:presLayoutVars>
          <dgm:dir/>
          <dgm:animLvl val="lvl"/>
          <dgm:resizeHandles/>
        </dgm:presLayoutVars>
      </dgm:prSet>
      <dgm:spPr/>
    </dgm:pt>
    <dgm:pt modelId="{1068C385-34ED-4D35-BC24-099A12228AF1}" type="pres">
      <dgm:prSet presAssocID="{801D9CDA-7324-4920-BE2B-5D0AB49C770B}" presName="linNode" presStyleCnt="0"/>
      <dgm:spPr/>
    </dgm:pt>
    <dgm:pt modelId="{0A99E027-AF13-468D-BAFF-F974B71AF1C0}" type="pres">
      <dgm:prSet presAssocID="{801D9CDA-7324-4920-BE2B-5D0AB49C770B}" presName="parentShp" presStyleLbl="node1" presStyleIdx="0" presStyleCnt="3" custScaleX="72619">
        <dgm:presLayoutVars>
          <dgm:bulletEnabled val="1"/>
        </dgm:presLayoutVars>
      </dgm:prSet>
      <dgm:spPr/>
    </dgm:pt>
    <dgm:pt modelId="{D03DAB06-ED5C-40A0-89D4-2E41624809B1}" type="pres">
      <dgm:prSet presAssocID="{801D9CDA-7324-4920-BE2B-5D0AB49C770B}" presName="childShp" presStyleLbl="bgAccFollowNode1" presStyleIdx="0" presStyleCnt="3" custScaleX="106349">
        <dgm:presLayoutVars>
          <dgm:bulletEnabled val="1"/>
        </dgm:presLayoutVars>
      </dgm:prSet>
      <dgm:spPr/>
    </dgm:pt>
    <dgm:pt modelId="{1C463BDB-E2BD-48DD-85E0-0CF1D0401FC4}" type="pres">
      <dgm:prSet presAssocID="{26E07B8C-4DC4-4DA9-95AB-71B6D78317C4}" presName="spacing" presStyleCnt="0"/>
      <dgm:spPr/>
    </dgm:pt>
    <dgm:pt modelId="{15E87752-2C47-4BBD-A4ED-95E22DFA736D}" type="pres">
      <dgm:prSet presAssocID="{4F4B7380-C078-4A7F-BB48-D26CB97C1C4A}" presName="linNode" presStyleCnt="0"/>
      <dgm:spPr/>
    </dgm:pt>
    <dgm:pt modelId="{61A3742E-03BD-405B-A934-4362E2F78F95}" type="pres">
      <dgm:prSet presAssocID="{4F4B7380-C078-4A7F-BB48-D26CB97C1C4A}" presName="parentShp" presStyleLbl="node1" presStyleIdx="1" presStyleCnt="3" custScaleX="72619" custLinFactY="17583" custLinFactNeighborX="-1190" custLinFactNeighborY="100000">
        <dgm:presLayoutVars>
          <dgm:bulletEnabled val="1"/>
        </dgm:presLayoutVars>
      </dgm:prSet>
      <dgm:spPr/>
    </dgm:pt>
    <dgm:pt modelId="{BA91B548-9C5B-4517-8B6A-A6BADE0A374C}" type="pres">
      <dgm:prSet presAssocID="{4F4B7380-C078-4A7F-BB48-D26CB97C1C4A}" presName="childShp" presStyleLbl="bgAccFollowNode1" presStyleIdx="1" presStyleCnt="3" custLinFactY="22334" custLinFactNeighborX="1786" custLinFactNeighborY="100000">
        <dgm:presLayoutVars>
          <dgm:bulletEnabled val="1"/>
        </dgm:presLayoutVars>
      </dgm:prSet>
      <dgm:spPr/>
    </dgm:pt>
    <dgm:pt modelId="{DE87CB7C-54BD-4C27-824E-2786D6A9CA44}" type="pres">
      <dgm:prSet presAssocID="{931F234C-26D4-48B7-BA93-327C2F12C9AF}" presName="spacing" presStyleCnt="0"/>
      <dgm:spPr/>
    </dgm:pt>
    <dgm:pt modelId="{4060F0BA-206D-4F84-AC70-E53A4B583C58}" type="pres">
      <dgm:prSet presAssocID="{08784EDD-9285-45CA-9D6E-CC14E145F953}" presName="linNode" presStyleCnt="0"/>
      <dgm:spPr/>
    </dgm:pt>
    <dgm:pt modelId="{A87427A1-47AA-4C02-B2E8-BAE937CD6E00}" type="pres">
      <dgm:prSet presAssocID="{08784EDD-9285-45CA-9D6E-CC14E145F953}" presName="parentShp" presStyleLbl="node1" presStyleIdx="2" presStyleCnt="3" custScaleX="72619" custLinFactY="-11126" custLinFactNeighborX="-1264" custLinFactNeighborY="-100000">
        <dgm:presLayoutVars>
          <dgm:bulletEnabled val="1"/>
        </dgm:presLayoutVars>
      </dgm:prSet>
      <dgm:spPr/>
    </dgm:pt>
    <dgm:pt modelId="{7C58DA88-47DA-43B7-95DC-279E36ADF6AD}" type="pres">
      <dgm:prSet presAssocID="{08784EDD-9285-45CA-9D6E-CC14E145F953}" presName="childShp" presStyleLbl="bgAccFollowNode1" presStyleIdx="2" presStyleCnt="3" custScaleY="114191" custLinFactY="-11126" custLinFactNeighborX="-1896" custLinFactNeighborY="-100000">
        <dgm:presLayoutVars>
          <dgm:bulletEnabled val="1"/>
        </dgm:presLayoutVars>
      </dgm:prSet>
      <dgm:spPr/>
    </dgm:pt>
  </dgm:ptLst>
  <dgm:cxnLst>
    <dgm:cxn modelId="{C9478E2E-D310-49C9-AF92-5C9100F7F51B}" srcId="{2D87449F-D32F-439E-BAB6-557798C87C1A}" destId="{801D9CDA-7324-4920-BE2B-5D0AB49C770B}" srcOrd="0" destOrd="0" parTransId="{38CB8A3D-393E-4622-997B-A809625777B5}" sibTransId="{26E07B8C-4DC4-4DA9-95AB-71B6D78317C4}"/>
    <dgm:cxn modelId="{BB8E812F-D964-4B5D-B58E-D3666C0078E2}" srcId="{4F4B7380-C078-4A7F-BB48-D26CB97C1C4A}" destId="{04C9F427-CC68-4CA2-B0F2-18C63119C666}" srcOrd="0" destOrd="0" parTransId="{549A7882-D7E9-4868-86B2-72DC32E87389}" sibTransId="{EFB8656F-286E-498C-87F3-C7B67EF38B36}"/>
    <dgm:cxn modelId="{A5EE7136-F6C1-4F4B-8572-4DB16339F8EC}" type="presOf" srcId="{04C9F427-CC68-4CA2-B0F2-18C63119C666}" destId="{BA91B548-9C5B-4517-8B6A-A6BADE0A374C}" srcOrd="0" destOrd="0" presId="urn:microsoft.com/office/officeart/2005/8/layout/vList6"/>
    <dgm:cxn modelId="{9327643C-077D-4CEC-A4FE-EBA0007AC4F7}" type="presOf" srcId="{998B07E2-1769-4F26-9045-A84DE604E710}" destId="{7C58DA88-47DA-43B7-95DC-279E36ADF6AD}" srcOrd="0" destOrd="0" presId="urn:microsoft.com/office/officeart/2005/8/layout/vList6"/>
    <dgm:cxn modelId="{F3B19B3E-A949-4734-A31A-51DBCA5B8096}" type="presOf" srcId="{C17FC244-CFBB-4C77-92D7-0A9C2C9836D2}" destId="{D03DAB06-ED5C-40A0-89D4-2E41624809B1}" srcOrd="0" destOrd="0" presId="urn:microsoft.com/office/officeart/2005/8/layout/vList6"/>
    <dgm:cxn modelId="{42957540-2AE0-4E98-899B-6C2B798F53CD}" type="presOf" srcId="{08784EDD-9285-45CA-9D6E-CC14E145F953}" destId="{A87427A1-47AA-4C02-B2E8-BAE937CD6E00}" srcOrd="0" destOrd="0" presId="urn:microsoft.com/office/officeart/2005/8/layout/vList6"/>
    <dgm:cxn modelId="{ECCA7A5B-91A5-470D-8523-602D3ACE4687}" type="presOf" srcId="{2D87449F-D32F-439E-BAB6-557798C87C1A}" destId="{099F8D3C-08A8-4904-98EE-D9A4726AB9A7}" srcOrd="0" destOrd="0" presId="urn:microsoft.com/office/officeart/2005/8/layout/vList6"/>
    <dgm:cxn modelId="{7A57565F-64B9-4CBD-8C82-2BDD20A55895}" srcId="{801D9CDA-7324-4920-BE2B-5D0AB49C770B}" destId="{14D18A57-3F93-4019-904C-7B1B9DC3ADE9}" srcOrd="1" destOrd="0" parTransId="{D592B8E9-0AB6-4436-B54A-BD274C94210F}" sibTransId="{37ACD832-5C84-4A63-BC81-96BCC9569BBD}"/>
    <dgm:cxn modelId="{5464FA6E-BDF7-47A4-AB85-FF057CF1A3DE}" type="presOf" srcId="{ECF3277C-FBDA-49BD-9470-938B4F340F4D}" destId="{7C58DA88-47DA-43B7-95DC-279E36ADF6AD}" srcOrd="0" destOrd="1" presId="urn:microsoft.com/office/officeart/2005/8/layout/vList6"/>
    <dgm:cxn modelId="{7C557D52-23A1-473F-93B3-1FE17018A68D}" srcId="{08784EDD-9285-45CA-9D6E-CC14E145F953}" destId="{ECF3277C-FBDA-49BD-9470-938B4F340F4D}" srcOrd="1" destOrd="0" parTransId="{DC2D2295-3346-4F1E-9134-CD4AB1D69421}" sibTransId="{AAA49F4F-0EC0-4DE9-B541-FC8382100FA5}"/>
    <dgm:cxn modelId="{210A9092-1F26-45EA-9F7A-A55DFEAE9481}" srcId="{08784EDD-9285-45CA-9D6E-CC14E145F953}" destId="{998B07E2-1769-4F26-9045-A84DE604E710}" srcOrd="0" destOrd="0" parTransId="{EBD268A2-7B1F-4589-9698-8344D81C6AAD}" sibTransId="{7AF406B8-5D4B-4136-962F-401763BFC304}"/>
    <dgm:cxn modelId="{0E09C599-6F16-4B3A-BCB9-4297AC59DAED}" type="presOf" srcId="{4F4B7380-C078-4A7F-BB48-D26CB97C1C4A}" destId="{61A3742E-03BD-405B-A934-4362E2F78F95}" srcOrd="0" destOrd="0" presId="urn:microsoft.com/office/officeart/2005/8/layout/vList6"/>
    <dgm:cxn modelId="{AFC0E1A4-9652-421B-901D-1E996607E97C}" type="presOf" srcId="{801D9CDA-7324-4920-BE2B-5D0AB49C770B}" destId="{0A99E027-AF13-468D-BAFF-F974B71AF1C0}" srcOrd="0" destOrd="0" presId="urn:microsoft.com/office/officeart/2005/8/layout/vList6"/>
    <dgm:cxn modelId="{275118BD-E241-40C9-936A-8BA3CACBC3A9}" srcId="{801D9CDA-7324-4920-BE2B-5D0AB49C770B}" destId="{C17FC244-CFBB-4C77-92D7-0A9C2C9836D2}" srcOrd="0" destOrd="0" parTransId="{8FBEC6D3-E11D-4435-9838-CE35F2B11669}" sibTransId="{4F0D8BC1-83AE-437E-AE25-BD0137D61319}"/>
    <dgm:cxn modelId="{1894E5E2-9C6C-4001-AC86-9AAEFC5007E1}" srcId="{2D87449F-D32F-439E-BAB6-557798C87C1A}" destId="{08784EDD-9285-45CA-9D6E-CC14E145F953}" srcOrd="2" destOrd="0" parTransId="{06F69A7C-1BC5-4B9F-86B4-33CFBA61E453}" sibTransId="{A89A8B01-4497-4F78-A124-C5696F2076B6}"/>
    <dgm:cxn modelId="{44CED1E7-F811-4063-8EB6-7F6A1302ED75}" type="presOf" srcId="{14D18A57-3F93-4019-904C-7B1B9DC3ADE9}" destId="{D03DAB06-ED5C-40A0-89D4-2E41624809B1}" srcOrd="0" destOrd="1" presId="urn:microsoft.com/office/officeart/2005/8/layout/vList6"/>
    <dgm:cxn modelId="{523BBAEE-E995-49C0-A5E3-E823E409BFDD}" srcId="{2D87449F-D32F-439E-BAB6-557798C87C1A}" destId="{4F4B7380-C078-4A7F-BB48-D26CB97C1C4A}" srcOrd="1" destOrd="0" parTransId="{A13B7C19-2218-40EA-8BD6-E79DF1860E57}" sibTransId="{931F234C-26D4-48B7-BA93-327C2F12C9AF}"/>
    <dgm:cxn modelId="{ABE9423C-4056-46BD-B93A-ACC8E27C2C2C}" type="presParOf" srcId="{099F8D3C-08A8-4904-98EE-D9A4726AB9A7}" destId="{1068C385-34ED-4D35-BC24-099A12228AF1}" srcOrd="0" destOrd="0" presId="urn:microsoft.com/office/officeart/2005/8/layout/vList6"/>
    <dgm:cxn modelId="{81FBDD78-6929-46D3-BEEB-F152BE92E86D}" type="presParOf" srcId="{1068C385-34ED-4D35-BC24-099A12228AF1}" destId="{0A99E027-AF13-468D-BAFF-F974B71AF1C0}" srcOrd="0" destOrd="0" presId="urn:microsoft.com/office/officeart/2005/8/layout/vList6"/>
    <dgm:cxn modelId="{5BB47892-B8B7-4D17-99BC-551A74591715}" type="presParOf" srcId="{1068C385-34ED-4D35-BC24-099A12228AF1}" destId="{D03DAB06-ED5C-40A0-89D4-2E41624809B1}" srcOrd="1" destOrd="0" presId="urn:microsoft.com/office/officeart/2005/8/layout/vList6"/>
    <dgm:cxn modelId="{3668612B-CF2D-4A36-88D6-CD667C6086D2}" type="presParOf" srcId="{099F8D3C-08A8-4904-98EE-D9A4726AB9A7}" destId="{1C463BDB-E2BD-48DD-85E0-0CF1D0401FC4}" srcOrd="1" destOrd="0" presId="urn:microsoft.com/office/officeart/2005/8/layout/vList6"/>
    <dgm:cxn modelId="{B97D23C1-45B9-4B01-A45E-7A2AA20012F7}" type="presParOf" srcId="{099F8D3C-08A8-4904-98EE-D9A4726AB9A7}" destId="{15E87752-2C47-4BBD-A4ED-95E22DFA736D}" srcOrd="2" destOrd="0" presId="urn:microsoft.com/office/officeart/2005/8/layout/vList6"/>
    <dgm:cxn modelId="{E5466C4D-5B90-42EA-9B27-BFC281DD85C5}" type="presParOf" srcId="{15E87752-2C47-4BBD-A4ED-95E22DFA736D}" destId="{61A3742E-03BD-405B-A934-4362E2F78F95}" srcOrd="0" destOrd="0" presId="urn:microsoft.com/office/officeart/2005/8/layout/vList6"/>
    <dgm:cxn modelId="{E0913626-9842-4307-91AA-4C8D4AB9B485}" type="presParOf" srcId="{15E87752-2C47-4BBD-A4ED-95E22DFA736D}" destId="{BA91B548-9C5B-4517-8B6A-A6BADE0A374C}" srcOrd="1" destOrd="0" presId="urn:microsoft.com/office/officeart/2005/8/layout/vList6"/>
    <dgm:cxn modelId="{2D30DBE8-78DC-4C9D-8C4A-878E86857339}" type="presParOf" srcId="{099F8D3C-08A8-4904-98EE-D9A4726AB9A7}" destId="{DE87CB7C-54BD-4C27-824E-2786D6A9CA44}" srcOrd="3" destOrd="0" presId="urn:microsoft.com/office/officeart/2005/8/layout/vList6"/>
    <dgm:cxn modelId="{CBB5648C-7D80-4F65-B542-BD2515F16A48}" type="presParOf" srcId="{099F8D3C-08A8-4904-98EE-D9A4726AB9A7}" destId="{4060F0BA-206D-4F84-AC70-E53A4B583C58}" srcOrd="4" destOrd="0" presId="urn:microsoft.com/office/officeart/2005/8/layout/vList6"/>
    <dgm:cxn modelId="{44F9227F-6B15-4274-9D34-33AF685FB05D}" type="presParOf" srcId="{4060F0BA-206D-4F84-AC70-E53A4B583C58}" destId="{A87427A1-47AA-4C02-B2E8-BAE937CD6E00}" srcOrd="0" destOrd="0" presId="urn:microsoft.com/office/officeart/2005/8/layout/vList6"/>
    <dgm:cxn modelId="{77319DA2-B458-4652-921A-B41B35C47F41}" type="presParOf" srcId="{4060F0BA-206D-4F84-AC70-E53A4B583C58}" destId="{7C58DA88-47DA-43B7-95DC-279E36ADF6AD}"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845B61-A973-4CEB-A15C-54B3A5D7DD31}"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ES"/>
        </a:p>
      </dgm:t>
    </dgm:pt>
    <dgm:pt modelId="{FE513ADC-63EE-4E47-8424-8E79EA986B71}">
      <dgm:prSet/>
      <dgm:spPr/>
      <dgm:t>
        <a:bodyPr/>
        <a:lstStyle/>
        <a:p>
          <a:r>
            <a:rPr lang="es-ES" dirty="0"/>
            <a:t>Fase 1: Medición del rendimiento. Tres métodos alternativos:</a:t>
          </a:r>
        </a:p>
      </dgm:t>
    </dgm:pt>
    <dgm:pt modelId="{2C625761-885F-46A3-8AED-09A060743BCB}" type="parTrans" cxnId="{E8013424-B62B-482A-B883-1E5F41CF1B48}">
      <dgm:prSet/>
      <dgm:spPr/>
      <dgm:t>
        <a:bodyPr/>
        <a:lstStyle/>
        <a:p>
          <a:endParaRPr lang="es-ES"/>
        </a:p>
      </dgm:t>
    </dgm:pt>
    <dgm:pt modelId="{50B4E211-49C4-463B-99AB-DE149C97D4B8}" type="sibTrans" cxnId="{E8013424-B62B-482A-B883-1E5F41CF1B48}">
      <dgm:prSet/>
      <dgm:spPr/>
      <dgm:t>
        <a:bodyPr/>
        <a:lstStyle/>
        <a:p>
          <a:endParaRPr lang="es-ES"/>
        </a:p>
      </dgm:t>
    </dgm:pt>
    <dgm:pt modelId="{4AE94C25-84B3-430E-B876-0D6A7C492B15}">
      <dgm:prSet/>
      <dgm:spPr/>
      <dgm:t>
        <a:bodyPr/>
        <a:lstStyle/>
        <a:p>
          <a:r>
            <a:rPr lang="es-ES"/>
            <a:t>Observación personal</a:t>
          </a:r>
        </a:p>
      </dgm:t>
    </dgm:pt>
    <dgm:pt modelId="{D9389E08-25C2-4F18-9258-0972C4EF5B97}" type="parTrans" cxnId="{294ECEF2-57B1-4200-A909-B8DE7FB24535}">
      <dgm:prSet/>
      <dgm:spPr/>
      <dgm:t>
        <a:bodyPr/>
        <a:lstStyle/>
        <a:p>
          <a:endParaRPr lang="es-ES"/>
        </a:p>
      </dgm:t>
    </dgm:pt>
    <dgm:pt modelId="{4DC6914F-29D5-409D-B478-02DCA33360DE}" type="sibTrans" cxnId="{294ECEF2-57B1-4200-A909-B8DE7FB24535}">
      <dgm:prSet/>
      <dgm:spPr/>
      <dgm:t>
        <a:bodyPr/>
        <a:lstStyle/>
        <a:p>
          <a:endParaRPr lang="es-ES"/>
        </a:p>
      </dgm:t>
    </dgm:pt>
    <dgm:pt modelId="{735A8631-D284-4C44-BB38-3D43B53AAD93}">
      <dgm:prSet/>
      <dgm:spPr/>
      <dgm:t>
        <a:bodyPr/>
        <a:lstStyle/>
        <a:p>
          <a:r>
            <a:rPr lang="es-ES"/>
            <a:t>Informes estadísticos</a:t>
          </a:r>
        </a:p>
      </dgm:t>
    </dgm:pt>
    <dgm:pt modelId="{508C8C47-15E0-4705-8CFC-F26C0ADCC446}" type="parTrans" cxnId="{0676B02F-7D50-4CB3-8B35-2DCF01CA3E15}">
      <dgm:prSet/>
      <dgm:spPr/>
      <dgm:t>
        <a:bodyPr/>
        <a:lstStyle/>
        <a:p>
          <a:endParaRPr lang="es-ES"/>
        </a:p>
      </dgm:t>
    </dgm:pt>
    <dgm:pt modelId="{122DDCE0-F069-4226-BB99-6C43D9B36FF1}" type="sibTrans" cxnId="{0676B02F-7D50-4CB3-8B35-2DCF01CA3E15}">
      <dgm:prSet/>
      <dgm:spPr/>
      <dgm:t>
        <a:bodyPr/>
        <a:lstStyle/>
        <a:p>
          <a:endParaRPr lang="es-ES"/>
        </a:p>
      </dgm:t>
    </dgm:pt>
    <dgm:pt modelId="{3AC0CFBB-989B-471F-8C8B-4D978F2C333F}">
      <dgm:prSet/>
      <dgm:spPr/>
      <dgm:t>
        <a:bodyPr/>
        <a:lstStyle/>
        <a:p>
          <a:r>
            <a:rPr lang="es-ES"/>
            <a:t>Informes verbales (reuniones, conferencias, diálogos) e informes escritos.</a:t>
          </a:r>
        </a:p>
      </dgm:t>
    </dgm:pt>
    <dgm:pt modelId="{6FB769FC-C1EC-4D76-8FC5-1B1BEBA025F9}" type="parTrans" cxnId="{44C81E63-0134-4D6E-BB28-960E81C7F201}">
      <dgm:prSet/>
      <dgm:spPr/>
      <dgm:t>
        <a:bodyPr/>
        <a:lstStyle/>
        <a:p>
          <a:endParaRPr lang="es-ES"/>
        </a:p>
      </dgm:t>
    </dgm:pt>
    <dgm:pt modelId="{EB82A2C7-5B11-4CD0-AE41-C7542E2A3B5B}" type="sibTrans" cxnId="{44C81E63-0134-4D6E-BB28-960E81C7F201}">
      <dgm:prSet/>
      <dgm:spPr/>
      <dgm:t>
        <a:bodyPr/>
        <a:lstStyle/>
        <a:p>
          <a:endParaRPr lang="es-ES"/>
        </a:p>
      </dgm:t>
    </dgm:pt>
    <dgm:pt modelId="{78A76171-A90B-433D-87F3-74C68BA70C72}">
      <dgm:prSet/>
      <dgm:spPr/>
      <dgm:t>
        <a:bodyPr/>
        <a:lstStyle/>
        <a:p>
          <a:r>
            <a:rPr lang="es-ES" dirty="0"/>
            <a:t>Fase 2: Comparación entre el rendimiento real y el planificado.</a:t>
          </a:r>
        </a:p>
      </dgm:t>
    </dgm:pt>
    <dgm:pt modelId="{9964E7FA-3BF7-49E7-99DE-01B3D0E15F34}" type="parTrans" cxnId="{32FF8900-9C19-44CF-94E1-68D2FB137C17}">
      <dgm:prSet/>
      <dgm:spPr/>
      <dgm:t>
        <a:bodyPr/>
        <a:lstStyle/>
        <a:p>
          <a:endParaRPr lang="es-ES"/>
        </a:p>
      </dgm:t>
    </dgm:pt>
    <dgm:pt modelId="{50AF68CE-1093-47D3-A1B3-B6D1DE179B5E}" type="sibTrans" cxnId="{32FF8900-9C19-44CF-94E1-68D2FB137C17}">
      <dgm:prSet/>
      <dgm:spPr/>
      <dgm:t>
        <a:bodyPr/>
        <a:lstStyle/>
        <a:p>
          <a:endParaRPr lang="es-ES"/>
        </a:p>
      </dgm:t>
    </dgm:pt>
    <dgm:pt modelId="{72837254-5B90-487A-A4F0-28647AA9BC3B}">
      <dgm:prSet/>
      <dgm:spPr/>
      <dgm:t>
        <a:bodyPr/>
        <a:lstStyle/>
        <a:p>
          <a:r>
            <a:rPr lang="es-ES" dirty="0"/>
            <a:t>Fase 3:Aplicación de las acciones correctoras en caso necesario. Opciones:</a:t>
          </a:r>
        </a:p>
      </dgm:t>
    </dgm:pt>
    <dgm:pt modelId="{E5FB9B21-CDB1-432A-B7C2-6C9CD4FDC292}" type="parTrans" cxnId="{48B2C935-A2B8-4765-8207-31DD2233815F}">
      <dgm:prSet/>
      <dgm:spPr/>
      <dgm:t>
        <a:bodyPr/>
        <a:lstStyle/>
        <a:p>
          <a:endParaRPr lang="es-ES"/>
        </a:p>
      </dgm:t>
    </dgm:pt>
    <dgm:pt modelId="{5179335A-9E84-42DA-9A80-4CB0A97D85B5}" type="sibTrans" cxnId="{48B2C935-A2B8-4765-8207-31DD2233815F}">
      <dgm:prSet/>
      <dgm:spPr/>
      <dgm:t>
        <a:bodyPr/>
        <a:lstStyle/>
        <a:p>
          <a:endParaRPr lang="es-ES"/>
        </a:p>
      </dgm:t>
    </dgm:pt>
    <dgm:pt modelId="{B94E8290-FC46-4A85-94FA-B3CE72830C94}">
      <dgm:prSet/>
      <dgm:spPr/>
      <dgm:t>
        <a:bodyPr/>
        <a:lstStyle/>
        <a:p>
          <a:r>
            <a:rPr lang="es-ES"/>
            <a:t>No hacer nada.</a:t>
          </a:r>
        </a:p>
      </dgm:t>
    </dgm:pt>
    <dgm:pt modelId="{A21E77B7-562C-4F51-8350-744C200BC423}" type="parTrans" cxnId="{A1B49D33-EE8B-49B1-AE73-E595152DD355}">
      <dgm:prSet/>
      <dgm:spPr/>
      <dgm:t>
        <a:bodyPr/>
        <a:lstStyle/>
        <a:p>
          <a:endParaRPr lang="es-ES"/>
        </a:p>
      </dgm:t>
    </dgm:pt>
    <dgm:pt modelId="{D36FE757-DA51-46C2-BF4F-A4BECFC1D957}" type="sibTrans" cxnId="{A1B49D33-EE8B-49B1-AE73-E595152DD355}">
      <dgm:prSet/>
      <dgm:spPr/>
      <dgm:t>
        <a:bodyPr/>
        <a:lstStyle/>
        <a:p>
          <a:endParaRPr lang="es-ES"/>
        </a:p>
      </dgm:t>
    </dgm:pt>
    <dgm:pt modelId="{DFC3EA05-FC9A-45F6-BA83-0142EB07093D}">
      <dgm:prSet/>
      <dgm:spPr/>
      <dgm:t>
        <a:bodyPr/>
        <a:lstStyle/>
        <a:p>
          <a:r>
            <a:rPr lang="es-ES"/>
            <a:t>Tratar de corregir el rendimiento real.</a:t>
          </a:r>
        </a:p>
      </dgm:t>
    </dgm:pt>
    <dgm:pt modelId="{EC53FE25-2E66-4F01-8CC8-7F482C2FC2C5}" type="parTrans" cxnId="{9A667402-7C55-483D-91E0-07A223E375E0}">
      <dgm:prSet/>
      <dgm:spPr/>
      <dgm:t>
        <a:bodyPr/>
        <a:lstStyle/>
        <a:p>
          <a:endParaRPr lang="es-ES"/>
        </a:p>
      </dgm:t>
    </dgm:pt>
    <dgm:pt modelId="{5D7BF509-B21F-4E13-9271-80A686163C89}" type="sibTrans" cxnId="{9A667402-7C55-483D-91E0-07A223E375E0}">
      <dgm:prSet/>
      <dgm:spPr/>
      <dgm:t>
        <a:bodyPr/>
        <a:lstStyle/>
        <a:p>
          <a:endParaRPr lang="es-ES"/>
        </a:p>
      </dgm:t>
    </dgm:pt>
    <dgm:pt modelId="{775A5F12-607F-4C7B-A92A-ABCB8B96D212}">
      <dgm:prSet/>
      <dgm:spPr/>
      <dgm:t>
        <a:bodyPr/>
        <a:lstStyle/>
        <a:p>
          <a:r>
            <a:rPr lang="es-ES"/>
            <a:t>Revisar los estándares definidos: ¿son metas realistas ???</a:t>
          </a:r>
        </a:p>
      </dgm:t>
    </dgm:pt>
    <dgm:pt modelId="{709CF1BC-E1C0-46C5-B0A2-08AF29B4B636}" type="parTrans" cxnId="{1714A234-1B63-4445-9886-D996643742F5}">
      <dgm:prSet/>
      <dgm:spPr/>
      <dgm:t>
        <a:bodyPr/>
        <a:lstStyle/>
        <a:p>
          <a:endParaRPr lang="es-ES"/>
        </a:p>
      </dgm:t>
    </dgm:pt>
    <dgm:pt modelId="{E1A19D8A-0FCC-417D-992D-1C1E3CCD3019}" type="sibTrans" cxnId="{1714A234-1B63-4445-9886-D996643742F5}">
      <dgm:prSet/>
      <dgm:spPr/>
      <dgm:t>
        <a:bodyPr/>
        <a:lstStyle/>
        <a:p>
          <a:endParaRPr lang="es-ES"/>
        </a:p>
      </dgm:t>
    </dgm:pt>
    <dgm:pt modelId="{5F3D865F-41E0-4D7B-BF25-BE23754B9775}" type="pres">
      <dgm:prSet presAssocID="{B5845B61-A973-4CEB-A15C-54B3A5D7DD31}" presName="Name0" presStyleCnt="0">
        <dgm:presLayoutVars>
          <dgm:dir/>
          <dgm:resizeHandles val="exact"/>
        </dgm:presLayoutVars>
      </dgm:prSet>
      <dgm:spPr/>
    </dgm:pt>
    <dgm:pt modelId="{A476E215-2C25-48B4-93E9-2F4916E88C9A}" type="pres">
      <dgm:prSet presAssocID="{FE513ADC-63EE-4E47-8424-8E79EA986B71}" presName="node" presStyleLbl="node1" presStyleIdx="0" presStyleCnt="3">
        <dgm:presLayoutVars>
          <dgm:bulletEnabled val="1"/>
        </dgm:presLayoutVars>
      </dgm:prSet>
      <dgm:spPr/>
    </dgm:pt>
    <dgm:pt modelId="{67D303F1-379B-4114-962D-D4B0BF1964C8}" type="pres">
      <dgm:prSet presAssocID="{50B4E211-49C4-463B-99AB-DE149C97D4B8}" presName="sibTrans" presStyleLbl="sibTrans2D1" presStyleIdx="0" presStyleCnt="2"/>
      <dgm:spPr/>
    </dgm:pt>
    <dgm:pt modelId="{9E16A78B-BB5E-4CD4-930A-ECA0ADA535DC}" type="pres">
      <dgm:prSet presAssocID="{50B4E211-49C4-463B-99AB-DE149C97D4B8}" presName="connectorText" presStyleLbl="sibTrans2D1" presStyleIdx="0" presStyleCnt="2"/>
      <dgm:spPr/>
    </dgm:pt>
    <dgm:pt modelId="{3229D9DC-6AEC-4A6B-BEF7-ABF0C761B10C}" type="pres">
      <dgm:prSet presAssocID="{78A76171-A90B-433D-87F3-74C68BA70C72}" presName="node" presStyleLbl="node1" presStyleIdx="1" presStyleCnt="3">
        <dgm:presLayoutVars>
          <dgm:bulletEnabled val="1"/>
        </dgm:presLayoutVars>
      </dgm:prSet>
      <dgm:spPr/>
    </dgm:pt>
    <dgm:pt modelId="{127909FE-E67D-4FA1-9D7C-0F060B3CC263}" type="pres">
      <dgm:prSet presAssocID="{50AF68CE-1093-47D3-A1B3-B6D1DE179B5E}" presName="sibTrans" presStyleLbl="sibTrans2D1" presStyleIdx="1" presStyleCnt="2"/>
      <dgm:spPr/>
    </dgm:pt>
    <dgm:pt modelId="{8818DD9B-0352-45D4-92CE-65F5CFACDFEB}" type="pres">
      <dgm:prSet presAssocID="{50AF68CE-1093-47D3-A1B3-B6D1DE179B5E}" presName="connectorText" presStyleLbl="sibTrans2D1" presStyleIdx="1" presStyleCnt="2"/>
      <dgm:spPr/>
    </dgm:pt>
    <dgm:pt modelId="{0599DCE8-07FA-4437-ABC2-4BB26A799523}" type="pres">
      <dgm:prSet presAssocID="{72837254-5B90-487A-A4F0-28647AA9BC3B}" presName="node" presStyleLbl="node1" presStyleIdx="2" presStyleCnt="3">
        <dgm:presLayoutVars>
          <dgm:bulletEnabled val="1"/>
        </dgm:presLayoutVars>
      </dgm:prSet>
      <dgm:spPr/>
    </dgm:pt>
  </dgm:ptLst>
  <dgm:cxnLst>
    <dgm:cxn modelId="{32FF8900-9C19-44CF-94E1-68D2FB137C17}" srcId="{B5845B61-A973-4CEB-A15C-54B3A5D7DD31}" destId="{78A76171-A90B-433D-87F3-74C68BA70C72}" srcOrd="1" destOrd="0" parTransId="{9964E7FA-3BF7-49E7-99DE-01B3D0E15F34}" sibTransId="{50AF68CE-1093-47D3-A1B3-B6D1DE179B5E}"/>
    <dgm:cxn modelId="{9A667402-7C55-483D-91E0-07A223E375E0}" srcId="{72837254-5B90-487A-A4F0-28647AA9BC3B}" destId="{DFC3EA05-FC9A-45F6-BA83-0142EB07093D}" srcOrd="1" destOrd="0" parTransId="{EC53FE25-2E66-4F01-8CC8-7F482C2FC2C5}" sibTransId="{5D7BF509-B21F-4E13-9271-80A686163C89}"/>
    <dgm:cxn modelId="{AED9DD13-9BB7-4F42-9D9E-B4DBC0E9C56C}" type="presOf" srcId="{50B4E211-49C4-463B-99AB-DE149C97D4B8}" destId="{67D303F1-379B-4114-962D-D4B0BF1964C8}" srcOrd="0" destOrd="0" presId="urn:microsoft.com/office/officeart/2005/8/layout/process1"/>
    <dgm:cxn modelId="{E8013424-B62B-482A-B883-1E5F41CF1B48}" srcId="{B5845B61-A973-4CEB-A15C-54B3A5D7DD31}" destId="{FE513ADC-63EE-4E47-8424-8E79EA986B71}" srcOrd="0" destOrd="0" parTransId="{2C625761-885F-46A3-8AED-09A060743BCB}" sibTransId="{50B4E211-49C4-463B-99AB-DE149C97D4B8}"/>
    <dgm:cxn modelId="{ADD05328-44F5-4236-988D-0E743E1E588C}" type="presOf" srcId="{50AF68CE-1093-47D3-A1B3-B6D1DE179B5E}" destId="{127909FE-E67D-4FA1-9D7C-0F060B3CC263}" srcOrd="0" destOrd="0" presId="urn:microsoft.com/office/officeart/2005/8/layout/process1"/>
    <dgm:cxn modelId="{0676B02F-7D50-4CB3-8B35-2DCF01CA3E15}" srcId="{FE513ADC-63EE-4E47-8424-8E79EA986B71}" destId="{735A8631-D284-4C44-BB38-3D43B53AAD93}" srcOrd="1" destOrd="0" parTransId="{508C8C47-15E0-4705-8CFC-F26C0ADCC446}" sibTransId="{122DDCE0-F069-4226-BB99-6C43D9B36FF1}"/>
    <dgm:cxn modelId="{C3C72D31-7E66-4804-8903-85DA57B85AF0}" type="presOf" srcId="{735A8631-D284-4C44-BB38-3D43B53AAD93}" destId="{A476E215-2C25-48B4-93E9-2F4916E88C9A}" srcOrd="0" destOrd="2" presId="urn:microsoft.com/office/officeart/2005/8/layout/process1"/>
    <dgm:cxn modelId="{A1B49D33-EE8B-49B1-AE73-E595152DD355}" srcId="{72837254-5B90-487A-A4F0-28647AA9BC3B}" destId="{B94E8290-FC46-4A85-94FA-B3CE72830C94}" srcOrd="0" destOrd="0" parTransId="{A21E77B7-562C-4F51-8350-744C200BC423}" sibTransId="{D36FE757-DA51-46C2-BF4F-A4BECFC1D957}"/>
    <dgm:cxn modelId="{1714A234-1B63-4445-9886-D996643742F5}" srcId="{72837254-5B90-487A-A4F0-28647AA9BC3B}" destId="{775A5F12-607F-4C7B-A92A-ABCB8B96D212}" srcOrd="2" destOrd="0" parTransId="{709CF1BC-E1C0-46C5-B0A2-08AF29B4B636}" sibTransId="{E1A19D8A-0FCC-417D-992D-1C1E3CCD3019}"/>
    <dgm:cxn modelId="{48B2C935-A2B8-4765-8207-31DD2233815F}" srcId="{B5845B61-A973-4CEB-A15C-54B3A5D7DD31}" destId="{72837254-5B90-487A-A4F0-28647AA9BC3B}" srcOrd="2" destOrd="0" parTransId="{E5FB9B21-CDB1-432A-B7C2-6C9CD4FDC292}" sibTransId="{5179335A-9E84-42DA-9A80-4CB0A97D85B5}"/>
    <dgm:cxn modelId="{44C81E63-0134-4D6E-BB28-960E81C7F201}" srcId="{FE513ADC-63EE-4E47-8424-8E79EA986B71}" destId="{3AC0CFBB-989B-471F-8C8B-4D978F2C333F}" srcOrd="2" destOrd="0" parTransId="{6FB769FC-C1EC-4D76-8FC5-1B1BEBA025F9}" sibTransId="{EB82A2C7-5B11-4CD0-AE41-C7542E2A3B5B}"/>
    <dgm:cxn modelId="{B6E45B71-11F8-459E-BECB-37DFD0C24E10}" type="presOf" srcId="{78A76171-A90B-433D-87F3-74C68BA70C72}" destId="{3229D9DC-6AEC-4A6B-BEF7-ABF0C761B10C}" srcOrd="0" destOrd="0" presId="urn:microsoft.com/office/officeart/2005/8/layout/process1"/>
    <dgm:cxn modelId="{01FF8971-E275-4386-B008-3D95CBE518CD}" type="presOf" srcId="{FE513ADC-63EE-4E47-8424-8E79EA986B71}" destId="{A476E215-2C25-48B4-93E9-2F4916E88C9A}" srcOrd="0" destOrd="0" presId="urn:microsoft.com/office/officeart/2005/8/layout/process1"/>
    <dgm:cxn modelId="{C5A55B86-3D80-4190-A7BC-C783AF75A410}" type="presOf" srcId="{B5845B61-A973-4CEB-A15C-54B3A5D7DD31}" destId="{5F3D865F-41E0-4D7B-BF25-BE23754B9775}" srcOrd="0" destOrd="0" presId="urn:microsoft.com/office/officeart/2005/8/layout/process1"/>
    <dgm:cxn modelId="{8ACCE087-7922-4719-86E0-57D6616E92AC}" type="presOf" srcId="{B94E8290-FC46-4A85-94FA-B3CE72830C94}" destId="{0599DCE8-07FA-4437-ABC2-4BB26A799523}" srcOrd="0" destOrd="1" presId="urn:microsoft.com/office/officeart/2005/8/layout/process1"/>
    <dgm:cxn modelId="{E32B348E-78D4-4F0E-B57E-F44C2999D8A9}" type="presOf" srcId="{4AE94C25-84B3-430E-B876-0D6A7C492B15}" destId="{A476E215-2C25-48B4-93E9-2F4916E88C9A}" srcOrd="0" destOrd="1" presId="urn:microsoft.com/office/officeart/2005/8/layout/process1"/>
    <dgm:cxn modelId="{9645569A-8D30-470B-A390-B707C362ECA0}" type="presOf" srcId="{50B4E211-49C4-463B-99AB-DE149C97D4B8}" destId="{9E16A78B-BB5E-4CD4-930A-ECA0ADA535DC}" srcOrd="1" destOrd="0" presId="urn:microsoft.com/office/officeart/2005/8/layout/process1"/>
    <dgm:cxn modelId="{C026E39B-A871-4AC0-955D-27D48D310D62}" type="presOf" srcId="{50AF68CE-1093-47D3-A1B3-B6D1DE179B5E}" destId="{8818DD9B-0352-45D4-92CE-65F5CFACDFEB}" srcOrd="1" destOrd="0" presId="urn:microsoft.com/office/officeart/2005/8/layout/process1"/>
    <dgm:cxn modelId="{82D7A49D-C21C-4631-9EDB-ABE282F394A7}" type="presOf" srcId="{775A5F12-607F-4C7B-A92A-ABCB8B96D212}" destId="{0599DCE8-07FA-4437-ABC2-4BB26A799523}" srcOrd="0" destOrd="3" presId="urn:microsoft.com/office/officeart/2005/8/layout/process1"/>
    <dgm:cxn modelId="{5D1451CD-A66D-4770-B60C-C318AABEF0DF}" type="presOf" srcId="{3AC0CFBB-989B-471F-8C8B-4D978F2C333F}" destId="{A476E215-2C25-48B4-93E9-2F4916E88C9A}" srcOrd="0" destOrd="3" presId="urn:microsoft.com/office/officeart/2005/8/layout/process1"/>
    <dgm:cxn modelId="{19B255D2-53F4-4A2D-B65E-57C91A967EF1}" type="presOf" srcId="{72837254-5B90-487A-A4F0-28647AA9BC3B}" destId="{0599DCE8-07FA-4437-ABC2-4BB26A799523}" srcOrd="0" destOrd="0" presId="urn:microsoft.com/office/officeart/2005/8/layout/process1"/>
    <dgm:cxn modelId="{2E673CEA-B646-4238-9A22-9CE0786599BF}" type="presOf" srcId="{DFC3EA05-FC9A-45F6-BA83-0142EB07093D}" destId="{0599DCE8-07FA-4437-ABC2-4BB26A799523}" srcOrd="0" destOrd="2" presId="urn:microsoft.com/office/officeart/2005/8/layout/process1"/>
    <dgm:cxn modelId="{294ECEF2-57B1-4200-A909-B8DE7FB24535}" srcId="{FE513ADC-63EE-4E47-8424-8E79EA986B71}" destId="{4AE94C25-84B3-430E-B876-0D6A7C492B15}" srcOrd="0" destOrd="0" parTransId="{D9389E08-25C2-4F18-9258-0972C4EF5B97}" sibTransId="{4DC6914F-29D5-409D-B478-02DCA33360DE}"/>
    <dgm:cxn modelId="{6C2C384C-33CC-474C-8B18-01F51F7DCEAF}" type="presParOf" srcId="{5F3D865F-41E0-4D7B-BF25-BE23754B9775}" destId="{A476E215-2C25-48B4-93E9-2F4916E88C9A}" srcOrd="0" destOrd="0" presId="urn:microsoft.com/office/officeart/2005/8/layout/process1"/>
    <dgm:cxn modelId="{F4266212-8194-435F-9635-CC0A8A445C3E}" type="presParOf" srcId="{5F3D865F-41E0-4D7B-BF25-BE23754B9775}" destId="{67D303F1-379B-4114-962D-D4B0BF1964C8}" srcOrd="1" destOrd="0" presId="urn:microsoft.com/office/officeart/2005/8/layout/process1"/>
    <dgm:cxn modelId="{CF5C1513-4020-4B9D-B933-77F482422716}" type="presParOf" srcId="{67D303F1-379B-4114-962D-D4B0BF1964C8}" destId="{9E16A78B-BB5E-4CD4-930A-ECA0ADA535DC}" srcOrd="0" destOrd="0" presId="urn:microsoft.com/office/officeart/2005/8/layout/process1"/>
    <dgm:cxn modelId="{435D364A-9227-4058-8AB8-58F0034E68C2}" type="presParOf" srcId="{5F3D865F-41E0-4D7B-BF25-BE23754B9775}" destId="{3229D9DC-6AEC-4A6B-BEF7-ABF0C761B10C}" srcOrd="2" destOrd="0" presId="urn:microsoft.com/office/officeart/2005/8/layout/process1"/>
    <dgm:cxn modelId="{C5AF8AEA-96AA-419E-B8DE-63C325AC7C01}" type="presParOf" srcId="{5F3D865F-41E0-4D7B-BF25-BE23754B9775}" destId="{127909FE-E67D-4FA1-9D7C-0F060B3CC263}" srcOrd="3" destOrd="0" presId="urn:microsoft.com/office/officeart/2005/8/layout/process1"/>
    <dgm:cxn modelId="{A4152596-D6B6-488C-89ED-1DA0418C461A}" type="presParOf" srcId="{127909FE-E67D-4FA1-9D7C-0F060B3CC263}" destId="{8818DD9B-0352-45D4-92CE-65F5CFACDFEB}" srcOrd="0" destOrd="0" presId="urn:microsoft.com/office/officeart/2005/8/layout/process1"/>
    <dgm:cxn modelId="{FF1EE336-3E2F-414F-B7B4-B843C6B9FA8F}" type="presParOf" srcId="{5F3D865F-41E0-4D7B-BF25-BE23754B9775}" destId="{0599DCE8-07FA-4437-ABC2-4BB26A799523}"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D67B1-B07C-4101-8E21-B3E71CA09FDD}">
      <dsp:nvSpPr>
        <dsp:cNvPr id="0" name=""/>
        <dsp:cNvSpPr/>
      </dsp:nvSpPr>
      <dsp:spPr>
        <a:xfrm>
          <a:off x="1167" y="635598"/>
          <a:ext cx="4551899" cy="2731139"/>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_tradnl" sz="1700" b="1" kern="1200">
              <a:latin typeface="Comic Sans MS" panose="030F0702030302020204" pitchFamily="66" charset="0"/>
            </a:rPr>
            <a:t>FACTORES MOTIVADORES </a:t>
          </a:r>
          <a:r>
            <a:rPr lang="es-ES_tradnl" sz="1700" kern="1200">
              <a:latin typeface="Comic Sans MS" panose="030F0702030302020204" pitchFamily="66" charset="0"/>
            </a:rPr>
            <a:t>o satisfactores: su presencia en el trabajo es la que provoca la verdadera motivación </a:t>
          </a:r>
          <a:r>
            <a:rPr lang="es-ES_tradnl" sz="1700" kern="1200">
              <a:latin typeface="Comic Sans MS" panose="030F0702030302020204" pitchFamily="66" charset="0"/>
              <a:sym typeface="Wingdings" panose="05000000000000000000" pitchFamily="2" charset="2"/>
            </a:rPr>
            <a:t></a:t>
          </a:r>
          <a:r>
            <a:rPr lang="es-ES_tradnl" sz="1700" kern="1200">
              <a:latin typeface="Comic Sans MS" panose="030F0702030302020204" pitchFamily="66" charset="0"/>
            </a:rPr>
            <a:t> </a:t>
          </a:r>
          <a:r>
            <a:rPr lang="es-ES_tradnl" sz="1700" b="1" u="sng" kern="1200">
              <a:latin typeface="Comic Sans MS" panose="030F0702030302020204" pitchFamily="66" charset="0"/>
            </a:rPr>
            <a:t>motivación intrínseca</a:t>
          </a:r>
          <a:endParaRPr lang="es-ES" sz="1700" kern="1200">
            <a:latin typeface="Comic Sans MS" panose="030F0702030302020204" pitchFamily="66" charset="0"/>
          </a:endParaRPr>
        </a:p>
      </dsp:txBody>
      <dsp:txXfrm>
        <a:off x="1167" y="635598"/>
        <a:ext cx="4551899" cy="2731139"/>
      </dsp:txXfrm>
    </dsp:sp>
    <dsp:sp modelId="{5D32A746-A5B8-4B0E-BA51-E76C2F08A628}">
      <dsp:nvSpPr>
        <dsp:cNvPr id="0" name=""/>
        <dsp:cNvSpPr/>
      </dsp:nvSpPr>
      <dsp:spPr>
        <a:xfrm>
          <a:off x="5008256" y="635598"/>
          <a:ext cx="4551899" cy="2731139"/>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s-ES_tradnl" sz="1700" b="1" kern="1200">
              <a:latin typeface="Comic Sans MS" panose="030F0702030302020204" pitchFamily="66" charset="0"/>
            </a:rPr>
            <a:t>FACTORES HIGIÉNICOS </a:t>
          </a:r>
          <a:r>
            <a:rPr lang="es-ES_tradnl" sz="1700" kern="1200">
              <a:latin typeface="Comic Sans MS" panose="030F0702030302020204" pitchFamily="66" charset="0"/>
            </a:rPr>
            <a:t>o insatisfactores: tienden a actuar en una dirección negativa </a:t>
          </a:r>
          <a:r>
            <a:rPr lang="es-ES_tradnl" sz="1700" kern="1200">
              <a:latin typeface="Comic Sans MS" panose="030F0702030302020204" pitchFamily="66" charset="0"/>
              <a:sym typeface="Wingdings" panose="05000000000000000000" pitchFamily="2" charset="2"/>
            </a:rPr>
            <a:t></a:t>
          </a:r>
          <a:r>
            <a:rPr lang="es-ES_tradnl" sz="1700" kern="1200">
              <a:latin typeface="Comic Sans MS" panose="030F0702030302020204" pitchFamily="66" charset="0"/>
            </a:rPr>
            <a:t> </a:t>
          </a:r>
          <a:r>
            <a:rPr lang="es-ES_tradnl" sz="1700" b="1" u="sng" kern="1200">
              <a:latin typeface="Comic Sans MS" panose="030F0702030302020204" pitchFamily="66" charset="0"/>
            </a:rPr>
            <a:t>motivación extrínseca</a:t>
          </a:r>
          <a:endParaRPr lang="es-ES" sz="1700" kern="1200">
            <a:latin typeface="Comic Sans MS" panose="030F0702030302020204" pitchFamily="66" charset="0"/>
          </a:endParaRPr>
        </a:p>
        <a:p>
          <a:pPr marL="114300" lvl="1" indent="-114300" algn="l" defTabSz="577850">
            <a:lnSpc>
              <a:spcPct val="90000"/>
            </a:lnSpc>
            <a:spcBef>
              <a:spcPct val="0"/>
            </a:spcBef>
            <a:spcAft>
              <a:spcPct val="15000"/>
            </a:spcAft>
            <a:buChar char="•"/>
          </a:pPr>
          <a:r>
            <a:rPr lang="es-ES_tradnl" sz="1300" kern="1200" dirty="0">
              <a:latin typeface="Comic Sans MS" panose="030F0702030302020204" pitchFamily="66" charset="0"/>
            </a:rPr>
            <a:t>Su presencia en el puesto de trabajo en un determinado nivel permite que desaparezca la insatisfacción, pero el hecho de que se supere dicho nivel no hace que el trabajador esté más satisfecho</a:t>
          </a:r>
          <a:endParaRPr lang="es-ES" sz="1300" kern="1200" dirty="0">
            <a:latin typeface="Comic Sans MS" panose="030F0702030302020204" pitchFamily="66" charset="0"/>
          </a:endParaRPr>
        </a:p>
        <a:p>
          <a:pPr marL="114300" lvl="1" indent="-114300" algn="l" defTabSz="577850">
            <a:lnSpc>
              <a:spcPct val="90000"/>
            </a:lnSpc>
            <a:spcBef>
              <a:spcPct val="0"/>
            </a:spcBef>
            <a:spcAft>
              <a:spcPct val="15000"/>
            </a:spcAft>
            <a:buChar char="•"/>
          </a:pPr>
          <a:r>
            <a:rPr lang="es-ES_tradnl" sz="1300" kern="1200" dirty="0">
              <a:latin typeface="Comic Sans MS" panose="030F0702030302020204" pitchFamily="66" charset="0"/>
            </a:rPr>
            <a:t>Un nivel precario de los mismos provoca insatisfacción</a:t>
          </a:r>
          <a:endParaRPr lang="es-ES" sz="1300" kern="1200" dirty="0">
            <a:latin typeface="Comic Sans MS" panose="030F0702030302020204" pitchFamily="66" charset="0"/>
          </a:endParaRPr>
        </a:p>
      </dsp:txBody>
      <dsp:txXfrm>
        <a:off x="5008256" y="635598"/>
        <a:ext cx="4551899" cy="27311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DAB06-ED5C-40A0-89D4-2E41624809B1}">
      <dsp:nvSpPr>
        <dsp:cNvPr id="0" name=""/>
        <dsp:cNvSpPr/>
      </dsp:nvSpPr>
      <dsp:spPr>
        <a:xfrm>
          <a:off x="2197188" y="3406"/>
          <a:ext cx="4298135" cy="1515689"/>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s-ES" sz="1600" kern="1200" dirty="0">
              <a:latin typeface="Comic Sans MS" panose="030F0702030302020204" pitchFamily="66" charset="0"/>
            </a:rPr>
            <a:t>Afán de superación continuo, afán por sobresalir</a:t>
          </a:r>
        </a:p>
        <a:p>
          <a:pPr marL="171450" lvl="1" indent="-171450" algn="l" defTabSz="711200">
            <a:lnSpc>
              <a:spcPct val="90000"/>
            </a:lnSpc>
            <a:spcBef>
              <a:spcPct val="0"/>
            </a:spcBef>
            <a:spcAft>
              <a:spcPct val="15000"/>
            </a:spcAft>
            <a:buChar char="•"/>
          </a:pPr>
          <a:r>
            <a:rPr lang="es-ES" sz="1600" kern="1200" dirty="0">
              <a:latin typeface="Comic Sans MS" panose="030F0702030302020204" pitchFamily="66" charset="0"/>
            </a:rPr>
            <a:t>Gran necesidad de ejecución, pero poca de afiliación</a:t>
          </a:r>
        </a:p>
      </dsp:txBody>
      <dsp:txXfrm>
        <a:off x="2197188" y="192867"/>
        <a:ext cx="3729752" cy="1136767"/>
      </dsp:txXfrm>
    </dsp:sp>
    <dsp:sp modelId="{0A99E027-AF13-468D-BAFF-F974B71AF1C0}">
      <dsp:nvSpPr>
        <dsp:cNvPr id="0" name=""/>
        <dsp:cNvSpPr/>
      </dsp:nvSpPr>
      <dsp:spPr>
        <a:xfrm>
          <a:off x="240572" y="3406"/>
          <a:ext cx="1956616" cy="151568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 sz="2000" b="1" kern="1200">
              <a:latin typeface="Comic Sans MS" panose="030F0702030302020204" pitchFamily="66" charset="0"/>
            </a:rPr>
            <a:t>NECESIDAD DE LOGRO</a:t>
          </a:r>
          <a:endParaRPr lang="es-ES" sz="2000" b="1" kern="1200" dirty="0">
            <a:latin typeface="Comic Sans MS" panose="030F0702030302020204" pitchFamily="66" charset="0"/>
          </a:endParaRPr>
        </a:p>
      </dsp:txBody>
      <dsp:txXfrm>
        <a:off x="314562" y="77396"/>
        <a:ext cx="1808636" cy="1367709"/>
      </dsp:txXfrm>
    </dsp:sp>
    <dsp:sp modelId="{BA91B548-9C5B-4517-8B6A-A6BADE0A374C}">
      <dsp:nvSpPr>
        <dsp:cNvPr id="0" name=""/>
        <dsp:cNvSpPr/>
      </dsp:nvSpPr>
      <dsp:spPr>
        <a:xfrm>
          <a:off x="2373608" y="3524869"/>
          <a:ext cx="4041538" cy="1515689"/>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s-ES" sz="1600" kern="1200" dirty="0">
              <a:latin typeface="Comic Sans MS" panose="030F0702030302020204" pitchFamily="66" charset="0"/>
            </a:rPr>
            <a:t>Necesidad de influir y controlar a otros y de obtener reconocimiento por parte de ellos</a:t>
          </a:r>
        </a:p>
      </dsp:txBody>
      <dsp:txXfrm>
        <a:off x="2373608" y="3714330"/>
        <a:ext cx="3473155" cy="1136767"/>
      </dsp:txXfrm>
    </dsp:sp>
    <dsp:sp modelId="{61A3742E-03BD-405B-A934-4362E2F78F95}">
      <dsp:nvSpPr>
        <dsp:cNvPr id="0" name=""/>
        <dsp:cNvSpPr/>
      </dsp:nvSpPr>
      <dsp:spPr>
        <a:xfrm>
          <a:off x="320776" y="3452858"/>
          <a:ext cx="1956616" cy="1515689"/>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latin typeface="Comic Sans MS" panose="030F0702030302020204" pitchFamily="66" charset="0"/>
            </a:rPr>
            <a:t>NECESIDAD DE PODER</a:t>
          </a:r>
        </a:p>
      </dsp:txBody>
      <dsp:txXfrm>
        <a:off x="394766" y="3526848"/>
        <a:ext cx="1808636" cy="1367709"/>
      </dsp:txXfrm>
    </dsp:sp>
    <dsp:sp modelId="{7C58DA88-47DA-43B7-95DC-279E36ADF6AD}">
      <dsp:nvSpPr>
        <dsp:cNvPr id="0" name=""/>
        <dsp:cNvSpPr/>
      </dsp:nvSpPr>
      <dsp:spPr>
        <a:xfrm>
          <a:off x="2275470" y="1653598"/>
          <a:ext cx="4037591" cy="1730781"/>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s-ES" sz="1600" kern="1200" dirty="0">
              <a:latin typeface="Comic Sans MS" panose="030F0702030302020204" pitchFamily="66" charset="0"/>
            </a:rPr>
            <a:t>Deseo de tener relaciones interpersonales amigables y cercanas</a:t>
          </a:r>
        </a:p>
        <a:p>
          <a:pPr marL="171450" lvl="1" indent="-171450" algn="l" defTabSz="711200">
            <a:lnSpc>
              <a:spcPct val="90000"/>
            </a:lnSpc>
            <a:spcBef>
              <a:spcPct val="0"/>
            </a:spcBef>
            <a:spcAft>
              <a:spcPct val="15000"/>
            </a:spcAft>
            <a:buChar char="•"/>
          </a:pPr>
          <a:r>
            <a:rPr lang="es-ES" sz="1600" kern="1200" dirty="0">
              <a:latin typeface="Comic Sans MS" panose="030F0702030302020204" pitchFamily="66" charset="0"/>
            </a:rPr>
            <a:t>Necesidad de formar parte de un grupo</a:t>
          </a:r>
        </a:p>
      </dsp:txBody>
      <dsp:txXfrm>
        <a:off x="2275470" y="1869946"/>
        <a:ext cx="3388548" cy="1298085"/>
      </dsp:txXfrm>
    </dsp:sp>
    <dsp:sp modelId="{A87427A1-47AA-4C02-B2E8-BAE937CD6E00}">
      <dsp:nvSpPr>
        <dsp:cNvPr id="0" name=""/>
        <dsp:cNvSpPr/>
      </dsp:nvSpPr>
      <dsp:spPr>
        <a:xfrm>
          <a:off x="320764" y="1761144"/>
          <a:ext cx="1954705" cy="1515689"/>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 sz="2000" b="1" kern="1200">
              <a:latin typeface="Comic Sans MS" panose="030F0702030302020204" pitchFamily="66" charset="0"/>
            </a:rPr>
            <a:t>NECESIDAD DE AFILIACIÓN</a:t>
          </a:r>
          <a:endParaRPr lang="es-ES" sz="2000" b="1" kern="1200" dirty="0">
            <a:latin typeface="Comic Sans MS" panose="030F0702030302020204" pitchFamily="66" charset="0"/>
          </a:endParaRPr>
        </a:p>
      </dsp:txBody>
      <dsp:txXfrm>
        <a:off x="394754" y="1835134"/>
        <a:ext cx="1806725" cy="13677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76E215-2C25-48B4-93E9-2F4916E88C9A}">
      <dsp:nvSpPr>
        <dsp:cNvPr id="0" name=""/>
        <dsp:cNvSpPr/>
      </dsp:nvSpPr>
      <dsp:spPr>
        <a:xfrm>
          <a:off x="10077" y="1312801"/>
          <a:ext cx="3012021" cy="223077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Fase 1: Medición del rendimiento. Tres métodos alternativos:</a:t>
          </a:r>
        </a:p>
        <a:p>
          <a:pPr marL="114300" lvl="1" indent="-114300" algn="l" defTabSz="622300">
            <a:lnSpc>
              <a:spcPct val="90000"/>
            </a:lnSpc>
            <a:spcBef>
              <a:spcPct val="0"/>
            </a:spcBef>
            <a:spcAft>
              <a:spcPct val="15000"/>
            </a:spcAft>
            <a:buChar char="•"/>
          </a:pPr>
          <a:r>
            <a:rPr lang="es-ES" sz="1400" kern="1200"/>
            <a:t>Observación personal</a:t>
          </a:r>
        </a:p>
        <a:p>
          <a:pPr marL="114300" lvl="1" indent="-114300" algn="l" defTabSz="622300">
            <a:lnSpc>
              <a:spcPct val="90000"/>
            </a:lnSpc>
            <a:spcBef>
              <a:spcPct val="0"/>
            </a:spcBef>
            <a:spcAft>
              <a:spcPct val="15000"/>
            </a:spcAft>
            <a:buChar char="•"/>
          </a:pPr>
          <a:r>
            <a:rPr lang="es-ES" sz="1400" kern="1200"/>
            <a:t>Informes estadísticos</a:t>
          </a:r>
        </a:p>
        <a:p>
          <a:pPr marL="114300" lvl="1" indent="-114300" algn="l" defTabSz="622300">
            <a:lnSpc>
              <a:spcPct val="90000"/>
            </a:lnSpc>
            <a:spcBef>
              <a:spcPct val="0"/>
            </a:spcBef>
            <a:spcAft>
              <a:spcPct val="15000"/>
            </a:spcAft>
            <a:buChar char="•"/>
          </a:pPr>
          <a:r>
            <a:rPr lang="es-ES" sz="1400" kern="1200"/>
            <a:t>Informes verbales (reuniones, conferencias, diálogos) e informes escritos.</a:t>
          </a:r>
        </a:p>
      </dsp:txBody>
      <dsp:txXfrm>
        <a:off x="75414" y="1378138"/>
        <a:ext cx="2881347" cy="2100104"/>
      </dsp:txXfrm>
    </dsp:sp>
    <dsp:sp modelId="{67D303F1-379B-4114-962D-D4B0BF1964C8}">
      <dsp:nvSpPr>
        <dsp:cNvPr id="0" name=""/>
        <dsp:cNvSpPr/>
      </dsp:nvSpPr>
      <dsp:spPr>
        <a:xfrm>
          <a:off x="3323300" y="2054700"/>
          <a:ext cx="638548" cy="74698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ES" sz="1400" kern="1200"/>
        </a:p>
      </dsp:txBody>
      <dsp:txXfrm>
        <a:off x="3323300" y="2204096"/>
        <a:ext cx="446984" cy="448189"/>
      </dsp:txXfrm>
    </dsp:sp>
    <dsp:sp modelId="{3229D9DC-6AEC-4A6B-BEF7-ABF0C761B10C}">
      <dsp:nvSpPr>
        <dsp:cNvPr id="0" name=""/>
        <dsp:cNvSpPr/>
      </dsp:nvSpPr>
      <dsp:spPr>
        <a:xfrm>
          <a:off x="4226907" y="1312801"/>
          <a:ext cx="3012021" cy="223077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kern="1200" dirty="0"/>
            <a:t>Fase 2: Comparación entre el rendimiento real y el planificado.</a:t>
          </a:r>
        </a:p>
      </dsp:txBody>
      <dsp:txXfrm>
        <a:off x="4292244" y="1378138"/>
        <a:ext cx="2881347" cy="2100104"/>
      </dsp:txXfrm>
    </dsp:sp>
    <dsp:sp modelId="{127909FE-E67D-4FA1-9D7C-0F060B3CC263}">
      <dsp:nvSpPr>
        <dsp:cNvPr id="0" name=""/>
        <dsp:cNvSpPr/>
      </dsp:nvSpPr>
      <dsp:spPr>
        <a:xfrm>
          <a:off x="7540130" y="2054700"/>
          <a:ext cx="638548" cy="74698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ES" sz="1400" kern="1200"/>
        </a:p>
      </dsp:txBody>
      <dsp:txXfrm>
        <a:off x="7540130" y="2204096"/>
        <a:ext cx="446984" cy="448189"/>
      </dsp:txXfrm>
    </dsp:sp>
    <dsp:sp modelId="{0599DCE8-07FA-4437-ABC2-4BB26A799523}">
      <dsp:nvSpPr>
        <dsp:cNvPr id="0" name=""/>
        <dsp:cNvSpPr/>
      </dsp:nvSpPr>
      <dsp:spPr>
        <a:xfrm>
          <a:off x="8443737" y="1312801"/>
          <a:ext cx="3012021" cy="223077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Fase 3:Aplicación de las acciones correctoras en caso necesario. Opciones:</a:t>
          </a:r>
        </a:p>
        <a:p>
          <a:pPr marL="114300" lvl="1" indent="-114300" algn="l" defTabSz="622300">
            <a:lnSpc>
              <a:spcPct val="90000"/>
            </a:lnSpc>
            <a:spcBef>
              <a:spcPct val="0"/>
            </a:spcBef>
            <a:spcAft>
              <a:spcPct val="15000"/>
            </a:spcAft>
            <a:buChar char="•"/>
          </a:pPr>
          <a:r>
            <a:rPr lang="es-ES" sz="1400" kern="1200"/>
            <a:t>No hacer nada.</a:t>
          </a:r>
        </a:p>
        <a:p>
          <a:pPr marL="114300" lvl="1" indent="-114300" algn="l" defTabSz="622300">
            <a:lnSpc>
              <a:spcPct val="90000"/>
            </a:lnSpc>
            <a:spcBef>
              <a:spcPct val="0"/>
            </a:spcBef>
            <a:spcAft>
              <a:spcPct val="15000"/>
            </a:spcAft>
            <a:buChar char="•"/>
          </a:pPr>
          <a:r>
            <a:rPr lang="es-ES" sz="1400" kern="1200"/>
            <a:t>Tratar de corregir el rendimiento real.</a:t>
          </a:r>
        </a:p>
        <a:p>
          <a:pPr marL="114300" lvl="1" indent="-114300" algn="l" defTabSz="622300">
            <a:lnSpc>
              <a:spcPct val="90000"/>
            </a:lnSpc>
            <a:spcBef>
              <a:spcPct val="0"/>
            </a:spcBef>
            <a:spcAft>
              <a:spcPct val="15000"/>
            </a:spcAft>
            <a:buChar char="•"/>
          </a:pPr>
          <a:r>
            <a:rPr lang="es-ES" sz="1400" kern="1200"/>
            <a:t>Revisar los estándares definidos: ¿son metas realistas ???</a:t>
          </a:r>
        </a:p>
      </dsp:txBody>
      <dsp:txXfrm>
        <a:off x="8509074" y="1378138"/>
        <a:ext cx="2881347" cy="210010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A44AF-FA1C-4CD8-A9E5-23A98480D5CE}" type="datetimeFigureOut">
              <a:rPr lang="es-ES" smtClean="0"/>
              <a:t>21/10/2024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BE753-E670-4EBC-8309-59772F09FD42}" type="slidenum">
              <a:rPr lang="es-ES" smtClean="0"/>
              <a:t>‹Nº›</a:t>
            </a:fld>
            <a:endParaRPr lang="es-ES"/>
          </a:p>
        </p:txBody>
      </p:sp>
    </p:spTree>
    <p:extLst>
      <p:ext uri="{BB962C8B-B14F-4D97-AF65-F5344CB8AC3E}">
        <p14:creationId xmlns:p14="http://schemas.microsoft.com/office/powerpoint/2010/main" val="367222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lgn="just"/>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2</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26988" y="744538"/>
            <a:ext cx="6615112" cy="3722687"/>
          </a:xfrm>
        </p:spPr>
      </p:sp>
      <p:sp>
        <p:nvSpPr>
          <p:cNvPr id="3" name="2 Marcador de notas"/>
          <p:cNvSpPr>
            <a:spLocks noGrp="1"/>
          </p:cNvSpPr>
          <p:nvPr>
            <p:ph type="body" idx="1"/>
          </p:nvPr>
        </p:nvSpPr>
        <p:spPr/>
        <p:txBody>
          <a:bodyPr>
            <a:normAutofit/>
          </a:bodyPr>
          <a:lstStyle/>
          <a:p>
            <a:pPr algn="just"/>
            <a:r>
              <a:rPr lang="es-ES" sz="1000" dirty="0">
                <a:latin typeface="Arial" panose="020B0604020202020204" pitchFamily="34" charset="0"/>
                <a:cs typeface="Arial" panose="020B0604020202020204" pitchFamily="34" charset="0"/>
              </a:rPr>
              <a:t>Libro de Bachillerato: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El </a:t>
            </a:r>
            <a:r>
              <a:rPr lang="es-ES" sz="1000" b="1" dirty="0">
                <a:latin typeface="Arial" panose="020B0604020202020204" pitchFamily="34" charset="0"/>
                <a:cs typeface="Arial" panose="020B0604020202020204" pitchFamily="34" charset="0"/>
              </a:rPr>
              <a:t>liderazgo</a:t>
            </a:r>
            <a:r>
              <a:rPr lang="es-ES" sz="1000" b="0" dirty="0">
                <a:latin typeface="Arial" panose="020B0604020202020204" pitchFamily="34" charset="0"/>
                <a:cs typeface="Arial" panose="020B0604020202020204" pitchFamily="34" charset="0"/>
              </a:rPr>
              <a:t> es la capacidad o habilidad que tiene una persona para influir, inducir, animar o motivar a otros a llevar a cabos determinados objetivos, con entusiasmo y por voluntad propia </a:t>
            </a:r>
            <a:r>
              <a:rPr lang="es-ES" sz="1000" b="0" dirty="0">
                <a:latin typeface="Arial" panose="020B0604020202020204" pitchFamily="34" charset="0"/>
                <a:cs typeface="Arial" panose="020B0604020202020204" pitchFamily="34" charset="0"/>
                <a:sym typeface="Wingdings" panose="05000000000000000000" pitchFamily="2" charset="2"/>
              </a:rPr>
              <a:t> tanto directivos como líderes afectan al comportamiento de las personas en la empresa: mientras que en el primer caso la afección responde a un mandato legal o a una necesidad, en el segundo hay una decisión voluntaria de dejarse influir por otro bien por quién es, bien por lo que sabe y conoce.</a:t>
            </a:r>
          </a:p>
          <a:p>
            <a:pPr algn="just"/>
            <a:endParaRPr lang="es-ES" sz="1000" b="0" dirty="0">
              <a:latin typeface="Arial" panose="020B0604020202020204" pitchFamily="34" charset="0"/>
              <a:cs typeface="Arial" panose="020B0604020202020204" pitchFamily="34" charset="0"/>
              <a:sym typeface="Wingdings" panose="05000000000000000000" pitchFamily="2" charset="2"/>
            </a:endParaRPr>
          </a:p>
          <a:p>
            <a:pPr algn="just"/>
            <a:r>
              <a:rPr lang="es-ES" sz="1000" b="0" dirty="0">
                <a:latin typeface="Arial" panose="020B0604020202020204" pitchFamily="34" charset="0"/>
                <a:cs typeface="Arial" panose="020B0604020202020204" pitchFamily="34" charset="0"/>
                <a:sym typeface="Wingdings" panose="05000000000000000000" pitchFamily="2" charset="2"/>
              </a:rPr>
              <a:t>La respuesta ante el ejercicio del poder con unas bases y otras es radicalmente distinta, lo que permite entender por qué se exige a los directivos la capacidad de liderar y se hable de liderazgo como sinónimo de dirección, al ser necesario que se posean ambas características  </a:t>
            </a:r>
            <a:r>
              <a:rPr lang="es-ES" sz="1000" b="1" dirty="0">
                <a:latin typeface="Arial" panose="020B0604020202020204" pitchFamily="34" charset="0"/>
                <a:cs typeface="Arial" panose="020B0604020202020204" pitchFamily="34" charset="0"/>
                <a:sym typeface="Wingdings" panose="05000000000000000000" pitchFamily="2" charset="2"/>
              </a:rPr>
              <a:t>a la dirección se le dota de autoridad formal pero se le exige capacidad de liderazgo.</a:t>
            </a:r>
            <a:endParaRPr lang="es-ES" sz="1000" b="1" dirty="0">
              <a:latin typeface="Arial" panose="020B0604020202020204" pitchFamily="34" charset="0"/>
              <a:cs typeface="Arial" panose="020B0604020202020204" pitchFamily="34" charset="0"/>
            </a:endParaRPr>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3</a:t>
            </a:fld>
            <a:endParaRPr lang="es-ES"/>
          </a:p>
        </p:txBody>
      </p:sp>
    </p:spTree>
    <p:extLst>
      <p:ext uri="{BB962C8B-B14F-4D97-AF65-F5344CB8AC3E}">
        <p14:creationId xmlns:p14="http://schemas.microsoft.com/office/powerpoint/2010/main" val="3580694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6988" y="744538"/>
            <a:ext cx="6615112" cy="3722687"/>
          </a:xfrm>
        </p:spPr>
      </p:sp>
      <p:sp>
        <p:nvSpPr>
          <p:cNvPr id="3" name="Marcador de notas 2"/>
          <p:cNvSpPr>
            <a:spLocks noGrp="1"/>
          </p:cNvSpPr>
          <p:nvPr>
            <p:ph type="body" idx="1"/>
          </p:nvPr>
        </p:nvSpPr>
        <p:spPr/>
        <p:txBody>
          <a:bodyPr>
            <a:normAutofit fontScale="77500" lnSpcReduction="20000"/>
          </a:bodyPr>
          <a:lstStyle/>
          <a:p>
            <a:r>
              <a:rPr lang="en-US" b="1" dirty="0"/>
              <a:t>Authoritarian leadership </a:t>
            </a:r>
            <a:r>
              <a:rPr lang="en-US" dirty="0"/>
              <a:t>is the use of </a:t>
            </a:r>
            <a:r>
              <a:rPr lang="en-US" dirty="0" err="1"/>
              <a:t>workcentered</a:t>
            </a:r>
            <a:r>
              <a:rPr lang="en-US" dirty="0"/>
              <a:t> behavior that is designed to ensure task accomplishment. As shown in Figure 13–1, this leader behavior typically involves the use of one-way communication from manager to subordinate. The focus of attention usually is on work progress, work procedures, and roadblocks that are preventing goal attainment. There is a managerial</a:t>
            </a:r>
          </a:p>
          <a:p>
            <a:r>
              <a:rPr lang="en-US" dirty="0"/>
              <a:t>tendency toward a lack of involvement with subordinates, where final decisions are in the hands of the higher-level employees. The distance translates into a lack of a relationship where managers focus on assignments over the needs of the employees. At times, the organizational leadership behavior is reflective of the political surroundings, as indicated in one study that focused on Romania.3</a:t>
            </a:r>
          </a:p>
          <a:p>
            <a:endParaRPr lang="en-US" dirty="0"/>
          </a:p>
          <a:p>
            <a:r>
              <a:rPr lang="en-US" dirty="0"/>
              <a:t>Paternalistic leadership uses work-centered behavior coupled with a protective employee-centered concern. This leadership style can be best summarized by the statement, “Work hard and the company will take care of you.” Paternalistic leaders expect everyone to work hard; in return, the employees are guaranteed employment and given security benefits such as medical and retirement programs. Usually, this leadership behavior satisfies some employee needs, and in turn subordinates tend to exhibit loyalty</a:t>
            </a:r>
          </a:p>
          <a:p>
            <a:r>
              <a:rPr lang="en-US" dirty="0"/>
              <a:t>and compliance. Studies have shown that this behavior is seen throughout Latin America, including Argentina, Bolivia, Chile, and Mexico,33 but also in China, Pakistan, India, Turkey, and the United States</a:t>
            </a:r>
          </a:p>
          <a:p>
            <a:endParaRPr lang="en-US" dirty="0"/>
          </a:p>
          <a:p>
            <a:r>
              <a:rPr lang="en-US" sz="1200" i="0" kern="1200" dirty="0">
                <a:solidFill>
                  <a:schemeClr val="tx1"/>
                </a:solidFill>
                <a:effectLst/>
                <a:latin typeface="+mn-lt"/>
                <a:ea typeface="+mn-ea"/>
                <a:cs typeface="+mn-cs"/>
              </a:rPr>
              <a:t>Paternalistic leadership has been shown to have a positive impact on employees’ attitudes in collectivistic cultures because the care, support, and protection provided by paternalistic leaders may address employees’ need for frequent contact and close personal relationships.37</a:t>
            </a:r>
          </a:p>
          <a:p>
            <a:endParaRPr lang="en-US" sz="120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Participative leadership </a:t>
            </a:r>
            <a:r>
              <a:rPr lang="en-US" sz="1200" i="0" kern="1200" dirty="0">
                <a:solidFill>
                  <a:schemeClr val="tx1"/>
                </a:solidFill>
                <a:effectLst/>
                <a:latin typeface="+mn-lt"/>
                <a:ea typeface="+mn-ea"/>
                <a:cs typeface="+mn-cs"/>
              </a:rPr>
              <a:t>is the use of both work-centered and people-centered approaches. Participative leaders typically encourage their people to play an active role in assuming control of their work, and authority usually is highly decentralized. The way in which leaders motivate employees could be through consulting with employees encouraging joint decisions, or delegating responsibilities. Regardless of the method, employees tend to be more creative and innovative when driven by leaders exhibiting this behavior. Participative leadership is very popular in many technologically advanced countries. Such leadership has been widely espoused in the United States, England, and other Anglo countries, and it is currently very popular in Scandinavian countries as well.</a:t>
            </a:r>
            <a:br>
              <a:rPr lang="en-US" sz="1200" i="0" kern="1200" dirty="0">
                <a:solidFill>
                  <a:schemeClr val="tx1"/>
                </a:solidFill>
                <a:effectLst/>
                <a:latin typeface="+mn-lt"/>
                <a:ea typeface="+mn-ea"/>
                <a:cs typeface="+mn-cs"/>
              </a:rPr>
            </a:br>
            <a:endParaRPr lang="en-US" dirty="0"/>
          </a:p>
        </p:txBody>
      </p:sp>
      <p:sp>
        <p:nvSpPr>
          <p:cNvPr id="4" name="Marcador de número de diapositiva 3"/>
          <p:cNvSpPr>
            <a:spLocks noGrp="1"/>
          </p:cNvSpPr>
          <p:nvPr>
            <p:ph type="sldNum" sz="quarter" idx="10"/>
          </p:nvPr>
        </p:nvSpPr>
        <p:spPr/>
        <p:txBody>
          <a:bodyPr/>
          <a:lstStyle/>
          <a:p>
            <a:fld id="{0693D096-AC13-4249-9768-519E1151B5F6}" type="slidenum">
              <a:rPr lang="es-AR" smtClean="0"/>
              <a:t>4</a:t>
            </a:fld>
            <a:endParaRPr lang="es-AR"/>
          </a:p>
        </p:txBody>
      </p:sp>
    </p:spTree>
    <p:extLst>
      <p:ext uri="{BB962C8B-B14F-4D97-AF65-F5344CB8AC3E}">
        <p14:creationId xmlns:p14="http://schemas.microsoft.com/office/powerpoint/2010/main" val="189631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26988" y="744538"/>
            <a:ext cx="6615112" cy="3722687"/>
          </a:xfrm>
        </p:spPr>
      </p:sp>
      <p:sp>
        <p:nvSpPr>
          <p:cNvPr id="3" name="2 Marcador de notas"/>
          <p:cNvSpPr>
            <a:spLocks noGrp="1"/>
          </p:cNvSpPr>
          <p:nvPr>
            <p:ph type="body" idx="1"/>
          </p:nvPr>
        </p:nvSpPr>
        <p:spPr/>
        <p:txBody>
          <a:bodyPr>
            <a:normAutofit fontScale="55000" lnSpcReduction="20000"/>
          </a:bodyPr>
          <a:lstStyle/>
          <a:p>
            <a:pPr algn="just" fontAlgn="base"/>
            <a:r>
              <a:rPr lang="es-ES" b="1" dirty="0"/>
              <a:t>1.- Liderazgo Autocrático o Dictador:</a:t>
            </a:r>
          </a:p>
          <a:p>
            <a:pPr algn="just" fontAlgn="base"/>
            <a:r>
              <a:rPr lang="es-ES" dirty="0"/>
              <a:t>Habitualmente, se centran en la dinámica de trabajo a seguir, la </a:t>
            </a:r>
            <a:r>
              <a:rPr lang="es-ES" b="1" dirty="0"/>
              <a:t>estrategia</a:t>
            </a:r>
            <a:r>
              <a:rPr lang="es-ES" dirty="0"/>
              <a:t> y, básicamente, todo.</a:t>
            </a:r>
          </a:p>
          <a:p>
            <a:pPr algn="just" fontAlgn="base"/>
            <a:r>
              <a:rPr lang="es-ES" dirty="0"/>
              <a:t>El liderazgo autocrático gestiona correctamente el ofrecimiento de recompensas y castigos, ya que es donde se basa su control.</a:t>
            </a:r>
          </a:p>
          <a:p>
            <a:pPr algn="just" fontAlgn="base"/>
            <a:r>
              <a:rPr lang="es-ES" dirty="0"/>
              <a:t>Suele tener problemas para delegar. Es muy </a:t>
            </a:r>
            <a:r>
              <a:rPr lang="es-ES" b="1" dirty="0"/>
              <a:t>perfeccionista</a:t>
            </a:r>
            <a:r>
              <a:rPr lang="es-ES" dirty="0"/>
              <a:t>. Y puede llegar a ser agresivo cuando su equipo no llega a sus niveles de exigencia.</a:t>
            </a:r>
          </a:p>
          <a:p>
            <a:pPr algn="just" fontAlgn="base"/>
            <a:r>
              <a:rPr lang="es-ES" dirty="0"/>
              <a:t>Es </a:t>
            </a:r>
            <a:r>
              <a:rPr lang="es-ES" b="1" dirty="0"/>
              <a:t>el liderazgo ideal</a:t>
            </a:r>
            <a:r>
              <a:rPr lang="es-ES" dirty="0"/>
              <a:t> en situaciones de crisis, donde se deben tomar decisiones difíciles en beneficio de la empresa.</a:t>
            </a:r>
          </a:p>
          <a:p>
            <a:pPr algn="just" fontAlgn="base"/>
            <a:r>
              <a:rPr lang="es-ES" dirty="0"/>
              <a:t>Este tipo de liderazgo, a </a:t>
            </a:r>
            <a:r>
              <a:rPr lang="es-ES" b="1" dirty="0"/>
              <a:t>largo plazo</a:t>
            </a:r>
            <a:r>
              <a:rPr lang="es-ES" dirty="0"/>
              <a:t>, no es recomendable, ya que puede provocar negativismo en el equipo y el efecto “quemado”. Por ello, acaba generando un nivel alto de </a:t>
            </a:r>
            <a:r>
              <a:rPr lang="es-ES" b="1" dirty="0"/>
              <a:t>rotaciones</a:t>
            </a:r>
            <a:r>
              <a:rPr lang="es-ES" dirty="0"/>
              <a:t> en el equipo y conlleva problemas, si el equipo está formado por profesionales cualificados.</a:t>
            </a:r>
          </a:p>
          <a:p>
            <a:pPr algn="just" fontAlgn="base"/>
            <a:r>
              <a:rPr lang="es-ES" b="1" dirty="0"/>
              <a:t>2.- Liderazgo Paternalista o Transaccional:</a:t>
            </a:r>
          </a:p>
          <a:p>
            <a:pPr algn="just" fontAlgn="base"/>
            <a:r>
              <a:rPr lang="es-ES" dirty="0"/>
              <a:t>Su forma de gestionar equipos se basa también en castigos y recompensas.</a:t>
            </a:r>
          </a:p>
          <a:p>
            <a:pPr algn="just" fontAlgn="base"/>
            <a:r>
              <a:rPr lang="es-ES" dirty="0"/>
              <a:t>Su único objetivo es que los empleados trabajen más y mejor, a base de </a:t>
            </a:r>
            <a:r>
              <a:rPr lang="es-ES" b="1" dirty="0"/>
              <a:t>incentivos</a:t>
            </a:r>
            <a:r>
              <a:rPr lang="es-ES" dirty="0"/>
              <a:t> y motivándoles con los posibles premios a conseguir, si se logra el objetivo. En este aspecto es mucho más cercano que el autocrático, cosa que es su principal diferencia.</a:t>
            </a:r>
          </a:p>
          <a:p>
            <a:pPr algn="just" fontAlgn="base"/>
            <a:r>
              <a:rPr lang="es-ES" dirty="0"/>
              <a:t>Además de una fuerte supervisión, su otra característica es la de cumplir con los objetivos y hacer reparto de las </a:t>
            </a:r>
            <a:r>
              <a:rPr lang="es-ES" b="1" dirty="0"/>
              <a:t>recompensas</a:t>
            </a:r>
            <a:r>
              <a:rPr lang="es-ES" dirty="0"/>
              <a:t> por los </a:t>
            </a:r>
            <a:r>
              <a:rPr lang="es-ES" b="1" dirty="0"/>
              <a:t>resultados </a:t>
            </a:r>
            <a:r>
              <a:rPr lang="es-ES" dirty="0"/>
              <a:t>conseguidos.</a:t>
            </a:r>
          </a:p>
          <a:p>
            <a:pPr algn="just" fontAlgn="base"/>
            <a:r>
              <a:rPr lang="es-ES" dirty="0"/>
              <a:t>Tiende a crear estructuras de trabajo claras, donde queda muy bien definido lo que se requiere de cada uno de los integrantes del equipo y los </a:t>
            </a:r>
            <a:r>
              <a:rPr lang="es-ES" b="1" dirty="0"/>
              <a:t>incentivos</a:t>
            </a:r>
            <a:r>
              <a:rPr lang="es-ES" dirty="0"/>
              <a:t> que se van a percibir.</a:t>
            </a:r>
          </a:p>
          <a:p>
            <a:pPr algn="just" fontAlgn="base"/>
            <a:r>
              <a:rPr lang="es-ES" dirty="0"/>
              <a:t>Este tipo de liderazgo forma equipos que se sienten </a:t>
            </a:r>
            <a:r>
              <a:rPr lang="es-ES" b="1" dirty="0"/>
              <a:t>seguros y protegidos</a:t>
            </a:r>
            <a:r>
              <a:rPr lang="es-ES" dirty="0"/>
              <a:t>, porque saben y les gusta tener una figura, por encima de ellos, que les da consejos y les supervisa.</a:t>
            </a:r>
          </a:p>
          <a:p>
            <a:pPr algn="just" fontAlgn="base"/>
            <a:r>
              <a:rPr lang="es-ES" dirty="0"/>
              <a:t>Es un buen tipo de liderazgo en épocas estables donde el objetivo es que la empresa funcione sin problemas y con eficiencia. Pero es un estilo falto de flexibilidad para adaptarse a los </a:t>
            </a:r>
            <a:r>
              <a:rPr lang="es-ES" b="1" dirty="0"/>
              <a:t>cambios</a:t>
            </a:r>
            <a:r>
              <a:rPr lang="es-ES" dirty="0"/>
              <a:t> constantes del mundo empresarial actual.</a:t>
            </a:r>
          </a:p>
          <a:p>
            <a:pPr algn="just" fontAlgn="base"/>
            <a:r>
              <a:rPr lang="es-ES" b="1" dirty="0"/>
              <a:t>3.- Liderazgo Burocrático:</a:t>
            </a:r>
          </a:p>
          <a:p>
            <a:pPr algn="just" fontAlgn="base"/>
            <a:r>
              <a:rPr lang="es-ES" dirty="0"/>
              <a:t>Se siente muy cómodo con las relaciones personales del día a día, mucho más frías. Y no crea un entorno laboral cercano.</a:t>
            </a:r>
          </a:p>
          <a:p>
            <a:pPr algn="just" fontAlgn="base"/>
            <a:r>
              <a:rPr lang="es-ES" dirty="0"/>
              <a:t>Para cualquier problema que pueda surgir, recorren de forma automática a las soluciones que se aportan en el </a:t>
            </a:r>
            <a:r>
              <a:rPr lang="es-ES" b="1" dirty="0"/>
              <a:t>plan general</a:t>
            </a:r>
            <a:r>
              <a:rPr lang="es-ES" dirty="0"/>
              <a:t> de la empresa.</a:t>
            </a:r>
          </a:p>
          <a:p>
            <a:pPr algn="just" fontAlgn="base"/>
            <a:r>
              <a:rPr lang="es-ES" dirty="0"/>
              <a:t>No aprovechan en absoluto el potencial que pueda tener su equipo. Y, con el tiempo, crean un</a:t>
            </a:r>
            <a:r>
              <a:rPr lang="es-ES" baseline="0" dirty="0"/>
              <a:t> e</a:t>
            </a:r>
            <a:r>
              <a:rPr lang="es-ES" dirty="0"/>
              <a:t>ntorno </a:t>
            </a:r>
            <a:r>
              <a:rPr lang="es-ES" b="1" dirty="0"/>
              <a:t>distante</a:t>
            </a:r>
            <a:r>
              <a:rPr lang="es-ES" dirty="0"/>
              <a:t> entre todos los integrantes del equipo.</a:t>
            </a:r>
          </a:p>
          <a:p>
            <a:pPr algn="just" fontAlgn="base"/>
            <a:r>
              <a:rPr lang="es-ES" dirty="0"/>
              <a:t>Es un buen líder en entornos donde la mayor parte de los procesos son mecánicos.</a:t>
            </a:r>
          </a:p>
          <a:p>
            <a:pPr algn="just" fontAlgn="base"/>
            <a:r>
              <a:rPr lang="es-ES" dirty="0"/>
              <a:t>Se trata de un buen tipo de liderazgo para comandos intermedios </a:t>
            </a:r>
            <a:r>
              <a:rPr lang="es-ES" b="1" dirty="0"/>
              <a:t>industriales</a:t>
            </a:r>
            <a:r>
              <a:rPr lang="es-ES" dirty="0"/>
              <a:t>. Y nulo totalmente, para capitanear equipos que busquen innovar o conseguir nuevos retos.</a:t>
            </a:r>
          </a:p>
          <a:p>
            <a:pPr algn="just" fontAlgn="base"/>
            <a:r>
              <a:rPr lang="es-ES" b="1" dirty="0"/>
              <a:t>4.- Liderazgo Lateral:</a:t>
            </a:r>
          </a:p>
          <a:p>
            <a:pPr algn="just" fontAlgn="base"/>
            <a:r>
              <a:rPr lang="es-ES" dirty="0"/>
              <a:t>Es </a:t>
            </a:r>
            <a:r>
              <a:rPr lang="es-ES" b="1" dirty="0"/>
              <a:t>resolutivo</a:t>
            </a:r>
            <a:r>
              <a:rPr lang="es-ES" dirty="0"/>
              <a:t>. Y esta aptitud le permite, sobre todo en grupos grandes de trabajo donde habitualmente se les da muchas vueltas a las cosas por querer agradar al máximo, tomar decisiones y provocar avances que, en el fondo, el grupo agradece, ya que es un líder sin imposiciones.</a:t>
            </a:r>
          </a:p>
          <a:p>
            <a:pPr algn="just" fontAlgn="base"/>
            <a:r>
              <a:rPr lang="es-ES" dirty="0"/>
              <a:t>El riesgo de este tipo de liderazgo es que puede acabar asumiendo muchas más tareas de las óptimas. Y puede llegar a estar </a:t>
            </a:r>
            <a:r>
              <a:rPr lang="es-ES" b="1" dirty="0"/>
              <a:t>sobrepasado </a:t>
            </a:r>
            <a:r>
              <a:rPr lang="es-ES" dirty="0"/>
              <a:t>con la carga de trabajo.</a:t>
            </a:r>
          </a:p>
          <a:p>
            <a:pPr algn="just"/>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5</a:t>
            </a:fld>
            <a:endParaRPr lang="es-ES"/>
          </a:p>
        </p:txBody>
      </p:sp>
    </p:spTree>
    <p:extLst>
      <p:ext uri="{BB962C8B-B14F-4D97-AF65-F5344CB8AC3E}">
        <p14:creationId xmlns:p14="http://schemas.microsoft.com/office/powerpoint/2010/main" val="3441227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B2732B8D-A947-4FEE-9242-FBE3D31991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eaLnBrk="0" hangingPunct="0">
              <a:defRPr>
                <a:solidFill>
                  <a:schemeClr val="tx1"/>
                </a:solidFill>
                <a:latin typeface="Arial" panose="020B0604020202020204" pitchFamily="34" charset="0"/>
                <a:cs typeface="Arial" panose="020B0604020202020204" pitchFamily="34" charset="0"/>
              </a:defRPr>
            </a:lvl1pPr>
            <a:lvl2pPr marL="742950" indent="-285750" defTabSz="903288" eaLnBrk="0" hangingPunct="0">
              <a:defRPr>
                <a:solidFill>
                  <a:schemeClr val="tx1"/>
                </a:solidFill>
                <a:latin typeface="Arial" panose="020B0604020202020204" pitchFamily="34" charset="0"/>
                <a:cs typeface="Arial" panose="020B0604020202020204" pitchFamily="34" charset="0"/>
              </a:defRPr>
            </a:lvl2pPr>
            <a:lvl3pPr marL="1143000" indent="-228600" defTabSz="903288" eaLnBrk="0" hangingPunct="0">
              <a:defRPr>
                <a:solidFill>
                  <a:schemeClr val="tx1"/>
                </a:solidFill>
                <a:latin typeface="Arial" panose="020B0604020202020204" pitchFamily="34" charset="0"/>
                <a:cs typeface="Arial" panose="020B0604020202020204" pitchFamily="34" charset="0"/>
              </a:defRPr>
            </a:lvl3pPr>
            <a:lvl4pPr marL="1600200" indent="-228600" defTabSz="903288" eaLnBrk="0" hangingPunct="0">
              <a:defRPr>
                <a:solidFill>
                  <a:schemeClr val="tx1"/>
                </a:solidFill>
                <a:latin typeface="Arial" panose="020B0604020202020204" pitchFamily="34" charset="0"/>
                <a:cs typeface="Arial" panose="020B0604020202020204" pitchFamily="34" charset="0"/>
              </a:defRPr>
            </a:lvl4pPr>
            <a:lvl5pPr marL="2057400" indent="-228600" defTabSz="903288" eaLnBrk="0" hangingPunct="0">
              <a:defRPr>
                <a:solidFill>
                  <a:schemeClr val="tx1"/>
                </a:solidFill>
                <a:latin typeface="Arial" panose="020B0604020202020204" pitchFamily="34" charset="0"/>
                <a:cs typeface="Arial" panose="020B0604020202020204" pitchFamily="34" charset="0"/>
              </a:defRPr>
            </a:lvl5pPr>
            <a:lvl6pPr marL="25146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ctr" defTabSz="9032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DDA209D-FD1B-4EAC-BEAA-E906B2CB5744}" type="slidenum">
              <a:rPr lang="en-US" altLang="es-ES"/>
              <a:pPr eaLnBrk="1" hangingPunct="1"/>
              <a:t>6</a:t>
            </a:fld>
            <a:endParaRPr lang="en-US" altLang="es-ES"/>
          </a:p>
        </p:txBody>
      </p:sp>
      <p:sp>
        <p:nvSpPr>
          <p:cNvPr id="37891" name="Rectangle 2">
            <a:extLst>
              <a:ext uri="{FF2B5EF4-FFF2-40B4-BE49-F238E27FC236}">
                <a16:creationId xmlns:a16="http://schemas.microsoft.com/office/drawing/2014/main" id="{BFA0562B-7915-4764-8BF5-C96F50434C17}"/>
              </a:ext>
            </a:extLst>
          </p:cNvPr>
          <p:cNvSpPr>
            <a:spLocks noGrp="1" noRot="1" noChangeAspect="1" noChangeArrowheads="1" noTextEdit="1"/>
          </p:cNvSpPr>
          <p:nvPr>
            <p:ph type="sldImg"/>
          </p:nvPr>
        </p:nvSpPr>
        <p:spPr>
          <a:xfrm>
            <a:off x="26988" y="744538"/>
            <a:ext cx="6615112" cy="3722687"/>
          </a:xfrm>
          <a:ln/>
        </p:spPr>
      </p:sp>
      <p:sp>
        <p:nvSpPr>
          <p:cNvPr id="37892" name="Rectangle 3">
            <a:extLst>
              <a:ext uri="{FF2B5EF4-FFF2-40B4-BE49-F238E27FC236}">
                <a16:creationId xmlns:a16="http://schemas.microsoft.com/office/drawing/2014/main" id="{169E373F-8B50-4CA7-832B-8B2E46DF70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6481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lgn="just"/>
            <a:r>
              <a:rPr lang="es-ES" dirty="0"/>
              <a:t>La motivación se define como la fuerza que activa el comportamiento, que lo dirige y que subyace en toda acción </a:t>
            </a:r>
            <a:r>
              <a:rPr lang="es-ES" dirty="0">
                <a:sym typeface="Wingdings" panose="05000000000000000000" pitchFamily="2" charset="2"/>
              </a:rPr>
              <a:t> la motivación, p</a:t>
            </a:r>
            <a:r>
              <a:rPr lang="es-ES" dirty="0"/>
              <a:t>or tanto,</a:t>
            </a:r>
            <a:r>
              <a:rPr lang="es-ES" baseline="0" dirty="0"/>
              <a:t> influye en tres aspectos del comportamiento:</a:t>
            </a:r>
          </a:p>
          <a:p>
            <a:pPr marL="228600" indent="-228600">
              <a:buAutoNum type="arabicPeriod"/>
            </a:pPr>
            <a:r>
              <a:rPr lang="es-ES" baseline="0" dirty="0"/>
              <a:t>En la decisión de iniciar una acción y hacerlo en una determinada dirección.</a:t>
            </a:r>
          </a:p>
          <a:p>
            <a:pPr marL="228600" indent="-228600">
              <a:buAutoNum type="arabicPeriod"/>
            </a:pPr>
            <a:r>
              <a:rPr lang="es-ES" baseline="0" dirty="0"/>
              <a:t>En la decisión de realizar un determinado nivel de esfuerzo o intensidad del esfuerzo.</a:t>
            </a:r>
          </a:p>
          <a:p>
            <a:pPr marL="228600" indent="-228600">
              <a:buAutoNum type="arabicPeriod"/>
            </a:pPr>
            <a:r>
              <a:rPr lang="es-ES" baseline="0" dirty="0"/>
              <a:t>En la decisión de persistir en el esfuerzo durante un período de tiempo (</a:t>
            </a:r>
            <a:r>
              <a:rPr lang="es-ES" baseline="0" dirty="0" err="1"/>
              <a:t>Peiro</a:t>
            </a:r>
            <a:r>
              <a:rPr lang="es-ES" baseline="0" dirty="0"/>
              <a:t>, 2013) </a:t>
            </a:r>
          </a:p>
          <a:p>
            <a:pPr marL="228600" indent="-228600">
              <a:buNone/>
            </a:pPr>
            <a:endParaRPr lang="es-ES" baseline="0" dirty="0"/>
          </a:p>
          <a:p>
            <a:pPr marL="228600" indent="-228600">
              <a:buNone/>
            </a:pPr>
            <a:r>
              <a:rPr lang="es-ES" baseline="0" dirty="0">
                <a:sym typeface="Wingdings" pitchFamily="2" charset="2"/>
              </a:rPr>
              <a:t> </a:t>
            </a:r>
            <a:r>
              <a:rPr lang="es-ES" baseline="0" dirty="0"/>
              <a:t>Dos direcciones: o nos acercamos al placer, o nos alejamos del dolor.</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7</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La Psicología ha intentado ahondar en múltiples y diversas cuestiones</a:t>
            </a:r>
            <a:r>
              <a:rPr lang="es-ES" baseline="0" dirty="0"/>
              <a:t> relacionadas con la motivación humana </a:t>
            </a:r>
            <a:r>
              <a:rPr lang="es-ES" baseline="0" dirty="0">
                <a:sym typeface="Wingdings" pitchFamily="2" charset="2"/>
              </a:rPr>
              <a:t> </a:t>
            </a:r>
            <a:r>
              <a:rPr lang="es-ES" baseline="0" dirty="0" err="1">
                <a:sym typeface="Wingdings" pitchFamily="2" charset="2"/>
              </a:rPr>
              <a:t>d.p.d.v.</a:t>
            </a:r>
            <a:r>
              <a:rPr lang="es-ES" baseline="0" dirty="0">
                <a:sym typeface="Wingdings" pitchFamily="2" charset="2"/>
              </a:rPr>
              <a:t> de la psicología de las organizaciones, interesan dos vertientes básicas que permiten agrupar en dos grandes bloques las teorías que tratan de explicar aspectos relacionados con la motivación en las organizaciones.</a:t>
            </a:r>
          </a:p>
          <a:p>
            <a:pPr marL="171450" indent="-171450">
              <a:buFont typeface="Arial" panose="020B0604020202020204" pitchFamily="34" charset="0"/>
              <a:buChar char="•"/>
            </a:pPr>
            <a:r>
              <a:rPr lang="es-ES" baseline="0" dirty="0">
                <a:sym typeface="Wingdings" pitchFamily="2" charset="2"/>
              </a:rPr>
              <a:t>Las teorías sobre el contenido subrayan la base biológica y psicológica de la motivación.</a:t>
            </a:r>
          </a:p>
          <a:p>
            <a:pPr marL="171450" indent="-171450">
              <a:buFont typeface="Arial" panose="020B0604020202020204" pitchFamily="34" charset="0"/>
              <a:buChar char="•"/>
            </a:pPr>
            <a:r>
              <a:rPr lang="es-ES" baseline="0" dirty="0">
                <a:sym typeface="Wingdings" pitchFamily="2" charset="2"/>
              </a:rPr>
              <a:t>Las teorías sobre el proceso enfatizan la importancia del aprendizaje y los fatores cognitivos</a:t>
            </a:r>
          </a:p>
          <a:p>
            <a:r>
              <a:rPr lang="es-ES" baseline="0" dirty="0">
                <a:sym typeface="Wingdings" pitchFamily="2" charset="2"/>
              </a:rPr>
              <a:t>	 las citadas son sólo algunos ejemplos de las que existen</a:t>
            </a:r>
          </a:p>
          <a:p>
            <a:endParaRPr lang="es-ES" baseline="0" dirty="0">
              <a:sym typeface="Wingdings" pitchFamily="2" charset="2"/>
            </a:endParaRPr>
          </a:p>
          <a:p>
            <a:r>
              <a:rPr lang="es-ES" b="1" baseline="0" dirty="0">
                <a:sym typeface="Wingdings" pitchFamily="2" charset="2"/>
              </a:rPr>
              <a:t>Las conclusiones de las diversas teorías de motivación muestran que un trabajador motivado es más eficaz y productivo, es más responsable, más participativo y, además, genera un buen clima de trabajo a su alrededor.</a:t>
            </a:r>
            <a:endParaRPr lang="es-ES" b="1"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10</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lnSpcReduction="10000"/>
          </a:bodyPr>
          <a:lstStyle/>
          <a:p>
            <a:pPr marL="228600" indent="-228600" algn="just">
              <a:buAutoNum type="arabicPeriod"/>
            </a:pPr>
            <a:r>
              <a:rPr lang="es-ES" b="1" baseline="0" dirty="0"/>
              <a:t>Fisiológicas</a:t>
            </a:r>
            <a:r>
              <a:rPr lang="es-ES" baseline="0" dirty="0"/>
              <a:t>: relacionadas con la supervivencia</a:t>
            </a:r>
          </a:p>
          <a:p>
            <a:pPr marL="228600" indent="-228600" algn="just">
              <a:buAutoNum type="arabicPeriod"/>
            </a:pPr>
            <a:r>
              <a:rPr lang="es-ES" b="1" baseline="0" dirty="0"/>
              <a:t>De seguridad</a:t>
            </a:r>
            <a:r>
              <a:rPr lang="es-ES" baseline="0" dirty="0"/>
              <a:t>: sentirse fuera de peligro, seguro, protegido…</a:t>
            </a:r>
          </a:p>
          <a:p>
            <a:pPr marL="228600" indent="-228600" algn="just">
              <a:buAutoNum type="arabicPeriod"/>
            </a:pPr>
            <a:r>
              <a:rPr lang="es-ES" b="1" baseline="0" dirty="0"/>
              <a:t>Sociales</a:t>
            </a:r>
            <a:r>
              <a:rPr lang="es-ES" b="0" baseline="0" dirty="0"/>
              <a:t>: relacionarse con otros, sentimientos de pertenencia, sentirse amado</a:t>
            </a:r>
          </a:p>
          <a:p>
            <a:pPr marL="228600" indent="-228600" algn="just">
              <a:buAutoNum type="arabicPeriod"/>
            </a:pPr>
            <a:r>
              <a:rPr lang="es-ES" b="1" baseline="0" dirty="0"/>
              <a:t>De estima</a:t>
            </a:r>
            <a:r>
              <a:rPr lang="es-ES" b="0" baseline="0" dirty="0"/>
              <a:t>: respetarse a sí mismo, recibir respeto de los demás</a:t>
            </a:r>
          </a:p>
          <a:p>
            <a:pPr marL="228600" indent="-228600" algn="just">
              <a:buAutoNum type="arabicPeriod"/>
            </a:pPr>
            <a:r>
              <a:rPr lang="es-ES" b="1" baseline="0" dirty="0"/>
              <a:t>Autorrealización</a:t>
            </a:r>
            <a:r>
              <a:rPr lang="es-ES" b="0" baseline="0" dirty="0"/>
              <a:t>: relacionadas con la posibilidad de desarrollar el propio potencial, realizar la propia vocación</a:t>
            </a:r>
          </a:p>
          <a:p>
            <a:pPr marL="228600" indent="-228600" algn="just">
              <a:buNone/>
            </a:pPr>
            <a:r>
              <a:rPr lang="es-ES" b="0" baseline="0" dirty="0"/>
              <a:t>	</a:t>
            </a:r>
            <a:r>
              <a:rPr lang="es-ES" b="0" baseline="0" dirty="0">
                <a:sym typeface="Wingdings" pitchFamily="2" charset="2"/>
              </a:rPr>
              <a:t> </a:t>
            </a:r>
            <a:r>
              <a:rPr lang="es-ES" b="0" baseline="0" dirty="0"/>
              <a:t>1 y 2: necesidades básicas	3, 4 y 5: necesidades secundarias</a:t>
            </a:r>
          </a:p>
          <a:p>
            <a:pPr marL="228600" indent="-228600" algn="just">
              <a:buNone/>
            </a:pPr>
            <a:endParaRPr lang="es-ES" b="0" baseline="0" dirty="0"/>
          </a:p>
          <a:p>
            <a:pPr marL="228600" indent="-228600" algn="just">
              <a:buNone/>
            </a:pPr>
            <a:r>
              <a:rPr lang="es-ES" b="0" baseline="0" dirty="0" err="1"/>
              <a:t>Maslow</a:t>
            </a:r>
            <a:r>
              <a:rPr lang="es-ES" b="0" baseline="0" dirty="0"/>
              <a:t> considera que en las economías desarrolladas, la mayoría de los individuos tienen los tres primeros niveles satisfechos </a:t>
            </a:r>
            <a:r>
              <a:rPr lang="es-ES" b="1" baseline="0" dirty="0"/>
              <a:t>sin mucho esfuerzo ni efecto motivador </a:t>
            </a:r>
            <a:r>
              <a:rPr lang="es-ES" b="1" baseline="0" dirty="0">
                <a:sym typeface="Wingdings" pitchFamily="2" charset="2"/>
              </a:rPr>
              <a:t> implicaciones para la empresa:</a:t>
            </a:r>
          </a:p>
          <a:p>
            <a:pPr marL="228600" indent="-228600" algn="just">
              <a:buFont typeface="Arial" pitchFamily="34" charset="0"/>
              <a:buChar char="•"/>
            </a:pPr>
            <a:r>
              <a:rPr lang="es-ES" b="0" baseline="0" dirty="0">
                <a:sym typeface="Wingdings" pitchFamily="2" charset="2"/>
              </a:rPr>
              <a:t>Los aspectos económicos no son la única manera de motivar a los empleados  </a:t>
            </a:r>
            <a:r>
              <a:rPr lang="es-ES" b="1" baseline="0" dirty="0">
                <a:sym typeface="Wingdings" pitchFamily="2" charset="2"/>
              </a:rPr>
              <a:t>efecto motivador </a:t>
            </a:r>
            <a:r>
              <a:rPr lang="es-ES" b="0" baseline="0" dirty="0">
                <a:sym typeface="Wingdings" pitchFamily="2" charset="2"/>
              </a:rPr>
              <a:t>acciones RRHH relacionadas con las necesidades básicas es </a:t>
            </a:r>
            <a:r>
              <a:rPr lang="es-ES" b="1" baseline="0" dirty="0">
                <a:sym typeface="Wingdings" pitchFamily="2" charset="2"/>
              </a:rPr>
              <a:t>temporal</a:t>
            </a:r>
            <a:endParaRPr lang="es-ES" b="0" baseline="0" dirty="0">
              <a:sym typeface="Wingdings" pitchFamily="2" charset="2"/>
            </a:endParaRPr>
          </a:p>
          <a:p>
            <a:pPr marL="228600" indent="-228600" algn="just">
              <a:buFont typeface="Arial" pitchFamily="34" charset="0"/>
              <a:buChar char="•"/>
            </a:pPr>
            <a:r>
              <a:rPr lang="es-ES" b="0" baseline="0" dirty="0">
                <a:sym typeface="Wingdings" pitchFamily="2" charset="2"/>
              </a:rPr>
              <a:t>Todo ser humano está llamado a la autorrealización y </a:t>
            </a:r>
            <a:r>
              <a:rPr lang="es-ES" b="0" baseline="0" dirty="0" err="1">
                <a:sym typeface="Wingdings" pitchFamily="2" charset="2"/>
              </a:rPr>
              <a:t>dllo</a:t>
            </a:r>
            <a:r>
              <a:rPr lang="es-ES" b="0" baseline="0" dirty="0">
                <a:sym typeface="Wingdings" pitchFamily="2" charset="2"/>
              </a:rPr>
              <a:t>. de su propia vocación  rompe la concepción del ser humano como un ser principalmente económico en el que los impulsos básicos para toda acción eran de carácter primario.</a:t>
            </a:r>
          </a:p>
          <a:p>
            <a:pPr marL="228600" indent="-228600" algn="just">
              <a:buFont typeface="Arial" pitchFamily="34" charset="0"/>
              <a:buChar char="•"/>
            </a:pPr>
            <a:endParaRPr lang="es-ES" b="0" baseline="0" dirty="0">
              <a:sym typeface="Wingdings" pitchFamily="2" charset="2"/>
            </a:endParaRPr>
          </a:p>
          <a:p>
            <a:pPr marL="228600" indent="-228600" algn="just">
              <a:buFont typeface="Arial" pitchFamily="34" charset="0"/>
              <a:buNone/>
            </a:pPr>
            <a:r>
              <a:rPr lang="es-ES" b="0" baseline="0" dirty="0">
                <a:sym typeface="Wingdings" pitchFamily="2" charset="2"/>
              </a:rPr>
              <a:t>Teoría muy popular pero con evidencia empírica no contundente orden jerárquico de las necesidades secundarias, una vez cubiertas las primarias, parecen depender más de las diferencias y preferencias individuales (</a:t>
            </a:r>
            <a:r>
              <a:rPr lang="es-ES" b="0" baseline="0" dirty="0" err="1">
                <a:sym typeface="Wingdings" pitchFamily="2" charset="2"/>
              </a:rPr>
              <a:t>Peiro</a:t>
            </a:r>
            <a:r>
              <a:rPr lang="es-ES" b="0" baseline="0" dirty="0">
                <a:sym typeface="Wingdings" pitchFamily="2" charset="2"/>
              </a:rPr>
              <a:t>, 2013) </a:t>
            </a:r>
            <a:endParaRPr lang="es-ES" b="0"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11</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228600" indent="-228600" algn="just">
              <a:buNone/>
            </a:pPr>
            <a:r>
              <a:rPr lang="es-ES" b="0" dirty="0"/>
              <a:t>Esta</a:t>
            </a:r>
            <a:r>
              <a:rPr lang="es-ES" b="0" baseline="0" dirty="0"/>
              <a:t> teoría fue pionera en formular la diferencia entre factores motivadores extrínsecos al trabajo e intrínsecos:</a:t>
            </a:r>
          </a:p>
          <a:p>
            <a:pPr marL="228600" indent="-228600" algn="just">
              <a:buFont typeface="Arial" pitchFamily="34" charset="0"/>
              <a:buChar char="•"/>
            </a:pPr>
            <a:r>
              <a:rPr lang="es-ES" b="0" baseline="0" dirty="0"/>
              <a:t>Motivación intrínseca: viene dada por las características de la propia actividad laboral</a:t>
            </a:r>
          </a:p>
          <a:p>
            <a:pPr marL="228600" indent="-228600" algn="just">
              <a:buFont typeface="Arial" pitchFamily="34" charset="0"/>
              <a:buNone/>
            </a:pPr>
            <a:endParaRPr lang="es-ES" b="0" baseline="0" dirty="0"/>
          </a:p>
          <a:p>
            <a:pPr marL="228600" indent="-228600" algn="just">
              <a:buFont typeface="Arial" pitchFamily="34" charset="0"/>
              <a:buChar char="•"/>
            </a:pPr>
            <a:endParaRPr lang="es-ES" b="0"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12</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228600" indent="-228600" algn="just">
              <a:buNone/>
            </a:pPr>
            <a:r>
              <a:rPr lang="es-ES" b="0" dirty="0"/>
              <a:t>Los</a:t>
            </a:r>
            <a:r>
              <a:rPr lang="es-ES" b="0" baseline="0" dirty="0"/>
              <a:t> factores higiénicos podrán evitar que el trabajador se queje pero no lograrán que trabaje con mayor eficiencia: </a:t>
            </a:r>
            <a:r>
              <a:rPr lang="es-ES" b="0" baseline="0" dirty="0">
                <a:sym typeface="Wingdings" pitchFamily="2" charset="2"/>
              </a:rPr>
              <a:t>si se incrementan, sus efectos son temporales, </a:t>
            </a:r>
            <a:r>
              <a:rPr lang="es-ES" b="0" baseline="0" dirty="0" err="1">
                <a:sym typeface="Wingdings" pitchFamily="2" charset="2"/>
              </a:rPr>
              <a:t>e.d.</a:t>
            </a:r>
            <a:r>
              <a:rPr lang="es-ES" b="0" baseline="0" dirty="0">
                <a:sym typeface="Wingdings" pitchFamily="2" charset="2"/>
              </a:rPr>
              <a:t>, no son una estrategia sólida de motivación</a:t>
            </a:r>
          </a:p>
          <a:p>
            <a:pPr marL="228600" indent="-228600" algn="just">
              <a:buNone/>
            </a:pPr>
            <a:endParaRPr lang="es-ES" b="0" baseline="0" dirty="0">
              <a:sym typeface="Wingdings" pitchFamily="2" charset="2"/>
            </a:endParaRPr>
          </a:p>
          <a:p>
            <a:pPr marL="228600" indent="-228600" algn="just">
              <a:buFont typeface="Wingdings"/>
              <a:buChar char="à"/>
            </a:pPr>
            <a:r>
              <a:rPr lang="es-ES" b="0" baseline="0" dirty="0">
                <a:sym typeface="Wingdings" pitchFamily="2" charset="2"/>
              </a:rPr>
              <a:t>Según esta teoría, la insatisfacción no es lo contrario de la satisfacción sino de la no insatisfacción  las políticas de motivación de las empresas deben construirse sobre los factores motivadores  sin embargo, </a:t>
            </a:r>
            <a:r>
              <a:rPr lang="es-ES" dirty="0"/>
              <a:t>la repetición de un factor motivador suele acabar por convertirlo  en un factor higiénico, factor que no provoca satisfacción pero que es necesario para no provocar insatisfacción. </a:t>
            </a:r>
            <a:endParaRPr lang="es-ES" b="0" baseline="0" dirty="0">
              <a:sym typeface="Wingdings" pitchFamily="2" charset="2"/>
            </a:endParaRPr>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13</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lnSpcReduction="10000"/>
          </a:bodyPr>
          <a:lstStyle/>
          <a:p>
            <a:r>
              <a:rPr lang="es-ES" sz="1200" dirty="0">
                <a:solidFill>
                  <a:schemeClr val="tx1"/>
                </a:solidFill>
              </a:rPr>
              <a:t>PERSONAS CON NECESIDAD DE LOGRO</a:t>
            </a:r>
          </a:p>
          <a:p>
            <a:pPr>
              <a:buFont typeface="Arial" pitchFamily="34" charset="0"/>
              <a:buChar char="•"/>
            </a:pPr>
            <a:r>
              <a:rPr lang="es-ES" sz="1200" baseline="0" dirty="0">
                <a:solidFill>
                  <a:schemeClr val="tx1"/>
                </a:solidFill>
              </a:rPr>
              <a:t> Suelen desear tareas que tengan cierta dificultad pero no excesiva, pues no quieren asumir el reto del fracaso </a:t>
            </a:r>
            <a:r>
              <a:rPr lang="es-ES" sz="1200" baseline="0" dirty="0">
                <a:solidFill>
                  <a:schemeClr val="tx1"/>
                </a:solidFill>
                <a:sym typeface="Wingdings" pitchFamily="2" charset="2"/>
              </a:rPr>
              <a:t> riesgos calculados</a:t>
            </a:r>
            <a:endParaRPr lang="es-ES" sz="1200" baseline="0" dirty="0">
              <a:solidFill>
                <a:schemeClr val="tx1"/>
              </a:solidFill>
            </a:endParaRPr>
          </a:p>
          <a:p>
            <a:pPr>
              <a:buFont typeface="Arial" pitchFamily="34" charset="0"/>
              <a:buChar char="•"/>
            </a:pPr>
            <a:r>
              <a:rPr lang="es-ES" sz="1200" baseline="0" dirty="0">
                <a:solidFill>
                  <a:schemeClr val="tx1"/>
                </a:solidFill>
              </a:rPr>
              <a:t> </a:t>
            </a:r>
            <a:r>
              <a:rPr lang="es-ES" sz="1200" dirty="0">
                <a:solidFill>
                  <a:schemeClr val="tx1"/>
                </a:solidFill>
              </a:rPr>
              <a:t>Necesidad de </a:t>
            </a:r>
            <a:r>
              <a:rPr lang="es-ES" sz="1200" dirty="0" err="1">
                <a:solidFill>
                  <a:schemeClr val="tx1"/>
                </a:solidFill>
              </a:rPr>
              <a:t>feedback</a:t>
            </a:r>
            <a:r>
              <a:rPr lang="es-ES" sz="1200" dirty="0">
                <a:solidFill>
                  <a:schemeClr val="tx1"/>
                </a:solidFill>
              </a:rPr>
              <a:t> rápido:  si es positivo, mejora su autoestima; si es negativo, les permite solucionar los problemas para mejorar.</a:t>
            </a:r>
          </a:p>
          <a:p>
            <a:pPr>
              <a:buFont typeface="Arial" pitchFamily="34" charset="0"/>
              <a:buChar char="•"/>
            </a:pPr>
            <a:r>
              <a:rPr lang="es-ES" sz="1200" dirty="0">
                <a:solidFill>
                  <a:schemeClr val="tx1"/>
                </a:solidFill>
              </a:rPr>
              <a:t> Les gusta ser responsables de sus</a:t>
            </a:r>
            <a:r>
              <a:rPr lang="es-ES" sz="1200" baseline="0" dirty="0">
                <a:solidFill>
                  <a:schemeClr val="tx1"/>
                </a:solidFill>
              </a:rPr>
              <a:t> tareas y, por tanto, de sus éxitos, de ahí que no les guste compartir retos grupales.</a:t>
            </a:r>
          </a:p>
          <a:p>
            <a:pPr>
              <a:buFont typeface="Arial" pitchFamily="34" charset="0"/>
              <a:buNone/>
            </a:pPr>
            <a:endParaRPr lang="es-ES" sz="1200" baseline="0" dirty="0">
              <a:solidFill>
                <a:schemeClr val="tx1"/>
              </a:solidFill>
            </a:endParaRPr>
          </a:p>
          <a:p>
            <a:pPr>
              <a:buFont typeface="Arial" pitchFamily="34" charset="0"/>
              <a:buNone/>
            </a:pPr>
            <a:r>
              <a:rPr lang="es-ES" sz="1200" baseline="0" dirty="0">
                <a:solidFill>
                  <a:schemeClr val="tx1"/>
                </a:solidFill>
              </a:rPr>
              <a:t>PERSONAS CON NECESIDAD DE AFILIACIÓN</a:t>
            </a:r>
          </a:p>
          <a:p>
            <a:pPr>
              <a:buFont typeface="Arial" pitchFamily="34" charset="0"/>
              <a:buChar char="•"/>
            </a:pPr>
            <a:r>
              <a:rPr lang="es-ES" sz="1200" baseline="0" dirty="0">
                <a:solidFill>
                  <a:schemeClr val="tx1"/>
                </a:solidFill>
              </a:rPr>
              <a:t> No les preocupa demasiado avanzar</a:t>
            </a:r>
          </a:p>
          <a:p>
            <a:pPr>
              <a:buFont typeface="Arial" pitchFamily="34" charset="0"/>
              <a:buChar char="•"/>
            </a:pPr>
            <a:r>
              <a:rPr lang="es-ES" sz="1200" baseline="0" dirty="0">
                <a:solidFill>
                  <a:schemeClr val="tx1"/>
                </a:solidFill>
              </a:rPr>
              <a:t> Buscan empleo “orientados a la gente”</a:t>
            </a:r>
          </a:p>
          <a:p>
            <a:pPr>
              <a:buFont typeface="Arial" pitchFamily="34" charset="0"/>
              <a:buChar char="•"/>
            </a:pPr>
            <a:r>
              <a:rPr lang="es-ES" sz="1200" baseline="0" dirty="0">
                <a:solidFill>
                  <a:schemeClr val="tx1"/>
                </a:solidFill>
              </a:rPr>
              <a:t> Necesitan un alto grado de acción interpersonal</a:t>
            </a:r>
          </a:p>
          <a:p>
            <a:pPr>
              <a:buFont typeface="Arial" pitchFamily="34" charset="0"/>
              <a:buNone/>
            </a:pPr>
            <a:endParaRPr lang="es-ES" sz="1200" baseline="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s-ES" sz="1200" baseline="0" dirty="0">
                <a:solidFill>
                  <a:schemeClr val="tx1"/>
                </a:solidFill>
              </a:rPr>
              <a:t>PERSONAS CON NECESIDAD DE PODER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s-ES" sz="1200" baseline="0" dirty="0">
                <a:solidFill>
                  <a:schemeClr val="tx1"/>
                </a:solidFill>
              </a:rPr>
              <a:t> Buscan puestos de influencia</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s-ES" sz="1200" baseline="0" dirty="0">
                <a:solidFill>
                  <a:schemeClr val="tx1"/>
                </a:solidFill>
              </a:rPr>
              <a:t>Disfrutan los trabajos con alto nivel de autoridad y poder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s-ES" sz="1200" baseline="0" dirty="0">
                <a:solidFill>
                  <a:schemeClr val="tx1"/>
                </a:solidFill>
              </a:rPr>
              <a:t> Necesitan autonomía</a:t>
            </a:r>
          </a:p>
          <a:p>
            <a:pPr>
              <a:buFont typeface="Arial" pitchFamily="34" charset="0"/>
              <a:buNone/>
            </a:pPr>
            <a:endParaRPr lang="es-ES" sz="1200" baseline="0" dirty="0">
              <a:solidFill>
                <a:schemeClr val="tx1"/>
              </a:solidFill>
            </a:endParaRPr>
          </a:p>
          <a:p>
            <a:pPr lvl="1">
              <a:buFont typeface="Arial" pitchFamily="34" charset="0"/>
              <a:buNone/>
            </a:pPr>
            <a:r>
              <a:rPr lang="es-ES" sz="1200" baseline="0" dirty="0">
                <a:solidFill>
                  <a:schemeClr val="tx1"/>
                </a:solidFill>
              </a:rPr>
              <a:t>Necesidad de LOGRO </a:t>
            </a:r>
            <a:r>
              <a:rPr lang="es-ES" sz="1200" baseline="0" dirty="0">
                <a:solidFill>
                  <a:schemeClr val="tx1"/>
                </a:solidFill>
                <a:sym typeface="Wingdings" pitchFamily="2" charset="2"/>
              </a:rPr>
              <a:t> </a:t>
            </a:r>
            <a:r>
              <a:rPr lang="es-ES" sz="1200" baseline="0" dirty="0" err="1">
                <a:solidFill>
                  <a:schemeClr val="tx1"/>
                </a:solidFill>
                <a:sym typeface="Wingdings" pitchFamily="2" charset="2"/>
              </a:rPr>
              <a:t>win</a:t>
            </a:r>
            <a:r>
              <a:rPr lang="es-ES" sz="1200" baseline="0" dirty="0">
                <a:solidFill>
                  <a:schemeClr val="tx1"/>
                </a:solidFill>
                <a:sym typeface="Wingdings" pitchFamily="2" charset="2"/>
              </a:rPr>
              <a:t> </a:t>
            </a:r>
            <a:r>
              <a:rPr lang="es-ES" sz="1200" baseline="0" dirty="0" err="1">
                <a:solidFill>
                  <a:schemeClr val="tx1"/>
                </a:solidFill>
                <a:sym typeface="Wingdings" pitchFamily="2" charset="2"/>
              </a:rPr>
              <a:t>to</a:t>
            </a:r>
            <a:r>
              <a:rPr lang="es-ES" sz="1200" baseline="0" dirty="0">
                <a:solidFill>
                  <a:schemeClr val="tx1"/>
                </a:solidFill>
                <a:sym typeface="Wingdings" pitchFamily="2" charset="2"/>
              </a:rPr>
              <a:t> </a:t>
            </a:r>
            <a:r>
              <a:rPr lang="es-ES" sz="1200" baseline="0" dirty="0" err="1">
                <a:solidFill>
                  <a:schemeClr val="tx1"/>
                </a:solidFill>
                <a:sym typeface="Wingdings" pitchFamily="2" charset="2"/>
              </a:rPr>
              <a:t>win</a:t>
            </a:r>
            <a:endParaRPr lang="es-ES" sz="1200" baseline="0" dirty="0">
              <a:solidFill>
                <a:schemeClr val="tx1"/>
              </a:solidFill>
              <a:sym typeface="Wingdings" pitchFamily="2" charset="2"/>
            </a:endParaRPr>
          </a:p>
          <a:p>
            <a:pPr lvl="1">
              <a:buFont typeface="Arial" pitchFamily="34" charset="0"/>
              <a:buNone/>
            </a:pPr>
            <a:r>
              <a:rPr lang="es-ES" sz="1200" baseline="0" dirty="0">
                <a:solidFill>
                  <a:schemeClr val="tx1"/>
                </a:solidFill>
                <a:sym typeface="Wingdings" pitchFamily="2" charset="2"/>
              </a:rPr>
              <a:t>Necesidad de PODER  yo gano – tú pierdes</a:t>
            </a:r>
          </a:p>
          <a:p>
            <a:pPr lvl="1">
              <a:buFont typeface="Arial" pitchFamily="34" charset="0"/>
              <a:buNone/>
            </a:pPr>
            <a:r>
              <a:rPr lang="es-ES" sz="1200" baseline="0" dirty="0">
                <a:solidFill>
                  <a:schemeClr val="tx1"/>
                </a:solidFill>
                <a:sym typeface="Wingdings" pitchFamily="2" charset="2"/>
              </a:rPr>
              <a:t>Necesidad de AFILIACIÓN dispuestas al yo pierdo – tú ganas</a:t>
            </a:r>
            <a:endParaRPr lang="es-ES" sz="1200" baseline="0" dirty="0">
              <a:solidFill>
                <a:schemeClr val="tx1"/>
              </a:solidFill>
            </a:endParaRPr>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14</a:t>
            </a:fld>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TEORÍA DE VROOM</a:t>
            </a:r>
          </a:p>
          <a:p>
            <a:r>
              <a:rPr lang="es-ES" dirty="0"/>
              <a:t>Qué</a:t>
            </a:r>
            <a:r>
              <a:rPr lang="es-ES" baseline="0" dirty="0"/>
              <a:t> explica que en un famoso equipo de fútbol, en el que todos los jugadores perciben sustanciosas remuneraciones, en el que la mayoría goza de un elevado reconocimiento social, haya jugadores desmotivados y que eso les impide ganar partidos? Por qué esos mismos jugadores, ante una determinada competición, se muestran muy motivados y en la siguiente no????</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15</a:t>
            </a:fld>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a:t>La motivación es</a:t>
            </a:r>
            <a:r>
              <a:rPr lang="es-ES" baseline="0" dirty="0"/>
              <a:t> producto del valor que el individuo pone en los posibles resultados de sus acciones y la expectativa de que sus metas se cumplan.</a:t>
            </a:r>
          </a:p>
          <a:p>
            <a:pPr algn="just"/>
            <a:r>
              <a:rPr lang="es-ES" baseline="0" dirty="0"/>
              <a:t>La importancia de esta teoría es la insistencia que hace en la individualidad y la variabilidad de las fuerzas motivadoras </a:t>
            </a:r>
            <a:r>
              <a:rPr lang="es-ES" baseline="0" dirty="0">
                <a:sym typeface="Wingdings" pitchFamily="2" charset="2"/>
              </a:rPr>
              <a:t> la fuerza es la motivación de una persona</a:t>
            </a:r>
            <a:endParaRPr lang="es-ES" dirty="0"/>
          </a:p>
        </p:txBody>
      </p:sp>
      <p:sp>
        <p:nvSpPr>
          <p:cNvPr id="4" name="3 Marcador de número de diapositiva"/>
          <p:cNvSpPr>
            <a:spLocks noGrp="1"/>
          </p:cNvSpPr>
          <p:nvPr>
            <p:ph type="sldNum" sz="quarter" idx="10"/>
          </p:nvPr>
        </p:nvSpPr>
        <p:spPr/>
        <p:txBody>
          <a:bodyPr/>
          <a:lstStyle/>
          <a:p>
            <a:fld id="{15295AE0-47E3-486F-858C-30E83B181DCF}" type="slidenum">
              <a:rPr lang="es-ES" smtClean="0"/>
              <a:pPr/>
              <a:t>16</a:t>
            </a:fld>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Marcador de imagen de diapositiva"/>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37891" name="2 Marcador de notas"/>
          <p:cNvSpPr>
            <a:spLocks noGrp="1"/>
          </p:cNvSpPr>
          <p:nvPr>
            <p:ph type="body" idx="1"/>
          </p:nvPr>
        </p:nvSpPr>
        <p:spPr bwMode="auto">
          <a:xfrm>
            <a:off x="685800" y="4343400"/>
            <a:ext cx="5486400" cy="4114800"/>
          </a:xfrm>
          <a:prstGeom prst="rect">
            <a:avLst/>
          </a:prstGeom>
          <a:noFill/>
        </p:spPr>
        <p:txBody>
          <a:bodyPr wrap="square" numCol="1" anchor="t" anchorCtr="0" compatLnSpc="1">
            <a:prstTxWarp prst="textNoShape">
              <a:avLst/>
            </a:prstTxWarp>
          </a:bodyPr>
          <a:lstStyle/>
          <a:p>
            <a:pPr eaLnBrk="1" hangingPunct="1">
              <a:spcBef>
                <a:spcPct val="0"/>
              </a:spcBef>
            </a:pPr>
            <a:endParaRPr lang="es-ES"/>
          </a:p>
        </p:txBody>
      </p:sp>
      <p:sp>
        <p:nvSpPr>
          <p:cNvPr id="52227"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779AA58-F26D-45E8-A821-15F5BE3624D1}" type="slidenum">
              <a:rPr lang="es-ES"/>
              <a:pPr fontAlgn="base">
                <a:spcBef>
                  <a:spcPct val="0"/>
                </a:spcBef>
                <a:spcAft>
                  <a:spcPct val="0"/>
                </a:spcAft>
                <a:defRPr/>
              </a:pPr>
              <a:t>19</a:t>
            </a:fld>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Marcador de imagen de diapositiva"/>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38915" name="2 Marcador de notas"/>
          <p:cNvSpPr>
            <a:spLocks noGrp="1"/>
          </p:cNvSpPr>
          <p:nvPr>
            <p:ph type="body" idx="1"/>
          </p:nvPr>
        </p:nvSpPr>
        <p:spPr bwMode="auto">
          <a:xfrm>
            <a:off x="685800" y="4343400"/>
            <a:ext cx="5486400" cy="4114800"/>
          </a:xfrm>
          <a:prstGeom prst="rect">
            <a:avLst/>
          </a:prstGeom>
          <a:noFill/>
        </p:spPr>
        <p:txBody>
          <a:bodyPr wrap="square" numCol="1" anchor="t" anchorCtr="0" compatLnSpc="1">
            <a:prstTxWarp prst="textNoShape">
              <a:avLst/>
            </a:prstTxWarp>
          </a:bodyPr>
          <a:lstStyle/>
          <a:p>
            <a:pPr eaLnBrk="1" hangingPunct="1">
              <a:spcBef>
                <a:spcPct val="0"/>
              </a:spcBef>
            </a:pPr>
            <a:endParaRPr lang="es-ES"/>
          </a:p>
        </p:txBody>
      </p:sp>
      <p:sp>
        <p:nvSpPr>
          <p:cNvPr id="54275"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C6AC3D4-07EF-4D9B-8756-294FB24C904E}" type="slidenum">
              <a:rPr lang="es-ES"/>
              <a:pPr fontAlgn="base">
                <a:spcBef>
                  <a:spcPct val="0"/>
                </a:spcBef>
                <a:spcAft>
                  <a:spcPct val="0"/>
                </a:spcAft>
                <a:defRPr/>
              </a:pPr>
              <a:t>20</a:t>
            </a:fld>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Marcador de imagen de diapositiva"/>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38915" name="2 Marcador de notas"/>
          <p:cNvSpPr>
            <a:spLocks noGrp="1"/>
          </p:cNvSpPr>
          <p:nvPr>
            <p:ph type="body" idx="1"/>
          </p:nvPr>
        </p:nvSpPr>
        <p:spPr bwMode="auto">
          <a:xfrm>
            <a:off x="685800" y="4343400"/>
            <a:ext cx="5486400" cy="4114800"/>
          </a:xfrm>
          <a:prstGeom prst="rect">
            <a:avLst/>
          </a:prstGeom>
          <a:noFill/>
        </p:spPr>
        <p:txBody>
          <a:bodyPr wrap="square" numCol="1" anchor="t" anchorCtr="0" compatLnSpc="1">
            <a:prstTxWarp prst="textNoShape">
              <a:avLst/>
            </a:prstTxWarp>
          </a:bodyPr>
          <a:lstStyle/>
          <a:p>
            <a:pPr eaLnBrk="1" hangingPunct="1">
              <a:spcBef>
                <a:spcPct val="0"/>
              </a:spcBef>
            </a:pPr>
            <a:endParaRPr lang="es-ES"/>
          </a:p>
        </p:txBody>
      </p:sp>
      <p:sp>
        <p:nvSpPr>
          <p:cNvPr id="54275"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C6AC3D4-07EF-4D9B-8756-294FB24C904E}" type="slidenum">
              <a:rPr lang="es-ES"/>
              <a:pPr fontAlgn="base">
                <a:spcBef>
                  <a:spcPct val="0"/>
                </a:spcBef>
                <a:spcAft>
                  <a:spcPct val="0"/>
                </a:spcAft>
                <a:defRPr/>
              </a:pPr>
              <a:t>21</a:t>
            </a:fld>
            <a:endParaRPr lang="es-ES"/>
          </a:p>
        </p:txBody>
      </p:sp>
    </p:spTree>
    <p:extLst>
      <p:ext uri="{BB962C8B-B14F-4D97-AF65-F5344CB8AC3E}">
        <p14:creationId xmlns:p14="http://schemas.microsoft.com/office/powerpoint/2010/main" val="2169062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imagen de diapositiva"/>
          <p:cNvSpPr>
            <a:spLocks noGrp="1" noRot="1" noChangeAspect="1" noTextEdi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40963" name="2 Marcador de notas"/>
          <p:cNvSpPr>
            <a:spLocks noGrp="1"/>
          </p:cNvSpPr>
          <p:nvPr>
            <p:ph type="body" idx="1"/>
          </p:nvPr>
        </p:nvSpPr>
        <p:spPr bwMode="auto">
          <a:xfrm>
            <a:off x="685800" y="4343400"/>
            <a:ext cx="5486400" cy="4114800"/>
          </a:xfrm>
          <a:prstGeom prst="rect">
            <a:avLst/>
          </a:prstGeom>
          <a:noFill/>
        </p:spPr>
        <p:txBody>
          <a:bodyPr wrap="square" numCol="1" anchor="t" anchorCtr="0" compatLnSpc="1">
            <a:prstTxWarp prst="textNoShape">
              <a:avLst/>
            </a:prstTxWarp>
          </a:bodyPr>
          <a:lstStyle/>
          <a:p>
            <a:pPr eaLnBrk="1" hangingPunct="1">
              <a:spcBef>
                <a:spcPct val="0"/>
              </a:spcBef>
            </a:pPr>
            <a:endParaRPr lang="es-ES"/>
          </a:p>
        </p:txBody>
      </p:sp>
      <p:sp>
        <p:nvSpPr>
          <p:cNvPr id="58371"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30AD576-FDCE-47AB-BE4B-3F115DEE2460}" type="slidenum">
              <a:rPr lang="es-ES"/>
              <a:pPr fontAlgn="base">
                <a:spcBef>
                  <a:spcPct val="0"/>
                </a:spcBef>
                <a:spcAft>
                  <a:spcPct val="0"/>
                </a:spcAft>
                <a:defRPr/>
              </a:pPr>
              <a:t>22</a:t>
            </a:fld>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1 Marcador de imagen de diapositiva">
            <a:extLst>
              <a:ext uri="{FF2B5EF4-FFF2-40B4-BE49-F238E27FC236}">
                <a16:creationId xmlns:a16="http://schemas.microsoft.com/office/drawing/2014/main" id="{2150981A-2900-48A3-8DBA-1261043BB3F4}"/>
              </a:ext>
            </a:extLst>
          </p:cNvPr>
          <p:cNvSpPr>
            <a:spLocks noGrp="1" noRot="1" noChangeAspect="1" noTextEdit="1"/>
          </p:cNvSpPr>
          <p:nvPr>
            <p:ph type="sldImg"/>
          </p:nvPr>
        </p:nvSpPr>
        <p:spPr>
          <a:ln/>
        </p:spPr>
      </p:sp>
      <p:sp>
        <p:nvSpPr>
          <p:cNvPr id="215043" name="2 Marcador de notas">
            <a:extLst>
              <a:ext uri="{FF2B5EF4-FFF2-40B4-BE49-F238E27FC236}">
                <a16:creationId xmlns:a16="http://schemas.microsoft.com/office/drawing/2014/main" id="{93AAE9B5-30AB-4106-A752-D6F8244B64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s-ES" altLang="es-ES"/>
          </a:p>
        </p:txBody>
      </p:sp>
      <p:sp>
        <p:nvSpPr>
          <p:cNvPr id="215044" name="3 Marcador de número de diapositiva">
            <a:extLst>
              <a:ext uri="{FF2B5EF4-FFF2-40B4-BE49-F238E27FC236}">
                <a16:creationId xmlns:a16="http://schemas.microsoft.com/office/drawing/2014/main" id="{69A888A6-CEBF-4E5A-B51D-1801E954F9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301A970-609F-413F-99CD-D2789BDF9C97}" type="slidenum">
              <a:rPr lang="es-ES" altLang="es-ES">
                <a:latin typeface="Arial" panose="020B0604020202020204" pitchFamily="34" charset="0"/>
              </a:rPr>
              <a:pPr>
                <a:spcBef>
                  <a:spcPct val="0"/>
                </a:spcBef>
              </a:pPr>
              <a:t>23</a:t>
            </a:fld>
            <a:endParaRPr lang="es-ES" altLang="es-E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1 Marcador de imagen de diapositiva">
            <a:extLst>
              <a:ext uri="{FF2B5EF4-FFF2-40B4-BE49-F238E27FC236}">
                <a16:creationId xmlns:a16="http://schemas.microsoft.com/office/drawing/2014/main" id="{5EDAC865-53A0-4F9F-B2A5-5A5E03957474}"/>
              </a:ext>
            </a:extLst>
          </p:cNvPr>
          <p:cNvSpPr>
            <a:spLocks noGrp="1" noRot="1" noChangeAspect="1" noTextEdit="1"/>
          </p:cNvSpPr>
          <p:nvPr>
            <p:ph type="sldImg"/>
          </p:nvPr>
        </p:nvSpPr>
        <p:spPr>
          <a:ln/>
        </p:spPr>
      </p:sp>
      <p:sp>
        <p:nvSpPr>
          <p:cNvPr id="217091" name="2 Marcador de notas">
            <a:extLst>
              <a:ext uri="{FF2B5EF4-FFF2-40B4-BE49-F238E27FC236}">
                <a16:creationId xmlns:a16="http://schemas.microsoft.com/office/drawing/2014/main" id="{D1E0F19F-B88E-4970-923B-A78BE2F10C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s-ES" altLang="es-ES"/>
          </a:p>
        </p:txBody>
      </p:sp>
      <p:sp>
        <p:nvSpPr>
          <p:cNvPr id="217092" name="3 Marcador de número de diapositiva">
            <a:extLst>
              <a:ext uri="{FF2B5EF4-FFF2-40B4-BE49-F238E27FC236}">
                <a16:creationId xmlns:a16="http://schemas.microsoft.com/office/drawing/2014/main" id="{BAEF0045-F654-497B-80BD-069BA0622F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7767155-086B-4878-93A8-B5FFED9A5353}" type="slidenum">
              <a:rPr lang="es-ES" altLang="es-ES">
                <a:latin typeface="Arial" panose="020B0604020202020204" pitchFamily="34" charset="0"/>
              </a:rPr>
              <a:pPr>
                <a:spcBef>
                  <a:spcPct val="0"/>
                </a:spcBef>
              </a:pPr>
              <a:t>24</a:t>
            </a:fld>
            <a:endParaRPr lang="es-ES" altLang="es-E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FF0DA8-EE52-53B1-D7D4-856DD1D8A99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93139598-0E86-1636-68A7-C4D2D0900B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51D7F059-601C-F0E0-4768-40C941E6AF57}"/>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5" name="Marcador de pie de página 4">
            <a:extLst>
              <a:ext uri="{FF2B5EF4-FFF2-40B4-BE49-F238E27FC236}">
                <a16:creationId xmlns:a16="http://schemas.microsoft.com/office/drawing/2014/main" id="{2C4995EE-85FC-EBCE-7736-4F2C8F2731A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38978FA-A6D9-7D9A-2623-07696433ED51}"/>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234297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41575-18EA-DAE4-16B8-B7F4B67DA49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E9BC17A-FE2B-8FCA-7B55-34D3B07CA95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00F2C26-3689-E449-7437-36098AEE64C5}"/>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5" name="Marcador de pie de página 4">
            <a:extLst>
              <a:ext uri="{FF2B5EF4-FFF2-40B4-BE49-F238E27FC236}">
                <a16:creationId xmlns:a16="http://schemas.microsoft.com/office/drawing/2014/main" id="{281BD840-2596-60BE-A0F8-B1F089E32A7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9A5505E-62E0-DAA1-4C77-F6582FF1D6B7}"/>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484536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D3AC18-658F-2BDF-112B-C9A25B55052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FFE9587-01D8-569A-2676-204B3AB5E4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C5597CE-356B-F48C-599B-3B2969FE2CE8}"/>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5" name="Marcador de pie de página 4">
            <a:extLst>
              <a:ext uri="{FF2B5EF4-FFF2-40B4-BE49-F238E27FC236}">
                <a16:creationId xmlns:a16="http://schemas.microsoft.com/office/drawing/2014/main" id="{03BB0636-778B-93D9-7418-2336C8C1106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2BAA532-6C29-DF86-5601-65BB4D7D8B48}"/>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1096725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53D44D-907E-8D35-CCE8-C1FC6C6EEF3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5F48DA0-E4B2-3C9B-A1DC-32767B7E716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50BC344-84CF-9B9B-0281-5C88BE1438A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157CCEB3-05F5-AAC1-D301-015C27BC2AFD}"/>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6" name="Marcador de pie de página 5">
            <a:extLst>
              <a:ext uri="{FF2B5EF4-FFF2-40B4-BE49-F238E27FC236}">
                <a16:creationId xmlns:a16="http://schemas.microsoft.com/office/drawing/2014/main" id="{5F5A86CB-D4DF-DBF6-10D5-155F7F66456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38ECDA3-7B6A-D3A7-7627-F623DBFF1227}"/>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4179472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628FE5-887D-4CB5-91B7-C919AA1FCBAC}"/>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6CB66E70-6286-7E39-0816-F21473AC05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F3336F9-1836-4061-470C-A79A51EE179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DC8A97E-4986-A4AF-6D1D-291E038001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4AD5A27-90F4-E7F1-FCF3-AB1B44F0ED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72A10992-97BC-60A8-BB05-916BA7B96652}"/>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8" name="Marcador de pie de página 7">
            <a:extLst>
              <a:ext uri="{FF2B5EF4-FFF2-40B4-BE49-F238E27FC236}">
                <a16:creationId xmlns:a16="http://schemas.microsoft.com/office/drawing/2014/main" id="{C6263687-2E4B-8F8A-C8F5-7E25BB5E922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702751C2-BDBF-D3F8-9AD2-6D92331B9F85}"/>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3303157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9D3D2C-2F24-4E09-4C07-5EB6B3F8B9A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3AE1801-A2E9-9FAC-88A5-84ABE43A8409}"/>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4" name="Marcador de pie de página 3">
            <a:extLst>
              <a:ext uri="{FF2B5EF4-FFF2-40B4-BE49-F238E27FC236}">
                <a16:creationId xmlns:a16="http://schemas.microsoft.com/office/drawing/2014/main" id="{F20F64A6-8490-FDB4-3B32-EC15B2BBF71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F95E127-D2F3-46F0-CC55-F090529B0D24}"/>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234380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089EB3F-3A19-363E-EB72-34D08A1FC4EF}"/>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3" name="Marcador de pie de página 2">
            <a:extLst>
              <a:ext uri="{FF2B5EF4-FFF2-40B4-BE49-F238E27FC236}">
                <a16:creationId xmlns:a16="http://schemas.microsoft.com/office/drawing/2014/main" id="{01E5E99C-89EE-CA56-62F6-800A34D3336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010FD41-8032-0B68-2AF3-CB2C291DCFE6}"/>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3412479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ED815-A5F1-800A-6D68-35DBF134F94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FDB7402-0FFD-A062-F362-8BB34EC6F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67DBD360-B6A0-6F03-D0A5-E603D1DFC3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17C0948-7E0F-85EF-85B6-69E2E046428E}"/>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6" name="Marcador de pie de página 5">
            <a:extLst>
              <a:ext uri="{FF2B5EF4-FFF2-40B4-BE49-F238E27FC236}">
                <a16:creationId xmlns:a16="http://schemas.microsoft.com/office/drawing/2014/main" id="{1572942E-1910-E3F9-4926-00C09380C5A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9ADDA9B-2CC9-0029-396C-5D36D6037F63}"/>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3465279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A72873-ACB4-1E13-38F7-ACB9E2D1979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CDBF112-669F-C093-A2D5-CD23A9E761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428964E-2671-9FC2-DA68-67965080B9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5EC5FD8-A542-0191-0F38-DA87405ADFF4}"/>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6" name="Marcador de pie de página 5">
            <a:extLst>
              <a:ext uri="{FF2B5EF4-FFF2-40B4-BE49-F238E27FC236}">
                <a16:creationId xmlns:a16="http://schemas.microsoft.com/office/drawing/2014/main" id="{15F740B9-F226-6991-B651-608DD2647AE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017607E-4FDD-E7CC-6E01-00C53803B3EF}"/>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1314488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6DEE32-5FEA-8757-174F-A26D878B08BE}"/>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B0E6D7C-A179-65D2-132B-D579EE7835F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9AC02BE-12E4-F3F0-2010-4AF916519524}"/>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5" name="Marcador de pie de página 4">
            <a:extLst>
              <a:ext uri="{FF2B5EF4-FFF2-40B4-BE49-F238E27FC236}">
                <a16:creationId xmlns:a16="http://schemas.microsoft.com/office/drawing/2014/main" id="{B2883DF7-A510-ECCF-04B1-21A4F5559A3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5F5F403-6348-CC0E-F958-4731E682C678}"/>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251610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D2AFD91-CA74-18AA-A904-D113FECFD30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ADFCFA2-8DB8-B559-0C63-5DF8BB0C28B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F60926A-E6A8-15B2-704E-986CFBB8C650}"/>
              </a:ext>
            </a:extLst>
          </p:cNvPr>
          <p:cNvSpPr>
            <a:spLocks noGrp="1"/>
          </p:cNvSpPr>
          <p:nvPr>
            <p:ph type="dt" sz="half" idx="10"/>
          </p:nvPr>
        </p:nvSpPr>
        <p:spPr/>
        <p:txBody>
          <a:bodyPr/>
          <a:lstStyle/>
          <a:p>
            <a:fld id="{F20486F4-958C-4C00-91BF-70CB4B38C4BF}" type="datetimeFigureOut">
              <a:rPr lang="es-ES" smtClean="0"/>
              <a:t>21/10/2024</a:t>
            </a:fld>
            <a:endParaRPr lang="es-ES"/>
          </a:p>
        </p:txBody>
      </p:sp>
      <p:sp>
        <p:nvSpPr>
          <p:cNvPr id="5" name="Marcador de pie de página 4">
            <a:extLst>
              <a:ext uri="{FF2B5EF4-FFF2-40B4-BE49-F238E27FC236}">
                <a16:creationId xmlns:a16="http://schemas.microsoft.com/office/drawing/2014/main" id="{23A505E5-338F-12B7-8839-AD4E28C3326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7C5EE44-E5AD-629F-721C-379EEC17BA2D}"/>
              </a:ext>
            </a:extLst>
          </p:cNvPr>
          <p:cNvSpPr>
            <a:spLocks noGrp="1"/>
          </p:cNvSpPr>
          <p:nvPr>
            <p:ph type="sldNum" sz="quarter" idx="12"/>
          </p:nvPr>
        </p:nvSpPr>
        <p:spPr/>
        <p:txBody>
          <a:bodyPr/>
          <a:lstStyle/>
          <a:p>
            <a:fld id="{A1DC7243-8E5D-498F-B5E8-18A4CB34B56B}" type="slidenum">
              <a:rPr lang="es-ES" smtClean="0"/>
              <a:t>‹Nº›</a:t>
            </a:fld>
            <a:endParaRPr lang="es-ES"/>
          </a:p>
        </p:txBody>
      </p:sp>
    </p:spTree>
    <p:extLst>
      <p:ext uri="{BB962C8B-B14F-4D97-AF65-F5344CB8AC3E}">
        <p14:creationId xmlns:p14="http://schemas.microsoft.com/office/powerpoint/2010/main" val="3593895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oque Naranj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flip="none" rotWithShape="1">
            <a:gsLst>
              <a:gs pos="0">
                <a:srgbClr val="FFFFFF"/>
              </a:gs>
              <a:gs pos="7001">
                <a:srgbClr val="E6E6E6"/>
              </a:gs>
              <a:gs pos="100000">
                <a:srgbClr val="7D8496"/>
              </a:gs>
              <a:gs pos="47000">
                <a:srgbClr val="E6E6E6"/>
              </a:gs>
              <a:gs pos="85001">
                <a:srgbClr val="7D8496"/>
              </a:gs>
              <a:gs pos="100000">
                <a:srgbClr val="E6E6E6"/>
              </a:gs>
            </a:gsLst>
            <a:lin ang="13500000" scaled="1"/>
            <a:tileRect/>
          </a:gradFill>
        </p:spPr>
        <p:style>
          <a:lnRef idx="0">
            <a:schemeClr val="accent6"/>
          </a:lnRef>
          <a:fillRef idx="1002">
            <a:schemeClr val="dk2"/>
          </a:fillRef>
          <a:effectRef idx="3">
            <a:schemeClr val="accent6"/>
          </a:effectRef>
          <a:fontRef idx="none"/>
        </p:style>
        <p:txBody>
          <a:bodyPr/>
          <a:lstStyle>
            <a:lvl1pPr algn="ctr">
              <a:defRPr>
                <a:solidFill>
                  <a:schemeClr val="tx1"/>
                </a:solidFill>
              </a:defRPr>
            </a:lvl1pPr>
          </a:lstStyle>
          <a:p>
            <a:r>
              <a:rPr lang="es-ES" dirty="0"/>
              <a:t>Haga clic para modificar el estilo de título del patrón</a:t>
            </a:r>
          </a:p>
        </p:txBody>
      </p:sp>
      <p:sp>
        <p:nvSpPr>
          <p:cNvPr id="4" name="2 Marcador de pie de página"/>
          <p:cNvSpPr>
            <a:spLocks noGrp="1"/>
          </p:cNvSpPr>
          <p:nvPr>
            <p:ph type="ftr" sz="quarter" idx="10"/>
          </p:nvPr>
        </p:nvSpPr>
        <p:spPr>
          <a:xfrm>
            <a:off x="4559830" y="6185744"/>
            <a:ext cx="3743821" cy="555625"/>
          </a:xfrm>
        </p:spPr>
        <p:txBody>
          <a:bodyPr/>
          <a:lstStyle/>
          <a:p>
            <a:pPr>
              <a:defRPr/>
            </a:pPr>
            <a:endParaRPr lang="es-ES"/>
          </a:p>
        </p:txBody>
      </p:sp>
      <p:sp>
        <p:nvSpPr>
          <p:cNvPr id="5" name="5 Marcador de número de diapositiva"/>
          <p:cNvSpPr>
            <a:spLocks noGrp="1"/>
          </p:cNvSpPr>
          <p:nvPr>
            <p:ph type="sldNum" sz="quarter" idx="4"/>
          </p:nvPr>
        </p:nvSpPr>
        <p:spPr>
          <a:xfrm>
            <a:off x="47328" y="6232228"/>
            <a:ext cx="960107"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205483" y="6165304"/>
            <a:ext cx="672075"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71011736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Bloque Naranj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flip="none" rotWithShape="1">
            <a:gsLst>
              <a:gs pos="0">
                <a:srgbClr val="E37D31">
                  <a:shade val="30000"/>
                  <a:satMod val="115000"/>
                </a:srgbClr>
              </a:gs>
              <a:gs pos="50000">
                <a:srgbClr val="E37D31">
                  <a:shade val="67500"/>
                  <a:satMod val="115000"/>
                </a:srgbClr>
              </a:gs>
              <a:gs pos="100000">
                <a:srgbClr val="E37D31">
                  <a:shade val="100000"/>
                  <a:satMod val="115000"/>
                </a:srgbClr>
              </a:gs>
            </a:gsLst>
            <a:lin ang="8346000" scaled="0"/>
            <a:tileRect/>
          </a:gradFill>
        </p:spPr>
        <p:style>
          <a:lnRef idx="0">
            <a:schemeClr val="accent6"/>
          </a:lnRef>
          <a:fillRef idx="1002">
            <a:schemeClr val="dk2"/>
          </a:fillRef>
          <a:effectRef idx="3">
            <a:schemeClr val="accent6"/>
          </a:effectRef>
          <a:fontRef idx="none"/>
        </p:style>
        <p:txBody>
          <a:bodyPr/>
          <a:lstStyle>
            <a:lvl1pPr algn="ctr">
              <a:defRPr>
                <a:solidFill>
                  <a:schemeClr val="bg1"/>
                </a:solidFill>
              </a:defRPr>
            </a:lvl1pPr>
          </a:lstStyle>
          <a:p>
            <a:r>
              <a:rPr lang="es-ES" dirty="0"/>
              <a:t>Haga clic para modificar el estilo de título del patrón</a:t>
            </a:r>
          </a:p>
        </p:txBody>
      </p:sp>
      <p:sp>
        <p:nvSpPr>
          <p:cNvPr id="4" name="2 Marcador de pie de página"/>
          <p:cNvSpPr>
            <a:spLocks noGrp="1"/>
          </p:cNvSpPr>
          <p:nvPr>
            <p:ph type="ftr" sz="quarter" idx="10"/>
          </p:nvPr>
        </p:nvSpPr>
        <p:spPr>
          <a:xfrm>
            <a:off x="4559830" y="6185744"/>
            <a:ext cx="3743821" cy="555625"/>
          </a:xfrm>
        </p:spPr>
        <p:txBody>
          <a:bodyPr/>
          <a:lstStyle/>
          <a:p>
            <a:pPr>
              <a:defRPr/>
            </a:pPr>
            <a:endParaRPr lang="es-ES" dirty="0"/>
          </a:p>
        </p:txBody>
      </p:sp>
      <p:sp>
        <p:nvSpPr>
          <p:cNvPr id="5" name="5 Marcador de número de diapositiva"/>
          <p:cNvSpPr>
            <a:spLocks noGrp="1"/>
          </p:cNvSpPr>
          <p:nvPr>
            <p:ph type="sldNum" sz="quarter" idx="4"/>
          </p:nvPr>
        </p:nvSpPr>
        <p:spPr>
          <a:xfrm>
            <a:off x="47328" y="6232228"/>
            <a:ext cx="960107"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fontAlgn="base">
              <a:spcBef>
                <a:spcPct val="0"/>
              </a:spcBef>
              <a:spcAft>
                <a:spcPct val="0"/>
              </a:spcAft>
            </a:pPr>
            <a:fld id="{3A50B82F-E44A-4FE6-8B99-53CD253DED7E}" type="slidenum">
              <a:rPr lang="es-ES" smtClean="0"/>
              <a:pPr fontAlgn="base">
                <a:spcBef>
                  <a:spcPct val="0"/>
                </a:spcBef>
                <a:spcAft>
                  <a:spcPct val="0"/>
                </a:spcAft>
              </a:pPr>
              <a:t>‹Nº›</a:t>
            </a:fld>
            <a:endParaRPr lang="es-ES" dirty="0"/>
          </a:p>
        </p:txBody>
      </p:sp>
      <p:sp>
        <p:nvSpPr>
          <p:cNvPr id="6" name="5 Elipse"/>
          <p:cNvSpPr/>
          <p:nvPr userDrawn="1"/>
        </p:nvSpPr>
        <p:spPr>
          <a:xfrm>
            <a:off x="205483" y="6165304"/>
            <a:ext cx="672075"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s-ES" sz="1800" u="sng">
              <a:solidFill>
                <a:srgbClr val="DEF6F1"/>
              </a:solidFill>
            </a:endParaRPr>
          </a:p>
        </p:txBody>
      </p:sp>
    </p:spTree>
    <p:extLst>
      <p:ext uri="{BB962C8B-B14F-4D97-AF65-F5344CB8AC3E}">
        <p14:creationId xmlns:p14="http://schemas.microsoft.com/office/powerpoint/2010/main" val="191631927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Bloque azul">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a:gsLst>
              <a:gs pos="0">
                <a:schemeClr val="accent6">
                  <a:shade val="60000"/>
                </a:schemeClr>
              </a:gs>
              <a:gs pos="33000">
                <a:schemeClr val="accent6">
                  <a:tint val="86500"/>
                </a:schemeClr>
              </a:gs>
              <a:gs pos="46750">
                <a:schemeClr val="accent6">
                  <a:tint val="71000"/>
                  <a:satMod val="112000"/>
                </a:schemeClr>
              </a:gs>
              <a:gs pos="53000">
                <a:schemeClr val="accent6">
                  <a:tint val="71000"/>
                  <a:satMod val="112000"/>
                </a:schemeClr>
              </a:gs>
              <a:gs pos="68000">
                <a:schemeClr val="accent6">
                  <a:tint val="86000"/>
                </a:schemeClr>
              </a:gs>
              <a:gs pos="100000">
                <a:schemeClr val="accent6">
                  <a:shade val="60000"/>
                </a:schemeClr>
              </a:gs>
            </a:gsLst>
            <a:lin ang="8350000" scaled="1"/>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a:t>Haga clic para modificar el estilo de título del patrón</a:t>
            </a:r>
            <a:endParaRPr lang="es-ES" dirty="0"/>
          </a:p>
        </p:txBody>
      </p:sp>
      <p:sp>
        <p:nvSpPr>
          <p:cNvPr id="4" name="2 Marcador de pie de página"/>
          <p:cNvSpPr>
            <a:spLocks noGrp="1"/>
          </p:cNvSpPr>
          <p:nvPr>
            <p:ph type="ftr" sz="quarter" idx="10"/>
          </p:nvPr>
        </p:nvSpPr>
        <p:spPr>
          <a:xfrm>
            <a:off x="4559830" y="6185744"/>
            <a:ext cx="3743821" cy="555625"/>
          </a:xfrm>
        </p:spPr>
        <p:txBody>
          <a:bodyPr/>
          <a:lstStyle/>
          <a:p>
            <a:pPr>
              <a:defRPr/>
            </a:pPr>
            <a:endParaRPr lang="es-ES"/>
          </a:p>
        </p:txBody>
      </p:sp>
      <p:sp>
        <p:nvSpPr>
          <p:cNvPr id="5" name="5 Marcador de número de diapositiva"/>
          <p:cNvSpPr>
            <a:spLocks noGrp="1"/>
          </p:cNvSpPr>
          <p:nvPr>
            <p:ph type="sldNum" sz="quarter" idx="4"/>
          </p:nvPr>
        </p:nvSpPr>
        <p:spPr>
          <a:xfrm>
            <a:off x="47328" y="6232228"/>
            <a:ext cx="960107" cy="365125"/>
          </a:xfrm>
          <a:prstGeom prst="rect">
            <a:avLst/>
          </a:prstGeom>
        </p:spPr>
        <p:txBody>
          <a:bodyPr vert="horz" lIns="91440" tIns="45720" rIns="91440" bIns="45720" rtlCol="0" anchor="ctr"/>
          <a:lstStyle>
            <a:lvl1pPr algn="ctr">
              <a:defRPr sz="1400" b="1" u="none">
                <a:solidFill>
                  <a:srgbClr val="C00000"/>
                </a:solidFill>
                <a:latin typeface="+mj-lt"/>
              </a:defRPr>
            </a:lvl1pPr>
          </a:lstStyle>
          <a:p>
            <a:pPr>
              <a:defRPr/>
            </a:pPr>
            <a:fld id="{031E6992-B48E-4E13-A9CD-F20B6AAC6FC2}" type="slidenum">
              <a:rPr lang="es-ES" smtClean="0"/>
              <a:pPr>
                <a:defRPr/>
              </a:pPr>
              <a:t>‹Nº›</a:t>
            </a:fld>
            <a:endParaRPr lang="es-ES"/>
          </a:p>
        </p:txBody>
      </p:sp>
      <p:sp>
        <p:nvSpPr>
          <p:cNvPr id="6" name="5 Elipse"/>
          <p:cNvSpPr/>
          <p:nvPr/>
        </p:nvSpPr>
        <p:spPr>
          <a:xfrm>
            <a:off x="205483" y="6165304"/>
            <a:ext cx="672075" cy="504056"/>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41360259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405601F-BC4B-D819-DEA6-62D537AD8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38CD17D-F8CA-311F-EFBF-1292DF039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6705EF4-DC62-C14E-EEE0-7F6BDB8B45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486F4-958C-4C00-91BF-70CB4B38C4BF}" type="datetimeFigureOut">
              <a:rPr lang="es-ES" smtClean="0"/>
              <a:t>21/10/2024</a:t>
            </a:fld>
            <a:endParaRPr lang="es-ES"/>
          </a:p>
        </p:txBody>
      </p:sp>
      <p:sp>
        <p:nvSpPr>
          <p:cNvPr id="5" name="Marcador de pie de página 4">
            <a:extLst>
              <a:ext uri="{FF2B5EF4-FFF2-40B4-BE49-F238E27FC236}">
                <a16:creationId xmlns:a16="http://schemas.microsoft.com/office/drawing/2014/main" id="{388341C4-AA50-293E-D0B2-AA1EA4BCA8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3E92CCF4-40A7-DF89-19EE-6918FCDBFF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C7243-8E5D-498F-B5E8-18A4CB34B56B}" type="slidenum">
              <a:rPr lang="es-ES" smtClean="0"/>
              <a:t>‹Nº›</a:t>
            </a:fld>
            <a:endParaRPr lang="es-ES"/>
          </a:p>
        </p:txBody>
      </p:sp>
    </p:spTree>
    <p:extLst>
      <p:ext uri="{BB962C8B-B14F-4D97-AF65-F5344CB8AC3E}">
        <p14:creationId xmlns:p14="http://schemas.microsoft.com/office/powerpoint/2010/main" val="2608725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images.google.com.ar/imgres?imgurl=http://www.citrusheights.net/images/j0387733.jpg&amp;imgrefurl=http://www.citrusheights.net/home/index.asp%3Fpage%3D10%26recordid%3D1326&amp;usg=__aSFcYmRD3Rw66ZqORXjO7d8Zt_U=&amp;h=428&amp;w=600&amp;sz=19&amp;hl=es&amp;start=110&amp;um=1&amp;tbnid=cJNvhHBjt1rZLM:&amp;tbnh=96&amp;tbnw=135&amp;prev=/images%3Fq%3Dleadership%26ndsp%3D18%26hl%3Des%26rlz%3D1R2GGLL_es%26sa%3DN%26start%3D108%26um%3D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209800" y="836713"/>
            <a:ext cx="7772400" cy="1470025"/>
          </a:xfrm>
          <a:prstGeom prst="roundRect">
            <a:avLst/>
          </a:prstGeom>
          <a:solidFill>
            <a:srgbClr val="C00000"/>
          </a:solidFill>
          <a:effectLst>
            <a:outerShdw blurRad="76200" dir="18900000" sy="23000" kx="-1200000" algn="bl" rotWithShape="0">
              <a:prstClr val="black">
                <a:alpha val="20000"/>
              </a:prstClr>
            </a:outerShdw>
          </a:effectLst>
        </p:spPr>
        <p:txBody>
          <a:bodyPr>
            <a:noAutofit/>
          </a:bodyPr>
          <a:lstStyle/>
          <a:p>
            <a:pPr eaLnBrk="1" hangingPunct="1">
              <a:defRPr/>
            </a:pPr>
            <a:r>
              <a:rPr lang="es-ES_tradnl" sz="3200" dirty="0">
                <a:solidFill>
                  <a:schemeClr val="bg1"/>
                </a:solidFill>
                <a:latin typeface="+mj-lt"/>
              </a:rPr>
              <a:t>EMPRENDIMIENTO E INNOVACIÓN EN ROBÓTICA</a:t>
            </a:r>
            <a:br>
              <a:rPr lang="es-ES_tradnl" sz="3200" dirty="0">
                <a:solidFill>
                  <a:schemeClr val="bg1"/>
                </a:solidFill>
                <a:latin typeface="+mj-lt"/>
              </a:rPr>
            </a:br>
            <a:r>
              <a:rPr lang="es-ES_tradnl" sz="3200" dirty="0">
                <a:solidFill>
                  <a:schemeClr val="bg1"/>
                </a:solidFill>
                <a:latin typeface="+mj-lt"/>
              </a:rPr>
              <a:t>Curso 2024-2025</a:t>
            </a:r>
          </a:p>
        </p:txBody>
      </p:sp>
      <p:sp>
        <p:nvSpPr>
          <p:cNvPr id="3" name="2 Subtítulo"/>
          <p:cNvSpPr>
            <a:spLocks noGrp="1"/>
          </p:cNvSpPr>
          <p:nvPr>
            <p:ph type="subTitle" idx="1"/>
          </p:nvPr>
        </p:nvSpPr>
        <p:spPr>
          <a:xfrm>
            <a:off x="2895600" y="3044552"/>
            <a:ext cx="6400800" cy="1752600"/>
          </a:xfrm>
          <a:prstGeom prst="roundRect">
            <a:avLst/>
          </a:prstGeom>
          <a:ln/>
        </p:spPr>
        <p:style>
          <a:lnRef idx="2">
            <a:schemeClr val="accent5"/>
          </a:lnRef>
          <a:fillRef idx="1">
            <a:schemeClr val="lt1"/>
          </a:fillRef>
          <a:effectRef idx="0">
            <a:schemeClr val="accent5"/>
          </a:effectRef>
          <a:fontRef idx="minor">
            <a:schemeClr val="dk1"/>
          </a:fontRef>
        </p:style>
        <p:txBody>
          <a:bodyPr anchor="ctr"/>
          <a:lstStyle/>
          <a:p>
            <a:pPr eaLnBrk="1" hangingPunct="1">
              <a:defRPr/>
            </a:pPr>
            <a:r>
              <a:rPr lang="es-ES_tradnl" sz="2800" dirty="0">
                <a:solidFill>
                  <a:srgbClr val="000000"/>
                </a:solidFill>
              </a:rPr>
              <a:t>TEMA 5:</a:t>
            </a:r>
          </a:p>
          <a:p>
            <a:pPr eaLnBrk="1" hangingPunct="1">
              <a:defRPr/>
            </a:pPr>
            <a:r>
              <a:rPr lang="es-ES_tradnl" sz="2800" dirty="0">
                <a:solidFill>
                  <a:srgbClr val="000000"/>
                </a:solidFill>
              </a:rPr>
              <a:t>Dirección y Control</a:t>
            </a:r>
          </a:p>
        </p:txBody>
      </p:sp>
      <p:sp>
        <p:nvSpPr>
          <p:cNvPr id="4" name="2 Subtítulo">
            <a:extLst>
              <a:ext uri="{FF2B5EF4-FFF2-40B4-BE49-F238E27FC236}">
                <a16:creationId xmlns:a16="http://schemas.microsoft.com/office/drawing/2014/main" id="{D05D6F69-66B3-41CA-977A-677FF5EA3C53}"/>
              </a:ext>
            </a:extLst>
          </p:cNvPr>
          <p:cNvSpPr txBox="1">
            <a:spLocks/>
          </p:cNvSpPr>
          <p:nvPr/>
        </p:nvSpPr>
        <p:spPr bwMode="auto">
          <a:xfrm>
            <a:off x="3143672" y="5157192"/>
            <a:ext cx="6120680" cy="1080120"/>
          </a:xfrm>
          <a:prstGeom prst="roundRect">
            <a:avLst/>
          </a:prstGeom>
          <a:noFill/>
          <a:ln w="25400" cap="flat" cmpd="sng" algn="ctr">
            <a:noFill/>
            <a:prstDash val="solid"/>
            <a:miter lim="800000"/>
            <a:headEnd/>
            <a:tailEnd/>
          </a:ln>
          <a:effectLst>
            <a:outerShdw blurRad="76200" dir="18900000" sy="23000" kx="-1200000" algn="bl" rotWithShape="0">
              <a:prstClr val="black">
                <a:alpha val="20000"/>
              </a:prstClr>
            </a:outerShdw>
          </a:effec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bodyPr>
          <a:lstStyle/>
          <a:p>
            <a:pPr algn="ctr" fontAlgn="base">
              <a:spcBef>
                <a:spcPct val="20000"/>
              </a:spcBef>
              <a:spcAft>
                <a:spcPct val="0"/>
              </a:spcAft>
              <a:defRPr/>
            </a:pPr>
            <a:r>
              <a:rPr lang="es-ES_tradnl" sz="2000" kern="0" dirty="0">
                <a:solidFill>
                  <a:srgbClr val="000000"/>
                </a:solidFill>
              </a:rPr>
              <a:t>Grado en ingeniería de robótica de software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2</a:t>
            </a:fld>
            <a:endParaRPr lang="es-ES"/>
          </a:p>
        </p:txBody>
      </p:sp>
      <p:sp>
        <p:nvSpPr>
          <p:cNvPr id="10" name="Rectangle 2">
            <a:extLst>
              <a:ext uri="{FF2B5EF4-FFF2-40B4-BE49-F238E27FC236}">
                <a16:creationId xmlns:a16="http://schemas.microsoft.com/office/drawing/2014/main" id="{B06D697F-B0FA-4C1D-BCC1-C76EDA6F8A71}"/>
              </a:ext>
            </a:extLst>
          </p:cNvPr>
          <p:cNvSpPr txBox="1">
            <a:spLocks noChangeArrowheads="1"/>
          </p:cNvSpPr>
          <p:nvPr/>
        </p:nvSpPr>
        <p:spPr bwMode="auto">
          <a:xfrm>
            <a:off x="1007435" y="270662"/>
            <a:ext cx="8928100" cy="720725"/>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5.1. DIRECCIÓN</a:t>
            </a:r>
            <a:endParaRPr lang="es-ES" sz="2800" b="1" kern="0" dirty="0">
              <a:solidFill>
                <a:schemeClr val="tx2"/>
              </a:solidFill>
              <a:latin typeface="+mj-lt"/>
              <a:ea typeface="+mj-ea"/>
              <a:cs typeface="+mj-cs"/>
            </a:endParaRPr>
          </a:p>
        </p:txBody>
      </p:sp>
      <p:sp>
        <p:nvSpPr>
          <p:cNvPr id="11" name="Forma libre: forma 10">
            <a:extLst>
              <a:ext uri="{FF2B5EF4-FFF2-40B4-BE49-F238E27FC236}">
                <a16:creationId xmlns:a16="http://schemas.microsoft.com/office/drawing/2014/main" id="{0F0AEC21-C206-447D-8A5D-14948BB73840}"/>
              </a:ext>
            </a:extLst>
          </p:cNvPr>
          <p:cNvSpPr/>
          <p:nvPr/>
        </p:nvSpPr>
        <p:spPr>
          <a:xfrm>
            <a:off x="1919537" y="1138164"/>
            <a:ext cx="2880319" cy="1073952"/>
          </a:xfrm>
          <a:custGeom>
            <a:avLst/>
            <a:gdLst>
              <a:gd name="connsiteX0" fmla="*/ 0 w 2719833"/>
              <a:gd name="connsiteY0" fmla="*/ 0 h 1087933"/>
              <a:gd name="connsiteX1" fmla="*/ 2175867 w 2719833"/>
              <a:gd name="connsiteY1" fmla="*/ 0 h 1087933"/>
              <a:gd name="connsiteX2" fmla="*/ 2719833 w 2719833"/>
              <a:gd name="connsiteY2" fmla="*/ 543967 h 1087933"/>
              <a:gd name="connsiteX3" fmla="*/ 2175867 w 2719833"/>
              <a:gd name="connsiteY3" fmla="*/ 1087933 h 1087933"/>
              <a:gd name="connsiteX4" fmla="*/ 0 w 2719833"/>
              <a:gd name="connsiteY4" fmla="*/ 1087933 h 1087933"/>
              <a:gd name="connsiteX5" fmla="*/ 543967 w 2719833"/>
              <a:gd name="connsiteY5" fmla="*/ 543967 h 1087933"/>
              <a:gd name="connsiteX6" fmla="*/ 0 w 2719833"/>
              <a:gd name="connsiteY6" fmla="*/ 0 h 108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9833" h="1087933">
                <a:moveTo>
                  <a:pt x="0" y="0"/>
                </a:moveTo>
                <a:lnTo>
                  <a:pt x="2175867" y="0"/>
                </a:lnTo>
                <a:lnTo>
                  <a:pt x="2719833" y="543967"/>
                </a:lnTo>
                <a:lnTo>
                  <a:pt x="2175867" y="1087933"/>
                </a:lnTo>
                <a:lnTo>
                  <a:pt x="0" y="1087933"/>
                </a:lnTo>
                <a:lnTo>
                  <a:pt x="543967" y="543967"/>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99974" tIns="18669" rIns="562635" bIns="18669" numCol="1" spcCol="1270" anchor="ctr" anchorCtr="0">
            <a:noAutofit/>
          </a:bodyPr>
          <a:lstStyle/>
          <a:p>
            <a:pPr algn="ctr" defTabSz="622300">
              <a:lnSpc>
                <a:spcPct val="90000"/>
              </a:lnSpc>
              <a:spcBef>
                <a:spcPct val="0"/>
              </a:spcBef>
              <a:spcAft>
                <a:spcPct val="35000"/>
              </a:spcAft>
            </a:pPr>
            <a:r>
              <a:rPr lang="es-ES" sz="1600" dirty="0">
                <a:solidFill>
                  <a:schemeClr val="tx1"/>
                </a:solidFill>
              </a:rPr>
              <a:t>PLANIFICACIÓN</a:t>
            </a:r>
          </a:p>
        </p:txBody>
      </p:sp>
      <p:sp>
        <p:nvSpPr>
          <p:cNvPr id="12" name="Forma libre: forma 11">
            <a:extLst>
              <a:ext uri="{FF2B5EF4-FFF2-40B4-BE49-F238E27FC236}">
                <a16:creationId xmlns:a16="http://schemas.microsoft.com/office/drawing/2014/main" id="{58351C8B-456B-46A3-8810-B749ED415CE1}"/>
              </a:ext>
            </a:extLst>
          </p:cNvPr>
          <p:cNvSpPr/>
          <p:nvPr/>
        </p:nvSpPr>
        <p:spPr>
          <a:xfrm>
            <a:off x="4511826" y="1138164"/>
            <a:ext cx="2880319" cy="1073952"/>
          </a:xfrm>
          <a:custGeom>
            <a:avLst/>
            <a:gdLst>
              <a:gd name="connsiteX0" fmla="*/ 0 w 2719833"/>
              <a:gd name="connsiteY0" fmla="*/ 0 h 1087933"/>
              <a:gd name="connsiteX1" fmla="*/ 2175867 w 2719833"/>
              <a:gd name="connsiteY1" fmla="*/ 0 h 1087933"/>
              <a:gd name="connsiteX2" fmla="*/ 2719833 w 2719833"/>
              <a:gd name="connsiteY2" fmla="*/ 543967 h 1087933"/>
              <a:gd name="connsiteX3" fmla="*/ 2175867 w 2719833"/>
              <a:gd name="connsiteY3" fmla="*/ 1087933 h 1087933"/>
              <a:gd name="connsiteX4" fmla="*/ 0 w 2719833"/>
              <a:gd name="connsiteY4" fmla="*/ 1087933 h 1087933"/>
              <a:gd name="connsiteX5" fmla="*/ 543967 w 2719833"/>
              <a:gd name="connsiteY5" fmla="*/ 543967 h 1087933"/>
              <a:gd name="connsiteX6" fmla="*/ 0 w 2719833"/>
              <a:gd name="connsiteY6" fmla="*/ 0 h 108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9833" h="1087933">
                <a:moveTo>
                  <a:pt x="0" y="0"/>
                </a:moveTo>
                <a:lnTo>
                  <a:pt x="2175867" y="0"/>
                </a:lnTo>
                <a:lnTo>
                  <a:pt x="2719833" y="543967"/>
                </a:lnTo>
                <a:lnTo>
                  <a:pt x="2175867" y="1087933"/>
                </a:lnTo>
                <a:lnTo>
                  <a:pt x="0" y="1087933"/>
                </a:lnTo>
                <a:lnTo>
                  <a:pt x="543967" y="543967"/>
                </a:lnTo>
                <a:lnTo>
                  <a:pt x="0" y="0"/>
                </a:lnTo>
                <a:close/>
              </a:path>
            </a:pathLst>
          </a:custGeom>
          <a:solidFill>
            <a:srgbClr val="FFC000"/>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none" lIns="599974" tIns="18669" rIns="562635" bIns="18669" numCol="1" spcCol="1270" anchor="ctr" anchorCtr="0">
            <a:noAutofit/>
          </a:bodyPr>
          <a:lstStyle/>
          <a:p>
            <a:pPr algn="ctr" defTabSz="622300">
              <a:lnSpc>
                <a:spcPct val="90000"/>
              </a:lnSpc>
              <a:spcBef>
                <a:spcPct val="0"/>
              </a:spcBef>
              <a:spcAft>
                <a:spcPct val="35000"/>
              </a:spcAft>
            </a:pPr>
            <a:r>
              <a:rPr lang="es-ES" sz="1600" dirty="0">
                <a:solidFill>
                  <a:schemeClr val="tx1"/>
                </a:solidFill>
              </a:rPr>
              <a:t>ESTRUCTURA DEFINIDA </a:t>
            </a:r>
          </a:p>
          <a:p>
            <a:pPr algn="ctr" defTabSz="622300">
              <a:lnSpc>
                <a:spcPct val="90000"/>
              </a:lnSpc>
              <a:spcBef>
                <a:spcPct val="0"/>
              </a:spcBef>
              <a:spcAft>
                <a:spcPct val="35000"/>
              </a:spcAft>
            </a:pPr>
            <a:r>
              <a:rPr lang="es-ES" sz="1600" dirty="0">
                <a:solidFill>
                  <a:schemeClr val="tx1"/>
                </a:solidFill>
              </a:rPr>
              <a:t>SEGÚN LOS </a:t>
            </a:r>
          </a:p>
          <a:p>
            <a:pPr algn="ctr" defTabSz="622300">
              <a:lnSpc>
                <a:spcPct val="90000"/>
              </a:lnSpc>
              <a:spcBef>
                <a:spcPct val="0"/>
              </a:spcBef>
              <a:spcAft>
                <a:spcPct val="35000"/>
              </a:spcAft>
            </a:pPr>
            <a:r>
              <a:rPr lang="es-ES" sz="1600" dirty="0">
                <a:solidFill>
                  <a:schemeClr val="tx1"/>
                </a:solidFill>
              </a:rPr>
              <a:t>RECURSOS DISPONIBLES</a:t>
            </a:r>
          </a:p>
        </p:txBody>
      </p:sp>
      <p:sp>
        <p:nvSpPr>
          <p:cNvPr id="13" name="Forma libre: forma 12">
            <a:extLst>
              <a:ext uri="{FF2B5EF4-FFF2-40B4-BE49-F238E27FC236}">
                <a16:creationId xmlns:a16="http://schemas.microsoft.com/office/drawing/2014/main" id="{97A222E0-F6BC-4EFC-BDBB-7E6FC6847217}"/>
              </a:ext>
            </a:extLst>
          </p:cNvPr>
          <p:cNvSpPr/>
          <p:nvPr/>
        </p:nvSpPr>
        <p:spPr>
          <a:xfrm>
            <a:off x="7104113" y="1138164"/>
            <a:ext cx="2880319" cy="1073952"/>
          </a:xfrm>
          <a:custGeom>
            <a:avLst/>
            <a:gdLst>
              <a:gd name="connsiteX0" fmla="*/ 0 w 2719833"/>
              <a:gd name="connsiteY0" fmla="*/ 0 h 1087933"/>
              <a:gd name="connsiteX1" fmla="*/ 2175867 w 2719833"/>
              <a:gd name="connsiteY1" fmla="*/ 0 h 1087933"/>
              <a:gd name="connsiteX2" fmla="*/ 2719833 w 2719833"/>
              <a:gd name="connsiteY2" fmla="*/ 543967 h 1087933"/>
              <a:gd name="connsiteX3" fmla="*/ 2175867 w 2719833"/>
              <a:gd name="connsiteY3" fmla="*/ 1087933 h 1087933"/>
              <a:gd name="connsiteX4" fmla="*/ 0 w 2719833"/>
              <a:gd name="connsiteY4" fmla="*/ 1087933 h 1087933"/>
              <a:gd name="connsiteX5" fmla="*/ 543967 w 2719833"/>
              <a:gd name="connsiteY5" fmla="*/ 543967 h 1087933"/>
              <a:gd name="connsiteX6" fmla="*/ 0 w 2719833"/>
              <a:gd name="connsiteY6" fmla="*/ 0 h 108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19833" h="1087933">
                <a:moveTo>
                  <a:pt x="0" y="0"/>
                </a:moveTo>
                <a:lnTo>
                  <a:pt x="2175867" y="0"/>
                </a:lnTo>
                <a:lnTo>
                  <a:pt x="2719833" y="543967"/>
                </a:lnTo>
                <a:lnTo>
                  <a:pt x="2175867" y="1087933"/>
                </a:lnTo>
                <a:lnTo>
                  <a:pt x="0" y="1087933"/>
                </a:lnTo>
                <a:lnTo>
                  <a:pt x="543967" y="543967"/>
                </a:lnTo>
                <a:lnTo>
                  <a:pt x="0" y="0"/>
                </a:lnTo>
                <a:close/>
              </a:path>
            </a:pathLst>
          </a:custGeom>
          <a:solidFill>
            <a:srgbClr val="00B050"/>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599974" tIns="18669" rIns="562635" bIns="18669" numCol="1" spcCol="1270" anchor="ctr" anchorCtr="0">
            <a:noAutofit/>
          </a:bodyPr>
          <a:lstStyle/>
          <a:p>
            <a:pPr algn="ctr" defTabSz="622300">
              <a:lnSpc>
                <a:spcPct val="90000"/>
              </a:lnSpc>
              <a:spcBef>
                <a:spcPct val="0"/>
              </a:spcBef>
              <a:spcAft>
                <a:spcPct val="35000"/>
              </a:spcAft>
            </a:pPr>
            <a:r>
              <a:rPr lang="es-ES" sz="1600" dirty="0">
                <a:solidFill>
                  <a:schemeClr val="tx1"/>
                </a:solidFill>
              </a:rPr>
              <a:t>CUMPLIR OBJETIVOS PREVISTOS</a:t>
            </a:r>
          </a:p>
        </p:txBody>
      </p:sp>
      <p:sp>
        <p:nvSpPr>
          <p:cNvPr id="14" name="CuadroTexto 13">
            <a:extLst>
              <a:ext uri="{FF2B5EF4-FFF2-40B4-BE49-F238E27FC236}">
                <a16:creationId xmlns:a16="http://schemas.microsoft.com/office/drawing/2014/main" id="{7E645912-5BF2-452F-947A-B7C713046366}"/>
              </a:ext>
            </a:extLst>
          </p:cNvPr>
          <p:cNvSpPr txBox="1"/>
          <p:nvPr/>
        </p:nvSpPr>
        <p:spPr>
          <a:xfrm>
            <a:off x="880947" y="2358893"/>
            <a:ext cx="9333212" cy="1569660"/>
          </a:xfrm>
          <a:prstGeom prst="rect">
            <a:avLst/>
          </a:prstGeom>
          <a:solidFill>
            <a:srgbClr val="AFE7BE"/>
          </a:solidFill>
        </p:spPr>
        <p:txBody>
          <a:bodyPr wrap="square" rtlCol="0">
            <a:spAutoFit/>
          </a:bodyPr>
          <a:lstStyle/>
          <a:p>
            <a:pPr algn="just"/>
            <a:r>
              <a:rPr lang="es-ES" sz="2400" dirty="0">
                <a:latin typeface="Comic Sans MS" panose="030F0702030302020204" pitchFamily="66" charset="0"/>
              </a:rPr>
              <a:t>DIRIGIR consiste en integrar y coordinar los esfuerzos de  las personas que conforman la organización de tal manera que se alcancen tanto sus objetivos individuales como los de la organización.</a:t>
            </a:r>
          </a:p>
        </p:txBody>
      </p:sp>
      <p:sp>
        <p:nvSpPr>
          <p:cNvPr id="15" name="CuadroTexto 14">
            <a:extLst>
              <a:ext uri="{FF2B5EF4-FFF2-40B4-BE49-F238E27FC236}">
                <a16:creationId xmlns:a16="http://schemas.microsoft.com/office/drawing/2014/main" id="{E36EF93F-1D38-4928-BE88-76654C56B452}"/>
              </a:ext>
            </a:extLst>
          </p:cNvPr>
          <p:cNvSpPr txBox="1"/>
          <p:nvPr/>
        </p:nvSpPr>
        <p:spPr>
          <a:xfrm>
            <a:off x="2027548" y="3948933"/>
            <a:ext cx="7848873" cy="1754326"/>
          </a:xfrm>
          <a:prstGeom prst="rect">
            <a:avLst/>
          </a:prstGeom>
          <a:noFill/>
        </p:spPr>
        <p:txBody>
          <a:bodyPr wrap="square" rtlCol="0">
            <a:spAutoFit/>
          </a:bodyPr>
          <a:lstStyle/>
          <a:p>
            <a:pPr algn="just"/>
            <a:r>
              <a:rPr lang="es-ES" dirty="0">
                <a:latin typeface="Comic Sans MS" panose="030F0702030302020204" pitchFamily="66" charset="0"/>
              </a:rPr>
              <a:t>El DIRECTIVO se ocupa de:</a:t>
            </a:r>
          </a:p>
          <a:p>
            <a:pPr marL="285750" indent="-285750" algn="just">
              <a:buFont typeface="Wingdings" panose="05000000000000000000" pitchFamily="2" charset="2"/>
              <a:buChar char="Ø"/>
            </a:pPr>
            <a:r>
              <a:rPr lang="es-ES" dirty="0">
                <a:latin typeface="Comic Sans MS" panose="030F0702030302020204" pitchFamily="66" charset="0"/>
              </a:rPr>
              <a:t>Elegir las funciones a realizar por cada persona que tiene a su cargo.</a:t>
            </a:r>
          </a:p>
          <a:p>
            <a:pPr marL="285750" indent="-285750" algn="just">
              <a:buFont typeface="Wingdings" panose="05000000000000000000" pitchFamily="2" charset="2"/>
              <a:buChar char="Ø"/>
            </a:pPr>
            <a:r>
              <a:rPr lang="es-ES" dirty="0">
                <a:latin typeface="Comic Sans MS" panose="030F0702030302020204" pitchFamily="66" charset="0"/>
              </a:rPr>
              <a:t>Transmitir esas funciones a los trabajadores correspondientes.</a:t>
            </a:r>
          </a:p>
          <a:p>
            <a:pPr marL="285750" indent="-285750" algn="just">
              <a:buFont typeface="Wingdings" panose="05000000000000000000" pitchFamily="2" charset="2"/>
              <a:buChar char="Ø"/>
            </a:pPr>
            <a:r>
              <a:rPr lang="es-ES" dirty="0">
                <a:latin typeface="Comic Sans MS" panose="030F0702030302020204" pitchFamily="66" charset="0"/>
              </a:rPr>
              <a:t>Dar instrucciones para el desempeño de las tareas.</a:t>
            </a:r>
          </a:p>
          <a:p>
            <a:pPr marL="285750" indent="-285750" algn="just">
              <a:buFont typeface="Wingdings" panose="05000000000000000000" pitchFamily="2" charset="2"/>
              <a:buChar char="Ø"/>
            </a:pPr>
            <a:r>
              <a:rPr lang="es-ES" dirty="0">
                <a:latin typeface="Comic Sans MS" panose="030F0702030302020204" pitchFamily="66" charset="0"/>
              </a:rPr>
              <a:t>Crear situaciones de trabajo favorables.</a:t>
            </a:r>
          </a:p>
          <a:p>
            <a:pPr marL="285750" indent="-285750" algn="just">
              <a:buFont typeface="Wingdings" panose="05000000000000000000" pitchFamily="2" charset="2"/>
              <a:buChar char="Ø"/>
            </a:pPr>
            <a:r>
              <a:rPr lang="es-ES" dirty="0">
                <a:latin typeface="Comic Sans MS" panose="030F0702030302020204" pitchFamily="66" charset="0"/>
              </a:rPr>
              <a:t>Supervisar y controlar el trabajo que realizan sus subordinados</a:t>
            </a:r>
          </a:p>
        </p:txBody>
      </p:sp>
      <p:sp>
        <p:nvSpPr>
          <p:cNvPr id="16" name="CuadroTexto 15">
            <a:extLst>
              <a:ext uri="{FF2B5EF4-FFF2-40B4-BE49-F238E27FC236}">
                <a16:creationId xmlns:a16="http://schemas.microsoft.com/office/drawing/2014/main" id="{E4392B44-B237-4535-8008-66E54552B640}"/>
              </a:ext>
            </a:extLst>
          </p:cNvPr>
          <p:cNvSpPr txBox="1"/>
          <p:nvPr/>
        </p:nvSpPr>
        <p:spPr>
          <a:xfrm>
            <a:off x="3074620" y="6259267"/>
            <a:ext cx="5542645" cy="369332"/>
          </a:xfrm>
          <a:prstGeom prst="rect">
            <a:avLst/>
          </a:prstGeom>
          <a:noFill/>
        </p:spPr>
        <p:txBody>
          <a:bodyPr wrap="square" rtlCol="0">
            <a:spAutoFit/>
          </a:bodyPr>
          <a:lstStyle/>
          <a:p>
            <a:pPr algn="just"/>
            <a:r>
              <a:rPr lang="es-ES" dirty="0">
                <a:latin typeface="Comic Sans MS" panose="030F0702030302020204" pitchFamily="66" charset="0"/>
              </a:rPr>
              <a:t>Es necesario tener </a:t>
            </a:r>
            <a:r>
              <a:rPr lang="es-ES" b="1" dirty="0">
                <a:solidFill>
                  <a:srgbClr val="C00000"/>
                </a:solidFill>
                <a:latin typeface="Comic Sans MS" panose="030F0702030302020204" pitchFamily="66" charset="0"/>
              </a:rPr>
              <a:t>CAPACIDAD DE LIDERAZGO</a:t>
            </a:r>
          </a:p>
        </p:txBody>
      </p:sp>
      <p:sp>
        <p:nvSpPr>
          <p:cNvPr id="17" name="Flecha: curvada hacia la izquierda 16">
            <a:extLst>
              <a:ext uri="{FF2B5EF4-FFF2-40B4-BE49-F238E27FC236}">
                <a16:creationId xmlns:a16="http://schemas.microsoft.com/office/drawing/2014/main" id="{092EA5FB-7A3B-45DC-ACE6-4F9BB8A0724D}"/>
              </a:ext>
            </a:extLst>
          </p:cNvPr>
          <p:cNvSpPr/>
          <p:nvPr/>
        </p:nvSpPr>
        <p:spPr>
          <a:xfrm>
            <a:off x="10214159" y="1804185"/>
            <a:ext cx="504055" cy="110941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8" name="Flecha: arriba y abajo 17">
            <a:extLst>
              <a:ext uri="{FF2B5EF4-FFF2-40B4-BE49-F238E27FC236}">
                <a16:creationId xmlns:a16="http://schemas.microsoft.com/office/drawing/2014/main" id="{6DDAE952-8871-43FD-ABA0-14D083224785}"/>
              </a:ext>
            </a:extLst>
          </p:cNvPr>
          <p:cNvSpPr/>
          <p:nvPr/>
        </p:nvSpPr>
        <p:spPr>
          <a:xfrm>
            <a:off x="5509308" y="5625197"/>
            <a:ext cx="360040" cy="607031"/>
          </a:xfrm>
          <a:prstGeom prst="upDown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p:bldP spid="16" grpId="0"/>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847528" y="1787088"/>
            <a:ext cx="8496944" cy="1015663"/>
          </a:xfrm>
          <a:prstGeom prst="rect">
            <a:avLst/>
          </a:prstGeom>
        </p:spPr>
        <p:txBody>
          <a:bodyPr wrap="square">
            <a:spAutoFit/>
          </a:bodyPr>
          <a:lstStyle/>
          <a:p>
            <a:pPr marL="268288" indent="-268288" algn="just">
              <a:buFont typeface="Wingdings" pitchFamily="2" charset="2"/>
              <a:buChar char="Ø"/>
            </a:pPr>
            <a:r>
              <a:rPr lang="es-ES" sz="2000" dirty="0">
                <a:latin typeface="Comic Sans MS" panose="030F0702030302020204" pitchFamily="66" charset="0"/>
                <a:cs typeface="Arial" panose="020B0604020202020204" pitchFamily="34" charset="0"/>
              </a:rPr>
              <a:t>Define </a:t>
            </a:r>
            <a:r>
              <a:rPr lang="es-ES" sz="2000" b="1" dirty="0">
                <a:solidFill>
                  <a:srgbClr val="C00000"/>
                </a:solidFill>
                <a:latin typeface="Comic Sans MS" panose="030F0702030302020204" pitchFamily="66" charset="0"/>
                <a:cs typeface="Arial" panose="020B0604020202020204" pitchFamily="34" charset="0"/>
              </a:rPr>
              <a:t>una influencia que se ejerce sobre las personas </a:t>
            </a:r>
            <a:r>
              <a:rPr lang="es-ES" sz="2000" dirty="0">
                <a:latin typeface="Comic Sans MS" panose="030F0702030302020204" pitchFamily="66" charset="0"/>
                <a:cs typeface="Arial" panose="020B0604020202020204" pitchFamily="34" charset="0"/>
              </a:rPr>
              <a:t>y que permite </a:t>
            </a:r>
            <a:r>
              <a:rPr lang="es-ES" sz="2000" b="1" dirty="0">
                <a:solidFill>
                  <a:srgbClr val="C00000"/>
                </a:solidFill>
                <a:latin typeface="Comic Sans MS" panose="030F0702030302020204" pitchFamily="66" charset="0"/>
                <a:cs typeface="Arial" panose="020B0604020202020204" pitchFamily="34" charset="0"/>
              </a:rPr>
              <a:t>incentivarlas</a:t>
            </a:r>
            <a:r>
              <a:rPr lang="es-ES" sz="2000" dirty="0">
                <a:latin typeface="Comic Sans MS" panose="030F0702030302020204" pitchFamily="66" charset="0"/>
                <a:cs typeface="Arial" panose="020B0604020202020204" pitchFamily="34" charset="0"/>
              </a:rPr>
              <a:t> para que </a:t>
            </a:r>
            <a:r>
              <a:rPr lang="es-ES" sz="2000" b="1" dirty="0">
                <a:solidFill>
                  <a:srgbClr val="C00000"/>
                </a:solidFill>
                <a:latin typeface="Comic Sans MS" panose="030F0702030302020204" pitchFamily="66" charset="0"/>
                <a:cs typeface="Arial" panose="020B0604020202020204" pitchFamily="34" charset="0"/>
              </a:rPr>
              <a:t>trabajen en forma entusiasta </a:t>
            </a:r>
            <a:r>
              <a:rPr lang="es-ES" sz="2000" dirty="0">
                <a:latin typeface="Comic Sans MS" panose="030F0702030302020204" pitchFamily="66" charset="0"/>
                <a:cs typeface="Arial" panose="020B0604020202020204" pitchFamily="34" charset="0"/>
              </a:rPr>
              <a:t>por un </a:t>
            </a:r>
            <a:r>
              <a:rPr lang="es-ES" sz="2000" b="1" dirty="0">
                <a:solidFill>
                  <a:srgbClr val="C00000"/>
                </a:solidFill>
                <a:latin typeface="Comic Sans MS" panose="030F0702030302020204" pitchFamily="66" charset="0"/>
                <a:cs typeface="Arial" panose="020B0604020202020204" pitchFamily="34" charset="0"/>
              </a:rPr>
              <a:t>objetivo común</a:t>
            </a:r>
            <a:r>
              <a:rPr lang="es-ES" sz="2000" dirty="0">
                <a:latin typeface="Comic Sans MS" panose="030F0702030302020204" pitchFamily="66" charset="0"/>
                <a:cs typeface="Arial" panose="020B0604020202020204" pitchFamily="34" charset="0"/>
              </a:rPr>
              <a:t>.</a:t>
            </a:r>
          </a:p>
        </p:txBody>
      </p:sp>
      <p:sp>
        <p:nvSpPr>
          <p:cNvPr id="7" name="6 CuadroTexto"/>
          <p:cNvSpPr txBox="1"/>
          <p:nvPr/>
        </p:nvSpPr>
        <p:spPr>
          <a:xfrm>
            <a:off x="2135560" y="2931331"/>
            <a:ext cx="6696744" cy="400110"/>
          </a:xfrm>
          <a:prstGeom prst="rect">
            <a:avLst/>
          </a:prstGeom>
          <a:noFill/>
        </p:spPr>
        <p:txBody>
          <a:bodyPr wrap="square" rtlCol="0">
            <a:spAutoFit/>
          </a:bodyPr>
          <a:lstStyle/>
          <a:p>
            <a:r>
              <a:rPr lang="es-ES" sz="2000" b="1" dirty="0">
                <a:solidFill>
                  <a:srgbClr val="C00000"/>
                </a:solidFill>
                <a:latin typeface="Comic Sans MS" panose="030F0702030302020204" pitchFamily="66" charset="0"/>
              </a:rPr>
              <a:t>¿TODOS LOS DIRECTIVOS SON LÍDERES?</a:t>
            </a:r>
          </a:p>
        </p:txBody>
      </p:sp>
      <p:sp>
        <p:nvSpPr>
          <p:cNvPr id="8" name="7 Rectángulo"/>
          <p:cNvSpPr/>
          <p:nvPr/>
        </p:nvSpPr>
        <p:spPr>
          <a:xfrm>
            <a:off x="1955540" y="3530167"/>
            <a:ext cx="8424936" cy="2523768"/>
          </a:xfrm>
          <a:prstGeom prst="rect">
            <a:avLst/>
          </a:prstGeom>
        </p:spPr>
        <p:txBody>
          <a:bodyPr wrap="square">
            <a:spAutoFit/>
          </a:bodyPr>
          <a:lstStyle/>
          <a:p>
            <a:pPr marL="268288" indent="-268288" algn="just">
              <a:buFont typeface="Wingdings" pitchFamily="2" charset="2"/>
              <a:buChar char="Ø"/>
            </a:pPr>
            <a:r>
              <a:rPr lang="es-ES" sz="2000" dirty="0">
                <a:latin typeface="Comic Sans MS" panose="030F0702030302020204" pitchFamily="66" charset="0"/>
                <a:cs typeface="Arial" panose="020B0604020202020204" pitchFamily="34" charset="0"/>
              </a:rPr>
              <a:t>Los directivos ostentan autoridad formal como base de poder para actuar sobre el comportamiento de sus subordinados.</a:t>
            </a:r>
          </a:p>
          <a:p>
            <a:pPr marL="268288" indent="-268288" algn="just">
              <a:buFont typeface="Wingdings" pitchFamily="2" charset="2"/>
              <a:buChar char="Ø"/>
            </a:pPr>
            <a:endParaRPr lang="es-ES" sz="2000" dirty="0">
              <a:latin typeface="Comic Sans MS" panose="030F0702030302020204" pitchFamily="66" charset="0"/>
              <a:cs typeface="Arial" panose="020B0604020202020204" pitchFamily="34" charset="0"/>
            </a:endParaRPr>
          </a:p>
          <a:p>
            <a:pPr marL="268288" indent="-268288" algn="just">
              <a:buFont typeface="Wingdings" pitchFamily="2" charset="2"/>
              <a:buChar char="Ø"/>
            </a:pPr>
            <a:r>
              <a:rPr lang="es-ES" sz="2000" dirty="0">
                <a:latin typeface="Comic Sans MS" panose="030F0702030302020204" pitchFamily="66" charset="0"/>
                <a:cs typeface="Arial" panose="020B0604020202020204" pitchFamily="34" charset="0"/>
              </a:rPr>
              <a:t>El líder, además, </a:t>
            </a:r>
            <a:r>
              <a:rPr lang="es-ES" sz="2000" b="1" dirty="0">
                <a:latin typeface="Comic Sans MS" panose="030F0702030302020204" pitchFamily="66" charset="0"/>
                <a:cs typeface="Arial" panose="020B0604020202020204" pitchFamily="34" charset="0"/>
              </a:rPr>
              <a:t>ejerce una clase de influencia </a:t>
            </a:r>
            <a:r>
              <a:rPr lang="es-ES" sz="2000" dirty="0">
                <a:latin typeface="Comic Sans MS" panose="030F0702030302020204" pitchFamily="66" charset="0"/>
                <a:cs typeface="Arial" panose="020B0604020202020204" pitchFamily="34" charset="0"/>
              </a:rPr>
              <a:t>mediante la cual puede lograr que los miembros de su equipo colaboren </a:t>
            </a:r>
            <a:r>
              <a:rPr lang="es-ES" sz="2000" b="1" dirty="0">
                <a:solidFill>
                  <a:srgbClr val="C00000"/>
                </a:solidFill>
                <a:latin typeface="Comic Sans MS" panose="030F0702030302020204" pitchFamily="66" charset="0"/>
                <a:cs typeface="Arial" panose="020B0604020202020204" pitchFamily="34" charset="0"/>
              </a:rPr>
              <a:t>voluntariamente</a:t>
            </a:r>
            <a:r>
              <a:rPr lang="es-ES" sz="2000" dirty="0">
                <a:latin typeface="Comic Sans MS" panose="030F0702030302020204" pitchFamily="66" charset="0"/>
                <a:cs typeface="Arial" panose="020B0604020202020204" pitchFamily="34" charset="0"/>
              </a:rPr>
              <a:t> al logro de los objetivos propuestos </a:t>
            </a:r>
            <a:r>
              <a:rPr lang="es-ES" sz="2000" dirty="0">
                <a:latin typeface="Comic Sans MS" panose="030F0702030302020204" pitchFamily="66" charset="0"/>
                <a:cs typeface="Arial" panose="020B0604020202020204" pitchFamily="34" charset="0"/>
                <a:sym typeface="Wingdings" panose="05000000000000000000" pitchFamily="2" charset="2"/>
              </a:rPr>
              <a:t> </a:t>
            </a:r>
            <a:r>
              <a:rPr lang="es-ES" sz="2000" b="1" dirty="0">
                <a:latin typeface="Comic Sans MS" panose="030F0702030302020204" pitchFamily="66" charset="0"/>
                <a:cs typeface="Arial" panose="020B0604020202020204" pitchFamily="34" charset="0"/>
                <a:sym typeface="Wingdings" panose="05000000000000000000" pitchFamily="2" charset="2"/>
              </a:rPr>
              <a:t>para ser líder no es necesario estar dotado de autoridad formal.</a:t>
            </a:r>
            <a:endParaRPr lang="es-ES" sz="2000" b="1" dirty="0">
              <a:latin typeface="Comic Sans MS" panose="030F0702030302020204" pitchFamily="66" charset="0"/>
              <a:cs typeface="Arial" panose="020B0604020202020204" pitchFamily="34" charset="0"/>
            </a:endParaRPr>
          </a:p>
          <a:p>
            <a:pPr marL="268288" indent="-268288" algn="just">
              <a:buFont typeface="Wingdings" pitchFamily="2" charset="2"/>
              <a:buChar char="Ø"/>
            </a:pPr>
            <a:endParaRPr lang="es-ES" dirty="0">
              <a:latin typeface="Comic Sans MS" panose="030F0702030302020204" pitchFamily="66" charset="0"/>
            </a:endParaRPr>
          </a:p>
        </p:txBody>
      </p:sp>
      <p:sp>
        <p:nvSpPr>
          <p:cNvPr id="9" name="object 3">
            <a:extLst>
              <a:ext uri="{FF2B5EF4-FFF2-40B4-BE49-F238E27FC236}">
                <a16:creationId xmlns:a16="http://schemas.microsoft.com/office/drawing/2014/main" id="{3A1EF09D-6A3C-4C2E-8767-C2553EF3AE38}"/>
              </a:ext>
            </a:extLst>
          </p:cNvPr>
          <p:cNvSpPr txBox="1">
            <a:spLocks/>
          </p:cNvSpPr>
          <p:nvPr/>
        </p:nvSpPr>
        <p:spPr>
          <a:xfrm>
            <a:off x="3035660" y="421502"/>
            <a:ext cx="6120680" cy="441305"/>
          </a:xfrm>
          <a:prstGeom prst="rect">
            <a:avLst/>
          </a:prstGeom>
        </p:spPr>
        <p:txBody>
          <a:bodyPr vert="horz" wrap="square" lIns="0" tIns="10317" rIns="0" bIns="0" rtlCol="0" anchor="ctr" anchorCtr="1" compatLnSpc="1">
            <a:spAutoFit/>
          </a:bodyPr>
          <a:lstStyle>
            <a:lvl1pPr marL="0" marR="0" lvl="0" indent="0" algn="ctr" defTabSz="914400" rtl="0" fontAlgn="auto" hangingPunct="0">
              <a:lnSpc>
                <a:spcPct val="100000"/>
              </a:lnSpc>
              <a:spcBef>
                <a:spcPts val="0"/>
              </a:spcBef>
              <a:spcAft>
                <a:spcPts val="0"/>
              </a:spcAft>
              <a:buNone/>
              <a:tabLst/>
              <a:defRPr lang="es-ES" sz="2800" b="0" i="0" u="none" strike="noStrike" kern="1200" cap="none" spc="0" baseline="0">
                <a:solidFill>
                  <a:srgbClr val="000000"/>
                </a:solidFill>
                <a:uFillTx/>
                <a:latin typeface="Calibri"/>
              </a:defRPr>
            </a:lvl1pPr>
          </a:lstStyle>
          <a:p>
            <a:pPr marL="10860">
              <a:spcBef>
                <a:spcPts val="81"/>
              </a:spcBef>
            </a:pPr>
            <a:r>
              <a:rPr lang="es-ES" spc="-4" dirty="0">
                <a:solidFill>
                  <a:srgbClr val="C00000"/>
                </a:solidFill>
                <a:latin typeface="Arial" panose="020B0604020202020204" pitchFamily="34" charset="0"/>
                <a:cs typeface="Arial" panose="020B0604020202020204" pitchFamily="34" charset="0"/>
              </a:rPr>
              <a:t>Liderazgo </a:t>
            </a:r>
          </a:p>
        </p:txBody>
      </p:sp>
      <p:sp>
        <p:nvSpPr>
          <p:cNvPr id="2" name="Rectangle 2">
            <a:extLst>
              <a:ext uri="{FF2B5EF4-FFF2-40B4-BE49-F238E27FC236}">
                <a16:creationId xmlns:a16="http://schemas.microsoft.com/office/drawing/2014/main" id="{CA1FD25A-755E-6E72-2404-D17DC8A8BBEC}"/>
              </a:ext>
            </a:extLst>
          </p:cNvPr>
          <p:cNvSpPr txBox="1">
            <a:spLocks noChangeArrowheads="1"/>
          </p:cNvSpPr>
          <p:nvPr/>
        </p:nvSpPr>
        <p:spPr bwMode="auto">
          <a:xfrm>
            <a:off x="1007435" y="270662"/>
            <a:ext cx="8928100" cy="720725"/>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5.1. DIRECCIÓN</a:t>
            </a:r>
            <a:endParaRPr lang="es-ES" sz="2800" b="1" kern="0" dirty="0">
              <a:solidFill>
                <a:schemeClr val="tx2"/>
              </a:solidFill>
              <a:latin typeface="+mj-lt"/>
              <a:ea typeface="+mj-ea"/>
              <a:cs typeface="+mj-cs"/>
            </a:endParaRPr>
          </a:p>
        </p:txBody>
      </p:sp>
      <p:sp>
        <p:nvSpPr>
          <p:cNvPr id="5" name="CuadroTexto 4">
            <a:extLst>
              <a:ext uri="{FF2B5EF4-FFF2-40B4-BE49-F238E27FC236}">
                <a16:creationId xmlns:a16="http://schemas.microsoft.com/office/drawing/2014/main" id="{9124D973-79D1-AA08-1938-57C20B33A150}"/>
              </a:ext>
            </a:extLst>
          </p:cNvPr>
          <p:cNvSpPr txBox="1"/>
          <p:nvPr/>
        </p:nvSpPr>
        <p:spPr>
          <a:xfrm>
            <a:off x="1955540" y="1085324"/>
            <a:ext cx="6094140" cy="369332"/>
          </a:xfrm>
          <a:prstGeom prst="rect">
            <a:avLst/>
          </a:prstGeom>
          <a:noFill/>
        </p:spPr>
        <p:txBody>
          <a:bodyPr wrap="square">
            <a:spAutoFit/>
          </a:bodyPr>
          <a:lstStyle/>
          <a:p>
            <a:r>
              <a:rPr lang="es-ES" b="1" dirty="0">
                <a:solidFill>
                  <a:srgbClr val="C00000"/>
                </a:solidFill>
                <a:latin typeface="Comic Sans MS" panose="030F0702030302020204" pitchFamily="66" charset="0"/>
              </a:rPr>
              <a:t>LIDERAZGO</a:t>
            </a:r>
            <a:endParaRPr lang="es-ES" dirty="0"/>
          </a:p>
        </p:txBody>
      </p:sp>
    </p:spTree>
    <p:extLst>
      <p:ext uri="{BB962C8B-B14F-4D97-AF65-F5344CB8AC3E}">
        <p14:creationId xmlns:p14="http://schemas.microsoft.com/office/powerpoint/2010/main" val="96347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457200" y="1287894"/>
            <a:ext cx="3707517" cy="24622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s-ES" sz="1400" b="1" dirty="0">
                <a:latin typeface="Comic Sans MS" panose="030F0702030302020204" pitchFamily="66" charset="0"/>
                <a:cs typeface="Arial" panose="020B0604020202020204" pitchFamily="34" charset="0"/>
              </a:rPr>
              <a:t>Liderazgo autoritario </a:t>
            </a:r>
            <a:r>
              <a:rPr lang="es-ES" sz="1400" dirty="0">
                <a:latin typeface="Comic Sans MS" panose="030F0702030302020204" pitchFamily="66" charset="0"/>
                <a:cs typeface="Arial" panose="020B0604020202020204" pitchFamily="34" charset="0"/>
              </a:rPr>
              <a:t>es el uso de un comportamiento </a:t>
            </a:r>
            <a:r>
              <a:rPr lang="es-ES" sz="1400" b="1" dirty="0">
                <a:latin typeface="Comic Sans MS" panose="030F0702030302020204" pitchFamily="66" charset="0"/>
                <a:cs typeface="Arial" panose="020B0604020202020204" pitchFamily="34" charset="0"/>
              </a:rPr>
              <a:t>centrado en el trabajo </a:t>
            </a:r>
            <a:r>
              <a:rPr lang="es-ES" sz="1400" dirty="0">
                <a:latin typeface="Comic Sans MS" panose="030F0702030302020204" pitchFamily="66" charset="0"/>
                <a:cs typeface="Arial" panose="020B0604020202020204" pitchFamily="34" charset="0"/>
              </a:rPr>
              <a:t>que está diseñado para garantizar el cumplimiento de la tarea. </a:t>
            </a:r>
          </a:p>
          <a:p>
            <a:pPr algn="just"/>
            <a:r>
              <a:rPr lang="es-ES" sz="1400" dirty="0">
                <a:latin typeface="Comic Sans MS" panose="030F0702030302020204" pitchFamily="66" charset="0"/>
                <a:cs typeface="Arial" panose="020B0604020202020204" pitchFamily="34" charset="0"/>
              </a:rPr>
              <a:t>Por lo general, implica la </a:t>
            </a:r>
            <a:r>
              <a:rPr lang="es-ES" sz="1400" b="1" dirty="0">
                <a:latin typeface="Comic Sans MS" panose="030F0702030302020204" pitchFamily="66" charset="0"/>
                <a:cs typeface="Arial" panose="020B0604020202020204" pitchFamily="34" charset="0"/>
              </a:rPr>
              <a:t>comunicación unidirecciona</a:t>
            </a:r>
            <a:r>
              <a:rPr lang="es-ES" sz="1400" dirty="0">
                <a:latin typeface="Comic Sans MS" panose="030F0702030302020204" pitchFamily="66" charset="0"/>
                <a:cs typeface="Arial" panose="020B0604020202020204" pitchFamily="34" charset="0"/>
              </a:rPr>
              <a:t>l del gerente al subordinado. Tendencia gerencial hacia la falta de involucramiento con los subordinados, donde las decisiones finales están en manos de los empleados de nivel superior. (por ejemplo, Rumania).</a:t>
            </a:r>
            <a:endParaRPr lang="es-AR" sz="1400" dirty="0">
              <a:latin typeface="Comic Sans MS" panose="030F0702030302020204" pitchFamily="66" charset="0"/>
              <a:cs typeface="Arial" panose="020B0604020202020204" pitchFamily="34" charset="0"/>
            </a:endParaRPr>
          </a:p>
        </p:txBody>
      </p:sp>
      <p:sp>
        <p:nvSpPr>
          <p:cNvPr id="7" name="CuadroTexto 6"/>
          <p:cNvSpPr txBox="1"/>
          <p:nvPr/>
        </p:nvSpPr>
        <p:spPr>
          <a:xfrm>
            <a:off x="8263055" y="1336119"/>
            <a:ext cx="3179166" cy="440120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s-ES" sz="1400" b="1" dirty="0">
                <a:latin typeface="Comic Sans MS" panose="030F0702030302020204" pitchFamily="66" charset="0"/>
                <a:cs typeface="Arial" panose="020B0604020202020204" pitchFamily="34" charset="0"/>
              </a:rPr>
              <a:t>Liderazgo paternalista </a:t>
            </a:r>
            <a:r>
              <a:rPr lang="es-ES" sz="1400" dirty="0">
                <a:latin typeface="Comic Sans MS" panose="030F0702030302020204" pitchFamily="66" charset="0"/>
                <a:cs typeface="Arial" panose="020B0604020202020204" pitchFamily="34" charset="0"/>
              </a:rPr>
              <a:t>utiliza un comportamiento </a:t>
            </a:r>
            <a:r>
              <a:rPr lang="es-ES" sz="1400" b="1" dirty="0">
                <a:latin typeface="Comic Sans MS" panose="030F0702030302020204" pitchFamily="66" charset="0"/>
                <a:cs typeface="Arial" panose="020B0604020202020204" pitchFamily="34" charset="0"/>
              </a:rPr>
              <a:t>centrado en el trabajo junto</a:t>
            </a:r>
            <a:r>
              <a:rPr lang="es-ES" sz="1400" dirty="0">
                <a:latin typeface="Comic Sans MS" panose="030F0702030302020204" pitchFamily="66" charset="0"/>
                <a:cs typeface="Arial" panose="020B0604020202020204" pitchFamily="34" charset="0"/>
              </a:rPr>
              <a:t> con una. </a:t>
            </a:r>
            <a:r>
              <a:rPr lang="es-ES" sz="1400" b="1" dirty="0">
                <a:latin typeface="Comic Sans MS" panose="030F0702030302020204" pitchFamily="66" charset="0"/>
                <a:cs typeface="Arial" panose="020B0604020202020204" pitchFamily="34" charset="0"/>
              </a:rPr>
              <a:t>preocupación protectora centrada en el empleado. </a:t>
            </a:r>
          </a:p>
          <a:p>
            <a:pPr algn="just"/>
            <a:r>
              <a:rPr lang="es-ES" sz="1400" dirty="0">
                <a:latin typeface="Comic Sans MS" panose="030F0702030302020204" pitchFamily="66" charset="0"/>
                <a:cs typeface="Arial" panose="020B0604020202020204" pitchFamily="34" charset="0"/>
              </a:rPr>
              <a:t>Los líderes paternalistas esperan que todos trabajen duro; a cambio, a los empleados se les garantiza empleo y se les otorgan beneficios de seguridad. Por lo general, este comportamiento de liderazgo satisface algunas necesidades de los empleados y, a su vez, los subordinados tienden a exhibir lealtad y cumplimiento. La </a:t>
            </a:r>
            <a:r>
              <a:rPr lang="es-ES" sz="1400" b="1" dirty="0">
                <a:latin typeface="Comic Sans MS" panose="030F0702030302020204" pitchFamily="66" charset="0"/>
                <a:cs typeface="Arial" panose="020B0604020202020204" pitchFamily="34" charset="0"/>
              </a:rPr>
              <a:t>toma de decisiones está centralizada</a:t>
            </a:r>
            <a:r>
              <a:rPr lang="es-ES" sz="1400" dirty="0">
                <a:latin typeface="Comic Sans MS" panose="030F0702030302020204" pitchFamily="66" charset="0"/>
                <a:cs typeface="Arial" panose="020B0604020202020204" pitchFamily="34" charset="0"/>
              </a:rPr>
              <a:t>. (por ejemplo, en toda América Latina, incluidos Argentina, Bolivia, Chile y México, así como en China, Pakistán, India, Turquía y los Estados Unidos) </a:t>
            </a:r>
          </a:p>
        </p:txBody>
      </p:sp>
      <p:sp>
        <p:nvSpPr>
          <p:cNvPr id="2" name="Rectángulo 5">
            <a:extLst>
              <a:ext uri="{FF2B5EF4-FFF2-40B4-BE49-F238E27FC236}">
                <a16:creationId xmlns:a16="http://schemas.microsoft.com/office/drawing/2014/main" id="{00042324-6EA2-5B05-F87B-487B8B96E31B}"/>
              </a:ext>
            </a:extLst>
          </p:cNvPr>
          <p:cNvSpPr/>
          <p:nvPr/>
        </p:nvSpPr>
        <p:spPr>
          <a:xfrm>
            <a:off x="1416205" y="4125125"/>
            <a:ext cx="6322583" cy="24622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s-ES" sz="1400" b="1" dirty="0">
                <a:latin typeface="Comic Sans MS" panose="030F0702030302020204" pitchFamily="66" charset="0"/>
                <a:cs typeface="Arial" panose="020B0604020202020204" pitchFamily="34" charset="0"/>
              </a:rPr>
              <a:t>Liderazgo participativo- </a:t>
            </a:r>
            <a:r>
              <a:rPr lang="es-ES" sz="1400" dirty="0">
                <a:latin typeface="Comic Sans MS" panose="030F0702030302020204" pitchFamily="66" charset="0"/>
                <a:cs typeface="Arial" panose="020B0604020202020204" pitchFamily="34" charset="0"/>
              </a:rPr>
              <a:t>enfoques </a:t>
            </a:r>
            <a:r>
              <a:rPr lang="es-ES" sz="1400" b="1" dirty="0">
                <a:latin typeface="Comic Sans MS" panose="030F0702030302020204" pitchFamily="66" charset="0"/>
                <a:cs typeface="Arial" panose="020B0604020202020204" pitchFamily="34" charset="0"/>
              </a:rPr>
              <a:t>centrados en el trabajo y centrados en las personas.</a:t>
            </a:r>
          </a:p>
          <a:p>
            <a:pPr algn="just"/>
            <a:r>
              <a:rPr lang="es-ES" sz="1400" dirty="0">
                <a:latin typeface="Comic Sans MS" panose="030F0702030302020204" pitchFamily="66" charset="0"/>
                <a:cs typeface="Arial" panose="020B0604020202020204" pitchFamily="34" charset="0"/>
              </a:rPr>
              <a:t>Los líderes participativos suelen animar a su gente a desempeñar un </a:t>
            </a:r>
            <a:r>
              <a:rPr lang="es-ES" sz="1400" b="1" dirty="0">
                <a:latin typeface="Comic Sans MS" panose="030F0702030302020204" pitchFamily="66" charset="0"/>
                <a:cs typeface="Arial" panose="020B0604020202020204" pitchFamily="34" charset="0"/>
              </a:rPr>
              <a:t>papel activo </a:t>
            </a:r>
            <a:r>
              <a:rPr lang="es-ES" sz="1400" dirty="0">
                <a:latin typeface="Comic Sans MS" panose="030F0702030302020204" pitchFamily="66" charset="0"/>
                <a:cs typeface="Arial" panose="020B0604020202020204" pitchFamily="34" charset="0"/>
              </a:rPr>
              <a:t>asumiendo el control de su trabajo, y la autoridad suele estar muy descentralizada. Los líderes motivan a los empleados a través de consultas con los empleados alentando decisiones conjuntas o delegando responsabilidades.</a:t>
            </a:r>
          </a:p>
          <a:p>
            <a:pPr algn="just"/>
            <a:r>
              <a:rPr lang="es-ES" sz="1400" dirty="0">
                <a:latin typeface="Comic Sans MS" panose="030F0702030302020204" pitchFamily="66" charset="0"/>
                <a:cs typeface="Arial" panose="020B0604020202020204" pitchFamily="34" charset="0"/>
              </a:rPr>
              <a:t>Los empleados tienden a ser más creativos e innovadores cuando los impulsan líderes que muestran este comportamiento.</a:t>
            </a:r>
          </a:p>
          <a:p>
            <a:pPr algn="just"/>
            <a:r>
              <a:rPr lang="es-ES" sz="1400" dirty="0">
                <a:latin typeface="Comic Sans MS" panose="030F0702030302020204" pitchFamily="66" charset="0"/>
                <a:cs typeface="Arial" panose="020B0604020202020204" pitchFamily="34" charset="0"/>
              </a:rPr>
              <a:t>Ampliamente adoptado en los Estados Unidos, Inglaterra y otros países anglosajones, y también en los países escandinavos. </a:t>
            </a:r>
            <a:endParaRPr lang="es-ES" sz="1400" b="1" dirty="0">
              <a:latin typeface="Comic Sans MS" panose="030F0702030302020204" pitchFamily="66" charset="0"/>
              <a:cs typeface="Arial" panose="020B0604020202020204" pitchFamily="34" charset="0"/>
            </a:endParaRPr>
          </a:p>
        </p:txBody>
      </p:sp>
      <p:sp>
        <p:nvSpPr>
          <p:cNvPr id="3" name="object 3">
            <a:extLst>
              <a:ext uri="{FF2B5EF4-FFF2-40B4-BE49-F238E27FC236}">
                <a16:creationId xmlns:a16="http://schemas.microsoft.com/office/drawing/2014/main" id="{3342C8E8-884F-5480-4EEC-72BD35747EE2}"/>
              </a:ext>
            </a:extLst>
          </p:cNvPr>
          <p:cNvSpPr txBox="1">
            <a:spLocks/>
          </p:cNvSpPr>
          <p:nvPr/>
        </p:nvSpPr>
        <p:spPr>
          <a:xfrm>
            <a:off x="4095243" y="1060847"/>
            <a:ext cx="4014438" cy="607978"/>
          </a:xfrm>
          <a:prstGeom prst="rect">
            <a:avLst/>
          </a:prstGeom>
        </p:spPr>
        <p:txBody>
          <a:bodyPr vert="horz" wrap="square" lIns="0" tIns="7738" rIns="0" bIns="0" rtlCol="0" anchor="ctr" anchorCtr="1" compatLnSpc="1">
            <a:spAutoFit/>
          </a:bodyPr>
          <a:lstStyle>
            <a:lvl1pPr marL="0" marR="0" lvl="0" indent="0" algn="ctr" defTabSz="914400" rtl="0" fontAlgn="auto" hangingPunct="0">
              <a:lnSpc>
                <a:spcPct val="100000"/>
              </a:lnSpc>
              <a:spcBef>
                <a:spcPts val="0"/>
              </a:spcBef>
              <a:spcAft>
                <a:spcPts val="0"/>
              </a:spcAft>
              <a:buNone/>
              <a:tabLst/>
              <a:defRPr lang="es-ES" sz="2800" b="0" i="0" u="none" strike="noStrike" kern="1200" cap="none" spc="0" baseline="0">
                <a:solidFill>
                  <a:srgbClr val="000000"/>
                </a:solidFill>
                <a:uFillTx/>
                <a:latin typeface="Calibri"/>
              </a:defRPr>
            </a:lvl1pPr>
          </a:lstStyle>
          <a:p>
            <a:pPr marL="8145">
              <a:spcBef>
                <a:spcPts val="61"/>
              </a:spcBef>
            </a:pPr>
            <a:r>
              <a:rPr lang="es-ES" sz="2100" spc="-3" dirty="0">
                <a:solidFill>
                  <a:srgbClr val="C00000"/>
                </a:solidFill>
                <a:latin typeface="Comic Sans MS" panose="030F0702030302020204" pitchFamily="66" charset="0"/>
                <a:cs typeface="Arial" panose="020B0604020202020204" pitchFamily="34" charset="0"/>
              </a:rPr>
              <a:t>Estilos de Liderazgo </a:t>
            </a:r>
            <a:r>
              <a:rPr lang="es-ES" sz="1800" spc="-3" dirty="0">
                <a:solidFill>
                  <a:srgbClr val="C00000"/>
                </a:solidFill>
                <a:latin typeface="Comic Sans MS" panose="030F0702030302020204" pitchFamily="66" charset="0"/>
                <a:cs typeface="Arial" panose="020B0604020202020204" pitchFamily="34" charset="0"/>
              </a:rPr>
              <a:t>(</a:t>
            </a:r>
            <a:r>
              <a:rPr lang="es-ES" sz="1800" spc="-3" dirty="0" err="1">
                <a:solidFill>
                  <a:srgbClr val="C00000"/>
                </a:solidFill>
                <a:latin typeface="Comic Sans MS" panose="030F0702030302020204" pitchFamily="66" charset="0"/>
                <a:cs typeface="Arial" panose="020B0604020202020204" pitchFamily="34" charset="0"/>
              </a:rPr>
              <a:t>Luthans</a:t>
            </a:r>
            <a:r>
              <a:rPr lang="es-ES" sz="1800" spc="-3" dirty="0">
                <a:solidFill>
                  <a:srgbClr val="C00000"/>
                </a:solidFill>
                <a:latin typeface="Comic Sans MS" panose="030F0702030302020204" pitchFamily="66" charset="0"/>
                <a:cs typeface="Arial" panose="020B0604020202020204" pitchFamily="34" charset="0"/>
              </a:rPr>
              <a:t> &amp; </a:t>
            </a:r>
            <a:r>
              <a:rPr lang="es-ES" sz="1800" spc="-3" dirty="0" err="1">
                <a:solidFill>
                  <a:srgbClr val="C00000"/>
                </a:solidFill>
                <a:latin typeface="Comic Sans MS" panose="030F0702030302020204" pitchFamily="66" charset="0"/>
                <a:cs typeface="Arial" panose="020B0604020202020204" pitchFamily="34" charset="0"/>
              </a:rPr>
              <a:t>Doh</a:t>
            </a:r>
            <a:r>
              <a:rPr lang="es-ES" sz="1800" spc="-3" dirty="0">
                <a:solidFill>
                  <a:srgbClr val="C00000"/>
                </a:solidFill>
                <a:latin typeface="Comic Sans MS" panose="030F0702030302020204" pitchFamily="66" charset="0"/>
                <a:cs typeface="Arial" panose="020B0604020202020204" pitchFamily="34" charset="0"/>
              </a:rPr>
              <a:t>, 2018)  </a:t>
            </a:r>
          </a:p>
        </p:txBody>
      </p:sp>
      <p:sp>
        <p:nvSpPr>
          <p:cNvPr id="4" name="Rectangle 2">
            <a:extLst>
              <a:ext uri="{FF2B5EF4-FFF2-40B4-BE49-F238E27FC236}">
                <a16:creationId xmlns:a16="http://schemas.microsoft.com/office/drawing/2014/main" id="{646875A5-E7DC-13E7-65E0-7C32CBBB6316}"/>
              </a:ext>
            </a:extLst>
          </p:cNvPr>
          <p:cNvSpPr txBox="1">
            <a:spLocks noChangeArrowheads="1"/>
          </p:cNvSpPr>
          <p:nvPr/>
        </p:nvSpPr>
        <p:spPr bwMode="auto">
          <a:xfrm>
            <a:off x="1007435" y="270662"/>
            <a:ext cx="8928100" cy="720725"/>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5.1. Liderazgo</a:t>
            </a:r>
            <a:endParaRPr lang="es-ES" sz="2800" b="1" kern="0" dirty="0">
              <a:solidFill>
                <a:schemeClr val="tx2"/>
              </a:solidFill>
              <a:latin typeface="+mj-lt"/>
              <a:ea typeface="+mj-ea"/>
              <a:cs typeface="+mj-cs"/>
            </a:endParaRPr>
          </a:p>
        </p:txBody>
      </p:sp>
    </p:spTree>
    <p:extLst>
      <p:ext uri="{BB962C8B-B14F-4D97-AF65-F5344CB8AC3E}">
        <p14:creationId xmlns:p14="http://schemas.microsoft.com/office/powerpoint/2010/main" val="1031569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9"/>
          <p:cNvSpPr txBox="1"/>
          <p:nvPr/>
        </p:nvSpPr>
        <p:spPr>
          <a:xfrm>
            <a:off x="774774" y="1712112"/>
            <a:ext cx="3629958" cy="263149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r>
              <a:rPr lang="es-ES" sz="1500" b="1" dirty="0">
                <a:solidFill>
                  <a:srgbClr val="C00000"/>
                </a:solidFill>
                <a:latin typeface="Comic Sans MS" panose="030F0702030302020204" pitchFamily="66" charset="0"/>
              </a:rPr>
              <a:t>LIDERAZGO TRANSACCIONAL</a:t>
            </a:r>
            <a:endParaRPr lang="es-ES" sz="1500" dirty="0">
              <a:solidFill>
                <a:srgbClr val="C00000"/>
              </a:solidFill>
              <a:latin typeface="Comic Sans MS" panose="030F0702030302020204" pitchFamily="66" charset="0"/>
            </a:endParaRPr>
          </a:p>
          <a:p>
            <a:pPr lvl="0" algn="just">
              <a:buFont typeface="Arial" pitchFamily="34" charset="0"/>
              <a:buChar char="•"/>
            </a:pPr>
            <a:r>
              <a:rPr lang="es-ES" sz="1500" dirty="0">
                <a:solidFill>
                  <a:schemeClr val="tx1"/>
                </a:solidFill>
                <a:latin typeface="Comic Sans MS" panose="030F0702030302020204" pitchFamily="66" charset="0"/>
              </a:rPr>
              <a:t> </a:t>
            </a:r>
            <a:r>
              <a:rPr lang="es-ES" sz="1500" b="1" dirty="0">
                <a:solidFill>
                  <a:schemeClr val="tx1"/>
                </a:solidFill>
                <a:latin typeface="Comic Sans MS" panose="030F0702030302020204" pitchFamily="66" charset="0"/>
              </a:rPr>
              <a:t>Falta total de confianza </a:t>
            </a:r>
            <a:r>
              <a:rPr lang="es-ES" sz="1500" dirty="0">
                <a:solidFill>
                  <a:schemeClr val="tx1"/>
                </a:solidFill>
                <a:latin typeface="Comic Sans MS" panose="030F0702030302020204" pitchFamily="66" charset="0"/>
              </a:rPr>
              <a:t>en su equipo, aunque actúa con él como si le proporcionase confianza. </a:t>
            </a:r>
          </a:p>
          <a:p>
            <a:pPr lvl="0" algn="just">
              <a:buFont typeface="Arial" pitchFamily="34" charset="0"/>
              <a:buChar char="•"/>
            </a:pPr>
            <a:r>
              <a:rPr lang="es-ES" sz="1500" dirty="0">
                <a:solidFill>
                  <a:schemeClr val="tx1"/>
                </a:solidFill>
                <a:latin typeface="Comic Sans MS" panose="030F0702030302020204" pitchFamily="66" charset="0"/>
              </a:rPr>
              <a:t> Fuerte </a:t>
            </a:r>
            <a:r>
              <a:rPr lang="es-ES" sz="1500" b="1" dirty="0">
                <a:solidFill>
                  <a:schemeClr val="tx1"/>
                </a:solidFill>
                <a:latin typeface="Comic Sans MS" panose="030F0702030302020204" pitchFamily="66" charset="0"/>
              </a:rPr>
              <a:t>supervisión</a:t>
            </a:r>
            <a:r>
              <a:rPr lang="es-ES" sz="1500" dirty="0">
                <a:solidFill>
                  <a:schemeClr val="tx1"/>
                </a:solidFill>
                <a:latin typeface="Comic Sans MS" panose="030F0702030302020204" pitchFamily="66" charset="0"/>
              </a:rPr>
              <a:t>. </a:t>
            </a:r>
          </a:p>
          <a:p>
            <a:pPr lvl="0" algn="just">
              <a:buFont typeface="Arial" pitchFamily="34" charset="0"/>
              <a:buChar char="•"/>
            </a:pPr>
            <a:r>
              <a:rPr lang="es-ES" sz="1500" dirty="0">
                <a:solidFill>
                  <a:schemeClr val="tx1"/>
                </a:solidFill>
                <a:latin typeface="Comic Sans MS" panose="030F0702030302020204" pitchFamily="66" charset="0"/>
              </a:rPr>
              <a:t> Toma la mayor parte de las </a:t>
            </a:r>
            <a:r>
              <a:rPr lang="es-ES" sz="1500" b="1" dirty="0">
                <a:solidFill>
                  <a:schemeClr val="tx1"/>
                </a:solidFill>
                <a:latin typeface="Comic Sans MS" panose="030F0702030302020204" pitchFamily="66" charset="0"/>
              </a:rPr>
              <a:t>decisiones</a:t>
            </a:r>
            <a:r>
              <a:rPr lang="es-ES" sz="1500" dirty="0">
                <a:solidFill>
                  <a:schemeClr val="tx1"/>
                </a:solidFill>
                <a:latin typeface="Comic Sans MS" panose="030F0702030302020204" pitchFamily="66" charset="0"/>
              </a:rPr>
              <a:t>. Su único objetivo es que los empleados trabajen más y mejor a base de </a:t>
            </a:r>
            <a:r>
              <a:rPr lang="es-ES" sz="1500" b="1" dirty="0">
                <a:solidFill>
                  <a:schemeClr val="tx1"/>
                </a:solidFill>
                <a:latin typeface="Comic Sans MS" panose="030F0702030302020204" pitchFamily="66" charset="0"/>
              </a:rPr>
              <a:t>incentivos</a:t>
            </a:r>
            <a:r>
              <a:rPr lang="es-ES" sz="1500" dirty="0">
                <a:solidFill>
                  <a:schemeClr val="tx1"/>
                </a:solidFill>
                <a:latin typeface="Comic Sans MS" panose="030F0702030302020204" pitchFamily="66" charset="0"/>
              </a:rPr>
              <a:t>.</a:t>
            </a:r>
          </a:p>
          <a:p>
            <a:pPr lvl="0" algn="just">
              <a:buFont typeface="Arial" pitchFamily="34" charset="0"/>
              <a:buChar char="•"/>
            </a:pPr>
            <a:r>
              <a:rPr lang="es-ES" sz="1500" dirty="0">
                <a:solidFill>
                  <a:schemeClr val="tx1"/>
                </a:solidFill>
                <a:latin typeface="Comic Sans MS" panose="030F0702030302020204" pitchFamily="66" charset="0"/>
              </a:rPr>
              <a:t> Principal diferencia con el estilo autocrático: es mucho más cercano.</a:t>
            </a:r>
          </a:p>
        </p:txBody>
      </p:sp>
      <p:sp>
        <p:nvSpPr>
          <p:cNvPr id="8" name="CuadroTexto 14">
            <a:extLst>
              <a:ext uri="{FF2B5EF4-FFF2-40B4-BE49-F238E27FC236}">
                <a16:creationId xmlns:a16="http://schemas.microsoft.com/office/drawing/2014/main" id="{D97ED6C8-94C9-49E8-B2D8-274E2F421DB2}"/>
              </a:ext>
            </a:extLst>
          </p:cNvPr>
          <p:cNvSpPr txBox="1"/>
          <p:nvPr/>
        </p:nvSpPr>
        <p:spPr>
          <a:xfrm>
            <a:off x="3077738" y="4770699"/>
            <a:ext cx="6857798" cy="170816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r>
              <a:rPr lang="es-ES" sz="1500" b="1" dirty="0">
                <a:solidFill>
                  <a:srgbClr val="C00000"/>
                </a:solidFill>
                <a:latin typeface="Comic Sans MS" panose="030F0702030302020204" pitchFamily="66" charset="0"/>
              </a:rPr>
              <a:t>LIDERAZGO TRANSFORMACIONAL</a:t>
            </a:r>
            <a:endParaRPr lang="es-ES" sz="1500" dirty="0">
              <a:solidFill>
                <a:srgbClr val="C00000"/>
              </a:solidFill>
              <a:latin typeface="Comic Sans MS" panose="030F0702030302020204" pitchFamily="66" charset="0"/>
            </a:endParaRPr>
          </a:p>
          <a:p>
            <a:pPr lvl="0" algn="just">
              <a:buFont typeface="Arial" pitchFamily="34" charset="0"/>
              <a:buChar char="•"/>
            </a:pPr>
            <a:r>
              <a:rPr lang="es-ES" sz="1500" dirty="0">
                <a:solidFill>
                  <a:schemeClr val="tx1"/>
                </a:solidFill>
                <a:latin typeface="Comic Sans MS" panose="030F0702030302020204" pitchFamily="66" charset="0"/>
              </a:rPr>
              <a:t> Tiene su base en las </a:t>
            </a:r>
            <a:r>
              <a:rPr lang="es-ES" sz="1500" b="1" dirty="0">
                <a:solidFill>
                  <a:schemeClr val="tx1"/>
                </a:solidFill>
                <a:latin typeface="Comic Sans MS" panose="030F0702030302020204" pitchFamily="66" charset="0"/>
              </a:rPr>
              <a:t>características sociales </a:t>
            </a:r>
            <a:r>
              <a:rPr lang="es-ES" sz="1500" dirty="0">
                <a:solidFill>
                  <a:schemeClr val="tx1"/>
                </a:solidFill>
                <a:latin typeface="Comic Sans MS" panose="030F0702030302020204" pitchFamily="66" charset="0"/>
              </a:rPr>
              <a:t>del líder. </a:t>
            </a:r>
          </a:p>
          <a:p>
            <a:pPr lvl="0" algn="just">
              <a:buFont typeface="Arial" pitchFamily="34" charset="0"/>
              <a:buChar char="•"/>
            </a:pPr>
            <a:r>
              <a:rPr lang="es-ES" sz="1500" dirty="0">
                <a:solidFill>
                  <a:schemeClr val="tx1"/>
                </a:solidFill>
                <a:latin typeface="Comic Sans MS" panose="030F0702030302020204" pitchFamily="66" charset="0"/>
              </a:rPr>
              <a:t> Grandes </a:t>
            </a:r>
            <a:r>
              <a:rPr lang="es-ES" sz="1500" b="1" dirty="0">
                <a:solidFill>
                  <a:schemeClr val="tx1"/>
                </a:solidFill>
                <a:latin typeface="Comic Sans MS" panose="030F0702030302020204" pitchFamily="66" charset="0"/>
              </a:rPr>
              <a:t>habilidades de comunicación</a:t>
            </a:r>
            <a:r>
              <a:rPr lang="es-ES" sz="1500" dirty="0">
                <a:solidFill>
                  <a:schemeClr val="tx1"/>
                </a:solidFill>
                <a:latin typeface="Comic Sans MS" panose="030F0702030302020204" pitchFamily="66" charset="0"/>
              </a:rPr>
              <a:t>. </a:t>
            </a:r>
          </a:p>
          <a:p>
            <a:pPr lvl="0" algn="just">
              <a:buFont typeface="Arial" pitchFamily="34" charset="0"/>
              <a:buChar char="•"/>
            </a:pPr>
            <a:r>
              <a:rPr lang="es-ES" sz="1500" dirty="0">
                <a:solidFill>
                  <a:schemeClr val="tx1"/>
                </a:solidFill>
                <a:latin typeface="Comic Sans MS" panose="030F0702030302020204" pitchFamily="66" charset="0"/>
              </a:rPr>
              <a:t> Ve el lado positivo de las cosas. </a:t>
            </a:r>
          </a:p>
          <a:p>
            <a:pPr lvl="0" algn="just">
              <a:buFont typeface="Arial" pitchFamily="34" charset="0"/>
              <a:buChar char="•"/>
            </a:pPr>
            <a:r>
              <a:rPr lang="es-ES" sz="1500" dirty="0">
                <a:solidFill>
                  <a:schemeClr val="tx1"/>
                </a:solidFill>
                <a:latin typeface="Comic Sans MS" panose="030F0702030302020204" pitchFamily="66" charset="0"/>
              </a:rPr>
              <a:t> Habilidad de </a:t>
            </a:r>
            <a:r>
              <a:rPr lang="es-ES" sz="1500" b="1" dirty="0">
                <a:solidFill>
                  <a:schemeClr val="tx1"/>
                </a:solidFill>
                <a:latin typeface="Comic Sans MS" panose="030F0702030302020204" pitchFamily="66" charset="0"/>
              </a:rPr>
              <a:t>motivar</a:t>
            </a:r>
            <a:r>
              <a:rPr lang="es-ES" sz="1500" dirty="0">
                <a:solidFill>
                  <a:schemeClr val="tx1"/>
                </a:solidFill>
                <a:latin typeface="Comic Sans MS" panose="030F0702030302020204" pitchFamily="66" charset="0"/>
              </a:rPr>
              <a:t> al equipo hasta niveles muy altos: genera sentimientos y sensaciones positivas en los integrantes de su equipo.</a:t>
            </a:r>
          </a:p>
          <a:p>
            <a:pPr lvl="0" algn="just">
              <a:buFont typeface="Arial" pitchFamily="34" charset="0"/>
              <a:buChar char="•"/>
            </a:pPr>
            <a:r>
              <a:rPr lang="es-ES" sz="1500" dirty="0">
                <a:solidFill>
                  <a:schemeClr val="tx1"/>
                </a:solidFill>
                <a:latin typeface="Comic Sans MS" panose="030F0702030302020204" pitchFamily="66" charset="0"/>
              </a:rPr>
              <a:t> Actitud de </a:t>
            </a:r>
            <a:r>
              <a:rPr lang="es-ES" sz="1500" b="1" dirty="0">
                <a:solidFill>
                  <a:schemeClr val="tx1"/>
                </a:solidFill>
                <a:latin typeface="Comic Sans MS" panose="030F0702030302020204" pitchFamily="66" charset="0"/>
              </a:rPr>
              <a:t>disconformidad</a:t>
            </a:r>
            <a:r>
              <a:rPr lang="es-ES" sz="1500" dirty="0">
                <a:solidFill>
                  <a:schemeClr val="tx1"/>
                </a:solidFill>
                <a:latin typeface="Comic Sans MS" panose="030F0702030302020204" pitchFamily="66" charset="0"/>
              </a:rPr>
              <a:t> con lo establecido, </a:t>
            </a:r>
            <a:r>
              <a:rPr lang="es-ES" sz="1500" b="1" dirty="0">
                <a:solidFill>
                  <a:schemeClr val="tx1"/>
                </a:solidFill>
                <a:latin typeface="Comic Sans MS" panose="030F0702030302020204" pitchFamily="66" charset="0"/>
              </a:rPr>
              <a:t>gran visión </a:t>
            </a:r>
            <a:r>
              <a:rPr lang="es-ES" sz="1500" dirty="0">
                <a:solidFill>
                  <a:schemeClr val="tx1"/>
                </a:solidFill>
                <a:latin typeface="Comic Sans MS" panose="030F0702030302020204" pitchFamily="66" charset="0"/>
              </a:rPr>
              <a:t>a largo plazo</a:t>
            </a:r>
          </a:p>
        </p:txBody>
      </p:sp>
      <p:sp>
        <p:nvSpPr>
          <p:cNvPr id="9" name="CuadroTexto 15">
            <a:extLst>
              <a:ext uri="{FF2B5EF4-FFF2-40B4-BE49-F238E27FC236}">
                <a16:creationId xmlns:a16="http://schemas.microsoft.com/office/drawing/2014/main" id="{20651921-D06D-4ED5-ACB8-6E1E2B2DDC0A}"/>
              </a:ext>
            </a:extLst>
          </p:cNvPr>
          <p:cNvSpPr txBox="1"/>
          <p:nvPr/>
        </p:nvSpPr>
        <p:spPr>
          <a:xfrm>
            <a:off x="7103327" y="1821326"/>
            <a:ext cx="3547329" cy="2169825"/>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lvl="0" algn="just"/>
            <a:r>
              <a:rPr lang="es-ES" sz="1500" b="1" dirty="0">
                <a:solidFill>
                  <a:srgbClr val="C00000"/>
                </a:solidFill>
                <a:latin typeface="Comic Sans MS" panose="030F0702030302020204" pitchFamily="66" charset="0"/>
              </a:rPr>
              <a:t>LIDERAZGO DELEGATIVO (O LAISSEZ FAIRE)</a:t>
            </a:r>
            <a:endParaRPr lang="es-ES" sz="1500" dirty="0">
              <a:latin typeface="Comic Sans MS" panose="030F0702030302020204" pitchFamily="66" charset="0"/>
            </a:endParaRPr>
          </a:p>
          <a:p>
            <a:pPr lvl="0" algn="just">
              <a:buFont typeface="Arial" pitchFamily="34" charset="0"/>
              <a:buChar char="•"/>
            </a:pPr>
            <a:r>
              <a:rPr lang="es-ES" sz="1500" dirty="0">
                <a:latin typeface="Comic Sans MS" panose="030F0702030302020204" pitchFamily="66" charset="0"/>
              </a:rPr>
              <a:t> Se basa en </a:t>
            </a:r>
            <a:r>
              <a:rPr lang="es-ES" sz="1500" b="1" dirty="0">
                <a:latin typeface="Comic Sans MS" panose="030F0702030302020204" pitchFamily="66" charset="0"/>
              </a:rPr>
              <a:t>“hacer y dejar hacer”.</a:t>
            </a:r>
          </a:p>
          <a:p>
            <a:pPr lvl="0" algn="just">
              <a:buFont typeface="Arial" pitchFamily="34" charset="0"/>
              <a:buChar char="•"/>
            </a:pPr>
            <a:r>
              <a:rPr lang="es-ES" sz="1500" dirty="0">
                <a:latin typeface="Comic Sans MS" panose="030F0702030302020204" pitchFamily="66" charset="0"/>
              </a:rPr>
              <a:t> Papel totalmente </a:t>
            </a:r>
            <a:r>
              <a:rPr lang="es-ES" sz="1500" b="1" dirty="0">
                <a:latin typeface="Comic Sans MS" panose="030F0702030302020204" pitchFamily="66" charset="0"/>
              </a:rPr>
              <a:t>pasivo</a:t>
            </a:r>
            <a:r>
              <a:rPr lang="es-ES" sz="1500" dirty="0">
                <a:latin typeface="Comic Sans MS" panose="030F0702030302020204" pitchFamily="66" charset="0"/>
              </a:rPr>
              <a:t> y traspasa el </a:t>
            </a:r>
            <a:r>
              <a:rPr lang="es-ES" sz="1500" b="1" dirty="0">
                <a:latin typeface="Comic Sans MS" panose="030F0702030302020204" pitchFamily="66" charset="0"/>
              </a:rPr>
              <a:t>poder</a:t>
            </a:r>
            <a:r>
              <a:rPr lang="es-ES" sz="1500" dirty="0">
                <a:latin typeface="Comic Sans MS" panose="030F0702030302020204" pitchFamily="66" charset="0"/>
              </a:rPr>
              <a:t> y las decisiones al grupo.</a:t>
            </a:r>
          </a:p>
          <a:p>
            <a:pPr lvl="0" algn="just">
              <a:buFont typeface="Arial" pitchFamily="34" charset="0"/>
              <a:buChar char="•"/>
            </a:pPr>
            <a:r>
              <a:rPr lang="es-ES" sz="1500" dirty="0">
                <a:latin typeface="Comic Sans MS" panose="030F0702030302020204" pitchFamily="66" charset="0"/>
              </a:rPr>
              <a:t> Se basa en la teoría de que un empleado con experiencia, entrenado y motivado no necesita supervisión para ser </a:t>
            </a:r>
            <a:r>
              <a:rPr lang="es-ES" sz="1500" b="1" dirty="0">
                <a:latin typeface="Comic Sans MS" panose="030F0702030302020204" pitchFamily="66" charset="0"/>
              </a:rPr>
              <a:t>productivo</a:t>
            </a:r>
            <a:r>
              <a:rPr lang="es-ES" sz="1500" dirty="0">
                <a:latin typeface="Comic Sans MS" panose="030F0702030302020204" pitchFamily="66" charset="0"/>
              </a:rPr>
              <a:t>.</a:t>
            </a:r>
          </a:p>
        </p:txBody>
      </p:sp>
      <p:sp>
        <p:nvSpPr>
          <p:cNvPr id="7" name="Rectangle 2">
            <a:extLst>
              <a:ext uri="{FF2B5EF4-FFF2-40B4-BE49-F238E27FC236}">
                <a16:creationId xmlns:a16="http://schemas.microsoft.com/office/drawing/2014/main" id="{C776621C-886D-0C6A-DC2E-605374587740}"/>
              </a:ext>
            </a:extLst>
          </p:cNvPr>
          <p:cNvSpPr txBox="1">
            <a:spLocks noChangeArrowheads="1"/>
          </p:cNvSpPr>
          <p:nvPr/>
        </p:nvSpPr>
        <p:spPr bwMode="auto">
          <a:xfrm>
            <a:off x="1007435" y="270662"/>
            <a:ext cx="8928100" cy="720725"/>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5.1. Liderazgo</a:t>
            </a:r>
            <a:endParaRPr lang="es-ES" sz="2800" b="1" kern="0" dirty="0">
              <a:solidFill>
                <a:schemeClr val="tx2"/>
              </a:solidFill>
              <a:latin typeface="+mj-lt"/>
              <a:ea typeface="+mj-ea"/>
              <a:cs typeface="+mj-cs"/>
            </a:endParaRPr>
          </a:p>
        </p:txBody>
      </p:sp>
      <p:sp>
        <p:nvSpPr>
          <p:cNvPr id="4" name="CuadroTexto 3">
            <a:extLst>
              <a:ext uri="{FF2B5EF4-FFF2-40B4-BE49-F238E27FC236}">
                <a16:creationId xmlns:a16="http://schemas.microsoft.com/office/drawing/2014/main" id="{BFE24E1D-B76F-0B1A-3FD2-4E67CF85EE78}"/>
              </a:ext>
            </a:extLst>
          </p:cNvPr>
          <p:cNvSpPr txBox="1"/>
          <p:nvPr/>
        </p:nvSpPr>
        <p:spPr>
          <a:xfrm>
            <a:off x="2702160" y="991387"/>
            <a:ext cx="6094140" cy="415498"/>
          </a:xfrm>
          <a:prstGeom prst="rect">
            <a:avLst/>
          </a:prstGeom>
          <a:noFill/>
        </p:spPr>
        <p:txBody>
          <a:bodyPr wrap="square">
            <a:spAutoFit/>
          </a:bodyPr>
          <a:lstStyle/>
          <a:p>
            <a:pPr marL="8145">
              <a:spcBef>
                <a:spcPts val="61"/>
              </a:spcBef>
            </a:pPr>
            <a:r>
              <a:rPr lang="es-ES" sz="2100" spc="-3" dirty="0">
                <a:solidFill>
                  <a:srgbClr val="C00000"/>
                </a:solidFill>
                <a:latin typeface="Comic Sans MS" panose="030F0702030302020204" pitchFamily="66" charset="0"/>
                <a:cs typeface="Arial" panose="020B0604020202020204" pitchFamily="34" charset="0"/>
              </a:rPr>
              <a:t>Estilos de Liderazgo </a:t>
            </a:r>
            <a:r>
              <a:rPr lang="es-ES" sz="1800" spc="-3" dirty="0">
                <a:solidFill>
                  <a:srgbClr val="C00000"/>
                </a:solidFill>
                <a:latin typeface="Comic Sans MS" panose="030F0702030302020204" pitchFamily="66" charset="0"/>
                <a:cs typeface="Arial" panose="020B0604020202020204" pitchFamily="34" charset="0"/>
              </a:rPr>
              <a:t>(</a:t>
            </a:r>
            <a:r>
              <a:rPr lang="es-ES" sz="1800" spc="-3" dirty="0" err="1">
                <a:solidFill>
                  <a:srgbClr val="C00000"/>
                </a:solidFill>
                <a:latin typeface="Comic Sans MS" panose="030F0702030302020204" pitchFamily="66" charset="0"/>
                <a:cs typeface="Arial" panose="020B0604020202020204" pitchFamily="34" charset="0"/>
              </a:rPr>
              <a:t>Luthans</a:t>
            </a:r>
            <a:r>
              <a:rPr lang="es-ES" sz="1800" spc="-3" dirty="0">
                <a:solidFill>
                  <a:srgbClr val="C00000"/>
                </a:solidFill>
                <a:latin typeface="Comic Sans MS" panose="030F0702030302020204" pitchFamily="66" charset="0"/>
                <a:cs typeface="Arial" panose="020B0604020202020204" pitchFamily="34" charset="0"/>
              </a:rPr>
              <a:t> &amp; </a:t>
            </a:r>
            <a:r>
              <a:rPr lang="es-ES" sz="1800" spc="-3" dirty="0" err="1">
                <a:solidFill>
                  <a:srgbClr val="C00000"/>
                </a:solidFill>
                <a:latin typeface="Comic Sans MS" panose="030F0702030302020204" pitchFamily="66" charset="0"/>
                <a:cs typeface="Arial" panose="020B0604020202020204" pitchFamily="34" charset="0"/>
              </a:rPr>
              <a:t>Doh</a:t>
            </a:r>
            <a:r>
              <a:rPr lang="es-ES" sz="1800" spc="-3" dirty="0">
                <a:solidFill>
                  <a:srgbClr val="C00000"/>
                </a:solidFill>
                <a:latin typeface="Comic Sans MS" panose="030F0702030302020204" pitchFamily="66" charset="0"/>
                <a:cs typeface="Arial" panose="020B0604020202020204" pitchFamily="34" charset="0"/>
              </a:rPr>
              <a:t>, 2018)  </a:t>
            </a:r>
          </a:p>
        </p:txBody>
      </p:sp>
    </p:spTree>
    <p:extLst>
      <p:ext uri="{BB962C8B-B14F-4D97-AF65-F5344CB8AC3E}">
        <p14:creationId xmlns:p14="http://schemas.microsoft.com/office/powerpoint/2010/main" val="2484510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3DE2CDC9-5ACA-48B6-BE8A-A46E809925C2}"/>
              </a:ext>
            </a:extLst>
          </p:cNvPr>
          <p:cNvSpPr>
            <a:spLocks noGrp="1" noChangeArrowheads="1"/>
          </p:cNvSpPr>
          <p:nvPr>
            <p:ph type="body" idx="1"/>
          </p:nvPr>
        </p:nvSpPr>
        <p:spPr>
          <a:xfrm>
            <a:off x="1466020" y="1189382"/>
            <a:ext cx="9963979" cy="5181600"/>
          </a:xfrm>
        </p:spPr>
        <p:txBody>
          <a:bodyPr>
            <a:normAutofit/>
          </a:bodyPr>
          <a:lstStyle/>
          <a:p>
            <a:pPr>
              <a:buFont typeface="Wingdings" panose="05000000000000000000" pitchFamily="2" charset="2"/>
              <a:buNone/>
            </a:pPr>
            <a:r>
              <a:rPr lang="es-AR" altLang="es-ES" sz="2000" dirty="0">
                <a:latin typeface="Comic Sans MS" panose="030F0702030302020204" pitchFamily="66" charset="0"/>
                <a:cs typeface="Arial" panose="020B0604020202020204" pitchFamily="34" charset="0"/>
              </a:rPr>
              <a:t>Hay evidencia que los estilos participativos de liderazgo:</a:t>
            </a:r>
          </a:p>
          <a:p>
            <a:pPr lvl="1"/>
            <a:r>
              <a:rPr lang="es-AR" altLang="es-ES" sz="1800" dirty="0">
                <a:latin typeface="Comic Sans MS" panose="030F0702030302020204" pitchFamily="66" charset="0"/>
                <a:cs typeface="Arial" panose="020B0604020202020204" pitchFamily="34" charset="0"/>
              </a:rPr>
              <a:t>se vinculan con satisfacción del empleado</a:t>
            </a:r>
          </a:p>
          <a:p>
            <a:pPr lvl="1"/>
            <a:r>
              <a:rPr lang="es-AR" altLang="es-ES" sz="1800" dirty="0">
                <a:latin typeface="Comic Sans MS" panose="030F0702030302020204" pitchFamily="66" charset="0"/>
                <a:cs typeface="Arial" panose="020B0604020202020204" pitchFamily="34" charset="0"/>
              </a:rPr>
              <a:t> se vinculan con menor rotación y conflictos</a:t>
            </a:r>
          </a:p>
          <a:p>
            <a:pPr lvl="1"/>
            <a:r>
              <a:rPr lang="es-AR" altLang="es-ES" sz="1800" dirty="0">
                <a:latin typeface="Comic Sans MS" panose="030F0702030302020204" pitchFamily="66" charset="0"/>
                <a:cs typeface="Arial" panose="020B0604020202020204" pitchFamily="34" charset="0"/>
              </a:rPr>
              <a:t>Generan menor conflicto </a:t>
            </a:r>
            <a:r>
              <a:rPr lang="es-AR" altLang="es-ES" sz="1800" dirty="0" err="1">
                <a:latin typeface="Comic Sans MS" panose="030F0702030302020204" pitchFamily="66" charset="0"/>
                <a:cs typeface="Arial" panose="020B0604020202020204" pitchFamily="34" charset="0"/>
              </a:rPr>
              <a:t>inter-grupos</a:t>
            </a:r>
            <a:endParaRPr lang="es-AR" altLang="es-ES" sz="1800" dirty="0">
              <a:latin typeface="Comic Sans MS" panose="030F0702030302020204" pitchFamily="66" charset="0"/>
              <a:cs typeface="Arial" panose="020B0604020202020204" pitchFamily="34" charset="0"/>
            </a:endParaRPr>
          </a:p>
          <a:p>
            <a:pPr lvl="1"/>
            <a:r>
              <a:rPr lang="es-AR" altLang="es-ES" sz="1800" dirty="0">
                <a:latin typeface="Comic Sans MS" panose="030F0702030302020204" pitchFamily="66" charset="0"/>
                <a:cs typeface="Arial" panose="020B0604020202020204" pitchFamily="34" charset="0"/>
              </a:rPr>
              <a:t>Son el estilo favorito de los subordinados</a:t>
            </a:r>
          </a:p>
          <a:p>
            <a:pPr>
              <a:buFont typeface="Wingdings" panose="05000000000000000000" pitchFamily="2" charset="2"/>
              <a:buNone/>
            </a:pPr>
            <a:endParaRPr lang="es-AR" altLang="es-ES" sz="2000" dirty="0">
              <a:latin typeface="Comic Sans MS" panose="030F0702030302020204" pitchFamily="66" charset="0"/>
              <a:cs typeface="Arial" panose="020B0604020202020204" pitchFamily="34" charset="0"/>
            </a:endParaRPr>
          </a:p>
          <a:p>
            <a:pPr>
              <a:buFont typeface="Wingdings" panose="05000000000000000000" pitchFamily="2" charset="2"/>
              <a:buNone/>
            </a:pPr>
            <a:r>
              <a:rPr lang="es-AR" altLang="es-ES" sz="2000" dirty="0">
                <a:latin typeface="Comic Sans MS" panose="030F0702030302020204" pitchFamily="66" charset="0"/>
                <a:cs typeface="Arial" panose="020B0604020202020204" pitchFamily="34" charset="0"/>
              </a:rPr>
              <a:t>Algunas personas prefieren ser dirigidas (baja necesidad de autonomía </a:t>
            </a:r>
          </a:p>
          <a:p>
            <a:pPr>
              <a:buFont typeface="Wingdings" panose="05000000000000000000" pitchFamily="2" charset="2"/>
              <a:buNone/>
            </a:pPr>
            <a:r>
              <a:rPr lang="es-AR" altLang="es-ES" sz="2000" dirty="0">
                <a:latin typeface="Comic Sans MS" panose="030F0702030302020204" pitchFamily="66" charset="0"/>
                <a:cs typeface="Arial" panose="020B0604020202020204" pitchFamily="34" charset="0"/>
              </a:rPr>
              <a:t>y culturas donde la participación no está legitimada).</a:t>
            </a:r>
          </a:p>
          <a:p>
            <a:pPr>
              <a:buFont typeface="Wingdings" panose="05000000000000000000" pitchFamily="2" charset="2"/>
              <a:buNone/>
            </a:pPr>
            <a:endParaRPr lang="es-AR" altLang="es-ES" sz="800" dirty="0">
              <a:latin typeface="Comic Sans MS" panose="030F0702030302020204" pitchFamily="66" charset="0"/>
              <a:cs typeface="Arial" panose="020B0604020202020204" pitchFamily="34" charset="0"/>
            </a:endParaRPr>
          </a:p>
          <a:p>
            <a:pPr algn="just">
              <a:buFont typeface="Wingdings" panose="05000000000000000000" pitchFamily="2" charset="2"/>
              <a:buNone/>
            </a:pPr>
            <a:r>
              <a:rPr lang="es-AR" altLang="es-ES" sz="2000" dirty="0">
                <a:latin typeface="Comic Sans MS" panose="030F0702030302020204" pitchFamily="66" charset="0"/>
                <a:cs typeface="Arial" panose="020B0604020202020204" pitchFamily="34" charset="0"/>
              </a:rPr>
              <a:t>En trabajos rutinarios un estilo más estructurado lleva a mayor productividad en el corto plazo – y peor moral.</a:t>
            </a:r>
          </a:p>
          <a:p>
            <a:pPr>
              <a:buFont typeface="Wingdings" panose="05000000000000000000" pitchFamily="2" charset="2"/>
              <a:buNone/>
            </a:pPr>
            <a:endParaRPr lang="es-AR" altLang="es-ES" sz="2000" dirty="0">
              <a:latin typeface="Comic Sans MS" panose="030F0702030302020204" pitchFamily="66" charset="0"/>
            </a:endParaRPr>
          </a:p>
          <a:p>
            <a:pPr>
              <a:buFont typeface="Wingdings" panose="05000000000000000000" pitchFamily="2" charset="2"/>
              <a:buNone/>
            </a:pPr>
            <a:r>
              <a:rPr lang="es-AR" altLang="es-ES" sz="2000" b="1" dirty="0">
                <a:solidFill>
                  <a:srgbClr val="C00000"/>
                </a:solidFill>
                <a:latin typeface="Comic Sans MS" panose="030F0702030302020204" pitchFamily="66" charset="0"/>
                <a:cs typeface="Arial" panose="020B0604020202020204" pitchFamily="34" charset="0"/>
              </a:rPr>
              <a:t>Estilo no es la respuesta, por sí sola, al liderazgo efectivo. Estilo participativo, mayor involucración, no necesariamente mayor productividad</a:t>
            </a:r>
          </a:p>
        </p:txBody>
      </p:sp>
      <p:pic>
        <p:nvPicPr>
          <p:cNvPr id="20484" name="Picture 6" descr="http://t3.gstatic.com/images?q=tbn:cJNvhHBjt1rZLM:http://www.citrusheights.net/images/j0387733.jpg">
            <a:hlinkClick r:id="rId3"/>
            <a:extLst>
              <a:ext uri="{FF2B5EF4-FFF2-40B4-BE49-F238E27FC236}">
                <a16:creationId xmlns:a16="http://schemas.microsoft.com/office/drawing/2014/main" id="{7959CC8C-8665-4D78-AE00-F37B22109B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9200" y="685800"/>
            <a:ext cx="1600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62000092-558E-9C22-28B6-A7C4352C6622}"/>
              </a:ext>
            </a:extLst>
          </p:cNvPr>
          <p:cNvSpPr txBox="1">
            <a:spLocks noChangeArrowheads="1"/>
          </p:cNvSpPr>
          <p:nvPr/>
        </p:nvSpPr>
        <p:spPr bwMode="auto">
          <a:xfrm>
            <a:off x="1007435" y="270662"/>
            <a:ext cx="8928100" cy="720725"/>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5.1. Liderazgo</a:t>
            </a:r>
            <a:endParaRPr lang="es-ES" sz="2800" b="1" kern="0" dirty="0">
              <a:solidFill>
                <a:schemeClr val="tx2"/>
              </a:solidFill>
              <a:latin typeface="+mj-lt"/>
              <a:ea typeface="+mj-ea"/>
              <a:cs typeface="+mj-cs"/>
            </a:endParaRPr>
          </a:p>
        </p:txBody>
      </p:sp>
    </p:spTree>
    <p:extLst>
      <p:ext uri="{BB962C8B-B14F-4D97-AF65-F5344CB8AC3E}">
        <p14:creationId xmlns:p14="http://schemas.microsoft.com/office/powerpoint/2010/main" val="544988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7</a:t>
            </a:fld>
            <a:endParaRPr lang="es-ES"/>
          </a:p>
        </p:txBody>
      </p:sp>
      <p:sp>
        <p:nvSpPr>
          <p:cNvPr id="5" name="4 CuadroTexto"/>
          <p:cNvSpPr txBox="1"/>
          <p:nvPr/>
        </p:nvSpPr>
        <p:spPr>
          <a:xfrm>
            <a:off x="6528048" y="1340769"/>
            <a:ext cx="3816424" cy="5016758"/>
          </a:xfrm>
          <a:prstGeom prst="rect">
            <a:avLst/>
          </a:prstGeom>
          <a:noFill/>
        </p:spPr>
        <p:txBody>
          <a:bodyPr wrap="square" rtlCol="0">
            <a:spAutoFit/>
          </a:bodyPr>
          <a:lstStyle/>
          <a:p>
            <a:pPr algn="just"/>
            <a:r>
              <a:rPr lang="es-ES" sz="2000" dirty="0">
                <a:latin typeface="Comic Sans MS" panose="030F0702030302020204" pitchFamily="66" charset="0"/>
              </a:rPr>
              <a:t>LA MOTIVACIÓN está constituida por todos los factores capaces de provocar, mantener y dirigir la conducta hacia un objetivo</a:t>
            </a:r>
          </a:p>
          <a:p>
            <a:pPr algn="just"/>
            <a:endParaRPr lang="es-ES" sz="2000" dirty="0">
              <a:latin typeface="Comic Sans MS" panose="030F0702030302020204" pitchFamily="66" charset="0"/>
            </a:endParaRPr>
          </a:p>
          <a:p>
            <a:pPr algn="just"/>
            <a:endParaRPr lang="es-ES" sz="2000" dirty="0">
              <a:latin typeface="Comic Sans MS" panose="030F0702030302020204" pitchFamily="66" charset="0"/>
            </a:endParaRPr>
          </a:p>
          <a:p>
            <a:pPr algn="just"/>
            <a:endParaRPr lang="es-ES" sz="2000" dirty="0">
              <a:latin typeface="Comic Sans MS" panose="030F0702030302020204" pitchFamily="66" charset="0"/>
            </a:endParaRPr>
          </a:p>
          <a:p>
            <a:pPr algn="just"/>
            <a:endParaRPr lang="es-ES" sz="2000" dirty="0">
              <a:latin typeface="Comic Sans MS" panose="030F0702030302020204" pitchFamily="66" charset="0"/>
            </a:endParaRPr>
          </a:p>
          <a:p>
            <a:pPr algn="just"/>
            <a:r>
              <a:rPr lang="es-ES" sz="2000" dirty="0">
                <a:latin typeface="Comic Sans MS" panose="030F0702030302020204" pitchFamily="66" charset="0"/>
              </a:rPr>
              <a:t>El comportamiento humano es un </a:t>
            </a:r>
            <a:r>
              <a:rPr lang="es-ES" sz="2000" b="1" dirty="0">
                <a:solidFill>
                  <a:srgbClr val="C00000"/>
                </a:solidFill>
                <a:latin typeface="Comic Sans MS" panose="030F0702030302020204" pitchFamily="66" charset="0"/>
              </a:rPr>
              <a:t>comportamiento finalista </a:t>
            </a:r>
            <a:r>
              <a:rPr lang="es-ES" sz="2000" dirty="0">
                <a:latin typeface="Comic Sans MS" panose="030F0702030302020204" pitchFamily="66" charset="0"/>
                <a:sym typeface="Wingdings" pitchFamily="2" charset="2"/>
              </a:rPr>
              <a:t> las personas hacemos las cosas por una razón, existe un porqué o una motivación para realizar una determinada acción y no otra</a:t>
            </a:r>
            <a:endParaRPr lang="es-ES" sz="2000" dirty="0">
              <a:latin typeface="Comic Sans MS" panose="030F0702030302020204" pitchFamily="66" charset="0"/>
            </a:endParaRPr>
          </a:p>
        </p:txBody>
      </p:sp>
      <p:pic>
        <p:nvPicPr>
          <p:cNvPr id="7" name="6 Imagen" descr="motivacion-5.jpg"/>
          <p:cNvPicPr>
            <a:picLocks noChangeAspect="1"/>
          </p:cNvPicPr>
          <p:nvPr/>
        </p:nvPicPr>
        <p:blipFill>
          <a:blip r:embed="rId3" cstate="print"/>
          <a:stretch>
            <a:fillRect/>
          </a:stretch>
        </p:blipFill>
        <p:spPr>
          <a:xfrm>
            <a:off x="2351584" y="1628800"/>
            <a:ext cx="3816424" cy="3816424"/>
          </a:xfrm>
          <a:prstGeom prst="rect">
            <a:avLst/>
          </a:prstGeom>
        </p:spPr>
      </p:pic>
      <p:sp>
        <p:nvSpPr>
          <p:cNvPr id="9" name="8 Flecha abajo"/>
          <p:cNvSpPr/>
          <p:nvPr/>
        </p:nvSpPr>
        <p:spPr>
          <a:xfrm>
            <a:off x="7896200" y="2996952"/>
            <a:ext cx="720080" cy="648072"/>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angle 2">
            <a:extLst>
              <a:ext uri="{FF2B5EF4-FFF2-40B4-BE49-F238E27FC236}">
                <a16:creationId xmlns:a16="http://schemas.microsoft.com/office/drawing/2014/main" id="{31AD5BB3-DD61-442A-96F5-CC8994E85401}"/>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8</a:t>
            </a:fld>
            <a:endParaRPr lang="es-ES"/>
          </a:p>
        </p:txBody>
      </p:sp>
      <p:pic>
        <p:nvPicPr>
          <p:cNvPr id="5" name="4 Imagen" descr="motivacion-2.png"/>
          <p:cNvPicPr>
            <a:picLocks noChangeAspect="1"/>
          </p:cNvPicPr>
          <p:nvPr/>
        </p:nvPicPr>
        <p:blipFill>
          <a:blip r:embed="rId2" cstate="print"/>
          <a:srcRect l="21236" r="21428"/>
          <a:stretch>
            <a:fillRect/>
          </a:stretch>
        </p:blipFill>
        <p:spPr>
          <a:xfrm>
            <a:off x="7500830" y="1844824"/>
            <a:ext cx="2771635" cy="2376264"/>
          </a:xfrm>
          <a:prstGeom prst="rect">
            <a:avLst/>
          </a:prstGeom>
        </p:spPr>
      </p:pic>
      <p:sp>
        <p:nvSpPr>
          <p:cNvPr id="6" name="5 CuadroTexto"/>
          <p:cNvSpPr txBox="1"/>
          <p:nvPr/>
        </p:nvSpPr>
        <p:spPr>
          <a:xfrm>
            <a:off x="1378226" y="1666543"/>
            <a:ext cx="5040560" cy="2862322"/>
          </a:xfrm>
          <a:prstGeom prst="rect">
            <a:avLst/>
          </a:prstGeom>
          <a:noFill/>
        </p:spPr>
        <p:txBody>
          <a:bodyPr wrap="square" rtlCol="0">
            <a:spAutoFit/>
          </a:bodyPr>
          <a:lstStyle/>
          <a:p>
            <a:pPr algn="just"/>
            <a:r>
              <a:rPr lang="es-ES" sz="2000" b="1" dirty="0">
                <a:solidFill>
                  <a:srgbClr val="C00000"/>
                </a:solidFill>
                <a:latin typeface="Comic Sans MS" panose="030F0702030302020204" pitchFamily="66" charset="0"/>
              </a:rPr>
              <a:t>Motivación INTRÍNSECA</a:t>
            </a:r>
          </a:p>
          <a:p>
            <a:pPr algn="just"/>
            <a:r>
              <a:rPr lang="es-ES" sz="2000" dirty="0">
                <a:latin typeface="Comic Sans MS" panose="030F0702030302020204" pitchFamily="66" charset="0"/>
              </a:rPr>
              <a:t>Proviene de los procesos internos del individuo</a:t>
            </a:r>
            <a:r>
              <a:rPr lang="es-ES" sz="2000" dirty="0">
                <a:latin typeface="Comic Sans MS" panose="030F0702030302020204" pitchFamily="66" charset="0"/>
                <a:sym typeface="Wingdings" pitchFamily="2" charset="2"/>
              </a:rPr>
              <a:t> necesidades, aprendizajes, experiencias, actitudes, emociones…</a:t>
            </a:r>
          </a:p>
          <a:p>
            <a:pPr algn="just"/>
            <a:endParaRPr lang="es-ES" sz="2000" dirty="0">
              <a:latin typeface="Comic Sans MS" panose="030F0702030302020204" pitchFamily="66" charset="0"/>
              <a:sym typeface="Wingdings" pitchFamily="2" charset="2"/>
            </a:endParaRPr>
          </a:p>
          <a:p>
            <a:pPr algn="just"/>
            <a:r>
              <a:rPr lang="es-ES" sz="2000" b="1" dirty="0">
                <a:solidFill>
                  <a:srgbClr val="C00000"/>
                </a:solidFill>
                <a:latin typeface="Comic Sans MS" panose="030F0702030302020204" pitchFamily="66" charset="0"/>
                <a:sym typeface="Wingdings" pitchFamily="2" charset="2"/>
              </a:rPr>
              <a:t>Motivación EXTRÍNSECA</a:t>
            </a:r>
          </a:p>
          <a:p>
            <a:pPr algn="just"/>
            <a:r>
              <a:rPr lang="es-ES" sz="2000" dirty="0">
                <a:latin typeface="Comic Sans MS" panose="030F0702030302020204" pitchFamily="66" charset="0"/>
                <a:sym typeface="Wingdings" pitchFamily="2" charset="2"/>
              </a:rPr>
              <a:t>Proviene de un estímulo externo que impulsa a la acción  reconocimiento, remuneración</a:t>
            </a:r>
            <a:endParaRPr lang="es-ES" sz="2000" dirty="0">
              <a:latin typeface="Comic Sans MS" panose="030F0702030302020204" pitchFamily="66" charset="0"/>
            </a:endParaRPr>
          </a:p>
        </p:txBody>
      </p:sp>
      <p:sp>
        <p:nvSpPr>
          <p:cNvPr id="7" name="6 Rectángulo"/>
          <p:cNvSpPr/>
          <p:nvPr/>
        </p:nvSpPr>
        <p:spPr>
          <a:xfrm>
            <a:off x="3287688" y="5229201"/>
            <a:ext cx="5472608" cy="646331"/>
          </a:xfrm>
          <a:prstGeom prst="rect">
            <a:avLst/>
          </a:prstGeom>
        </p:spPr>
        <p:txBody>
          <a:bodyPr wrap="square">
            <a:spAutoFit/>
          </a:bodyPr>
          <a:lstStyle/>
          <a:p>
            <a:pPr algn="ctr"/>
            <a:r>
              <a:rPr lang="es-ES" b="1" i="1" dirty="0">
                <a:solidFill>
                  <a:srgbClr val="C00000"/>
                </a:solidFill>
              </a:rPr>
              <a:t>“Elige un trabajo que te guste y no tendrás que trabajar ni un día de tu vida”</a:t>
            </a:r>
            <a:r>
              <a:rPr lang="es-ES" b="1" dirty="0">
                <a:solidFill>
                  <a:srgbClr val="C00000"/>
                </a:solidFill>
              </a:rPr>
              <a:t> </a:t>
            </a:r>
          </a:p>
        </p:txBody>
      </p:sp>
      <p:sp>
        <p:nvSpPr>
          <p:cNvPr id="8" name="7 Rectángulo"/>
          <p:cNvSpPr/>
          <p:nvPr/>
        </p:nvSpPr>
        <p:spPr>
          <a:xfrm>
            <a:off x="7464153" y="5857528"/>
            <a:ext cx="829651" cy="307777"/>
          </a:xfrm>
          <a:prstGeom prst="rect">
            <a:avLst/>
          </a:prstGeom>
        </p:spPr>
        <p:txBody>
          <a:bodyPr wrap="none">
            <a:spAutoFit/>
          </a:bodyPr>
          <a:lstStyle/>
          <a:p>
            <a:r>
              <a:rPr lang="es-ES" sz="1400" dirty="0"/>
              <a:t>Confucio</a:t>
            </a:r>
          </a:p>
        </p:txBody>
      </p:sp>
      <p:sp>
        <p:nvSpPr>
          <p:cNvPr id="13" name="Rectangle 2">
            <a:extLst>
              <a:ext uri="{FF2B5EF4-FFF2-40B4-BE49-F238E27FC236}">
                <a16:creationId xmlns:a16="http://schemas.microsoft.com/office/drawing/2014/main" id="{D135C9E6-FA37-4A1A-B936-3709BE561906}"/>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9</a:t>
            </a:fld>
            <a:endParaRPr lang="es-ES"/>
          </a:p>
        </p:txBody>
      </p:sp>
      <p:sp>
        <p:nvSpPr>
          <p:cNvPr id="6" name="5 CuadroTexto"/>
          <p:cNvSpPr txBox="1"/>
          <p:nvPr/>
        </p:nvSpPr>
        <p:spPr>
          <a:xfrm>
            <a:off x="1255562" y="2123743"/>
            <a:ext cx="9862203" cy="2246769"/>
          </a:xfrm>
          <a:prstGeom prst="rect">
            <a:avLst/>
          </a:prstGeom>
          <a:noFill/>
        </p:spPr>
        <p:txBody>
          <a:bodyPr wrap="square" rtlCol="0">
            <a:spAutoFit/>
          </a:bodyPr>
          <a:lstStyle/>
          <a:p>
            <a:pPr algn="just"/>
            <a:r>
              <a:rPr lang="es-ES" sz="2000" b="1" dirty="0">
                <a:solidFill>
                  <a:srgbClr val="C00000"/>
                </a:solidFill>
                <a:latin typeface="Comic Sans MS" panose="030F0702030302020204" pitchFamily="66" charset="0"/>
              </a:rPr>
              <a:t>¿Cuál es el origen de nuestro comportamiento?</a:t>
            </a:r>
          </a:p>
          <a:p>
            <a:pPr algn="just"/>
            <a:endParaRPr lang="es-ES" sz="2000" b="1" dirty="0">
              <a:solidFill>
                <a:srgbClr val="C00000"/>
              </a:solidFill>
              <a:latin typeface="Comic Sans MS" panose="030F0702030302020204" pitchFamily="66" charset="0"/>
            </a:endParaRPr>
          </a:p>
          <a:p>
            <a:pPr algn="just"/>
            <a:endParaRPr lang="es-ES" sz="2000" b="1" dirty="0">
              <a:solidFill>
                <a:srgbClr val="C00000"/>
              </a:solidFill>
              <a:latin typeface="Comic Sans MS" panose="030F0702030302020204" pitchFamily="66" charset="0"/>
            </a:endParaRPr>
          </a:p>
          <a:p>
            <a:pPr algn="just"/>
            <a:r>
              <a:rPr lang="es-ES" sz="2000" dirty="0">
                <a:latin typeface="Comic Sans MS" panose="030F0702030302020204" pitchFamily="66" charset="0"/>
              </a:rPr>
              <a:t>TEORÍA DEL REFUERZO DE SKINNER</a:t>
            </a:r>
          </a:p>
          <a:p>
            <a:pPr algn="just"/>
            <a:r>
              <a:rPr lang="es-ES" sz="2000" dirty="0">
                <a:latin typeface="Comic Sans MS" panose="030F0702030302020204" pitchFamily="66" charset="0"/>
              </a:rPr>
              <a:t>  Se centra en el papel motivador del refuerzo.</a:t>
            </a:r>
          </a:p>
          <a:p>
            <a:pPr algn="just"/>
            <a:r>
              <a:rPr lang="es-ES" sz="2000" dirty="0">
                <a:latin typeface="Comic Sans MS" panose="030F0702030302020204" pitchFamily="66" charset="0"/>
              </a:rPr>
              <a:t>Idea central: las conductas se aprenden las conductas reforzadas mediante recompensas tienden a repetirse</a:t>
            </a:r>
          </a:p>
        </p:txBody>
      </p:sp>
      <p:sp>
        <p:nvSpPr>
          <p:cNvPr id="13" name="Rectangle 2">
            <a:extLst>
              <a:ext uri="{FF2B5EF4-FFF2-40B4-BE49-F238E27FC236}">
                <a16:creationId xmlns:a16="http://schemas.microsoft.com/office/drawing/2014/main" id="{D135C9E6-FA37-4A1A-B936-3709BE561906}"/>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
        <p:nvSpPr>
          <p:cNvPr id="2" name="5 Rectángulo">
            <a:extLst>
              <a:ext uri="{FF2B5EF4-FFF2-40B4-BE49-F238E27FC236}">
                <a16:creationId xmlns:a16="http://schemas.microsoft.com/office/drawing/2014/main" id="{A4E8A6E6-5CE4-2953-D5CF-A6A09B7EE49D}"/>
              </a:ext>
            </a:extLst>
          </p:cNvPr>
          <p:cNvSpPr/>
          <p:nvPr/>
        </p:nvSpPr>
        <p:spPr>
          <a:xfrm>
            <a:off x="3451157" y="1210845"/>
            <a:ext cx="4536504" cy="707886"/>
          </a:xfrm>
          <a:prstGeom prst="rect">
            <a:avLst/>
          </a:prstGeom>
        </p:spPr>
        <p:txBody>
          <a:bodyPr wrap="square">
            <a:spAutoFit/>
          </a:bodyPr>
          <a:lstStyle/>
          <a:p>
            <a:pPr algn="ctr"/>
            <a:r>
              <a:rPr lang="es-ES" sz="2000" b="1" dirty="0">
                <a:latin typeface="Comic Sans MS" panose="030F0702030302020204" pitchFamily="66" charset="0"/>
              </a:rPr>
              <a:t>VERTIENTES DE ESTUDIO</a:t>
            </a:r>
          </a:p>
          <a:p>
            <a:pPr algn="ctr"/>
            <a:r>
              <a:rPr lang="es-ES" sz="2000" b="1" dirty="0">
                <a:latin typeface="Comic Sans MS" panose="030F0702030302020204" pitchFamily="66" charset="0"/>
              </a:rPr>
              <a:t> </a:t>
            </a:r>
            <a:r>
              <a:rPr lang="es-ES" sz="1600" b="1" dirty="0">
                <a:latin typeface="Comic Sans MS" panose="030F0702030302020204" pitchFamily="66" charset="0"/>
              </a:rPr>
              <a:t>PSICOLOGÍA GENERAL</a:t>
            </a:r>
          </a:p>
        </p:txBody>
      </p:sp>
    </p:spTree>
    <p:extLst>
      <p:ext uri="{BB962C8B-B14F-4D97-AF65-F5344CB8AC3E}">
        <p14:creationId xmlns:p14="http://schemas.microsoft.com/office/powerpoint/2010/main" val="1024647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10</a:t>
            </a:fld>
            <a:endParaRPr lang="es-ES"/>
          </a:p>
        </p:txBody>
      </p:sp>
      <p:sp>
        <p:nvSpPr>
          <p:cNvPr id="5" name="4 CuadroTexto"/>
          <p:cNvSpPr txBox="1"/>
          <p:nvPr/>
        </p:nvSpPr>
        <p:spPr>
          <a:xfrm>
            <a:off x="6384032" y="1628801"/>
            <a:ext cx="4139952" cy="1200329"/>
          </a:xfrm>
          <a:prstGeom prst="rect">
            <a:avLst/>
          </a:prstGeom>
          <a:noFill/>
        </p:spPr>
        <p:txBody>
          <a:bodyPr wrap="square" rtlCol="0">
            <a:spAutoFit/>
          </a:bodyPr>
          <a:lstStyle/>
          <a:p>
            <a:pPr algn="just"/>
            <a:r>
              <a:rPr lang="es-ES" b="1" dirty="0">
                <a:latin typeface="Comic Sans MS" panose="030F0702030302020204" pitchFamily="66" charset="0"/>
              </a:rPr>
              <a:t>¿Cómo cambian los procesos de motivación de un individuo a otro? </a:t>
            </a:r>
            <a:r>
              <a:rPr lang="es-ES" b="1" dirty="0">
                <a:latin typeface="Comic Sans MS" panose="030F0702030302020204" pitchFamily="66" charset="0"/>
                <a:sym typeface="Wingdings" pitchFamily="2" charset="2"/>
              </a:rPr>
              <a:t></a:t>
            </a:r>
            <a:r>
              <a:rPr lang="es-ES" b="1" dirty="0">
                <a:solidFill>
                  <a:srgbClr val="C00000"/>
                </a:solidFill>
                <a:latin typeface="Comic Sans MS" panose="030F0702030302020204" pitchFamily="66" charset="0"/>
                <a:sym typeface="Wingdings" pitchFamily="2" charset="2"/>
              </a:rPr>
              <a:t> </a:t>
            </a:r>
            <a:r>
              <a:rPr lang="es-ES" b="1" dirty="0">
                <a:solidFill>
                  <a:srgbClr val="0070C0"/>
                </a:solidFill>
                <a:latin typeface="Comic Sans MS" panose="030F0702030302020204" pitchFamily="66" charset="0"/>
                <a:sym typeface="Wingdings" pitchFamily="2" charset="2"/>
              </a:rPr>
              <a:t>DIVERSIDAD DE CONDUCTAS ANTE LA MOTIVACIÓN</a:t>
            </a:r>
            <a:endParaRPr lang="es-ES" b="1" dirty="0">
              <a:solidFill>
                <a:srgbClr val="0070C0"/>
              </a:solidFill>
              <a:latin typeface="Comic Sans MS" panose="030F0702030302020204" pitchFamily="66" charset="0"/>
            </a:endParaRPr>
          </a:p>
        </p:txBody>
      </p:sp>
      <p:sp>
        <p:nvSpPr>
          <p:cNvPr id="6" name="5 Rectángulo"/>
          <p:cNvSpPr/>
          <p:nvPr/>
        </p:nvSpPr>
        <p:spPr>
          <a:xfrm>
            <a:off x="3863752" y="920914"/>
            <a:ext cx="4536504" cy="707886"/>
          </a:xfrm>
          <a:prstGeom prst="rect">
            <a:avLst/>
          </a:prstGeom>
        </p:spPr>
        <p:txBody>
          <a:bodyPr wrap="square">
            <a:spAutoFit/>
          </a:bodyPr>
          <a:lstStyle/>
          <a:p>
            <a:pPr algn="ctr"/>
            <a:r>
              <a:rPr lang="es-ES" sz="2000" b="1" dirty="0">
                <a:latin typeface="Comic Sans MS" panose="030F0702030302020204" pitchFamily="66" charset="0"/>
              </a:rPr>
              <a:t>VERTIENTES DE ESTUDIO</a:t>
            </a:r>
          </a:p>
          <a:p>
            <a:pPr algn="ctr"/>
            <a:r>
              <a:rPr lang="es-ES" sz="2000" b="1" dirty="0">
                <a:latin typeface="Comic Sans MS" panose="030F0702030302020204" pitchFamily="66" charset="0"/>
              </a:rPr>
              <a:t> </a:t>
            </a:r>
            <a:r>
              <a:rPr lang="es-ES" sz="1600" b="1" dirty="0">
                <a:latin typeface="Comic Sans MS" panose="030F0702030302020204" pitchFamily="66" charset="0"/>
              </a:rPr>
              <a:t>PSICOLOGÍA DE LAS ORGANIZACIONES</a:t>
            </a:r>
          </a:p>
        </p:txBody>
      </p:sp>
      <p:sp>
        <p:nvSpPr>
          <p:cNvPr id="7" name="6 Rectángulo"/>
          <p:cNvSpPr/>
          <p:nvPr/>
        </p:nvSpPr>
        <p:spPr>
          <a:xfrm>
            <a:off x="1668016" y="1687396"/>
            <a:ext cx="4283968" cy="923330"/>
          </a:xfrm>
          <a:prstGeom prst="rect">
            <a:avLst/>
          </a:prstGeom>
        </p:spPr>
        <p:txBody>
          <a:bodyPr wrap="square">
            <a:spAutoFit/>
          </a:bodyPr>
          <a:lstStyle/>
          <a:p>
            <a:pPr algn="just"/>
            <a:r>
              <a:rPr lang="es-ES" b="1" dirty="0">
                <a:latin typeface="Comic Sans MS" panose="030F0702030302020204" pitchFamily="66" charset="0"/>
              </a:rPr>
              <a:t>¿Qué motiva al individuo? </a:t>
            </a:r>
            <a:r>
              <a:rPr lang="es-ES" b="1" dirty="0">
                <a:latin typeface="Comic Sans MS" panose="030F0702030302020204" pitchFamily="66" charset="0"/>
                <a:sym typeface="Wingdings" pitchFamily="2" charset="2"/>
              </a:rPr>
              <a:t> </a:t>
            </a:r>
            <a:r>
              <a:rPr lang="es-ES" b="1" dirty="0">
                <a:solidFill>
                  <a:srgbClr val="C00000"/>
                </a:solidFill>
                <a:latin typeface="Comic Sans MS" panose="030F0702030302020204" pitchFamily="66" charset="0"/>
                <a:sym typeface="Wingdings" pitchFamily="2" charset="2"/>
              </a:rPr>
              <a:t>DIFERENCIA EN CUANTO A LAS NECESIDADES DEL INDIVIDUO</a:t>
            </a:r>
            <a:endParaRPr lang="es-ES" b="1" dirty="0">
              <a:solidFill>
                <a:srgbClr val="C00000"/>
              </a:solidFill>
              <a:latin typeface="Comic Sans MS" panose="030F0702030302020204" pitchFamily="66" charset="0"/>
            </a:endParaRPr>
          </a:p>
        </p:txBody>
      </p:sp>
      <p:sp>
        <p:nvSpPr>
          <p:cNvPr id="12" name="11 Flecha abajo"/>
          <p:cNvSpPr/>
          <p:nvPr/>
        </p:nvSpPr>
        <p:spPr>
          <a:xfrm>
            <a:off x="5735960" y="2744925"/>
            <a:ext cx="648072" cy="465673"/>
          </a:xfrm>
          <a:prstGeom prst="down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p:cNvSpPr/>
          <p:nvPr/>
        </p:nvSpPr>
        <p:spPr>
          <a:xfrm>
            <a:off x="2837892" y="3295157"/>
            <a:ext cx="7092280" cy="400110"/>
          </a:xfrm>
          <a:prstGeom prst="rect">
            <a:avLst/>
          </a:prstGeom>
        </p:spPr>
        <p:txBody>
          <a:bodyPr wrap="square">
            <a:spAutoFit/>
          </a:bodyPr>
          <a:lstStyle/>
          <a:p>
            <a:pPr algn="ctr"/>
            <a:r>
              <a:rPr lang="es-ES" sz="2000" b="1" dirty="0">
                <a:latin typeface="Comic Sans MS" panose="030F0702030302020204" pitchFamily="66" charset="0"/>
              </a:rPr>
              <a:t>MOTIVACIÓN EN LAS ORGANIZACIONES</a:t>
            </a:r>
          </a:p>
        </p:txBody>
      </p:sp>
      <p:sp>
        <p:nvSpPr>
          <p:cNvPr id="15" name="14 CuadroTexto"/>
          <p:cNvSpPr txBox="1"/>
          <p:nvPr/>
        </p:nvSpPr>
        <p:spPr>
          <a:xfrm>
            <a:off x="1730764" y="3717032"/>
            <a:ext cx="4221220" cy="369332"/>
          </a:xfrm>
          <a:prstGeom prst="rect">
            <a:avLst/>
          </a:prstGeom>
          <a:noFill/>
        </p:spPr>
        <p:txBody>
          <a:bodyPr wrap="square" rtlCol="0">
            <a:spAutoFit/>
          </a:bodyPr>
          <a:lstStyle/>
          <a:p>
            <a:pPr algn="just"/>
            <a:r>
              <a:rPr lang="es-ES" b="1" dirty="0">
                <a:solidFill>
                  <a:srgbClr val="C00000"/>
                </a:solidFill>
                <a:latin typeface="Comic Sans MS" panose="030F0702030302020204" pitchFamily="66" charset="0"/>
                <a:sym typeface="Wingdings" pitchFamily="2" charset="2"/>
              </a:rPr>
              <a:t>TEORÍAS SOBRE EL CONTENIDO</a:t>
            </a:r>
            <a:endParaRPr lang="es-ES" b="1" dirty="0">
              <a:solidFill>
                <a:srgbClr val="C00000"/>
              </a:solidFill>
              <a:latin typeface="Comic Sans MS" panose="030F0702030302020204" pitchFamily="66" charset="0"/>
            </a:endParaRPr>
          </a:p>
        </p:txBody>
      </p:sp>
      <p:sp>
        <p:nvSpPr>
          <p:cNvPr id="16" name="15 CuadroTexto"/>
          <p:cNvSpPr txBox="1"/>
          <p:nvPr/>
        </p:nvSpPr>
        <p:spPr>
          <a:xfrm>
            <a:off x="6492552" y="3717032"/>
            <a:ext cx="3779912" cy="369332"/>
          </a:xfrm>
          <a:prstGeom prst="rect">
            <a:avLst/>
          </a:prstGeom>
          <a:noFill/>
        </p:spPr>
        <p:txBody>
          <a:bodyPr wrap="square" rtlCol="0">
            <a:spAutoFit/>
          </a:bodyPr>
          <a:lstStyle/>
          <a:p>
            <a:pPr algn="just"/>
            <a:r>
              <a:rPr lang="es-ES" b="1" dirty="0">
                <a:solidFill>
                  <a:srgbClr val="0070C0"/>
                </a:solidFill>
                <a:latin typeface="Comic Sans MS" panose="030F0702030302020204" pitchFamily="66" charset="0"/>
                <a:sym typeface="Wingdings" pitchFamily="2" charset="2"/>
              </a:rPr>
              <a:t>TEORÍAS SOBRE EL PROCESO</a:t>
            </a:r>
            <a:endParaRPr lang="es-ES" b="1" dirty="0">
              <a:solidFill>
                <a:srgbClr val="0070C0"/>
              </a:solidFill>
              <a:latin typeface="Comic Sans MS" panose="030F0702030302020204" pitchFamily="66" charset="0"/>
            </a:endParaRPr>
          </a:p>
        </p:txBody>
      </p:sp>
      <p:sp>
        <p:nvSpPr>
          <p:cNvPr id="17" name="16 Rectángulo"/>
          <p:cNvSpPr/>
          <p:nvPr/>
        </p:nvSpPr>
        <p:spPr>
          <a:xfrm>
            <a:off x="1703513" y="4160689"/>
            <a:ext cx="4221219" cy="1923604"/>
          </a:xfrm>
          <a:prstGeom prst="rect">
            <a:avLst/>
          </a:prstGeom>
        </p:spPr>
        <p:txBody>
          <a:bodyPr wrap="square">
            <a:spAutoFit/>
          </a:bodyPr>
          <a:lstStyle/>
          <a:p>
            <a:pPr algn="just"/>
            <a:r>
              <a:rPr lang="es-ES" sz="1700" dirty="0">
                <a:latin typeface="Comic Sans MS" panose="030F0702030302020204" pitchFamily="66" charset="0"/>
              </a:rPr>
              <a:t>Tratan de conocer qué variables influyen en el comportamiento </a:t>
            </a:r>
            <a:r>
              <a:rPr lang="es-ES" sz="1700" dirty="0">
                <a:latin typeface="Comic Sans MS" panose="030F0702030302020204" pitchFamily="66" charset="0"/>
                <a:sym typeface="Wingdings" panose="05000000000000000000" pitchFamily="2" charset="2"/>
              </a:rPr>
              <a:t> </a:t>
            </a:r>
            <a:r>
              <a:rPr lang="es-ES" sz="1700" u="sng" dirty="0">
                <a:latin typeface="Comic Sans MS" panose="030F0702030302020204" pitchFamily="66" charset="0"/>
                <a:sym typeface="Wingdings" panose="05000000000000000000" pitchFamily="2" charset="2"/>
              </a:rPr>
              <a:t>énfasis: la base biológica y psicológica de la motivación</a:t>
            </a:r>
            <a:r>
              <a:rPr lang="es-ES" sz="1700" dirty="0">
                <a:latin typeface="Comic Sans MS" panose="030F0702030302020204" pitchFamily="66" charset="0"/>
                <a:sym typeface="Wingdings" panose="05000000000000000000" pitchFamily="2" charset="2"/>
              </a:rPr>
              <a:t>.</a:t>
            </a:r>
            <a:endParaRPr lang="es-ES" sz="1700" dirty="0">
              <a:latin typeface="Comic Sans MS" panose="030F0702030302020204" pitchFamily="66" charset="0"/>
            </a:endParaRPr>
          </a:p>
          <a:p>
            <a:pPr marL="179388" indent="-179388" algn="just">
              <a:buFont typeface="Arial" pitchFamily="34" charset="0"/>
              <a:buChar char="•"/>
            </a:pPr>
            <a:r>
              <a:rPr lang="es-ES" sz="1700" dirty="0">
                <a:latin typeface="Comic Sans MS" panose="030F0702030302020204" pitchFamily="66" charset="0"/>
              </a:rPr>
              <a:t>Teoría de las necesidades de </a:t>
            </a:r>
            <a:r>
              <a:rPr lang="es-ES" sz="1700" dirty="0" err="1">
                <a:latin typeface="Comic Sans MS" panose="030F0702030302020204" pitchFamily="66" charset="0"/>
              </a:rPr>
              <a:t>Maslow</a:t>
            </a:r>
            <a:endParaRPr lang="es-ES" sz="1700" dirty="0">
              <a:latin typeface="Comic Sans MS" panose="030F0702030302020204" pitchFamily="66" charset="0"/>
            </a:endParaRPr>
          </a:p>
          <a:p>
            <a:pPr marL="179388" indent="-179388" algn="just">
              <a:buFont typeface="Arial" pitchFamily="34" charset="0"/>
              <a:buChar char="•"/>
            </a:pPr>
            <a:r>
              <a:rPr lang="es-ES" sz="1700" dirty="0">
                <a:latin typeface="Comic Sans MS" panose="030F0702030302020204" pitchFamily="66" charset="0"/>
              </a:rPr>
              <a:t>Teoría de </a:t>
            </a:r>
            <a:r>
              <a:rPr lang="es-ES" sz="1700" dirty="0" err="1">
                <a:latin typeface="Comic Sans MS" panose="030F0702030302020204" pitchFamily="66" charset="0"/>
              </a:rPr>
              <a:t>Herzberg</a:t>
            </a:r>
            <a:endParaRPr lang="es-ES" sz="1700" dirty="0">
              <a:latin typeface="Comic Sans MS" panose="030F0702030302020204" pitchFamily="66" charset="0"/>
            </a:endParaRPr>
          </a:p>
          <a:p>
            <a:pPr marL="179388" indent="-179388" algn="just">
              <a:buFont typeface="Arial" pitchFamily="34" charset="0"/>
              <a:buChar char="•"/>
            </a:pPr>
            <a:r>
              <a:rPr lang="es-ES" sz="1700" dirty="0">
                <a:latin typeface="Comic Sans MS" panose="030F0702030302020204" pitchFamily="66" charset="0"/>
              </a:rPr>
              <a:t>La teoría de </a:t>
            </a:r>
            <a:r>
              <a:rPr lang="es-ES" sz="1700" dirty="0" err="1">
                <a:latin typeface="Comic Sans MS" panose="030F0702030302020204" pitchFamily="66" charset="0"/>
              </a:rPr>
              <a:t>McClelland</a:t>
            </a:r>
            <a:endParaRPr lang="es-ES" sz="1700" dirty="0">
              <a:latin typeface="Comic Sans MS" panose="030F0702030302020204" pitchFamily="66" charset="0"/>
            </a:endParaRPr>
          </a:p>
        </p:txBody>
      </p:sp>
      <p:sp>
        <p:nvSpPr>
          <p:cNvPr id="18" name="17 Rectángulo"/>
          <p:cNvSpPr/>
          <p:nvPr/>
        </p:nvSpPr>
        <p:spPr>
          <a:xfrm>
            <a:off x="6195263" y="4149080"/>
            <a:ext cx="4221219" cy="2185214"/>
          </a:xfrm>
          <a:prstGeom prst="rect">
            <a:avLst/>
          </a:prstGeom>
        </p:spPr>
        <p:txBody>
          <a:bodyPr wrap="square">
            <a:spAutoFit/>
          </a:bodyPr>
          <a:lstStyle/>
          <a:p>
            <a:pPr algn="just"/>
            <a:r>
              <a:rPr lang="es-ES" sz="1700" dirty="0">
                <a:latin typeface="Comic Sans MS" panose="030F0702030302020204" pitchFamily="66" charset="0"/>
              </a:rPr>
              <a:t>Se centran en las interrelaciones entre las variables que motivan (o no) a los individuos </a:t>
            </a:r>
            <a:r>
              <a:rPr lang="es-ES" sz="1700" dirty="0">
                <a:latin typeface="Comic Sans MS" panose="030F0702030302020204" pitchFamily="66" charset="0"/>
                <a:sym typeface="Wingdings" panose="05000000000000000000" pitchFamily="2" charset="2"/>
              </a:rPr>
              <a:t> </a:t>
            </a:r>
            <a:r>
              <a:rPr lang="es-ES" sz="1700" u="sng" dirty="0">
                <a:latin typeface="Comic Sans MS" panose="030F0702030302020204" pitchFamily="66" charset="0"/>
                <a:sym typeface="Wingdings" panose="05000000000000000000" pitchFamily="2" charset="2"/>
              </a:rPr>
              <a:t>énfasis: importancia del aprendizaje.</a:t>
            </a:r>
            <a:endParaRPr lang="es-ES" sz="1700" u="sng" dirty="0">
              <a:latin typeface="Comic Sans MS" panose="030F0702030302020204" pitchFamily="66" charset="0"/>
            </a:endParaRPr>
          </a:p>
          <a:p>
            <a:pPr algn="just">
              <a:buFont typeface="Arial" pitchFamily="34" charset="0"/>
              <a:buChar char="•"/>
            </a:pPr>
            <a:r>
              <a:rPr lang="es-ES" sz="1700" dirty="0">
                <a:latin typeface="Comic Sans MS" panose="030F0702030302020204" pitchFamily="66" charset="0"/>
              </a:rPr>
              <a:t> Teoría del refuerzo de </a:t>
            </a:r>
            <a:r>
              <a:rPr lang="es-ES" sz="1700" dirty="0" err="1">
                <a:latin typeface="Comic Sans MS" panose="030F0702030302020204" pitchFamily="66" charset="0"/>
              </a:rPr>
              <a:t>Skinner</a:t>
            </a:r>
            <a:endParaRPr lang="es-ES" sz="1700" dirty="0">
              <a:latin typeface="Comic Sans MS" panose="030F0702030302020204" pitchFamily="66" charset="0"/>
            </a:endParaRPr>
          </a:p>
          <a:p>
            <a:pPr algn="just">
              <a:buFont typeface="Arial" pitchFamily="34" charset="0"/>
              <a:buChar char="•"/>
            </a:pPr>
            <a:r>
              <a:rPr lang="es-ES" sz="1700" dirty="0">
                <a:latin typeface="Comic Sans MS" panose="030F0702030302020204" pitchFamily="66" charset="0"/>
              </a:rPr>
              <a:t> Teoría de la expectativa de </a:t>
            </a:r>
            <a:r>
              <a:rPr lang="es-ES" sz="1700" dirty="0" err="1">
                <a:latin typeface="Comic Sans MS" panose="030F0702030302020204" pitchFamily="66" charset="0"/>
              </a:rPr>
              <a:t>Vroom</a:t>
            </a:r>
            <a:endParaRPr lang="es-ES" sz="1700" dirty="0">
              <a:latin typeface="Comic Sans MS" panose="030F0702030302020204" pitchFamily="66" charset="0"/>
            </a:endParaRPr>
          </a:p>
          <a:p>
            <a:pPr algn="just">
              <a:buFont typeface="Arial" pitchFamily="34" charset="0"/>
              <a:buChar char="•"/>
            </a:pPr>
            <a:r>
              <a:rPr lang="es-ES" sz="1700" dirty="0">
                <a:latin typeface="Comic Sans MS" panose="030F0702030302020204" pitchFamily="66" charset="0"/>
              </a:rPr>
              <a:t>El modelo de las expectativas de </a:t>
            </a:r>
            <a:r>
              <a:rPr lang="es-ES" sz="1700" dirty="0" err="1">
                <a:latin typeface="Comic Sans MS" panose="030F0702030302020204" pitchFamily="66" charset="0"/>
              </a:rPr>
              <a:t>Porter</a:t>
            </a:r>
            <a:r>
              <a:rPr lang="es-ES" sz="1700" dirty="0">
                <a:latin typeface="Comic Sans MS" panose="030F0702030302020204" pitchFamily="66" charset="0"/>
              </a:rPr>
              <a:t> y </a:t>
            </a:r>
            <a:r>
              <a:rPr lang="es-ES" sz="1700" dirty="0" err="1">
                <a:latin typeface="Comic Sans MS" panose="030F0702030302020204" pitchFamily="66" charset="0"/>
              </a:rPr>
              <a:t>Lawyer</a:t>
            </a:r>
            <a:endParaRPr lang="es-ES" sz="1700" dirty="0">
              <a:latin typeface="Comic Sans MS" panose="030F0702030302020204" pitchFamily="66" charset="0"/>
            </a:endParaRPr>
          </a:p>
        </p:txBody>
      </p:sp>
      <p:sp>
        <p:nvSpPr>
          <p:cNvPr id="19" name="Rectangle 2">
            <a:extLst>
              <a:ext uri="{FF2B5EF4-FFF2-40B4-BE49-F238E27FC236}">
                <a16:creationId xmlns:a16="http://schemas.microsoft.com/office/drawing/2014/main" id="{70931DB0-4733-43B8-9BAA-39051F288F5E}"/>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animBg="1"/>
      <p:bldP spid="13" grpId="0"/>
      <p:bldP spid="1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11</a:t>
            </a:fld>
            <a:endParaRPr lang="es-ES"/>
          </a:p>
        </p:txBody>
      </p:sp>
      <p:grpSp>
        <p:nvGrpSpPr>
          <p:cNvPr id="4" name="3 Grupo"/>
          <p:cNvGrpSpPr/>
          <p:nvPr/>
        </p:nvGrpSpPr>
        <p:grpSpPr>
          <a:xfrm>
            <a:off x="1906246" y="3376590"/>
            <a:ext cx="7993213" cy="3481410"/>
            <a:chOff x="169840" y="1445180"/>
            <a:chExt cx="8578624" cy="4206704"/>
          </a:xfrm>
        </p:grpSpPr>
        <p:grpSp>
          <p:nvGrpSpPr>
            <p:cNvPr id="5" name="4 Grupo"/>
            <p:cNvGrpSpPr/>
            <p:nvPr/>
          </p:nvGrpSpPr>
          <p:grpSpPr>
            <a:xfrm>
              <a:off x="1331640" y="1556792"/>
              <a:ext cx="5616624" cy="3890527"/>
              <a:chOff x="1835696" y="2060848"/>
              <a:chExt cx="5544616" cy="3890527"/>
            </a:xfrm>
          </p:grpSpPr>
          <p:sp>
            <p:nvSpPr>
              <p:cNvPr id="20" name="19 Forma libre"/>
              <p:cNvSpPr/>
              <p:nvPr/>
            </p:nvSpPr>
            <p:spPr>
              <a:xfrm>
                <a:off x="3851920" y="2060848"/>
                <a:ext cx="1368152" cy="864096"/>
              </a:xfrm>
              <a:custGeom>
                <a:avLst/>
                <a:gdLst>
                  <a:gd name="connsiteX0" fmla="*/ 0 w 1038228"/>
                  <a:gd name="connsiteY0" fmla="*/ 749302 h 749302"/>
                  <a:gd name="connsiteX1" fmla="*/ 519114 w 1038228"/>
                  <a:gd name="connsiteY1" fmla="*/ 0 h 749302"/>
                  <a:gd name="connsiteX2" fmla="*/ 519114 w 1038228"/>
                  <a:gd name="connsiteY2" fmla="*/ 0 h 749302"/>
                  <a:gd name="connsiteX3" fmla="*/ 1038228 w 1038228"/>
                  <a:gd name="connsiteY3" fmla="*/ 749302 h 749302"/>
                  <a:gd name="connsiteX4" fmla="*/ 0 w 1038228"/>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28" h="749302">
                    <a:moveTo>
                      <a:pt x="0" y="749302"/>
                    </a:moveTo>
                    <a:lnTo>
                      <a:pt x="519114" y="0"/>
                    </a:lnTo>
                    <a:lnTo>
                      <a:pt x="519114" y="0"/>
                    </a:lnTo>
                    <a:lnTo>
                      <a:pt x="1038228" y="749302"/>
                    </a:lnTo>
                    <a:lnTo>
                      <a:pt x="0" y="749302"/>
                    </a:lnTo>
                    <a:close/>
                  </a:path>
                </a:pathLst>
              </a:custGeom>
              <a:solidFill>
                <a:schemeClr val="accent6"/>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none" lIns="20320" tIns="20320" rIns="20320" bIns="20320" numCol="1" spcCol="1270" anchor="ctr" anchorCtr="0">
                <a:normAutofit/>
              </a:bodyPr>
              <a:lstStyle/>
              <a:p>
                <a:pPr algn="ctr" defTabSz="711200">
                  <a:lnSpc>
                    <a:spcPct val="90000"/>
                  </a:lnSpc>
                  <a:spcBef>
                    <a:spcPct val="0"/>
                  </a:spcBef>
                  <a:spcAft>
                    <a:spcPct val="35000"/>
                  </a:spcAft>
                </a:pPr>
                <a:r>
                  <a:rPr lang="es-ES" sz="1600" dirty="0">
                    <a:solidFill>
                      <a:schemeClr val="tx1"/>
                    </a:solidFill>
                    <a:latin typeface="Comic Sans MS" panose="030F0702030302020204" pitchFamily="66" charset="0"/>
                  </a:rPr>
                  <a:t>Autorrealización</a:t>
                </a:r>
              </a:p>
            </p:txBody>
          </p:sp>
          <p:sp>
            <p:nvSpPr>
              <p:cNvPr id="21" name="20 Forma libre"/>
              <p:cNvSpPr/>
              <p:nvPr/>
            </p:nvSpPr>
            <p:spPr>
              <a:xfrm>
                <a:off x="3354429" y="2954166"/>
                <a:ext cx="2441704" cy="749302"/>
              </a:xfrm>
              <a:custGeom>
                <a:avLst/>
                <a:gdLst>
                  <a:gd name="connsiteX0" fmla="*/ 0 w 2441704"/>
                  <a:gd name="connsiteY0" fmla="*/ 749302 h 749302"/>
                  <a:gd name="connsiteX1" fmla="*/ 519116 w 2441704"/>
                  <a:gd name="connsiteY1" fmla="*/ 0 h 749302"/>
                  <a:gd name="connsiteX2" fmla="*/ 1922588 w 2441704"/>
                  <a:gd name="connsiteY2" fmla="*/ 0 h 749302"/>
                  <a:gd name="connsiteX3" fmla="*/ 2441704 w 2441704"/>
                  <a:gd name="connsiteY3" fmla="*/ 749302 h 749302"/>
                  <a:gd name="connsiteX4" fmla="*/ 0 w 2441704"/>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1704" h="749302">
                    <a:moveTo>
                      <a:pt x="0" y="749302"/>
                    </a:moveTo>
                    <a:lnTo>
                      <a:pt x="519116" y="0"/>
                    </a:lnTo>
                    <a:lnTo>
                      <a:pt x="1922588" y="0"/>
                    </a:lnTo>
                    <a:lnTo>
                      <a:pt x="2441704" y="749302"/>
                    </a:lnTo>
                    <a:lnTo>
                      <a:pt x="0" y="749302"/>
                    </a:lnTo>
                    <a:close/>
                  </a:path>
                </a:pathLst>
              </a:custGeom>
              <a:solidFill>
                <a:srgbClr val="92D050"/>
              </a:solidFill>
            </p:spPr>
            <p:style>
              <a:lnRef idx="2">
                <a:schemeClr val="lt1">
                  <a:hueOff val="0"/>
                  <a:satOff val="0"/>
                  <a:lumOff val="0"/>
                  <a:alphaOff val="0"/>
                </a:schemeClr>
              </a:lnRef>
              <a:fillRef idx="1">
                <a:scrgbClr r="0" g="0" b="0"/>
              </a:fillRef>
              <a:effectRef idx="0">
                <a:schemeClr val="accent4">
                  <a:hueOff val="0"/>
                  <a:satOff val="0"/>
                  <a:lumOff val="25000"/>
                  <a:alphaOff val="0"/>
                </a:schemeClr>
              </a:effectRef>
              <a:fontRef idx="minor">
                <a:schemeClr val="lt1"/>
              </a:fontRef>
            </p:style>
            <p:txBody>
              <a:bodyPr spcFirstLastPara="0" vert="horz" wrap="none" lIns="447619" tIns="20320" rIns="447618" bIns="20320" numCol="1" spcCol="1270" anchor="ctr" anchorCtr="0">
                <a:noAutofit/>
              </a:bodyPr>
              <a:lstStyle/>
              <a:p>
                <a:pPr algn="ctr" defTabSz="711200">
                  <a:lnSpc>
                    <a:spcPct val="90000"/>
                  </a:lnSpc>
                  <a:spcBef>
                    <a:spcPct val="0"/>
                  </a:spcBef>
                  <a:spcAft>
                    <a:spcPct val="35000"/>
                  </a:spcAft>
                </a:pPr>
                <a:r>
                  <a:rPr lang="es-ES" sz="1500" dirty="0">
                    <a:solidFill>
                      <a:schemeClr val="tx1"/>
                    </a:solidFill>
                    <a:latin typeface="Comic Sans MS" pitchFamily="66" charset="0"/>
                  </a:rPr>
                  <a:t>Reconocimiento, respeto, </a:t>
                </a:r>
              </a:p>
              <a:p>
                <a:pPr algn="ctr" defTabSz="711200">
                  <a:lnSpc>
                    <a:spcPct val="90000"/>
                  </a:lnSpc>
                  <a:spcBef>
                    <a:spcPct val="0"/>
                  </a:spcBef>
                  <a:spcAft>
                    <a:spcPct val="35000"/>
                  </a:spcAft>
                </a:pPr>
                <a:r>
                  <a:rPr lang="es-ES" sz="1500" dirty="0">
                    <a:solidFill>
                      <a:schemeClr val="tx1"/>
                    </a:solidFill>
                    <a:latin typeface="Comic Sans MS" pitchFamily="66" charset="0"/>
                  </a:rPr>
                  <a:t>éxito, confianza…</a:t>
                </a:r>
              </a:p>
            </p:txBody>
          </p:sp>
          <p:sp>
            <p:nvSpPr>
              <p:cNvPr id="22" name="21 Forma libre"/>
              <p:cNvSpPr/>
              <p:nvPr/>
            </p:nvSpPr>
            <p:spPr>
              <a:xfrm>
                <a:off x="2843808" y="3703468"/>
                <a:ext cx="3456384" cy="749302"/>
              </a:xfrm>
              <a:custGeom>
                <a:avLst/>
                <a:gdLst>
                  <a:gd name="connsiteX0" fmla="*/ 0 w 3305801"/>
                  <a:gd name="connsiteY0" fmla="*/ 749302 h 749302"/>
                  <a:gd name="connsiteX1" fmla="*/ 519116 w 3305801"/>
                  <a:gd name="connsiteY1" fmla="*/ 0 h 749302"/>
                  <a:gd name="connsiteX2" fmla="*/ 2786685 w 3305801"/>
                  <a:gd name="connsiteY2" fmla="*/ 0 h 749302"/>
                  <a:gd name="connsiteX3" fmla="*/ 3305801 w 3305801"/>
                  <a:gd name="connsiteY3" fmla="*/ 749302 h 749302"/>
                  <a:gd name="connsiteX4" fmla="*/ 0 w 3305801"/>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5801" h="749302">
                    <a:moveTo>
                      <a:pt x="0" y="749302"/>
                    </a:moveTo>
                    <a:lnTo>
                      <a:pt x="519116" y="0"/>
                    </a:lnTo>
                    <a:lnTo>
                      <a:pt x="2786685" y="0"/>
                    </a:lnTo>
                    <a:lnTo>
                      <a:pt x="3305801" y="749302"/>
                    </a:lnTo>
                    <a:lnTo>
                      <a:pt x="0" y="749302"/>
                    </a:lnTo>
                    <a:close/>
                  </a:path>
                </a:pathLst>
              </a:custGeom>
              <a:solidFill>
                <a:srgbClr val="F1D219"/>
              </a:solidFill>
            </p:spPr>
            <p:style>
              <a:lnRef idx="2">
                <a:schemeClr val="lt1">
                  <a:hueOff val="0"/>
                  <a:satOff val="0"/>
                  <a:lumOff val="0"/>
                  <a:alphaOff val="0"/>
                </a:schemeClr>
              </a:lnRef>
              <a:fillRef idx="1">
                <a:scrgbClr r="0" g="0" b="0"/>
              </a:fillRef>
              <a:effectRef idx="0">
                <a:schemeClr val="accent4">
                  <a:hueOff val="0"/>
                  <a:satOff val="0"/>
                  <a:lumOff val="50000"/>
                  <a:alphaOff val="0"/>
                </a:schemeClr>
              </a:effectRef>
              <a:fontRef idx="minor">
                <a:schemeClr val="lt1"/>
              </a:fontRef>
            </p:style>
            <p:txBody>
              <a:bodyPr spcFirstLastPara="0" vert="horz" wrap="square" lIns="598835" tIns="20320" rIns="598836" bIns="20320" numCol="1" spcCol="1270" anchor="ctr" anchorCtr="0">
                <a:noAutofit/>
              </a:bodyPr>
              <a:lstStyle/>
              <a:p>
                <a:pPr algn="ctr" defTabSz="711200">
                  <a:lnSpc>
                    <a:spcPct val="90000"/>
                  </a:lnSpc>
                  <a:spcBef>
                    <a:spcPct val="0"/>
                  </a:spcBef>
                  <a:spcAft>
                    <a:spcPct val="35000"/>
                  </a:spcAft>
                </a:pPr>
                <a:r>
                  <a:rPr lang="es-ES" sz="1500" dirty="0">
                    <a:solidFill>
                      <a:schemeClr val="tx1"/>
                    </a:solidFill>
                    <a:latin typeface="Comic Sans MS" panose="030F0702030302020204" pitchFamily="66" charset="0"/>
                  </a:rPr>
                  <a:t>Amistad, afecto, aceptación</a:t>
                </a:r>
              </a:p>
            </p:txBody>
          </p:sp>
          <p:sp>
            <p:nvSpPr>
              <p:cNvPr id="23" name="8 Forma libre"/>
              <p:cNvSpPr/>
              <p:nvPr/>
            </p:nvSpPr>
            <p:spPr>
              <a:xfrm>
                <a:off x="2339752" y="4452771"/>
                <a:ext cx="4464496" cy="749302"/>
              </a:xfrm>
              <a:custGeom>
                <a:avLst/>
                <a:gdLst>
                  <a:gd name="connsiteX0" fmla="*/ 0 w 4313920"/>
                  <a:gd name="connsiteY0" fmla="*/ 749302 h 749302"/>
                  <a:gd name="connsiteX1" fmla="*/ 519116 w 4313920"/>
                  <a:gd name="connsiteY1" fmla="*/ 0 h 749302"/>
                  <a:gd name="connsiteX2" fmla="*/ 3794804 w 4313920"/>
                  <a:gd name="connsiteY2" fmla="*/ 0 h 749302"/>
                  <a:gd name="connsiteX3" fmla="*/ 4313920 w 4313920"/>
                  <a:gd name="connsiteY3" fmla="*/ 749302 h 749302"/>
                  <a:gd name="connsiteX4" fmla="*/ 0 w 4313920"/>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920" h="749302">
                    <a:moveTo>
                      <a:pt x="0" y="749302"/>
                    </a:moveTo>
                    <a:lnTo>
                      <a:pt x="519116" y="0"/>
                    </a:lnTo>
                    <a:lnTo>
                      <a:pt x="3794804" y="0"/>
                    </a:lnTo>
                    <a:lnTo>
                      <a:pt x="4313920" y="749302"/>
                    </a:lnTo>
                    <a:lnTo>
                      <a:pt x="0" y="749302"/>
                    </a:lnTo>
                    <a:close/>
                  </a:path>
                </a:pathLst>
              </a:custGeom>
              <a:solidFill>
                <a:srgbClr val="DB77BA"/>
              </a:solidFill>
            </p:spPr>
            <p:style>
              <a:lnRef idx="2">
                <a:schemeClr val="lt1">
                  <a:hueOff val="0"/>
                  <a:satOff val="0"/>
                  <a:lumOff val="0"/>
                  <a:alphaOff val="0"/>
                </a:schemeClr>
              </a:lnRef>
              <a:fillRef idx="1">
                <a:scrgbClr r="0" g="0" b="0"/>
              </a:fillRef>
              <a:effectRef idx="0">
                <a:schemeClr val="accent4">
                  <a:hueOff val="0"/>
                  <a:satOff val="0"/>
                  <a:lumOff val="75000"/>
                  <a:alphaOff val="0"/>
                </a:schemeClr>
              </a:effectRef>
              <a:fontRef idx="minor">
                <a:schemeClr val="lt1"/>
              </a:fontRef>
            </p:style>
            <p:txBody>
              <a:bodyPr spcFirstLastPara="0" vert="horz" wrap="none" lIns="775256" tIns="20320" rIns="775256" bIns="20320" numCol="1" spcCol="1270" anchor="ctr" anchorCtr="0">
                <a:noAutofit/>
              </a:bodyPr>
              <a:lstStyle/>
              <a:p>
                <a:pPr algn="ctr" defTabSz="711200">
                  <a:lnSpc>
                    <a:spcPct val="90000"/>
                  </a:lnSpc>
                  <a:spcAft>
                    <a:spcPct val="35000"/>
                  </a:spcAft>
                </a:pPr>
                <a:r>
                  <a:rPr lang="es-ES" sz="1500" dirty="0">
                    <a:solidFill>
                      <a:schemeClr val="tx1"/>
                    </a:solidFill>
                    <a:latin typeface="Comic Sans MS" pitchFamily="66" charset="0"/>
                  </a:rPr>
                  <a:t>Seguridad física, de protección de empleo, </a:t>
                </a:r>
              </a:p>
              <a:p>
                <a:pPr algn="ctr" defTabSz="711200">
                  <a:lnSpc>
                    <a:spcPct val="90000"/>
                  </a:lnSpc>
                  <a:spcAft>
                    <a:spcPct val="35000"/>
                  </a:spcAft>
                </a:pPr>
                <a:r>
                  <a:rPr lang="es-ES" sz="1500" dirty="0">
                    <a:solidFill>
                      <a:schemeClr val="tx1"/>
                    </a:solidFill>
                    <a:latin typeface="Comic Sans MS" pitchFamily="66" charset="0"/>
                  </a:rPr>
                  <a:t>de recursos, …</a:t>
                </a:r>
              </a:p>
            </p:txBody>
          </p:sp>
          <p:sp>
            <p:nvSpPr>
              <p:cNvPr id="24" name="9 Forma libre"/>
              <p:cNvSpPr/>
              <p:nvPr/>
            </p:nvSpPr>
            <p:spPr>
              <a:xfrm>
                <a:off x="1835696" y="5202073"/>
                <a:ext cx="5544616" cy="749302"/>
              </a:xfrm>
              <a:custGeom>
                <a:avLst/>
                <a:gdLst>
                  <a:gd name="connsiteX0" fmla="*/ 0 w 5191140"/>
                  <a:gd name="connsiteY0" fmla="*/ 749302 h 749302"/>
                  <a:gd name="connsiteX1" fmla="*/ 519116 w 5191140"/>
                  <a:gd name="connsiteY1" fmla="*/ 0 h 749302"/>
                  <a:gd name="connsiteX2" fmla="*/ 4672024 w 5191140"/>
                  <a:gd name="connsiteY2" fmla="*/ 0 h 749302"/>
                  <a:gd name="connsiteX3" fmla="*/ 5191140 w 5191140"/>
                  <a:gd name="connsiteY3" fmla="*/ 749302 h 749302"/>
                  <a:gd name="connsiteX4" fmla="*/ 0 w 5191140"/>
                  <a:gd name="connsiteY4" fmla="*/ 749302 h 74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40" h="749302">
                    <a:moveTo>
                      <a:pt x="0" y="749302"/>
                    </a:moveTo>
                    <a:lnTo>
                      <a:pt x="519116" y="0"/>
                    </a:lnTo>
                    <a:lnTo>
                      <a:pt x="4672024" y="0"/>
                    </a:lnTo>
                    <a:lnTo>
                      <a:pt x="5191140" y="749302"/>
                    </a:lnTo>
                    <a:lnTo>
                      <a:pt x="0" y="749302"/>
                    </a:lnTo>
                    <a:close/>
                  </a:path>
                </a:pathLst>
              </a:custGeom>
              <a:solidFill>
                <a:schemeClr val="bg1">
                  <a:lumMod val="50000"/>
                </a:schemeClr>
              </a:solidFill>
            </p:spPr>
            <p:style>
              <a:lnRef idx="2">
                <a:schemeClr val="lt1">
                  <a:hueOff val="0"/>
                  <a:satOff val="0"/>
                  <a:lumOff val="0"/>
                  <a:alphaOff val="0"/>
                </a:schemeClr>
              </a:lnRef>
              <a:fillRef idx="1">
                <a:scrgbClr r="0" g="0" b="0"/>
              </a:fillRef>
              <a:effectRef idx="0">
                <a:schemeClr val="accent4">
                  <a:hueOff val="0"/>
                  <a:satOff val="0"/>
                  <a:lumOff val="100000"/>
                  <a:alphaOff val="0"/>
                </a:schemeClr>
              </a:effectRef>
              <a:fontRef idx="minor">
                <a:schemeClr val="lt1"/>
              </a:fontRef>
            </p:style>
            <p:txBody>
              <a:bodyPr spcFirstLastPara="0" vert="horz" wrap="square" lIns="928769" tIns="20320" rIns="928770" bIns="20320" numCol="1" spcCol="1270" anchor="ctr" anchorCtr="0">
                <a:noAutofit/>
              </a:bodyPr>
              <a:lstStyle/>
              <a:p>
                <a:pPr algn="ctr" defTabSz="711200">
                  <a:lnSpc>
                    <a:spcPct val="90000"/>
                  </a:lnSpc>
                  <a:spcBef>
                    <a:spcPct val="0"/>
                  </a:spcBef>
                  <a:spcAft>
                    <a:spcPct val="35000"/>
                  </a:spcAft>
                </a:pPr>
                <a:r>
                  <a:rPr lang="es-ES" sz="1600" dirty="0">
                    <a:solidFill>
                      <a:schemeClr val="tx1"/>
                    </a:solidFill>
                    <a:latin typeface="Comic Sans MS" panose="030F0702030302020204" pitchFamily="66" charset="0"/>
                  </a:rPr>
                  <a:t>Alimentación, respiración, descanso…</a:t>
                </a:r>
              </a:p>
            </p:txBody>
          </p:sp>
        </p:grpSp>
        <p:sp>
          <p:nvSpPr>
            <p:cNvPr id="6" name="5 CuadroTexto"/>
            <p:cNvSpPr txBox="1"/>
            <p:nvPr/>
          </p:nvSpPr>
          <p:spPr>
            <a:xfrm>
              <a:off x="6876256" y="4870901"/>
              <a:ext cx="1872208" cy="780983"/>
            </a:xfrm>
            <a:prstGeom prst="rect">
              <a:avLst/>
            </a:prstGeom>
            <a:noFill/>
          </p:spPr>
          <p:txBody>
            <a:bodyPr wrap="square" rtlCol="0">
              <a:spAutoFit/>
            </a:bodyPr>
            <a:lstStyle/>
            <a:p>
              <a:r>
                <a:rPr lang="es-ES" dirty="0">
                  <a:solidFill>
                    <a:srgbClr val="C00000"/>
                  </a:solidFill>
                  <a:latin typeface="Comic Sans MS" panose="030F0702030302020204" pitchFamily="66" charset="0"/>
                </a:rPr>
                <a:t>Necesidades fisiológicas</a:t>
              </a:r>
            </a:p>
          </p:txBody>
        </p:sp>
        <p:sp>
          <p:nvSpPr>
            <p:cNvPr id="7" name="6 CuadroTexto"/>
            <p:cNvSpPr txBox="1"/>
            <p:nvPr/>
          </p:nvSpPr>
          <p:spPr>
            <a:xfrm>
              <a:off x="6300192" y="3846646"/>
              <a:ext cx="2448272" cy="780983"/>
            </a:xfrm>
            <a:prstGeom prst="rect">
              <a:avLst/>
            </a:prstGeom>
            <a:noFill/>
          </p:spPr>
          <p:txBody>
            <a:bodyPr wrap="square" rtlCol="0">
              <a:spAutoFit/>
            </a:bodyPr>
            <a:lstStyle/>
            <a:p>
              <a:r>
                <a:rPr lang="es-ES" dirty="0">
                  <a:solidFill>
                    <a:srgbClr val="C00000"/>
                  </a:solidFill>
                  <a:latin typeface="Comic Sans MS" panose="030F0702030302020204" pitchFamily="66" charset="0"/>
                </a:rPr>
                <a:t>Necesidades de seguridad</a:t>
              </a:r>
            </a:p>
          </p:txBody>
        </p:sp>
        <p:sp>
          <p:nvSpPr>
            <p:cNvPr id="8" name="7 CuadroTexto"/>
            <p:cNvSpPr txBox="1"/>
            <p:nvPr/>
          </p:nvSpPr>
          <p:spPr>
            <a:xfrm>
              <a:off x="5796135" y="3286725"/>
              <a:ext cx="2871406" cy="446276"/>
            </a:xfrm>
            <a:prstGeom prst="rect">
              <a:avLst/>
            </a:prstGeom>
            <a:noFill/>
          </p:spPr>
          <p:txBody>
            <a:bodyPr wrap="square" rtlCol="0">
              <a:spAutoFit/>
            </a:bodyPr>
            <a:lstStyle/>
            <a:p>
              <a:r>
                <a:rPr lang="es-ES" dirty="0">
                  <a:solidFill>
                    <a:srgbClr val="C00000"/>
                  </a:solidFill>
                  <a:latin typeface="Comic Sans MS" panose="030F0702030302020204" pitchFamily="66" charset="0"/>
                </a:rPr>
                <a:t>Necesidades sociales</a:t>
              </a:r>
            </a:p>
          </p:txBody>
        </p:sp>
        <p:sp>
          <p:nvSpPr>
            <p:cNvPr id="9" name="8 CuadroTexto"/>
            <p:cNvSpPr txBox="1"/>
            <p:nvPr/>
          </p:nvSpPr>
          <p:spPr>
            <a:xfrm>
              <a:off x="5364088" y="2566644"/>
              <a:ext cx="3060684" cy="446276"/>
            </a:xfrm>
            <a:prstGeom prst="rect">
              <a:avLst/>
            </a:prstGeom>
            <a:noFill/>
          </p:spPr>
          <p:txBody>
            <a:bodyPr wrap="square" rtlCol="0">
              <a:spAutoFit/>
            </a:bodyPr>
            <a:lstStyle/>
            <a:p>
              <a:r>
                <a:rPr lang="es-ES" dirty="0">
                  <a:solidFill>
                    <a:srgbClr val="C00000"/>
                  </a:solidFill>
                  <a:latin typeface="Comic Sans MS" panose="030F0702030302020204" pitchFamily="66" charset="0"/>
                </a:rPr>
                <a:t>Necesidades de estima</a:t>
              </a:r>
            </a:p>
          </p:txBody>
        </p:sp>
        <p:sp>
          <p:nvSpPr>
            <p:cNvPr id="10" name="9 CuadroTexto"/>
            <p:cNvSpPr txBox="1"/>
            <p:nvPr/>
          </p:nvSpPr>
          <p:spPr>
            <a:xfrm>
              <a:off x="5068520" y="1445180"/>
              <a:ext cx="3518098" cy="780983"/>
            </a:xfrm>
            <a:prstGeom prst="rect">
              <a:avLst/>
            </a:prstGeom>
            <a:noFill/>
          </p:spPr>
          <p:txBody>
            <a:bodyPr wrap="square" rtlCol="0">
              <a:spAutoFit/>
            </a:bodyPr>
            <a:lstStyle/>
            <a:p>
              <a:r>
                <a:rPr lang="es-ES" dirty="0">
                  <a:solidFill>
                    <a:srgbClr val="C00000"/>
                  </a:solidFill>
                  <a:latin typeface="Comic Sans MS" panose="030F0702030302020204" pitchFamily="66" charset="0"/>
                </a:rPr>
                <a:t>Necesidades de realización personal</a:t>
              </a:r>
            </a:p>
          </p:txBody>
        </p:sp>
        <p:grpSp>
          <p:nvGrpSpPr>
            <p:cNvPr id="11" name="Group 38"/>
            <p:cNvGrpSpPr>
              <a:grpSpLocks/>
            </p:cNvGrpSpPr>
            <p:nvPr/>
          </p:nvGrpSpPr>
          <p:grpSpPr bwMode="auto">
            <a:xfrm>
              <a:off x="1060527" y="1588502"/>
              <a:ext cx="1999304" cy="510636"/>
              <a:chOff x="1097" y="1060"/>
              <a:chExt cx="1351" cy="404"/>
            </a:xfrm>
          </p:grpSpPr>
          <p:sp>
            <p:nvSpPr>
              <p:cNvPr id="18" name="Text Box 23"/>
              <p:cNvSpPr txBox="1">
                <a:spLocks noChangeArrowheads="1"/>
              </p:cNvSpPr>
              <p:nvPr/>
            </p:nvSpPr>
            <p:spPr bwMode="auto">
              <a:xfrm>
                <a:off x="1097" y="1092"/>
                <a:ext cx="1195" cy="338"/>
              </a:xfrm>
              <a:prstGeom prst="rect">
                <a:avLst/>
              </a:prstGeom>
              <a:noFill/>
              <a:ln w="28575">
                <a:noFill/>
                <a:miter lim="800000"/>
                <a:headEnd/>
                <a:tailEnd/>
              </a:ln>
            </p:spPr>
            <p:txBody>
              <a:bodyPr wrap="none">
                <a:spAutoFit/>
              </a:bodyPr>
              <a:lstStyle/>
              <a:p>
                <a:pPr algn="l">
                  <a:spcBef>
                    <a:spcPct val="20000"/>
                  </a:spcBef>
                  <a:buClr>
                    <a:schemeClr val="tx1"/>
                  </a:buClr>
                  <a:buFont typeface="Wingdings" pitchFamily="2" charset="2"/>
                  <a:buNone/>
                  <a:defRPr/>
                </a:pPr>
                <a:r>
                  <a:rPr lang="es-ES" sz="1700" dirty="0">
                    <a:solidFill>
                      <a:srgbClr val="FF0000"/>
                    </a:solidFill>
                    <a:latin typeface="Comic Sans MS" panose="030F0702030302020204" pitchFamily="66" charset="0"/>
                  </a:rPr>
                  <a:t>Trascendencia</a:t>
                </a:r>
              </a:p>
            </p:txBody>
          </p:sp>
          <p:sp>
            <p:nvSpPr>
              <p:cNvPr id="19" name="AutoShape 24"/>
              <p:cNvSpPr>
                <a:spLocks/>
              </p:cNvSpPr>
              <p:nvPr/>
            </p:nvSpPr>
            <p:spPr bwMode="auto">
              <a:xfrm>
                <a:off x="2336" y="1060"/>
                <a:ext cx="112" cy="404"/>
              </a:xfrm>
              <a:prstGeom prst="leftBrace">
                <a:avLst>
                  <a:gd name="adj1" fmla="val 59301"/>
                  <a:gd name="adj2" fmla="val 50000"/>
                </a:avLst>
              </a:prstGeom>
              <a:noFill/>
              <a:ln w="28575">
                <a:solidFill>
                  <a:srgbClr val="FF0000"/>
                </a:solidFill>
                <a:round/>
                <a:headEnd/>
                <a:tailEnd/>
              </a:ln>
            </p:spPr>
            <p:txBody>
              <a:bodyPr anchor="ctr">
                <a:spAutoFit/>
              </a:bodyPr>
              <a:lstStyle/>
              <a:p>
                <a:endParaRPr lang="es-ES">
                  <a:latin typeface="Comic Sans MS" panose="030F0702030302020204" pitchFamily="66" charset="0"/>
                </a:endParaRPr>
              </a:p>
            </p:txBody>
          </p:sp>
        </p:grpSp>
        <p:grpSp>
          <p:nvGrpSpPr>
            <p:cNvPr id="12" name="Group 36"/>
            <p:cNvGrpSpPr>
              <a:grpSpLocks/>
            </p:cNvGrpSpPr>
            <p:nvPr/>
          </p:nvGrpSpPr>
          <p:grpSpPr bwMode="auto">
            <a:xfrm>
              <a:off x="493759" y="2868027"/>
              <a:ext cx="1701979" cy="526822"/>
              <a:chOff x="1608" y="2021"/>
              <a:chExt cx="1340" cy="365"/>
            </a:xfrm>
          </p:grpSpPr>
          <p:sp>
            <p:nvSpPr>
              <p:cNvPr id="16" name="AutoShape 25"/>
              <p:cNvSpPr>
                <a:spLocks/>
              </p:cNvSpPr>
              <p:nvPr/>
            </p:nvSpPr>
            <p:spPr bwMode="auto">
              <a:xfrm>
                <a:off x="2835" y="2029"/>
                <a:ext cx="113" cy="357"/>
              </a:xfrm>
              <a:prstGeom prst="leftBrace">
                <a:avLst>
                  <a:gd name="adj1" fmla="val 73968"/>
                  <a:gd name="adj2" fmla="val 50000"/>
                </a:avLst>
              </a:prstGeom>
              <a:noFill/>
              <a:ln w="28575">
                <a:solidFill>
                  <a:schemeClr val="bg1">
                    <a:lumMod val="50000"/>
                  </a:schemeClr>
                </a:solidFill>
                <a:round/>
                <a:headEnd/>
                <a:tailEnd/>
              </a:ln>
            </p:spPr>
            <p:txBody>
              <a:bodyPr anchor="ctr">
                <a:spAutoFit/>
              </a:bodyPr>
              <a:lstStyle/>
              <a:p>
                <a:endParaRPr lang="es-ES">
                  <a:latin typeface="Comic Sans MS" panose="030F0702030302020204" pitchFamily="66" charset="0"/>
                </a:endParaRPr>
              </a:p>
            </p:txBody>
          </p:sp>
          <p:sp>
            <p:nvSpPr>
              <p:cNvPr id="17" name="Text Box 27"/>
              <p:cNvSpPr txBox="1">
                <a:spLocks noChangeArrowheads="1"/>
              </p:cNvSpPr>
              <p:nvPr/>
            </p:nvSpPr>
            <p:spPr bwMode="auto">
              <a:xfrm>
                <a:off x="1608" y="2021"/>
                <a:ext cx="1225" cy="296"/>
              </a:xfrm>
              <a:prstGeom prst="rect">
                <a:avLst/>
              </a:prstGeom>
              <a:noFill/>
              <a:ln w="28575">
                <a:noFill/>
                <a:miter lim="800000"/>
                <a:headEnd/>
                <a:tailEnd/>
              </a:ln>
            </p:spPr>
            <p:txBody>
              <a:bodyPr wrap="square">
                <a:spAutoFit/>
              </a:bodyPr>
              <a:lstStyle/>
              <a:p>
                <a:pPr algn="l">
                  <a:spcBef>
                    <a:spcPct val="20000"/>
                  </a:spcBef>
                  <a:buClr>
                    <a:schemeClr val="tx1"/>
                  </a:buClr>
                  <a:buFont typeface="Wingdings" pitchFamily="2" charset="2"/>
                  <a:buNone/>
                  <a:defRPr/>
                </a:pPr>
                <a:r>
                  <a:rPr lang="es-ES" sz="1700" dirty="0">
                    <a:solidFill>
                      <a:schemeClr val="bg1">
                        <a:lumMod val="50000"/>
                      </a:schemeClr>
                    </a:solidFill>
                    <a:latin typeface="Comic Sans MS" panose="030F0702030302020204" pitchFamily="66" charset="0"/>
                  </a:rPr>
                  <a:t>Psicológicas</a:t>
                </a:r>
              </a:p>
            </p:txBody>
          </p:sp>
        </p:grpSp>
        <p:grpSp>
          <p:nvGrpSpPr>
            <p:cNvPr id="13" name="Group 36"/>
            <p:cNvGrpSpPr>
              <a:grpSpLocks/>
            </p:cNvGrpSpPr>
            <p:nvPr/>
          </p:nvGrpSpPr>
          <p:grpSpPr bwMode="auto">
            <a:xfrm>
              <a:off x="169840" y="4442240"/>
              <a:ext cx="1160901" cy="544142"/>
              <a:chOff x="1466" y="1959"/>
              <a:chExt cx="914" cy="377"/>
            </a:xfrm>
          </p:grpSpPr>
          <p:sp>
            <p:nvSpPr>
              <p:cNvPr id="14" name="AutoShape 25"/>
              <p:cNvSpPr>
                <a:spLocks/>
              </p:cNvSpPr>
              <p:nvPr/>
            </p:nvSpPr>
            <p:spPr bwMode="auto">
              <a:xfrm>
                <a:off x="2267" y="1979"/>
                <a:ext cx="113" cy="357"/>
              </a:xfrm>
              <a:prstGeom prst="leftBrace">
                <a:avLst>
                  <a:gd name="adj1" fmla="val 73968"/>
                  <a:gd name="adj2" fmla="val 50000"/>
                </a:avLst>
              </a:prstGeom>
              <a:noFill/>
              <a:ln w="28575">
                <a:solidFill>
                  <a:schemeClr val="tx1"/>
                </a:solidFill>
                <a:round/>
                <a:headEnd/>
                <a:tailEnd/>
              </a:ln>
            </p:spPr>
            <p:txBody>
              <a:bodyPr anchor="ctr">
                <a:spAutoFit/>
              </a:bodyPr>
              <a:lstStyle/>
              <a:p>
                <a:endParaRPr lang="es-ES">
                  <a:latin typeface="Comic Sans MS" panose="030F0702030302020204" pitchFamily="66" charset="0"/>
                </a:endParaRPr>
              </a:p>
            </p:txBody>
          </p:sp>
          <p:sp>
            <p:nvSpPr>
              <p:cNvPr id="15" name="Text Box 27"/>
              <p:cNvSpPr txBox="1">
                <a:spLocks noChangeArrowheads="1"/>
              </p:cNvSpPr>
              <p:nvPr/>
            </p:nvSpPr>
            <p:spPr bwMode="auto">
              <a:xfrm>
                <a:off x="1466" y="1959"/>
                <a:ext cx="907" cy="296"/>
              </a:xfrm>
              <a:prstGeom prst="rect">
                <a:avLst/>
              </a:prstGeom>
              <a:noFill/>
              <a:ln w="28575">
                <a:noFill/>
                <a:miter lim="800000"/>
                <a:headEnd/>
                <a:tailEnd/>
              </a:ln>
            </p:spPr>
            <p:txBody>
              <a:bodyPr wrap="square">
                <a:spAutoFit/>
              </a:bodyPr>
              <a:lstStyle/>
              <a:p>
                <a:pPr algn="l">
                  <a:spcBef>
                    <a:spcPct val="20000"/>
                  </a:spcBef>
                  <a:buClr>
                    <a:schemeClr val="tx1"/>
                  </a:buClr>
                  <a:buFont typeface="Wingdings" pitchFamily="2" charset="2"/>
                  <a:buNone/>
                  <a:defRPr/>
                </a:pPr>
                <a:r>
                  <a:rPr lang="es-ES" sz="1700" dirty="0">
                    <a:latin typeface="Comic Sans MS" panose="030F0702030302020204" pitchFamily="66" charset="0"/>
                  </a:rPr>
                  <a:t>Básicas</a:t>
                </a:r>
              </a:p>
            </p:txBody>
          </p:sp>
        </p:grpSp>
      </p:grpSp>
      <p:sp>
        <p:nvSpPr>
          <p:cNvPr id="25" name="2 Marcador de contenido"/>
          <p:cNvSpPr>
            <a:spLocks/>
          </p:cNvSpPr>
          <p:nvPr/>
        </p:nvSpPr>
        <p:spPr bwMode="auto">
          <a:xfrm>
            <a:off x="1835548" y="980730"/>
            <a:ext cx="8436917" cy="2520279"/>
          </a:xfrm>
          <a:prstGeom prst="rect">
            <a:avLst/>
          </a:prstGeom>
          <a:noFill/>
          <a:ln w="9525">
            <a:noFill/>
            <a:miter lim="800000"/>
            <a:headEnd/>
            <a:tailEnd/>
          </a:ln>
        </p:spPr>
        <p:txBody>
          <a:bodyPr/>
          <a:lstStyle/>
          <a:p>
            <a:pPr>
              <a:spcBef>
                <a:spcPts val="575"/>
              </a:spcBef>
              <a:buClr>
                <a:schemeClr val="accent1"/>
              </a:buClr>
              <a:buSzPct val="85000"/>
            </a:pPr>
            <a:r>
              <a:rPr lang="es-ES_tradnl" b="1" dirty="0">
                <a:solidFill>
                  <a:srgbClr val="C00000"/>
                </a:solidFill>
                <a:latin typeface="Comic Sans MS" panose="030F0702030302020204" pitchFamily="66" charset="0"/>
              </a:rPr>
              <a:t>1. TEORÍA DE LAS NECESIDADES DE MASLOW</a:t>
            </a:r>
            <a:endParaRPr lang="es-ES" dirty="0">
              <a:latin typeface="Comic Sans MS" panose="030F0702030302020204" pitchFamily="66" charset="0"/>
            </a:endParaRPr>
          </a:p>
          <a:p>
            <a:pPr marL="0" lvl="1" algn="just">
              <a:spcBef>
                <a:spcPts val="575"/>
              </a:spcBef>
              <a:buClr>
                <a:schemeClr val="tx1"/>
              </a:buClr>
              <a:buSzPct val="85000"/>
              <a:buFont typeface="Arial" pitchFamily="34" charset="0"/>
              <a:buChar char="•"/>
            </a:pPr>
            <a:r>
              <a:rPr lang="es-ES_tradnl" dirty="0">
                <a:latin typeface="Comic Sans MS" panose="030F0702030302020204" pitchFamily="66" charset="0"/>
              </a:rPr>
              <a:t>  Necesidades humanas ordenadas jerárquicamente.</a:t>
            </a:r>
          </a:p>
          <a:p>
            <a:pPr marL="179388" lvl="1" indent="-179388" algn="just">
              <a:spcBef>
                <a:spcPts val="575"/>
              </a:spcBef>
              <a:buClr>
                <a:schemeClr val="tx1"/>
              </a:buClr>
              <a:buSzPct val="85000"/>
              <a:buFont typeface="Arial" pitchFamily="34" charset="0"/>
              <a:buChar char="•"/>
            </a:pPr>
            <a:r>
              <a:rPr lang="es-ES_tradnl" dirty="0">
                <a:latin typeface="Comic Sans MS" panose="030F0702030302020204" pitchFamily="66" charset="0"/>
              </a:rPr>
              <a:t>Cuando una necesidad inferior es satisfecha en nivel suficiente deja de ser primera fuente de motivación y pasará a querer satisfacer la del nivel inmediatamente superior </a:t>
            </a:r>
          </a:p>
          <a:p>
            <a:pPr marL="0" lvl="1" algn="ctr">
              <a:spcBef>
                <a:spcPts val="575"/>
              </a:spcBef>
              <a:buClr>
                <a:schemeClr val="tx1"/>
              </a:buClr>
              <a:buSzPct val="85000"/>
            </a:pPr>
            <a:r>
              <a:rPr lang="es-ES_tradnl" dirty="0">
                <a:latin typeface="Comic Sans MS" panose="030F0702030302020204" pitchFamily="66" charset="0"/>
                <a:sym typeface="Wingdings" pitchFamily="2" charset="2"/>
              </a:rPr>
              <a:t> </a:t>
            </a:r>
            <a:r>
              <a:rPr lang="es-ES_tradnl" b="1" dirty="0">
                <a:solidFill>
                  <a:srgbClr val="C00000"/>
                </a:solidFill>
                <a:latin typeface="Comic Sans MS" panose="030F0702030302020204" pitchFamily="66" charset="0"/>
                <a:sym typeface="Wingdings" pitchFamily="2" charset="2"/>
              </a:rPr>
              <a:t>MOTIVACIÓN A TRAVÉS DE LAS NECESIDADES DE ORDEN SUPERIOR</a:t>
            </a:r>
            <a:endParaRPr lang="es-ES_tradnl" b="1" dirty="0">
              <a:solidFill>
                <a:srgbClr val="C00000"/>
              </a:solidFill>
              <a:latin typeface="Comic Sans MS" panose="030F0702030302020204" pitchFamily="66" charset="0"/>
            </a:endParaRPr>
          </a:p>
          <a:p>
            <a:pPr>
              <a:spcBef>
                <a:spcPts val="575"/>
              </a:spcBef>
              <a:buClr>
                <a:schemeClr val="accent1"/>
              </a:buClr>
              <a:buSzPct val="85000"/>
            </a:pPr>
            <a:endParaRPr lang="es-ES" dirty="0">
              <a:latin typeface="Comic Sans MS" panose="030F0702030302020204" pitchFamily="66" charset="0"/>
            </a:endParaRPr>
          </a:p>
        </p:txBody>
      </p:sp>
      <p:sp>
        <p:nvSpPr>
          <p:cNvPr id="28" name="Rectangle 2">
            <a:extLst>
              <a:ext uri="{FF2B5EF4-FFF2-40B4-BE49-F238E27FC236}">
                <a16:creationId xmlns:a16="http://schemas.microsoft.com/office/drawing/2014/main" id="{9CF23B51-19D8-457F-9F24-E805725D55B6}"/>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12</a:t>
            </a:fld>
            <a:endParaRPr lang="es-ES"/>
          </a:p>
        </p:txBody>
      </p:sp>
      <p:graphicFrame>
        <p:nvGraphicFramePr>
          <p:cNvPr id="10" name="Diagrama 9">
            <a:extLst>
              <a:ext uri="{FF2B5EF4-FFF2-40B4-BE49-F238E27FC236}">
                <a16:creationId xmlns:a16="http://schemas.microsoft.com/office/drawing/2014/main" id="{9F024FB2-EC16-486C-B4FA-82B310692476}"/>
              </a:ext>
            </a:extLst>
          </p:cNvPr>
          <p:cNvGraphicFramePr/>
          <p:nvPr>
            <p:extLst>
              <p:ext uri="{D42A27DB-BD31-4B8C-83A1-F6EECF244321}">
                <p14:modId xmlns:p14="http://schemas.microsoft.com/office/powerpoint/2010/main" val="1088566764"/>
              </p:ext>
            </p:extLst>
          </p:nvPr>
        </p:nvGraphicFramePr>
        <p:xfrm>
          <a:off x="762108" y="2108533"/>
          <a:ext cx="9561323" cy="40023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2">
            <a:extLst>
              <a:ext uri="{FF2B5EF4-FFF2-40B4-BE49-F238E27FC236}">
                <a16:creationId xmlns:a16="http://schemas.microsoft.com/office/drawing/2014/main" id="{67197785-4DFD-4322-A69C-CBAE1455A713}"/>
              </a:ext>
            </a:extLst>
          </p:cNvPr>
          <p:cNvSpPr txBox="1">
            <a:spLocks noChangeArrowheads="1"/>
          </p:cNvSpPr>
          <p:nvPr/>
        </p:nvSpPr>
        <p:spPr bwMode="auto">
          <a:xfrm>
            <a:off x="1631504" y="116633"/>
            <a:ext cx="8928100" cy="630499"/>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
        <p:nvSpPr>
          <p:cNvPr id="4" name="CuadroTexto 3">
            <a:extLst>
              <a:ext uri="{FF2B5EF4-FFF2-40B4-BE49-F238E27FC236}">
                <a16:creationId xmlns:a16="http://schemas.microsoft.com/office/drawing/2014/main" id="{CD7443B5-F253-E451-8675-50A583F85878}"/>
              </a:ext>
            </a:extLst>
          </p:cNvPr>
          <p:cNvSpPr txBox="1"/>
          <p:nvPr/>
        </p:nvSpPr>
        <p:spPr>
          <a:xfrm>
            <a:off x="256471" y="747132"/>
            <a:ext cx="9932948" cy="1077218"/>
          </a:xfrm>
          <a:prstGeom prst="rect">
            <a:avLst/>
          </a:prstGeom>
          <a:noFill/>
        </p:spPr>
        <p:txBody>
          <a:bodyPr wrap="square">
            <a:spAutoFit/>
          </a:bodyPr>
          <a:lstStyle/>
          <a:p>
            <a:pPr>
              <a:spcBef>
                <a:spcPts val="575"/>
              </a:spcBef>
              <a:buClr>
                <a:schemeClr val="accent1"/>
              </a:buClr>
              <a:buSzPct val="85000"/>
            </a:pPr>
            <a:r>
              <a:rPr lang="es-ES_tradnl" b="1" dirty="0">
                <a:solidFill>
                  <a:srgbClr val="C00000"/>
                </a:solidFill>
                <a:latin typeface="Comic Sans MS" panose="030F0702030302020204" pitchFamily="66" charset="0"/>
              </a:rPr>
              <a:t>TEORÍA DE LA MOTIVACIÓN DE HERZBERG</a:t>
            </a:r>
            <a:endParaRPr lang="es-ES" dirty="0">
              <a:latin typeface="Comic Sans MS" panose="030F0702030302020204" pitchFamily="66" charset="0"/>
            </a:endParaRPr>
          </a:p>
          <a:p>
            <a:pPr marL="0" lvl="1" algn="just">
              <a:spcBef>
                <a:spcPts val="575"/>
              </a:spcBef>
              <a:buClr>
                <a:schemeClr val="tx1"/>
              </a:buClr>
              <a:buSzPct val="85000"/>
              <a:buFont typeface="Arial" pitchFamily="34" charset="0"/>
              <a:buChar char="•"/>
            </a:pPr>
            <a:r>
              <a:rPr lang="es-ES_tradnl" dirty="0">
                <a:latin typeface="Comic Sans MS" panose="030F0702030302020204" pitchFamily="66" charset="0"/>
              </a:rPr>
              <a:t> Desarrollada en el ámbito específico de las organizaciones</a:t>
            </a:r>
          </a:p>
          <a:p>
            <a:pPr marL="179388" lvl="1" indent="-179388" algn="just">
              <a:spcBef>
                <a:spcPts val="575"/>
              </a:spcBef>
              <a:buClr>
                <a:schemeClr val="tx1"/>
              </a:buClr>
              <a:buSzPct val="85000"/>
              <a:buFont typeface="Arial" pitchFamily="34" charset="0"/>
              <a:buChar char="•"/>
            </a:pPr>
            <a:r>
              <a:rPr lang="es-ES_tradnl" dirty="0">
                <a:latin typeface="Comic Sans MS" panose="030F0702030302020204" pitchFamily="66" charset="0"/>
              </a:rPr>
              <a:t>Considera dos tipos de factores diferentes que afectan a la satisfacción:</a:t>
            </a:r>
          </a:p>
        </p:txBody>
      </p:sp>
      <p:sp>
        <p:nvSpPr>
          <p:cNvPr id="11" name="14 CuadroTexto">
            <a:extLst>
              <a:ext uri="{FF2B5EF4-FFF2-40B4-BE49-F238E27FC236}">
                <a16:creationId xmlns:a16="http://schemas.microsoft.com/office/drawing/2014/main" id="{F3CA1E00-57D9-F1C6-8E6E-373DC01E7ACD}"/>
              </a:ext>
            </a:extLst>
          </p:cNvPr>
          <p:cNvSpPr txBox="1"/>
          <p:nvPr/>
        </p:nvSpPr>
        <p:spPr>
          <a:xfrm>
            <a:off x="172065" y="1824350"/>
            <a:ext cx="1830516" cy="1169551"/>
          </a:xfrm>
          <a:prstGeom prst="borderCallout2">
            <a:avLst>
              <a:gd name="adj1" fmla="val 35912"/>
              <a:gd name="adj2" fmla="val 100102"/>
              <a:gd name="adj3" fmla="val 36866"/>
              <a:gd name="adj4" fmla="val 141721"/>
              <a:gd name="adj5" fmla="val 99152"/>
              <a:gd name="adj6" fmla="val 168984"/>
            </a:avLst>
          </a:prstGeom>
          <a:noFill/>
          <a:ln w="25400">
            <a:solidFill>
              <a:srgbClr val="FFC000"/>
            </a:solidFill>
          </a:ln>
        </p:spPr>
        <p:txBody>
          <a:bodyPr wrap="square" rtlCol="0">
            <a:spAutoFit/>
          </a:bodyPr>
          <a:lstStyle/>
          <a:p>
            <a:r>
              <a:rPr lang="es-ES" sz="1400" dirty="0">
                <a:latin typeface="Comic Sans MS" panose="030F0702030302020204" pitchFamily="66" charset="0"/>
              </a:rPr>
              <a:t>Realización </a:t>
            </a:r>
          </a:p>
          <a:p>
            <a:r>
              <a:rPr lang="es-ES" sz="1400" dirty="0">
                <a:latin typeface="Comic Sans MS" panose="030F0702030302020204" pitchFamily="66" charset="0"/>
              </a:rPr>
              <a:t>Reconocimiento</a:t>
            </a:r>
          </a:p>
          <a:p>
            <a:r>
              <a:rPr lang="es-ES" sz="1400" dirty="0">
                <a:latin typeface="Comic Sans MS" panose="030F0702030302020204" pitchFamily="66" charset="0"/>
              </a:rPr>
              <a:t>Responsabilidad</a:t>
            </a:r>
          </a:p>
          <a:p>
            <a:r>
              <a:rPr lang="es-ES" sz="1400" dirty="0">
                <a:latin typeface="Comic Sans MS" panose="030F0702030302020204" pitchFamily="66" charset="0"/>
              </a:rPr>
              <a:t>Crecimiento</a:t>
            </a:r>
          </a:p>
          <a:p>
            <a:r>
              <a:rPr lang="es-ES" sz="1400" dirty="0">
                <a:latin typeface="Comic Sans MS" panose="030F0702030302020204" pitchFamily="66" charset="0"/>
              </a:rPr>
              <a:t>Trabajo desafiante</a:t>
            </a:r>
          </a:p>
        </p:txBody>
      </p:sp>
      <p:sp>
        <p:nvSpPr>
          <p:cNvPr id="12" name="15 CuadroTexto">
            <a:extLst>
              <a:ext uri="{FF2B5EF4-FFF2-40B4-BE49-F238E27FC236}">
                <a16:creationId xmlns:a16="http://schemas.microsoft.com/office/drawing/2014/main" id="{44885153-FAB4-7859-3458-4F501E512CE9}"/>
              </a:ext>
            </a:extLst>
          </p:cNvPr>
          <p:cNvSpPr txBox="1"/>
          <p:nvPr/>
        </p:nvSpPr>
        <p:spPr>
          <a:xfrm>
            <a:off x="8723098" y="1554824"/>
            <a:ext cx="3101454" cy="1169551"/>
          </a:xfrm>
          <a:prstGeom prst="borderCallout2">
            <a:avLst>
              <a:gd name="adj1" fmla="val 18750"/>
              <a:gd name="adj2" fmla="val -8333"/>
              <a:gd name="adj3" fmla="val 18750"/>
              <a:gd name="adj4" fmla="val -16667"/>
              <a:gd name="adj5" fmla="val 105826"/>
              <a:gd name="adj6" fmla="val -44150"/>
            </a:avLst>
          </a:prstGeom>
          <a:noFill/>
          <a:ln w="25400">
            <a:solidFill>
              <a:srgbClr val="00B050"/>
            </a:solidFill>
          </a:ln>
        </p:spPr>
        <p:txBody>
          <a:bodyPr wrap="square" rtlCol="0">
            <a:spAutoFit/>
          </a:bodyPr>
          <a:lstStyle/>
          <a:p>
            <a:r>
              <a:rPr lang="es-ES" sz="1400" dirty="0">
                <a:latin typeface="Comic Sans MS" panose="030F0702030302020204" pitchFamily="66" charset="0"/>
              </a:rPr>
              <a:t>Condiciones de trabajo y seguridad</a:t>
            </a:r>
          </a:p>
          <a:p>
            <a:r>
              <a:rPr lang="es-ES" sz="1400" dirty="0">
                <a:latin typeface="Comic Sans MS" panose="030F0702030302020204" pitchFamily="66" charset="0"/>
              </a:rPr>
              <a:t>Políticas de empresa</a:t>
            </a:r>
          </a:p>
          <a:p>
            <a:r>
              <a:rPr lang="es-ES" sz="1400" dirty="0">
                <a:latin typeface="Comic Sans MS" panose="030F0702030302020204" pitchFamily="66" charset="0"/>
              </a:rPr>
              <a:t>Relaciones con el superior / con los compañeros</a:t>
            </a:r>
          </a:p>
          <a:p>
            <a:r>
              <a:rPr lang="es-ES" sz="1400" dirty="0">
                <a:latin typeface="Comic Sans MS" panose="030F0702030302020204" pitchFamily="66" charset="0"/>
              </a:rPr>
              <a:t>Salarios</a:t>
            </a:r>
          </a:p>
        </p:txBody>
      </p:sp>
      <p:sp>
        <p:nvSpPr>
          <p:cNvPr id="13" name="17 Elipse">
            <a:extLst>
              <a:ext uri="{FF2B5EF4-FFF2-40B4-BE49-F238E27FC236}">
                <a16:creationId xmlns:a16="http://schemas.microsoft.com/office/drawing/2014/main" id="{4EE80C1C-94F9-15DD-5597-0408549C7A3A}"/>
              </a:ext>
            </a:extLst>
          </p:cNvPr>
          <p:cNvSpPr/>
          <p:nvPr/>
        </p:nvSpPr>
        <p:spPr>
          <a:xfrm>
            <a:off x="7705651" y="5013177"/>
            <a:ext cx="2483768" cy="1584176"/>
          </a:xfrm>
          <a:prstGeom prst="ellipse">
            <a:avLst/>
          </a:prstGeom>
          <a:noFill/>
          <a:ln w="3492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Comic Sans MS" panose="030F0702030302020204" pitchFamily="66" charset="0"/>
              </a:rPr>
              <a:t>Efecto NEGATIVO cuando están AUSENTES</a:t>
            </a:r>
          </a:p>
        </p:txBody>
      </p:sp>
      <p:sp>
        <p:nvSpPr>
          <p:cNvPr id="14" name="16 Elipse">
            <a:extLst>
              <a:ext uri="{FF2B5EF4-FFF2-40B4-BE49-F238E27FC236}">
                <a16:creationId xmlns:a16="http://schemas.microsoft.com/office/drawing/2014/main" id="{E003F256-44E0-165E-EB79-B8D22938D78D}"/>
              </a:ext>
            </a:extLst>
          </p:cNvPr>
          <p:cNvSpPr/>
          <p:nvPr/>
        </p:nvSpPr>
        <p:spPr>
          <a:xfrm>
            <a:off x="1416155" y="5013177"/>
            <a:ext cx="2483768" cy="1584176"/>
          </a:xfrm>
          <a:prstGeom prst="ellipse">
            <a:avLst/>
          </a:prstGeom>
          <a:noFill/>
          <a:ln w="349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latin typeface="Comic Sans MS" panose="030F0702030302020204" pitchFamily="66" charset="0"/>
              </a:rPr>
              <a:t>Efecto POSITIVO cuando están PRESENTES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13</a:t>
            </a:fld>
            <a:endParaRPr lang="es-ES"/>
          </a:p>
        </p:txBody>
      </p:sp>
      <p:sp>
        <p:nvSpPr>
          <p:cNvPr id="25" name="2 Marcador de contenido"/>
          <p:cNvSpPr>
            <a:spLocks/>
          </p:cNvSpPr>
          <p:nvPr/>
        </p:nvSpPr>
        <p:spPr bwMode="auto">
          <a:xfrm>
            <a:off x="1835548" y="980730"/>
            <a:ext cx="8436917" cy="504055"/>
          </a:xfrm>
          <a:prstGeom prst="rect">
            <a:avLst/>
          </a:prstGeom>
          <a:noFill/>
          <a:ln w="9525">
            <a:noFill/>
            <a:miter lim="800000"/>
            <a:headEnd/>
            <a:tailEnd/>
          </a:ln>
        </p:spPr>
        <p:txBody>
          <a:bodyPr/>
          <a:lstStyle/>
          <a:p>
            <a:pPr>
              <a:spcBef>
                <a:spcPts val="575"/>
              </a:spcBef>
              <a:buClr>
                <a:schemeClr val="accent1"/>
              </a:buClr>
              <a:buSzPct val="85000"/>
            </a:pPr>
            <a:r>
              <a:rPr lang="es-ES_tradnl" b="1" dirty="0">
                <a:solidFill>
                  <a:srgbClr val="C00000"/>
                </a:solidFill>
              </a:rPr>
              <a:t>2. TEORÍA DE LA MOTIVACIÓN DE HERZBERG</a:t>
            </a:r>
            <a:endParaRPr lang="es-ES" dirty="0"/>
          </a:p>
          <a:p>
            <a:pPr>
              <a:spcBef>
                <a:spcPts val="575"/>
              </a:spcBef>
              <a:buClr>
                <a:schemeClr val="accent1"/>
              </a:buClr>
              <a:buSzPct val="85000"/>
            </a:pPr>
            <a:endParaRPr lang="es-ES" dirty="0"/>
          </a:p>
        </p:txBody>
      </p:sp>
      <p:sp>
        <p:nvSpPr>
          <p:cNvPr id="5" name="4 Flecha izquierda y derecha"/>
          <p:cNvSpPr/>
          <p:nvPr/>
        </p:nvSpPr>
        <p:spPr>
          <a:xfrm>
            <a:off x="3935760" y="1628800"/>
            <a:ext cx="3888432" cy="1080120"/>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Factores MOTIVADORES</a:t>
            </a:r>
          </a:p>
        </p:txBody>
      </p:sp>
      <p:sp>
        <p:nvSpPr>
          <p:cNvPr id="6" name="5 Flecha izquierda y derecha"/>
          <p:cNvSpPr/>
          <p:nvPr/>
        </p:nvSpPr>
        <p:spPr>
          <a:xfrm>
            <a:off x="3935760" y="4005064"/>
            <a:ext cx="3960440" cy="1080120"/>
          </a:xfrm>
          <a:prstGeom prst="lef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Factores HIGIÉNICOS</a:t>
            </a:r>
          </a:p>
        </p:txBody>
      </p:sp>
      <p:sp>
        <p:nvSpPr>
          <p:cNvPr id="7" name="6 CuadroTexto"/>
          <p:cNvSpPr txBox="1"/>
          <p:nvPr/>
        </p:nvSpPr>
        <p:spPr>
          <a:xfrm>
            <a:off x="1559496" y="1979549"/>
            <a:ext cx="2448272" cy="353943"/>
          </a:xfrm>
          <a:prstGeom prst="rect">
            <a:avLst/>
          </a:prstGeom>
          <a:noFill/>
        </p:spPr>
        <p:txBody>
          <a:bodyPr wrap="square" rtlCol="0">
            <a:spAutoFit/>
          </a:bodyPr>
          <a:lstStyle/>
          <a:p>
            <a:r>
              <a:rPr lang="es-ES" sz="1700" dirty="0"/>
              <a:t>NO SATISFACCIÓN</a:t>
            </a:r>
          </a:p>
        </p:txBody>
      </p:sp>
      <p:sp>
        <p:nvSpPr>
          <p:cNvPr id="8" name="7 CuadroTexto"/>
          <p:cNvSpPr txBox="1"/>
          <p:nvPr/>
        </p:nvSpPr>
        <p:spPr>
          <a:xfrm>
            <a:off x="7824192" y="1979549"/>
            <a:ext cx="2304256" cy="353943"/>
          </a:xfrm>
          <a:prstGeom prst="rect">
            <a:avLst/>
          </a:prstGeom>
          <a:noFill/>
        </p:spPr>
        <p:txBody>
          <a:bodyPr wrap="square" rtlCol="0">
            <a:spAutoFit/>
          </a:bodyPr>
          <a:lstStyle/>
          <a:p>
            <a:r>
              <a:rPr lang="es-ES" sz="1700" dirty="0"/>
              <a:t>SATISFACCIÓN</a:t>
            </a:r>
          </a:p>
        </p:txBody>
      </p:sp>
      <p:sp>
        <p:nvSpPr>
          <p:cNvPr id="9" name="8 CuadroTexto"/>
          <p:cNvSpPr txBox="1"/>
          <p:nvPr/>
        </p:nvSpPr>
        <p:spPr>
          <a:xfrm>
            <a:off x="1703512" y="4365104"/>
            <a:ext cx="2304256" cy="360040"/>
          </a:xfrm>
          <a:prstGeom prst="rect">
            <a:avLst/>
          </a:prstGeom>
          <a:noFill/>
        </p:spPr>
        <p:txBody>
          <a:bodyPr wrap="square" rtlCol="0">
            <a:spAutoFit/>
          </a:bodyPr>
          <a:lstStyle/>
          <a:p>
            <a:r>
              <a:rPr lang="es-ES" sz="1700" dirty="0"/>
              <a:t>INSATISFACCIÓN</a:t>
            </a:r>
          </a:p>
        </p:txBody>
      </p:sp>
      <p:sp>
        <p:nvSpPr>
          <p:cNvPr id="10" name="9 CuadroTexto"/>
          <p:cNvSpPr txBox="1"/>
          <p:nvPr/>
        </p:nvSpPr>
        <p:spPr>
          <a:xfrm>
            <a:off x="8040216" y="4365105"/>
            <a:ext cx="2952328" cy="353943"/>
          </a:xfrm>
          <a:prstGeom prst="rect">
            <a:avLst/>
          </a:prstGeom>
          <a:noFill/>
        </p:spPr>
        <p:txBody>
          <a:bodyPr wrap="square" rtlCol="0">
            <a:spAutoFit/>
          </a:bodyPr>
          <a:lstStyle/>
          <a:p>
            <a:r>
              <a:rPr lang="es-ES" sz="1700" dirty="0"/>
              <a:t>NO INSATISFACCIÓN</a:t>
            </a:r>
          </a:p>
        </p:txBody>
      </p:sp>
      <p:sp>
        <p:nvSpPr>
          <p:cNvPr id="11" name="10 Menos"/>
          <p:cNvSpPr/>
          <p:nvPr/>
        </p:nvSpPr>
        <p:spPr>
          <a:xfrm>
            <a:off x="3791744" y="1556792"/>
            <a:ext cx="360040" cy="432048"/>
          </a:xfrm>
          <a:prstGeom prst="mathMinus">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Más"/>
          <p:cNvSpPr/>
          <p:nvPr/>
        </p:nvSpPr>
        <p:spPr>
          <a:xfrm>
            <a:off x="7824192" y="1628800"/>
            <a:ext cx="288032" cy="360040"/>
          </a:xfrm>
          <a:prstGeom prst="mathPlus">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Menos"/>
          <p:cNvSpPr/>
          <p:nvPr/>
        </p:nvSpPr>
        <p:spPr>
          <a:xfrm>
            <a:off x="4007768" y="3861048"/>
            <a:ext cx="360040" cy="432048"/>
          </a:xfrm>
          <a:prstGeom prst="mathMinus">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Más"/>
          <p:cNvSpPr/>
          <p:nvPr/>
        </p:nvSpPr>
        <p:spPr>
          <a:xfrm>
            <a:off x="8040216" y="4005064"/>
            <a:ext cx="288032" cy="360040"/>
          </a:xfrm>
          <a:prstGeom prst="mathPlus">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4 CuadroTexto"/>
          <p:cNvSpPr txBox="1"/>
          <p:nvPr/>
        </p:nvSpPr>
        <p:spPr>
          <a:xfrm>
            <a:off x="4655840" y="2527736"/>
            <a:ext cx="2448272" cy="1477328"/>
          </a:xfrm>
          <a:prstGeom prst="rect">
            <a:avLst/>
          </a:prstGeom>
          <a:noFill/>
          <a:ln w="25400">
            <a:solidFill>
              <a:srgbClr val="FFC000"/>
            </a:solidFill>
          </a:ln>
        </p:spPr>
        <p:txBody>
          <a:bodyPr wrap="square" rtlCol="0">
            <a:spAutoFit/>
          </a:bodyPr>
          <a:lstStyle/>
          <a:p>
            <a:r>
              <a:rPr lang="es-ES" dirty="0"/>
              <a:t>Realización </a:t>
            </a:r>
          </a:p>
          <a:p>
            <a:r>
              <a:rPr lang="es-ES" dirty="0"/>
              <a:t>Reconocimiento</a:t>
            </a:r>
          </a:p>
          <a:p>
            <a:r>
              <a:rPr lang="es-ES" dirty="0"/>
              <a:t>Responsabilidad</a:t>
            </a:r>
          </a:p>
          <a:p>
            <a:r>
              <a:rPr lang="es-ES" dirty="0"/>
              <a:t>Crecimiento</a:t>
            </a:r>
          </a:p>
          <a:p>
            <a:r>
              <a:rPr lang="es-ES" dirty="0"/>
              <a:t>Trabajo desafiante</a:t>
            </a:r>
          </a:p>
        </p:txBody>
      </p:sp>
      <p:sp>
        <p:nvSpPr>
          <p:cNvPr id="16" name="15 CuadroTexto"/>
          <p:cNvSpPr txBox="1"/>
          <p:nvPr/>
        </p:nvSpPr>
        <p:spPr>
          <a:xfrm>
            <a:off x="4511824" y="4915034"/>
            <a:ext cx="3960440" cy="1477328"/>
          </a:xfrm>
          <a:prstGeom prst="rect">
            <a:avLst/>
          </a:prstGeom>
          <a:noFill/>
          <a:ln w="25400">
            <a:solidFill>
              <a:srgbClr val="00B050"/>
            </a:solidFill>
          </a:ln>
        </p:spPr>
        <p:txBody>
          <a:bodyPr wrap="square" rtlCol="0">
            <a:spAutoFit/>
          </a:bodyPr>
          <a:lstStyle/>
          <a:p>
            <a:r>
              <a:rPr lang="es-ES" dirty="0"/>
              <a:t>Condiciones de trabajo y seguridad</a:t>
            </a:r>
          </a:p>
          <a:p>
            <a:r>
              <a:rPr lang="es-ES" dirty="0"/>
              <a:t>Políticas de empresa</a:t>
            </a:r>
          </a:p>
          <a:p>
            <a:r>
              <a:rPr lang="es-ES" dirty="0"/>
              <a:t>Relaciones con el superior / con los compañeros</a:t>
            </a:r>
          </a:p>
          <a:p>
            <a:r>
              <a:rPr lang="es-ES" dirty="0"/>
              <a:t>Salarios</a:t>
            </a:r>
          </a:p>
        </p:txBody>
      </p:sp>
      <p:sp>
        <p:nvSpPr>
          <p:cNvPr id="17" name="16 Elipse"/>
          <p:cNvSpPr/>
          <p:nvPr/>
        </p:nvSpPr>
        <p:spPr>
          <a:xfrm>
            <a:off x="8075836" y="2333492"/>
            <a:ext cx="2483768" cy="1584176"/>
          </a:xfrm>
          <a:prstGeom prst="ellipse">
            <a:avLst/>
          </a:prstGeom>
          <a:noFill/>
          <a:ln w="349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Efecto POSITIVO cuando están PRESENTES</a:t>
            </a:r>
          </a:p>
        </p:txBody>
      </p:sp>
      <p:sp>
        <p:nvSpPr>
          <p:cNvPr id="18" name="17 Elipse"/>
          <p:cNvSpPr/>
          <p:nvPr/>
        </p:nvSpPr>
        <p:spPr>
          <a:xfrm>
            <a:off x="1919536" y="4869160"/>
            <a:ext cx="2483768" cy="1584176"/>
          </a:xfrm>
          <a:prstGeom prst="ellipse">
            <a:avLst/>
          </a:prstGeom>
          <a:noFill/>
          <a:ln w="3492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Efecto NEGATIVO cuando están AUSENTES</a:t>
            </a:r>
          </a:p>
        </p:txBody>
      </p:sp>
      <p:sp>
        <p:nvSpPr>
          <p:cNvPr id="22" name="Rectangle 2">
            <a:extLst>
              <a:ext uri="{FF2B5EF4-FFF2-40B4-BE49-F238E27FC236}">
                <a16:creationId xmlns:a16="http://schemas.microsoft.com/office/drawing/2014/main" id="{08FCF8B8-80F0-4E3D-B241-21F78E860116}"/>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p:bldP spid="10" grpId="0"/>
      <p:bldP spid="11" grpId="0" animBg="1"/>
      <p:bldP spid="12" grpId="0" animBg="1"/>
      <p:bldP spid="13" grpId="0" animBg="1"/>
      <p:bldP spid="14" grpId="0" animBg="1"/>
      <p:bldP spid="15"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14</a:t>
            </a:fld>
            <a:endParaRPr lang="es-ES"/>
          </a:p>
        </p:txBody>
      </p:sp>
      <p:sp>
        <p:nvSpPr>
          <p:cNvPr id="9" name="8 Rectángulo redondeado"/>
          <p:cNvSpPr/>
          <p:nvPr/>
        </p:nvSpPr>
        <p:spPr>
          <a:xfrm>
            <a:off x="7608168" y="1300311"/>
            <a:ext cx="3197364" cy="158417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just">
              <a:buFont typeface="Arial" pitchFamily="34" charset="0"/>
              <a:buChar char="•"/>
            </a:pPr>
            <a:r>
              <a:rPr lang="es-ES" sz="1700" dirty="0">
                <a:solidFill>
                  <a:schemeClr val="tx1"/>
                </a:solidFill>
                <a:latin typeface="Comic Sans MS" panose="030F0702030302020204" pitchFamily="66" charset="0"/>
              </a:rPr>
              <a:t> Búsqueda de la excelencia</a:t>
            </a:r>
          </a:p>
          <a:p>
            <a:pPr algn="just">
              <a:buFont typeface="Arial" pitchFamily="34" charset="0"/>
              <a:buChar char="•"/>
            </a:pPr>
            <a:r>
              <a:rPr lang="es-ES" sz="1700" dirty="0">
                <a:solidFill>
                  <a:schemeClr val="tx1"/>
                </a:solidFill>
                <a:latin typeface="Comic Sans MS" panose="030F0702030302020204" pitchFamily="66" charset="0"/>
              </a:rPr>
              <a:t> Necesidad de </a:t>
            </a:r>
            <a:r>
              <a:rPr lang="es-ES" sz="1700" dirty="0" err="1">
                <a:solidFill>
                  <a:schemeClr val="tx1"/>
                </a:solidFill>
                <a:latin typeface="Comic Sans MS" panose="030F0702030302020204" pitchFamily="66" charset="0"/>
              </a:rPr>
              <a:t>feedback</a:t>
            </a:r>
            <a:r>
              <a:rPr lang="es-ES" sz="1700" dirty="0">
                <a:solidFill>
                  <a:schemeClr val="tx1"/>
                </a:solidFill>
                <a:latin typeface="Comic Sans MS" panose="030F0702030302020204" pitchFamily="66" charset="0"/>
              </a:rPr>
              <a:t> rápido</a:t>
            </a:r>
          </a:p>
          <a:p>
            <a:pPr algn="just">
              <a:buFont typeface="Arial" pitchFamily="34" charset="0"/>
              <a:buChar char="•"/>
            </a:pPr>
            <a:r>
              <a:rPr lang="es-ES" sz="1700" dirty="0">
                <a:solidFill>
                  <a:schemeClr val="tx1"/>
                </a:solidFill>
                <a:latin typeface="Comic Sans MS" panose="030F0702030302020204" pitchFamily="66" charset="0"/>
              </a:rPr>
              <a:t> No les gusta compartir retos grupales</a:t>
            </a:r>
          </a:p>
        </p:txBody>
      </p:sp>
      <p:graphicFrame>
        <p:nvGraphicFramePr>
          <p:cNvPr id="12" name="11 Diagrama"/>
          <p:cNvGraphicFramePr/>
          <p:nvPr>
            <p:extLst>
              <p:ext uri="{D42A27DB-BD31-4B8C-83A1-F6EECF244321}">
                <p14:modId xmlns:p14="http://schemas.microsoft.com/office/powerpoint/2010/main" val="2503214515"/>
              </p:ext>
            </p:extLst>
          </p:nvPr>
        </p:nvGraphicFramePr>
        <p:xfrm>
          <a:off x="806699" y="1412776"/>
          <a:ext cx="6735897" cy="5072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12 Rectángulo redondeado"/>
          <p:cNvSpPr/>
          <p:nvPr/>
        </p:nvSpPr>
        <p:spPr>
          <a:xfrm>
            <a:off x="7680176" y="2996952"/>
            <a:ext cx="3125356" cy="194421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just">
              <a:buFont typeface="Arial" pitchFamily="34" charset="0"/>
              <a:buChar char="•"/>
            </a:pPr>
            <a:r>
              <a:rPr lang="es-ES" sz="1700" dirty="0">
                <a:solidFill>
                  <a:schemeClr val="tx1"/>
                </a:solidFill>
                <a:latin typeface="Comic Sans MS" panose="030F0702030302020204" pitchFamily="66" charset="0"/>
              </a:rPr>
              <a:t> Búsqueda de amistad, cooperación y aceptación en el grupo de trabajo</a:t>
            </a:r>
          </a:p>
          <a:p>
            <a:pPr algn="just">
              <a:buFont typeface="Arial" pitchFamily="34" charset="0"/>
              <a:buChar char="•"/>
            </a:pPr>
            <a:r>
              <a:rPr lang="es-ES" sz="1700" dirty="0">
                <a:solidFill>
                  <a:schemeClr val="tx1"/>
                </a:solidFill>
                <a:latin typeface="Comic Sans MS" panose="030F0702030302020204" pitchFamily="66" charset="0"/>
              </a:rPr>
              <a:t> Se sienten bien en equipo</a:t>
            </a:r>
          </a:p>
          <a:p>
            <a:pPr algn="just">
              <a:buFont typeface="Arial" pitchFamily="34" charset="0"/>
              <a:buChar char="•"/>
            </a:pPr>
            <a:r>
              <a:rPr lang="es-ES" sz="1700" dirty="0">
                <a:solidFill>
                  <a:schemeClr val="tx1"/>
                </a:solidFill>
                <a:latin typeface="Comic Sans MS" panose="030F0702030302020204" pitchFamily="66" charset="0"/>
              </a:rPr>
              <a:t> Les gusta ayudar a otros</a:t>
            </a:r>
          </a:p>
        </p:txBody>
      </p:sp>
      <p:sp>
        <p:nvSpPr>
          <p:cNvPr id="14" name="13 Rectángulo redondeado"/>
          <p:cNvSpPr/>
          <p:nvPr/>
        </p:nvSpPr>
        <p:spPr>
          <a:xfrm>
            <a:off x="7680176" y="5013176"/>
            <a:ext cx="3125356" cy="158417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just">
              <a:buFont typeface="Arial" pitchFamily="34" charset="0"/>
              <a:buChar char="•"/>
            </a:pPr>
            <a:r>
              <a:rPr lang="es-ES" sz="1700" dirty="0">
                <a:solidFill>
                  <a:schemeClr val="tx1"/>
                </a:solidFill>
                <a:latin typeface="Comic Sans MS" panose="030F0702030302020204" pitchFamily="66" charset="0"/>
              </a:rPr>
              <a:t> Quieren prestigio y status</a:t>
            </a:r>
          </a:p>
          <a:p>
            <a:pPr algn="just">
              <a:buFont typeface="Arial" pitchFamily="34" charset="0"/>
              <a:buChar char="•"/>
            </a:pPr>
            <a:r>
              <a:rPr lang="es-ES" sz="1700" dirty="0">
                <a:solidFill>
                  <a:schemeClr val="tx1"/>
                </a:solidFill>
                <a:latin typeface="Comic Sans MS" panose="030F0702030302020204" pitchFamily="66" charset="0"/>
              </a:rPr>
              <a:t> Les gusta que les consideren importantes</a:t>
            </a:r>
          </a:p>
          <a:p>
            <a:pPr algn="just">
              <a:buFont typeface="Arial" pitchFamily="34" charset="0"/>
              <a:buChar char="•"/>
            </a:pPr>
            <a:r>
              <a:rPr lang="es-ES" sz="1700" dirty="0">
                <a:solidFill>
                  <a:schemeClr val="tx1"/>
                </a:solidFill>
                <a:latin typeface="Comic Sans MS" panose="030F0702030302020204" pitchFamily="66" charset="0"/>
              </a:rPr>
              <a:t> Les gusta que predominen sus ideas</a:t>
            </a:r>
          </a:p>
        </p:txBody>
      </p:sp>
      <p:sp>
        <p:nvSpPr>
          <p:cNvPr id="15" name="2 Marcador de contenido"/>
          <p:cNvSpPr>
            <a:spLocks/>
          </p:cNvSpPr>
          <p:nvPr/>
        </p:nvSpPr>
        <p:spPr bwMode="auto">
          <a:xfrm>
            <a:off x="1835548" y="908721"/>
            <a:ext cx="8436917" cy="504055"/>
          </a:xfrm>
          <a:prstGeom prst="rect">
            <a:avLst/>
          </a:prstGeom>
          <a:noFill/>
          <a:ln w="9525">
            <a:noFill/>
            <a:miter lim="800000"/>
            <a:headEnd/>
            <a:tailEnd/>
          </a:ln>
        </p:spPr>
        <p:txBody>
          <a:bodyPr/>
          <a:lstStyle/>
          <a:p>
            <a:pPr>
              <a:spcBef>
                <a:spcPts val="575"/>
              </a:spcBef>
              <a:buClr>
                <a:schemeClr val="accent1"/>
              </a:buClr>
              <a:buSzPct val="85000"/>
            </a:pPr>
            <a:r>
              <a:rPr lang="es-ES_tradnl" sz="2000" b="1" dirty="0">
                <a:solidFill>
                  <a:srgbClr val="C00000"/>
                </a:solidFill>
              </a:rPr>
              <a:t>3. TEORÍA DE NECESIDADES DE </a:t>
            </a:r>
            <a:r>
              <a:rPr lang="es-ES_tradnl" sz="2000" b="1" dirty="0" err="1">
                <a:solidFill>
                  <a:srgbClr val="C00000"/>
                </a:solidFill>
              </a:rPr>
              <a:t>McCLELLAND</a:t>
            </a:r>
            <a:endParaRPr lang="es-ES" sz="2000" dirty="0"/>
          </a:p>
          <a:p>
            <a:pPr>
              <a:spcBef>
                <a:spcPts val="575"/>
              </a:spcBef>
              <a:buClr>
                <a:schemeClr val="accent1"/>
              </a:buClr>
              <a:buSzPct val="85000"/>
            </a:pPr>
            <a:endParaRPr lang="es-ES" sz="2000" dirty="0"/>
          </a:p>
        </p:txBody>
      </p:sp>
      <p:sp>
        <p:nvSpPr>
          <p:cNvPr id="11" name="Rectangle 2">
            <a:extLst>
              <a:ext uri="{FF2B5EF4-FFF2-40B4-BE49-F238E27FC236}">
                <a16:creationId xmlns:a16="http://schemas.microsoft.com/office/drawing/2014/main" id="{2B9C5B0C-3AFC-403B-AACD-3EE50BB5AE1B}"/>
              </a:ext>
            </a:extLst>
          </p:cNvPr>
          <p:cNvSpPr txBox="1">
            <a:spLocks noChangeArrowheads="1"/>
          </p:cNvSpPr>
          <p:nvPr/>
        </p:nvSpPr>
        <p:spPr bwMode="auto">
          <a:xfrm>
            <a:off x="1560388" y="187996"/>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15</a:t>
            </a:fld>
            <a:endParaRPr lang="es-ES"/>
          </a:p>
        </p:txBody>
      </p:sp>
      <p:sp>
        <p:nvSpPr>
          <p:cNvPr id="4" name="2 Marcador de contenido"/>
          <p:cNvSpPr>
            <a:spLocks/>
          </p:cNvSpPr>
          <p:nvPr/>
        </p:nvSpPr>
        <p:spPr bwMode="auto">
          <a:xfrm>
            <a:off x="1835548" y="980730"/>
            <a:ext cx="8436917" cy="1512167"/>
          </a:xfrm>
          <a:prstGeom prst="rect">
            <a:avLst/>
          </a:prstGeom>
          <a:noFill/>
          <a:ln w="9525">
            <a:noFill/>
            <a:miter lim="800000"/>
            <a:headEnd/>
            <a:tailEnd/>
          </a:ln>
        </p:spPr>
        <p:txBody>
          <a:bodyPr/>
          <a:lstStyle/>
          <a:p>
            <a:pPr>
              <a:spcBef>
                <a:spcPts val="575"/>
              </a:spcBef>
              <a:buClr>
                <a:schemeClr val="accent1"/>
              </a:buClr>
              <a:buSzPct val="85000"/>
            </a:pPr>
            <a:r>
              <a:rPr lang="es-ES_tradnl" sz="1900" b="1" dirty="0">
                <a:solidFill>
                  <a:srgbClr val="0070C0"/>
                </a:solidFill>
                <a:latin typeface="Comic Sans MS" panose="030F0702030302020204" pitchFamily="66" charset="0"/>
              </a:rPr>
              <a:t>1. TEORÍA DEL</a:t>
            </a:r>
            <a:r>
              <a:rPr lang="es-ES" sz="1900" b="1" dirty="0">
                <a:solidFill>
                  <a:srgbClr val="0070C0"/>
                </a:solidFill>
                <a:latin typeface="Comic Sans MS" panose="030F0702030302020204" pitchFamily="66" charset="0"/>
              </a:rPr>
              <a:t> REFUERZO DE SKINNER</a:t>
            </a:r>
            <a:endParaRPr lang="es-ES" sz="1900" dirty="0">
              <a:solidFill>
                <a:srgbClr val="0070C0"/>
              </a:solidFill>
              <a:latin typeface="Comic Sans MS" panose="030F0702030302020204" pitchFamily="66" charset="0"/>
            </a:endParaRPr>
          </a:p>
          <a:p>
            <a:pPr marL="0" lvl="1" algn="just">
              <a:spcBef>
                <a:spcPts val="575"/>
              </a:spcBef>
              <a:buClr>
                <a:schemeClr val="tx1"/>
              </a:buClr>
              <a:buSzPct val="85000"/>
              <a:buFont typeface="Arial" pitchFamily="34" charset="0"/>
              <a:buChar char="•"/>
            </a:pPr>
            <a:r>
              <a:rPr lang="es-ES_tradnl" sz="1900" dirty="0">
                <a:latin typeface="Comic Sans MS" panose="030F0702030302020204" pitchFamily="66" charset="0"/>
              </a:rPr>
              <a:t>  Se centra en el papel motivador del refuerzo.</a:t>
            </a:r>
          </a:p>
          <a:p>
            <a:pPr marL="179388" lvl="1" indent="-179388" algn="just">
              <a:spcBef>
                <a:spcPts val="575"/>
              </a:spcBef>
              <a:buClr>
                <a:schemeClr val="tx1"/>
              </a:buClr>
              <a:buSzPct val="85000"/>
              <a:buFont typeface="Arial" pitchFamily="34" charset="0"/>
              <a:buChar char="•"/>
            </a:pPr>
            <a:r>
              <a:rPr lang="es-ES_tradnl" sz="1900" dirty="0">
                <a:latin typeface="Comic Sans MS" panose="030F0702030302020204" pitchFamily="66" charset="0"/>
              </a:rPr>
              <a:t>Idea central: las conductas se aprenden</a:t>
            </a:r>
            <a:r>
              <a:rPr lang="es-ES_tradnl" sz="1900" dirty="0">
                <a:latin typeface="Comic Sans MS" panose="030F0702030302020204" pitchFamily="66" charset="0"/>
                <a:sym typeface="Wingdings" pitchFamily="2" charset="2"/>
              </a:rPr>
              <a:t> </a:t>
            </a:r>
            <a:r>
              <a:rPr lang="es-ES_tradnl" sz="1900" dirty="0">
                <a:latin typeface="Comic Sans MS" panose="030F0702030302020204" pitchFamily="66" charset="0"/>
              </a:rPr>
              <a:t>las conductas reforzadas mediante recompensas tienden a repetirse</a:t>
            </a:r>
          </a:p>
        </p:txBody>
      </p:sp>
      <p:sp>
        <p:nvSpPr>
          <p:cNvPr id="5" name="2 Marcador de contenido"/>
          <p:cNvSpPr>
            <a:spLocks/>
          </p:cNvSpPr>
          <p:nvPr/>
        </p:nvSpPr>
        <p:spPr bwMode="auto">
          <a:xfrm>
            <a:off x="1847529" y="2852936"/>
            <a:ext cx="8436917" cy="3312368"/>
          </a:xfrm>
          <a:prstGeom prst="rect">
            <a:avLst/>
          </a:prstGeom>
          <a:noFill/>
          <a:ln w="9525">
            <a:noFill/>
            <a:miter lim="800000"/>
            <a:headEnd/>
            <a:tailEnd/>
          </a:ln>
        </p:spPr>
        <p:txBody>
          <a:bodyPr/>
          <a:lstStyle/>
          <a:p>
            <a:pPr>
              <a:spcBef>
                <a:spcPts val="575"/>
              </a:spcBef>
              <a:buClr>
                <a:schemeClr val="accent1"/>
              </a:buClr>
              <a:buSzPct val="85000"/>
            </a:pPr>
            <a:r>
              <a:rPr lang="es-ES_tradnl" sz="1900" b="1" dirty="0">
                <a:solidFill>
                  <a:srgbClr val="0070C0"/>
                </a:solidFill>
                <a:latin typeface="Comic Sans MS" panose="030F0702030302020204" pitchFamily="66" charset="0"/>
              </a:rPr>
              <a:t>2. TEORÍA DE LA </a:t>
            </a:r>
            <a:r>
              <a:rPr lang="es-ES" sz="1900" b="1" dirty="0">
                <a:solidFill>
                  <a:srgbClr val="0070C0"/>
                </a:solidFill>
                <a:latin typeface="Comic Sans MS" panose="030F0702030302020204" pitchFamily="66" charset="0"/>
              </a:rPr>
              <a:t>EXPECTATICA DE VROOM</a:t>
            </a:r>
            <a:endParaRPr lang="es-ES" sz="1900" dirty="0">
              <a:solidFill>
                <a:srgbClr val="0070C0"/>
              </a:solidFill>
              <a:latin typeface="Comic Sans MS" panose="030F0702030302020204" pitchFamily="66" charset="0"/>
            </a:endParaRPr>
          </a:p>
          <a:p>
            <a:pPr marL="0" lvl="1" algn="just">
              <a:spcBef>
                <a:spcPts val="575"/>
              </a:spcBef>
              <a:buClr>
                <a:schemeClr val="tx1"/>
              </a:buClr>
              <a:buSzPct val="85000"/>
              <a:buFont typeface="Arial" pitchFamily="34" charset="0"/>
              <a:buChar char="•"/>
            </a:pPr>
            <a:r>
              <a:rPr lang="es-ES_tradnl" sz="1900" dirty="0">
                <a:latin typeface="Comic Sans MS" panose="030F0702030302020204" pitchFamily="66" charset="0"/>
              </a:rPr>
              <a:t>  Intenta resolver la cuestión de qué variables explican que no todas las personas reaccionen con la misma motivación ante una situación</a:t>
            </a:r>
          </a:p>
          <a:p>
            <a:pPr marL="0" lvl="1" algn="just">
              <a:spcBef>
                <a:spcPts val="575"/>
              </a:spcBef>
              <a:buClr>
                <a:schemeClr val="tx1"/>
              </a:buClr>
              <a:buSzPct val="85000"/>
              <a:buFont typeface="Arial" pitchFamily="34" charset="0"/>
              <a:buChar char="•"/>
            </a:pPr>
            <a:r>
              <a:rPr lang="es-ES_tradnl" sz="1900" dirty="0">
                <a:latin typeface="Comic Sans MS" panose="030F0702030302020204" pitchFamily="66" charset="0"/>
              </a:rPr>
              <a:t> Variables centrales de las que depende la motivación:</a:t>
            </a:r>
          </a:p>
          <a:p>
            <a:pPr lvl="1" indent="-457200" algn="just">
              <a:spcBef>
                <a:spcPts val="575"/>
              </a:spcBef>
              <a:buClr>
                <a:schemeClr val="tx1"/>
              </a:buClr>
              <a:buSzPct val="85000"/>
              <a:buFont typeface="+mj-lt"/>
              <a:buAutoNum type="arabicPeriod"/>
            </a:pPr>
            <a:r>
              <a:rPr lang="es-ES_tradnl" sz="1900" dirty="0">
                <a:latin typeface="Comic Sans MS" panose="030F0702030302020204" pitchFamily="66" charset="0"/>
              </a:rPr>
              <a:t>La expectativa del individuo sobre la relación esfuerzo/rendimiento</a:t>
            </a:r>
          </a:p>
          <a:p>
            <a:pPr lvl="1" indent="-457200" algn="just">
              <a:spcBef>
                <a:spcPts val="575"/>
              </a:spcBef>
              <a:buClr>
                <a:schemeClr val="tx1"/>
              </a:buClr>
              <a:buSzPct val="85000"/>
              <a:buFont typeface="+mj-lt"/>
              <a:buAutoNum type="arabicPeriod"/>
            </a:pPr>
            <a:r>
              <a:rPr lang="es-ES_tradnl" sz="1900" dirty="0">
                <a:latin typeface="Comic Sans MS" panose="030F0702030302020204" pitchFamily="66" charset="0"/>
              </a:rPr>
              <a:t>La </a:t>
            </a:r>
            <a:r>
              <a:rPr lang="es-ES_tradnl" sz="1900" dirty="0" err="1">
                <a:latin typeface="Comic Sans MS" panose="030F0702030302020204" pitchFamily="66" charset="0"/>
              </a:rPr>
              <a:t>instrumentalidad</a:t>
            </a:r>
            <a:r>
              <a:rPr lang="es-ES_tradnl" sz="1900" dirty="0">
                <a:latin typeface="Comic Sans MS" panose="030F0702030302020204" pitchFamily="66" charset="0"/>
              </a:rPr>
              <a:t> o relación entre la obtención de un determinado nivel de rendimiento y la obtención de recompensa</a:t>
            </a:r>
          </a:p>
          <a:p>
            <a:pPr lvl="1" indent="-457200" algn="just">
              <a:spcBef>
                <a:spcPts val="575"/>
              </a:spcBef>
              <a:buClr>
                <a:schemeClr val="tx1"/>
              </a:buClr>
              <a:buSzPct val="85000"/>
              <a:buFont typeface="+mj-lt"/>
              <a:buAutoNum type="arabicPeriod"/>
            </a:pPr>
            <a:r>
              <a:rPr lang="es-ES_tradnl" sz="1900" dirty="0">
                <a:latin typeface="Comic Sans MS" panose="030F0702030302020204" pitchFamily="66" charset="0"/>
              </a:rPr>
              <a:t>La valencia o percepción subjetiva del individuo sobre lo importante que son para él determinadas recompensas</a:t>
            </a:r>
          </a:p>
          <a:p>
            <a:pPr marL="0" lvl="1" algn="just">
              <a:spcBef>
                <a:spcPts val="575"/>
              </a:spcBef>
              <a:buClr>
                <a:schemeClr val="tx1"/>
              </a:buClr>
              <a:buSzPct val="85000"/>
            </a:pPr>
            <a:endParaRPr lang="es-ES_tradnl" sz="1900" dirty="0">
              <a:latin typeface="Comic Sans MS" panose="030F0702030302020204" pitchFamily="66" charset="0"/>
            </a:endParaRPr>
          </a:p>
        </p:txBody>
      </p:sp>
      <p:sp>
        <p:nvSpPr>
          <p:cNvPr id="8" name="Rectangle 2">
            <a:extLst>
              <a:ext uri="{FF2B5EF4-FFF2-40B4-BE49-F238E27FC236}">
                <a16:creationId xmlns:a16="http://schemas.microsoft.com/office/drawing/2014/main" id="{7E8E3CE6-22F1-49EC-A8E9-A7FE06A42FE9}"/>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16</a:t>
            </a:fld>
            <a:endParaRPr lang="es-ES"/>
          </a:p>
        </p:txBody>
      </p:sp>
      <p:grpSp>
        <p:nvGrpSpPr>
          <p:cNvPr id="12" name="11 Grupo"/>
          <p:cNvGrpSpPr/>
          <p:nvPr/>
        </p:nvGrpSpPr>
        <p:grpSpPr>
          <a:xfrm>
            <a:off x="1559496" y="1340770"/>
            <a:ext cx="1944216" cy="1937683"/>
            <a:chOff x="1043608" y="1196753"/>
            <a:chExt cx="2018995" cy="2138131"/>
          </a:xfrm>
        </p:grpSpPr>
        <p:sp>
          <p:nvSpPr>
            <p:cNvPr id="6" name="5 Rectángulo"/>
            <p:cNvSpPr/>
            <p:nvPr/>
          </p:nvSpPr>
          <p:spPr>
            <a:xfrm>
              <a:off x="1043608" y="1534686"/>
              <a:ext cx="2018995" cy="180019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Percepción de que los esfuerzos llevarán al resultado deseado</a:t>
              </a:r>
            </a:p>
          </p:txBody>
        </p:sp>
        <p:sp>
          <p:nvSpPr>
            <p:cNvPr id="7" name="6 Rectángulo"/>
            <p:cNvSpPr/>
            <p:nvPr/>
          </p:nvSpPr>
          <p:spPr>
            <a:xfrm>
              <a:off x="1043608" y="1196753"/>
              <a:ext cx="2018994" cy="31782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EXPECTATIVA</a:t>
              </a:r>
            </a:p>
          </p:txBody>
        </p:sp>
      </p:grpSp>
      <p:grpSp>
        <p:nvGrpSpPr>
          <p:cNvPr id="13" name="12 Grupo"/>
          <p:cNvGrpSpPr/>
          <p:nvPr/>
        </p:nvGrpSpPr>
        <p:grpSpPr>
          <a:xfrm>
            <a:off x="3791744" y="1340768"/>
            <a:ext cx="2664296" cy="1944216"/>
            <a:chOff x="4211960" y="1268760"/>
            <a:chExt cx="2736304" cy="2229421"/>
          </a:xfrm>
        </p:grpSpPr>
        <p:sp>
          <p:nvSpPr>
            <p:cNvPr id="8" name="7 Rectángulo"/>
            <p:cNvSpPr/>
            <p:nvPr/>
          </p:nvSpPr>
          <p:spPr>
            <a:xfrm>
              <a:off x="4211960" y="1697981"/>
              <a:ext cx="2736304" cy="1800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Creencia de que la obtención de un resultado está ligado a una recompensa</a:t>
              </a:r>
            </a:p>
          </p:txBody>
        </p:sp>
        <p:sp>
          <p:nvSpPr>
            <p:cNvPr id="9" name="8 Rectángulo"/>
            <p:cNvSpPr/>
            <p:nvPr/>
          </p:nvSpPr>
          <p:spPr>
            <a:xfrm>
              <a:off x="4211960" y="1268760"/>
              <a:ext cx="2736304" cy="40074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INSTRUMENTALIDAD</a:t>
              </a:r>
            </a:p>
          </p:txBody>
        </p:sp>
      </p:grpSp>
      <p:grpSp>
        <p:nvGrpSpPr>
          <p:cNvPr id="14" name="13 Grupo"/>
          <p:cNvGrpSpPr/>
          <p:nvPr/>
        </p:nvGrpSpPr>
        <p:grpSpPr>
          <a:xfrm>
            <a:off x="6779568" y="1340770"/>
            <a:ext cx="1548680" cy="1944215"/>
            <a:chOff x="7199784" y="1268761"/>
            <a:chExt cx="1944216" cy="2304254"/>
          </a:xfrm>
        </p:grpSpPr>
        <p:sp>
          <p:nvSpPr>
            <p:cNvPr id="10" name="9 Rectángulo"/>
            <p:cNvSpPr/>
            <p:nvPr/>
          </p:nvSpPr>
          <p:spPr>
            <a:xfrm>
              <a:off x="7199784" y="1610131"/>
              <a:ext cx="1944216" cy="196288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El valor que la persona atribuye al incentivo o recompensa</a:t>
              </a:r>
            </a:p>
          </p:txBody>
        </p:sp>
        <p:sp>
          <p:nvSpPr>
            <p:cNvPr id="11" name="10 Rectángulo"/>
            <p:cNvSpPr/>
            <p:nvPr/>
          </p:nvSpPr>
          <p:spPr>
            <a:xfrm>
              <a:off x="7199784" y="1268761"/>
              <a:ext cx="1944216" cy="34137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VALENCIA</a:t>
              </a:r>
            </a:p>
          </p:txBody>
        </p:sp>
      </p:grpSp>
      <p:grpSp>
        <p:nvGrpSpPr>
          <p:cNvPr id="15" name="14 Grupo"/>
          <p:cNvGrpSpPr/>
          <p:nvPr/>
        </p:nvGrpSpPr>
        <p:grpSpPr>
          <a:xfrm>
            <a:off x="8832304" y="1340768"/>
            <a:ext cx="1800200" cy="1872208"/>
            <a:chOff x="7199784" y="1268760"/>
            <a:chExt cx="1944216" cy="2304256"/>
          </a:xfrm>
        </p:grpSpPr>
        <p:sp>
          <p:nvSpPr>
            <p:cNvPr id="16" name="15 Rectángulo"/>
            <p:cNvSpPr/>
            <p:nvPr/>
          </p:nvSpPr>
          <p:spPr>
            <a:xfrm>
              <a:off x="7199784" y="1772816"/>
              <a:ext cx="1944216" cy="1800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Producto de las tres variables centrales</a:t>
              </a:r>
            </a:p>
          </p:txBody>
        </p:sp>
        <p:sp>
          <p:nvSpPr>
            <p:cNvPr id="17" name="16 Rectángulo"/>
            <p:cNvSpPr/>
            <p:nvPr/>
          </p:nvSpPr>
          <p:spPr>
            <a:xfrm>
              <a:off x="7199784" y="1268760"/>
              <a:ext cx="1944216" cy="50405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MOTIVACIÓN</a:t>
              </a:r>
            </a:p>
          </p:txBody>
        </p:sp>
      </p:grpSp>
      <p:sp>
        <p:nvSpPr>
          <p:cNvPr id="18" name="17 Multiplicar"/>
          <p:cNvSpPr/>
          <p:nvPr/>
        </p:nvSpPr>
        <p:spPr>
          <a:xfrm>
            <a:off x="3485491" y="1358697"/>
            <a:ext cx="360040" cy="432048"/>
          </a:xfrm>
          <a:prstGeom prst="mathMultiply">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19 Igual que"/>
          <p:cNvSpPr/>
          <p:nvPr/>
        </p:nvSpPr>
        <p:spPr>
          <a:xfrm>
            <a:off x="8364398" y="1394847"/>
            <a:ext cx="360040" cy="360040"/>
          </a:xfrm>
          <a:prstGeom prst="mathEqual">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1" name="20 Multiplicar"/>
          <p:cNvSpPr/>
          <p:nvPr/>
        </p:nvSpPr>
        <p:spPr>
          <a:xfrm>
            <a:off x="6437819" y="1340768"/>
            <a:ext cx="360040" cy="432048"/>
          </a:xfrm>
          <a:prstGeom prst="mathMultiply">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24 Rectángulo"/>
          <p:cNvSpPr/>
          <p:nvPr/>
        </p:nvSpPr>
        <p:spPr>
          <a:xfrm>
            <a:off x="1775520" y="4005064"/>
            <a:ext cx="1656184" cy="936104"/>
          </a:xfrm>
          <a:prstGeom prst="rect">
            <a:avLst/>
          </a:prstGeom>
          <a:solidFill>
            <a:schemeClr val="bg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ESFUERZO INDIVIDUAL</a:t>
            </a:r>
          </a:p>
        </p:txBody>
      </p:sp>
      <p:sp>
        <p:nvSpPr>
          <p:cNvPr id="26" name="25 Rectángulo"/>
          <p:cNvSpPr/>
          <p:nvPr/>
        </p:nvSpPr>
        <p:spPr>
          <a:xfrm>
            <a:off x="4007768" y="4005064"/>
            <a:ext cx="1656184" cy="936104"/>
          </a:xfrm>
          <a:prstGeom prst="rect">
            <a:avLst/>
          </a:prstGeom>
          <a:solidFill>
            <a:schemeClr val="bg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DESEMPEÑO INDIVIDUAL</a:t>
            </a:r>
          </a:p>
        </p:txBody>
      </p:sp>
      <p:sp>
        <p:nvSpPr>
          <p:cNvPr id="27" name="26 Rectángulo"/>
          <p:cNvSpPr/>
          <p:nvPr/>
        </p:nvSpPr>
        <p:spPr>
          <a:xfrm>
            <a:off x="6168008" y="4005064"/>
            <a:ext cx="2304256" cy="936104"/>
          </a:xfrm>
          <a:prstGeom prst="rect">
            <a:avLst/>
          </a:prstGeom>
          <a:solidFill>
            <a:schemeClr val="bg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RECOMPENSA ORGANIZACIONAL</a:t>
            </a:r>
          </a:p>
        </p:txBody>
      </p:sp>
      <p:sp>
        <p:nvSpPr>
          <p:cNvPr id="28" name="27 Rectángulo"/>
          <p:cNvSpPr/>
          <p:nvPr/>
        </p:nvSpPr>
        <p:spPr>
          <a:xfrm>
            <a:off x="8832304" y="4005064"/>
            <a:ext cx="1691680" cy="936104"/>
          </a:xfrm>
          <a:prstGeom prst="rect">
            <a:avLst/>
          </a:prstGeom>
          <a:solidFill>
            <a:schemeClr val="bg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700" dirty="0">
                <a:solidFill>
                  <a:schemeClr val="tx1"/>
                </a:solidFill>
              </a:rPr>
              <a:t>METAS PERSONALES</a:t>
            </a:r>
          </a:p>
        </p:txBody>
      </p:sp>
      <p:sp>
        <p:nvSpPr>
          <p:cNvPr id="29" name="28 Flecha curvada hacia abajo"/>
          <p:cNvSpPr/>
          <p:nvPr/>
        </p:nvSpPr>
        <p:spPr>
          <a:xfrm>
            <a:off x="3215680" y="3356992"/>
            <a:ext cx="864096" cy="504056"/>
          </a:xfrm>
          <a:prstGeom prst="curvedDown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0" name="29 Flecha curvada hacia abajo"/>
          <p:cNvSpPr/>
          <p:nvPr/>
        </p:nvSpPr>
        <p:spPr>
          <a:xfrm>
            <a:off x="5447928" y="3356992"/>
            <a:ext cx="864096" cy="504056"/>
          </a:xfrm>
          <a:prstGeom prst="curvedDown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1" name="30 Flecha curvada hacia abajo"/>
          <p:cNvSpPr/>
          <p:nvPr/>
        </p:nvSpPr>
        <p:spPr>
          <a:xfrm>
            <a:off x="8184232" y="3356992"/>
            <a:ext cx="864096" cy="504056"/>
          </a:xfrm>
          <a:prstGeom prst="curvedDown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32" name="31 Rectángulo"/>
          <p:cNvSpPr/>
          <p:nvPr/>
        </p:nvSpPr>
        <p:spPr>
          <a:xfrm>
            <a:off x="2567609" y="5085184"/>
            <a:ext cx="3384377" cy="165618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solidFill>
                  <a:srgbClr val="C00000"/>
                </a:solidFill>
              </a:rPr>
              <a:t>RELACIÓN DESEMPEÑO-RECOMPENSA</a:t>
            </a:r>
          </a:p>
          <a:p>
            <a:pPr algn="ctr"/>
            <a:r>
              <a:rPr lang="es-ES" sz="1600" dirty="0">
                <a:solidFill>
                  <a:schemeClr val="tx1"/>
                </a:solidFill>
              </a:rPr>
              <a:t>Grado hasta el cual el individuo cree que un determinado nivel de desempeño le conducirá al logro del resultado deseado.</a:t>
            </a:r>
          </a:p>
        </p:txBody>
      </p:sp>
      <p:sp>
        <p:nvSpPr>
          <p:cNvPr id="33" name="32 Rectángulo"/>
          <p:cNvSpPr/>
          <p:nvPr/>
        </p:nvSpPr>
        <p:spPr>
          <a:xfrm>
            <a:off x="6168008" y="5085184"/>
            <a:ext cx="4067944" cy="165618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solidFill>
                  <a:srgbClr val="C00000"/>
                </a:solidFill>
              </a:rPr>
              <a:t>RELACIÓN RECOMPENSA-METAS PERSONALES</a:t>
            </a:r>
          </a:p>
          <a:p>
            <a:pPr algn="ctr"/>
            <a:r>
              <a:rPr lang="es-ES" sz="1600" dirty="0">
                <a:solidFill>
                  <a:schemeClr val="tx1"/>
                </a:solidFill>
              </a:rPr>
              <a:t>Grado hasta el cual las recompensas de la organización satisfacen las metas o necesidades personales y lo atractivas que son para la persona</a:t>
            </a:r>
          </a:p>
        </p:txBody>
      </p:sp>
      <p:sp>
        <p:nvSpPr>
          <p:cNvPr id="34" name="33 Rectángulo"/>
          <p:cNvSpPr/>
          <p:nvPr/>
        </p:nvSpPr>
        <p:spPr>
          <a:xfrm>
            <a:off x="1775520" y="899428"/>
            <a:ext cx="5598368" cy="369332"/>
          </a:xfrm>
          <a:prstGeom prst="rect">
            <a:avLst/>
          </a:prstGeom>
        </p:spPr>
        <p:txBody>
          <a:bodyPr wrap="square">
            <a:spAutoFit/>
          </a:bodyPr>
          <a:lstStyle/>
          <a:p>
            <a:pPr>
              <a:spcBef>
                <a:spcPts val="575"/>
              </a:spcBef>
              <a:buClr>
                <a:schemeClr val="accent1"/>
              </a:buClr>
              <a:buSzPct val="85000"/>
            </a:pPr>
            <a:r>
              <a:rPr lang="es-ES_tradnl" b="1" dirty="0">
                <a:solidFill>
                  <a:srgbClr val="0070C0"/>
                </a:solidFill>
              </a:rPr>
              <a:t>2. TEORÍA DE LA </a:t>
            </a:r>
            <a:r>
              <a:rPr lang="es-ES" b="1" dirty="0">
                <a:solidFill>
                  <a:srgbClr val="0070C0"/>
                </a:solidFill>
              </a:rPr>
              <a:t>EXPECTATICA DE VROOM</a:t>
            </a:r>
            <a:endParaRPr lang="es-ES" dirty="0">
              <a:solidFill>
                <a:srgbClr val="0070C0"/>
              </a:solidFill>
            </a:endParaRPr>
          </a:p>
        </p:txBody>
      </p:sp>
      <p:sp>
        <p:nvSpPr>
          <p:cNvPr id="36" name="Rectangle 2">
            <a:extLst>
              <a:ext uri="{FF2B5EF4-FFF2-40B4-BE49-F238E27FC236}">
                <a16:creationId xmlns:a16="http://schemas.microsoft.com/office/drawing/2014/main" id="{7342E77E-8C86-4F10-A1F1-5E159101D831}"/>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17</a:t>
            </a:fld>
            <a:endParaRPr lang="es-ES"/>
          </a:p>
        </p:txBody>
      </p:sp>
      <p:sp>
        <p:nvSpPr>
          <p:cNvPr id="4" name="2 Marcador de contenido"/>
          <p:cNvSpPr>
            <a:spLocks/>
          </p:cNvSpPr>
          <p:nvPr/>
        </p:nvSpPr>
        <p:spPr bwMode="auto">
          <a:xfrm>
            <a:off x="1835548" y="980730"/>
            <a:ext cx="8436917" cy="5256583"/>
          </a:xfrm>
          <a:prstGeom prst="rect">
            <a:avLst/>
          </a:prstGeom>
          <a:noFill/>
          <a:ln w="9525">
            <a:noFill/>
            <a:miter lim="800000"/>
            <a:headEnd/>
            <a:tailEnd/>
          </a:ln>
        </p:spPr>
        <p:txBody>
          <a:bodyPr/>
          <a:lstStyle/>
          <a:p>
            <a:pPr>
              <a:spcBef>
                <a:spcPts val="575"/>
              </a:spcBef>
              <a:buClr>
                <a:schemeClr val="accent1"/>
              </a:buClr>
              <a:buSzPct val="85000"/>
            </a:pPr>
            <a:r>
              <a:rPr lang="es-ES" b="1" dirty="0">
                <a:solidFill>
                  <a:srgbClr val="0070C0"/>
                </a:solidFill>
              </a:rPr>
              <a:t>3. EL MODELO DE MOTIVACIÓN DE PORTER Y LAWLER</a:t>
            </a:r>
            <a:endParaRPr lang="es-ES" dirty="0">
              <a:solidFill>
                <a:srgbClr val="0070C0"/>
              </a:solidFill>
            </a:endParaRPr>
          </a:p>
          <a:p>
            <a:pPr marL="0" lvl="1" algn="just">
              <a:spcBef>
                <a:spcPts val="575"/>
              </a:spcBef>
              <a:buClr>
                <a:schemeClr val="tx1"/>
              </a:buClr>
              <a:buSzPct val="85000"/>
              <a:buFont typeface="Arial" pitchFamily="34" charset="0"/>
              <a:buChar char="•"/>
            </a:pPr>
            <a:r>
              <a:rPr lang="es-ES_tradnl" dirty="0"/>
              <a:t>  Modelo que surge a partir de la profundización en la teoría de </a:t>
            </a:r>
            <a:r>
              <a:rPr lang="es-ES_tradnl" dirty="0" err="1"/>
              <a:t>Vroom</a:t>
            </a:r>
            <a:r>
              <a:rPr lang="es-ES_tradnl" dirty="0"/>
              <a:t>.</a:t>
            </a:r>
          </a:p>
          <a:p>
            <a:pPr marL="179388" lvl="1" indent="-179388" algn="just">
              <a:spcBef>
                <a:spcPts val="575"/>
              </a:spcBef>
              <a:buClr>
                <a:schemeClr val="tx1"/>
              </a:buClr>
              <a:buSzPct val="85000"/>
              <a:buFont typeface="Arial" pitchFamily="34" charset="0"/>
              <a:buChar char="•"/>
            </a:pPr>
            <a:r>
              <a:rPr lang="es-ES_tradnl" dirty="0"/>
              <a:t>Los individuos valoran las recompensas en base a la relación entre el </a:t>
            </a:r>
            <a:r>
              <a:rPr lang="es-ES_tradnl" b="1" dirty="0"/>
              <a:t>nivel</a:t>
            </a:r>
            <a:r>
              <a:rPr lang="es-ES_tradnl" dirty="0"/>
              <a:t> </a:t>
            </a:r>
            <a:r>
              <a:rPr lang="es-ES_tradnl" b="1" dirty="0"/>
              <a:t>que obtienen de las mismas y el esfuerzo </a:t>
            </a:r>
            <a:r>
              <a:rPr lang="es-ES_tradnl" dirty="0"/>
              <a:t>que les ha supuesto alcanzarlo, mientras que las organizaciones atribuyen las recompensas a los resultados que el individuo obtiene </a:t>
            </a:r>
            <a:r>
              <a:rPr lang="es-ES_tradnl" dirty="0">
                <a:sym typeface="Wingdings" pitchFamily="2" charset="2"/>
              </a:rPr>
              <a:t> acercar los esfuerzos con los resultados mejorará la motivación en la empresa.</a:t>
            </a:r>
          </a:p>
          <a:p>
            <a:pPr marL="179388" lvl="1" indent="-179388" algn="just">
              <a:spcBef>
                <a:spcPts val="575"/>
              </a:spcBef>
              <a:buClr>
                <a:schemeClr val="tx1"/>
              </a:buClr>
              <a:buSzPct val="85000"/>
              <a:buFont typeface="Arial" pitchFamily="34" charset="0"/>
              <a:buChar char="•"/>
            </a:pPr>
            <a:r>
              <a:rPr lang="es-ES_tradnl" dirty="0">
                <a:sym typeface="Wingdings" pitchFamily="2" charset="2"/>
              </a:rPr>
              <a:t>La </a:t>
            </a:r>
            <a:r>
              <a:rPr lang="es-ES_tradnl" sz="2000" b="1" dirty="0">
                <a:solidFill>
                  <a:srgbClr val="FF0000"/>
                </a:solidFill>
                <a:sym typeface="Wingdings" pitchFamily="2" charset="2"/>
              </a:rPr>
              <a:t>relación entre el esfuerzo y el rendimiento</a:t>
            </a:r>
            <a:r>
              <a:rPr lang="es-ES_tradnl" dirty="0">
                <a:sym typeface="Wingdings" pitchFamily="2" charset="2"/>
              </a:rPr>
              <a:t> se ve afectada por distintos factores:</a:t>
            </a:r>
          </a:p>
          <a:p>
            <a:pPr marL="636588" lvl="2" indent="-179388" algn="just">
              <a:spcBef>
                <a:spcPts val="575"/>
              </a:spcBef>
              <a:buClr>
                <a:schemeClr val="tx1"/>
              </a:buClr>
              <a:buSzPct val="85000"/>
              <a:buFont typeface="Arial" pitchFamily="34" charset="0"/>
              <a:buChar char="•"/>
            </a:pPr>
            <a:r>
              <a:rPr lang="es-ES_tradnl" dirty="0">
                <a:sym typeface="Wingdings" pitchFamily="2" charset="2"/>
              </a:rPr>
              <a:t>Las habilidades del individuo</a:t>
            </a:r>
          </a:p>
          <a:p>
            <a:pPr marL="636588" lvl="2" indent="-179388" algn="just">
              <a:spcBef>
                <a:spcPts val="575"/>
              </a:spcBef>
              <a:buClr>
                <a:schemeClr val="tx1"/>
              </a:buClr>
              <a:buSzPct val="85000"/>
              <a:buFont typeface="Arial" pitchFamily="34" charset="0"/>
              <a:buChar char="•"/>
            </a:pPr>
            <a:r>
              <a:rPr lang="es-ES_tradnl" dirty="0">
                <a:sym typeface="Wingdings" pitchFamily="2" charset="2"/>
              </a:rPr>
              <a:t>La percepción del individuo de su puesto de trabajo</a:t>
            </a:r>
          </a:p>
          <a:p>
            <a:pPr marL="179388" lvl="1" indent="-179388" algn="just">
              <a:spcBef>
                <a:spcPts val="575"/>
              </a:spcBef>
              <a:buClr>
                <a:schemeClr val="tx1"/>
              </a:buClr>
              <a:buSzPct val="85000"/>
              <a:buFont typeface="Arial" pitchFamily="34" charset="0"/>
              <a:buChar char="•"/>
            </a:pPr>
            <a:r>
              <a:rPr lang="es-ES_tradnl" dirty="0">
                <a:sym typeface="Wingdings" pitchFamily="2" charset="2"/>
              </a:rPr>
              <a:t>El rendimiento da lugar a las recompensas, mientras que la satisfacción del individuo depende de lo que éste considere equitativo.</a:t>
            </a:r>
          </a:p>
          <a:p>
            <a:pPr marL="179388" lvl="1" indent="-179388" algn="just">
              <a:spcBef>
                <a:spcPts val="575"/>
              </a:spcBef>
              <a:buClr>
                <a:schemeClr val="tx1"/>
              </a:buClr>
              <a:buSzPct val="85000"/>
              <a:buFont typeface="Arial" pitchFamily="34" charset="0"/>
              <a:buChar char="•"/>
            </a:pPr>
            <a:r>
              <a:rPr lang="es-ES_tradnl" dirty="0" err="1">
                <a:sym typeface="Wingdings" pitchFamily="2" charset="2"/>
              </a:rPr>
              <a:t>Feedback</a:t>
            </a:r>
            <a:r>
              <a:rPr lang="es-ES_tradnl" dirty="0">
                <a:sym typeface="Wingdings" pitchFamily="2" charset="2"/>
              </a:rPr>
              <a:t> en el proceso: la satisfacción alcanzada modifica el valor que el individuo asigna a las recompensas y el esfuerzo que está dispuesto a realizar en adelante.</a:t>
            </a:r>
            <a:endParaRPr lang="es-ES_tradnl" dirty="0"/>
          </a:p>
        </p:txBody>
      </p:sp>
      <p:sp>
        <p:nvSpPr>
          <p:cNvPr id="7" name="Rectangle 2">
            <a:extLst>
              <a:ext uri="{FF2B5EF4-FFF2-40B4-BE49-F238E27FC236}">
                <a16:creationId xmlns:a16="http://schemas.microsoft.com/office/drawing/2014/main" id="{FB1C16B2-8344-4993-9B75-234539391140}"/>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Marcador de número de diapositiva"/>
          <p:cNvSpPr>
            <a:spLocks noGrp="1"/>
          </p:cNvSpPr>
          <p:nvPr>
            <p:ph type="sldNum" sz="quarter" idx="4"/>
          </p:nvPr>
        </p:nvSpPr>
        <p:spPr/>
        <p:txBody>
          <a:bodyPr/>
          <a:lstStyle/>
          <a:p>
            <a:pPr>
              <a:defRPr/>
            </a:pPr>
            <a:fld id="{031E6992-B48E-4E13-A9CD-F20B6AAC6FC2}" type="slidenum">
              <a:rPr lang="es-ES" smtClean="0"/>
              <a:pPr>
                <a:defRPr/>
              </a:pPr>
              <a:t>18</a:t>
            </a:fld>
            <a:endParaRPr lang="es-ES"/>
          </a:p>
        </p:txBody>
      </p:sp>
      <p:sp>
        <p:nvSpPr>
          <p:cNvPr id="4" name="3 CuadroTexto"/>
          <p:cNvSpPr txBox="1"/>
          <p:nvPr/>
        </p:nvSpPr>
        <p:spPr>
          <a:xfrm>
            <a:off x="1919536" y="1556792"/>
            <a:ext cx="3456384" cy="1477328"/>
          </a:xfrm>
          <a:prstGeom prst="rect">
            <a:avLst/>
          </a:prstGeom>
          <a:noFill/>
        </p:spPr>
        <p:txBody>
          <a:bodyPr wrap="square" rtlCol="0">
            <a:spAutoFit/>
          </a:bodyPr>
          <a:lstStyle/>
          <a:p>
            <a:pPr algn="just"/>
            <a:r>
              <a:rPr lang="es-ES" dirty="0"/>
              <a:t>Si un individuo posee las </a:t>
            </a:r>
            <a:r>
              <a:rPr lang="es-ES" b="1" dirty="0">
                <a:solidFill>
                  <a:srgbClr val="C00000"/>
                </a:solidFill>
              </a:rPr>
              <a:t>capacidades y habilidades necesarias</a:t>
            </a:r>
            <a:r>
              <a:rPr lang="es-ES" dirty="0"/>
              <a:t> para realizar su trabajo, es probable que los esfuerzos se transformen en resultados</a:t>
            </a:r>
          </a:p>
        </p:txBody>
      </p:sp>
      <p:sp>
        <p:nvSpPr>
          <p:cNvPr id="5" name="4 CuadroTexto"/>
          <p:cNvSpPr txBox="1"/>
          <p:nvPr/>
        </p:nvSpPr>
        <p:spPr>
          <a:xfrm>
            <a:off x="1991544" y="3933056"/>
            <a:ext cx="3168352" cy="1477328"/>
          </a:xfrm>
          <a:prstGeom prst="rect">
            <a:avLst/>
          </a:prstGeom>
          <a:noFill/>
        </p:spPr>
        <p:txBody>
          <a:bodyPr wrap="square" rtlCol="0">
            <a:spAutoFit/>
          </a:bodyPr>
          <a:lstStyle/>
          <a:p>
            <a:pPr algn="just"/>
            <a:r>
              <a:rPr lang="es-ES" dirty="0"/>
              <a:t>Si existe una </a:t>
            </a:r>
            <a:r>
              <a:rPr lang="es-ES" b="1" dirty="0">
                <a:solidFill>
                  <a:srgbClr val="C00000"/>
                </a:solidFill>
              </a:rPr>
              <a:t>definición clara</a:t>
            </a:r>
            <a:r>
              <a:rPr lang="es-ES" dirty="0"/>
              <a:t> de cómo se va a </a:t>
            </a:r>
            <a:r>
              <a:rPr lang="es-ES" b="1" dirty="0">
                <a:solidFill>
                  <a:srgbClr val="C00000"/>
                </a:solidFill>
              </a:rPr>
              <a:t>medir el desempeño</a:t>
            </a:r>
            <a:r>
              <a:rPr lang="es-ES" dirty="0"/>
              <a:t>, el trabajador orientará sus esfuerzos hacia esos aspectos</a:t>
            </a:r>
          </a:p>
        </p:txBody>
      </p:sp>
      <p:sp>
        <p:nvSpPr>
          <p:cNvPr id="6" name="5 Flecha derecha"/>
          <p:cNvSpPr/>
          <p:nvPr/>
        </p:nvSpPr>
        <p:spPr>
          <a:xfrm>
            <a:off x="5735960" y="2996952"/>
            <a:ext cx="576064" cy="936104"/>
          </a:xfrm>
          <a:prstGeom prs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6888088" y="2262351"/>
            <a:ext cx="3384376" cy="1754326"/>
          </a:xfrm>
          <a:prstGeom prst="rect">
            <a:avLst/>
          </a:prstGeom>
          <a:noFill/>
        </p:spPr>
        <p:txBody>
          <a:bodyPr wrap="square" rtlCol="0">
            <a:spAutoFit/>
          </a:bodyPr>
          <a:lstStyle/>
          <a:p>
            <a:pPr algn="just"/>
            <a:r>
              <a:rPr lang="es-ES" b="1" dirty="0">
                <a:solidFill>
                  <a:srgbClr val="C00000"/>
                </a:solidFill>
              </a:rPr>
              <a:t>Importancia de</a:t>
            </a:r>
            <a:r>
              <a:rPr lang="es-ES" dirty="0"/>
              <a:t>:</a:t>
            </a:r>
          </a:p>
          <a:p>
            <a:pPr algn="just">
              <a:buFont typeface="Arial" pitchFamily="34" charset="0"/>
              <a:buChar char="•"/>
            </a:pPr>
            <a:r>
              <a:rPr lang="es-ES" dirty="0"/>
              <a:t> La selección del personal</a:t>
            </a:r>
          </a:p>
          <a:p>
            <a:pPr algn="just">
              <a:buFont typeface="Arial" pitchFamily="34" charset="0"/>
              <a:buChar char="•"/>
            </a:pPr>
            <a:r>
              <a:rPr lang="es-ES" dirty="0"/>
              <a:t> La formación</a:t>
            </a:r>
          </a:p>
          <a:p>
            <a:pPr algn="just">
              <a:buFont typeface="Arial" pitchFamily="34" charset="0"/>
              <a:buChar char="•"/>
            </a:pPr>
            <a:r>
              <a:rPr lang="es-ES" dirty="0"/>
              <a:t> La descripción del puesto de trabajo</a:t>
            </a:r>
          </a:p>
          <a:p>
            <a:pPr algn="just">
              <a:buFont typeface="Arial" pitchFamily="34" charset="0"/>
              <a:buChar char="•"/>
            </a:pPr>
            <a:r>
              <a:rPr lang="es-ES" dirty="0"/>
              <a:t> La valoración del desempeño</a:t>
            </a:r>
          </a:p>
        </p:txBody>
      </p:sp>
      <p:sp>
        <p:nvSpPr>
          <p:cNvPr id="8" name="7 Rectángulo"/>
          <p:cNvSpPr/>
          <p:nvPr/>
        </p:nvSpPr>
        <p:spPr>
          <a:xfrm>
            <a:off x="2063552" y="980728"/>
            <a:ext cx="7992888" cy="369332"/>
          </a:xfrm>
          <a:prstGeom prst="rect">
            <a:avLst/>
          </a:prstGeom>
        </p:spPr>
        <p:txBody>
          <a:bodyPr wrap="square">
            <a:spAutoFit/>
          </a:bodyPr>
          <a:lstStyle/>
          <a:p>
            <a:pPr>
              <a:spcBef>
                <a:spcPts val="575"/>
              </a:spcBef>
              <a:buClr>
                <a:schemeClr val="accent1"/>
              </a:buClr>
              <a:buSzPct val="85000"/>
            </a:pPr>
            <a:r>
              <a:rPr lang="es-ES" b="1" dirty="0">
                <a:solidFill>
                  <a:srgbClr val="0070C0"/>
                </a:solidFill>
              </a:rPr>
              <a:t>3. EL MODELO DE MOTIVACIÓN DE PORTER Y LAWLER</a:t>
            </a:r>
            <a:endParaRPr lang="es-ES" dirty="0">
              <a:solidFill>
                <a:srgbClr val="0070C0"/>
              </a:solidFill>
            </a:endParaRPr>
          </a:p>
        </p:txBody>
      </p:sp>
      <p:sp>
        <p:nvSpPr>
          <p:cNvPr id="11" name="Rectangle 2">
            <a:extLst>
              <a:ext uri="{FF2B5EF4-FFF2-40B4-BE49-F238E27FC236}">
                <a16:creationId xmlns:a16="http://schemas.microsoft.com/office/drawing/2014/main" id="{4232A60B-497E-452F-96EF-053BC69FD921}"/>
              </a:ext>
            </a:extLst>
          </p:cNvPr>
          <p:cNvSpPr txBox="1">
            <a:spLocks noChangeArrowheads="1"/>
          </p:cNvSpPr>
          <p:nvPr/>
        </p:nvSpPr>
        <p:spPr bwMode="auto">
          <a:xfrm>
            <a:off x="1631504" y="116633"/>
            <a:ext cx="8928100" cy="720725"/>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ctr" anchorCtr="0" compatLnSpc="1">
            <a:prstTxWarp prst="textNoShape">
              <a:avLst/>
            </a:prstTxWarp>
          </a:bodyPr>
          <a:lstStyle/>
          <a:p>
            <a:pPr algn="just" eaLnBrk="0" fontAlgn="base" hangingPunct="0">
              <a:spcBef>
                <a:spcPct val="0"/>
              </a:spcBef>
              <a:spcAft>
                <a:spcPct val="0"/>
              </a:spcAft>
              <a:defRPr/>
            </a:pPr>
            <a:r>
              <a:rPr lang="es-ES" sz="2800" b="1" kern="0" dirty="0">
                <a:latin typeface="+mj-lt"/>
                <a:ea typeface="+mj-ea"/>
                <a:cs typeface="Times New Roman" pitchFamily="18" charset="0"/>
              </a:rPr>
              <a:t>5.2. Motivación</a:t>
            </a:r>
            <a:endParaRPr lang="es-ES" sz="2800" b="1" kern="0" dirty="0">
              <a:solidFill>
                <a:schemeClr val="tx2"/>
              </a:solidFill>
              <a:latin typeface="+mj-lt"/>
              <a:ea typeface="+mj-ea"/>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692425" y="260648"/>
            <a:ext cx="10783957" cy="932532"/>
          </a:xfrm>
        </p:spPr>
        <p:style>
          <a:lnRef idx="1">
            <a:schemeClr val="accent6"/>
          </a:lnRef>
          <a:fillRef idx="3">
            <a:schemeClr val="accent6"/>
          </a:fillRef>
          <a:effectRef idx="2">
            <a:schemeClr val="accent6"/>
          </a:effectRef>
          <a:fontRef idx="minor">
            <a:schemeClr val="lt1"/>
          </a:fontRef>
        </p:style>
        <p:txBody>
          <a:bodyPr/>
          <a:lstStyle/>
          <a:p>
            <a:pPr algn="l"/>
            <a:r>
              <a:rPr lang="es-ES" dirty="0"/>
              <a:t>5. 3. Control</a:t>
            </a:r>
          </a:p>
        </p:txBody>
      </p:sp>
      <p:sp>
        <p:nvSpPr>
          <p:cNvPr id="6" name="5 Marcador de número de diapositiva"/>
          <p:cNvSpPr>
            <a:spLocks noGrp="1"/>
          </p:cNvSpPr>
          <p:nvPr>
            <p:ph type="sldNum" sz="quarter" idx="4"/>
          </p:nvPr>
        </p:nvSpPr>
        <p:spPr/>
        <p:txBody>
          <a:bodyPr/>
          <a:lstStyle/>
          <a:p>
            <a:pPr>
              <a:defRPr/>
            </a:pPr>
            <a:fld id="{031E6992-B48E-4E13-A9CD-F20B6AAC6FC2}" type="slidenum">
              <a:rPr lang="es-ES" smtClean="0"/>
              <a:pPr>
                <a:defRPr/>
              </a:pPr>
              <a:t>19</a:t>
            </a:fld>
            <a:endParaRPr lang="es-ES"/>
          </a:p>
        </p:txBody>
      </p:sp>
      <p:sp>
        <p:nvSpPr>
          <p:cNvPr id="18435" name="Rectangle 3"/>
          <p:cNvSpPr>
            <a:spLocks noGrp="1" noChangeArrowheads="1"/>
          </p:cNvSpPr>
          <p:nvPr>
            <p:ph idx="4294967295"/>
          </p:nvPr>
        </p:nvSpPr>
        <p:spPr>
          <a:xfrm>
            <a:off x="1484243" y="1457740"/>
            <a:ext cx="9541720" cy="5184775"/>
          </a:xfrm>
        </p:spPr>
        <p:txBody>
          <a:bodyPr>
            <a:normAutofit/>
          </a:bodyPr>
          <a:lstStyle/>
          <a:p>
            <a:pPr algn="just">
              <a:buClr>
                <a:srgbClr val="C00000"/>
              </a:buClr>
              <a:buFont typeface="Wingdings" pitchFamily="2" charset="2"/>
              <a:buChar char="q"/>
            </a:pPr>
            <a:r>
              <a:rPr lang="es-ES" sz="2000" dirty="0">
                <a:latin typeface="Comic Sans MS" panose="030F0702030302020204" pitchFamily="66" charset="0"/>
              </a:rPr>
              <a:t>Eslabón final de las funciones directivas ya que contrasta el </a:t>
            </a:r>
            <a:r>
              <a:rPr lang="es-ES" sz="2000" b="1" dirty="0">
                <a:latin typeface="Comic Sans MS" panose="030F0702030302020204" pitchFamily="66" charset="0"/>
              </a:rPr>
              <a:t>cumplimiento de los objetivos </a:t>
            </a:r>
            <a:r>
              <a:rPr lang="es-ES" sz="2000" dirty="0">
                <a:latin typeface="Comic Sans MS" panose="030F0702030302020204" pitchFamily="66" charset="0"/>
              </a:rPr>
              <a:t>previamente planteados.</a:t>
            </a:r>
          </a:p>
          <a:p>
            <a:pPr algn="just">
              <a:buClr>
                <a:srgbClr val="C00000"/>
              </a:buClr>
              <a:buFont typeface="Wingdings" pitchFamily="2" charset="2"/>
              <a:buChar char="q"/>
            </a:pPr>
            <a:r>
              <a:rPr lang="es-ES" sz="2000" dirty="0">
                <a:latin typeface="Comic Sans MS" panose="030F0702030302020204" pitchFamily="66" charset="0"/>
              </a:rPr>
              <a:t>El control, tras supervisar la ejecución de las actividades y el logro de los objetivos, </a:t>
            </a:r>
            <a:r>
              <a:rPr lang="es-ES" sz="2000" b="1" dirty="0">
                <a:latin typeface="Comic Sans MS" panose="030F0702030302020204" pitchFamily="66" charset="0"/>
              </a:rPr>
              <a:t>reorienta</a:t>
            </a:r>
            <a:r>
              <a:rPr lang="es-ES" sz="2000" dirty="0">
                <a:latin typeface="Comic Sans MS" panose="030F0702030302020204" pitchFamily="66" charset="0"/>
              </a:rPr>
              <a:t> el futuro de la empresa en la medida que sea necesario.</a:t>
            </a:r>
          </a:p>
          <a:p>
            <a:pPr algn="just">
              <a:buClr>
                <a:srgbClr val="C00000"/>
              </a:buClr>
              <a:buFont typeface="Wingdings" pitchFamily="2" charset="2"/>
              <a:buChar char="q"/>
            </a:pPr>
            <a:r>
              <a:rPr lang="es-ES" sz="2000" dirty="0">
                <a:latin typeface="Comic Sans MS" panose="030F0702030302020204" pitchFamily="66" charset="0"/>
              </a:rPr>
              <a:t>La </a:t>
            </a:r>
            <a:r>
              <a:rPr lang="es-ES" sz="2000" b="1" dirty="0">
                <a:latin typeface="Comic Sans MS" panose="030F0702030302020204" pitchFamily="66" charset="0"/>
              </a:rPr>
              <a:t>información</a:t>
            </a:r>
            <a:r>
              <a:rPr lang="es-ES" sz="2000" dirty="0">
                <a:latin typeface="Comic Sans MS" panose="030F0702030302020204" pitchFamily="66" charset="0"/>
              </a:rPr>
              <a:t> es el elemento central del proceso de control: permite detectar errores y corregirlos.</a:t>
            </a:r>
          </a:p>
          <a:p>
            <a:pPr algn="just">
              <a:buClr>
                <a:srgbClr val="C00000"/>
              </a:buClr>
              <a:buFont typeface="Wingdings" pitchFamily="2" charset="2"/>
              <a:buChar char="q"/>
            </a:pPr>
            <a:r>
              <a:rPr lang="es-ES" sz="2000" dirty="0">
                <a:latin typeface="Comic Sans MS" panose="030F0702030302020204" pitchFamily="66" charset="0"/>
              </a:rPr>
              <a:t>En ocasiones el control genera rechazo de los individuos, se considera una intromisión en su privacidad. </a:t>
            </a:r>
          </a:p>
          <a:p>
            <a:pPr algn="just">
              <a:buClr>
                <a:srgbClr val="C00000"/>
              </a:buClr>
              <a:buNone/>
            </a:pPr>
            <a:endParaRPr lang="es-ES" sz="2000" dirty="0">
              <a:latin typeface="Comic Sans MS" panose="030F0702030302020204" pitchFamily="66" charset="0"/>
            </a:endParaRPr>
          </a:p>
          <a:p>
            <a:pPr marL="0" indent="0" algn="ctr">
              <a:buClr>
                <a:srgbClr val="C00000"/>
              </a:buClr>
              <a:buNone/>
            </a:pPr>
            <a:r>
              <a:rPr lang="es-ES" sz="2000" dirty="0" err="1">
                <a:latin typeface="Comic Sans MS" panose="030F0702030302020204" pitchFamily="66" charset="0"/>
              </a:rPr>
              <a:t>Fayol</a:t>
            </a:r>
            <a:r>
              <a:rPr lang="es-ES" sz="2000" dirty="0">
                <a:latin typeface="Comic Sans MS" panose="030F0702030302020204" pitchFamily="66" charset="0"/>
              </a:rPr>
              <a:t>(1916): “el control en una empresa consiste en verificar si todo se realiza conforme al programa adoptado, a las órdenes impartidas y a los principios admitidos. Tiene la finalidad de señalar las faltas y los errores, a fin de que se puedan reparar y evitar su repetición. Se aplica a todo, a las cosas, a las personas y a los actos”</a:t>
            </a:r>
          </a:p>
          <a:p>
            <a:pPr eaLnBrk="1" hangingPunct="1"/>
            <a:endParaRPr lang="es-ES" sz="1600" dirty="0">
              <a:latin typeface="Comic Sans MS" panose="030F0702030302020204" pitchFamily="66"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Título"/>
          <p:cNvSpPr>
            <a:spLocks noGrp="1"/>
          </p:cNvSpPr>
          <p:nvPr>
            <p:ph type="title"/>
          </p:nvPr>
        </p:nvSpPr>
        <p:spPr>
          <a:xfrm>
            <a:off x="838200" y="153090"/>
            <a:ext cx="10990718" cy="1325563"/>
          </a:xfrm>
        </p:spPr>
        <p:style>
          <a:lnRef idx="1">
            <a:schemeClr val="accent6"/>
          </a:lnRef>
          <a:fillRef idx="3">
            <a:schemeClr val="accent6"/>
          </a:fillRef>
          <a:effectRef idx="2">
            <a:schemeClr val="accent6"/>
          </a:effectRef>
          <a:fontRef idx="minor">
            <a:schemeClr val="lt1"/>
          </a:fontRef>
        </p:style>
        <p:txBody>
          <a:bodyPr/>
          <a:lstStyle/>
          <a:p>
            <a:pPr algn="l"/>
            <a:r>
              <a:rPr lang="es-ES" dirty="0"/>
              <a:t>5. 3. Control</a:t>
            </a:r>
          </a:p>
        </p:txBody>
      </p:sp>
      <p:sp>
        <p:nvSpPr>
          <p:cNvPr id="7" name="6 Marcador de número de diapositiva"/>
          <p:cNvSpPr>
            <a:spLocks noGrp="1"/>
          </p:cNvSpPr>
          <p:nvPr>
            <p:ph type="sldNum" sz="quarter" idx="4"/>
          </p:nvPr>
        </p:nvSpPr>
        <p:spPr/>
        <p:txBody>
          <a:bodyPr/>
          <a:lstStyle/>
          <a:p>
            <a:pPr>
              <a:defRPr/>
            </a:pPr>
            <a:fld id="{031E6992-B48E-4E13-A9CD-F20B6AAC6FC2}" type="slidenum">
              <a:rPr lang="es-ES" smtClean="0"/>
              <a:pPr>
                <a:defRPr/>
              </a:pPr>
              <a:t>20</a:t>
            </a:fld>
            <a:endParaRPr lang="es-ES"/>
          </a:p>
        </p:txBody>
      </p:sp>
      <p:sp>
        <p:nvSpPr>
          <p:cNvPr id="6" name="Rectangle 3"/>
          <p:cNvSpPr txBox="1">
            <a:spLocks noChangeArrowheads="1"/>
          </p:cNvSpPr>
          <p:nvPr/>
        </p:nvSpPr>
        <p:spPr bwMode="auto">
          <a:xfrm>
            <a:off x="363082" y="1889459"/>
            <a:ext cx="11465836" cy="3864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171450" indent="-171450" algn="just">
              <a:spcBef>
                <a:spcPts val="1200"/>
              </a:spcBef>
              <a:buClr>
                <a:srgbClr val="A50021"/>
              </a:buClr>
              <a:buFont typeface="Wingdings" pitchFamily="2" charset="2"/>
              <a:buChar char="q"/>
              <a:defRPr/>
            </a:pPr>
            <a:r>
              <a:rPr lang="es-ES" sz="2400" kern="0" dirty="0">
                <a:latin typeface="Comic Sans MS" panose="030F0702030302020204" pitchFamily="66" charset="0"/>
              </a:rPr>
              <a:t> Control es el </a:t>
            </a:r>
            <a:r>
              <a:rPr lang="es-ES" sz="2400" kern="0" dirty="0">
                <a:solidFill>
                  <a:srgbClr val="000000"/>
                </a:solidFill>
                <a:latin typeface="Comic Sans MS" panose="030F0702030302020204" pitchFamily="66" charset="0"/>
              </a:rPr>
              <a:t>proceso de </a:t>
            </a:r>
            <a:r>
              <a:rPr lang="es-ES" sz="2400" kern="0" dirty="0">
                <a:solidFill>
                  <a:schemeClr val="accent1"/>
                </a:solidFill>
                <a:latin typeface="Comic Sans MS" panose="030F0702030302020204" pitchFamily="66" charset="0"/>
              </a:rPr>
              <a:t>supervisión de las actividades</a:t>
            </a:r>
            <a:r>
              <a:rPr lang="es-ES" sz="2400" kern="0" dirty="0">
                <a:solidFill>
                  <a:srgbClr val="000000"/>
                </a:solidFill>
                <a:latin typeface="Comic Sans MS" panose="030F0702030302020204" pitchFamily="66" charset="0"/>
              </a:rPr>
              <a:t> con el fin de asegurar que se realicen de acuerdo a lo planificado y corregir todas las desviaciones significativas.</a:t>
            </a:r>
            <a:endParaRPr lang="es-ES" sz="2400" kern="0" dirty="0">
              <a:latin typeface="Comic Sans MS" panose="030F0702030302020204" pitchFamily="66" charset="0"/>
            </a:endParaRPr>
          </a:p>
          <a:p>
            <a:pPr marL="547688" lvl="3" indent="-273050" algn="just">
              <a:lnSpc>
                <a:spcPct val="90000"/>
              </a:lnSpc>
              <a:spcBef>
                <a:spcPct val="20000"/>
              </a:spcBef>
              <a:buClr>
                <a:srgbClr val="A50021"/>
              </a:buClr>
              <a:buFont typeface="Wingdings" pitchFamily="2" charset="2"/>
              <a:buChar char="ü"/>
              <a:defRPr/>
            </a:pPr>
            <a:r>
              <a:rPr lang="es-ES" sz="2400" kern="0" dirty="0">
                <a:solidFill>
                  <a:srgbClr val="000000"/>
                </a:solidFill>
                <a:latin typeface="Comic Sans MS" panose="030F0702030302020204" pitchFamily="66" charset="0"/>
              </a:rPr>
              <a:t>La dirección se asegura del correcto cumplimiento de los planes.</a:t>
            </a:r>
          </a:p>
          <a:p>
            <a:pPr marL="547688" lvl="3" indent="-273050" algn="just">
              <a:lnSpc>
                <a:spcPct val="90000"/>
              </a:lnSpc>
              <a:spcBef>
                <a:spcPct val="20000"/>
              </a:spcBef>
              <a:buClr>
                <a:srgbClr val="A50021"/>
              </a:buClr>
              <a:buFont typeface="Wingdings" pitchFamily="2" charset="2"/>
              <a:buChar char="ü"/>
              <a:defRPr/>
            </a:pPr>
            <a:r>
              <a:rPr lang="es-ES" sz="2400" kern="0" dirty="0">
                <a:solidFill>
                  <a:srgbClr val="000000"/>
                </a:solidFill>
                <a:latin typeface="Comic Sans MS" panose="030F0702030302020204" pitchFamily="66" charset="0"/>
              </a:rPr>
              <a:t>Es necesario medir, analizar y evaluar los resultados de la ejecución de las distintas actividades.</a:t>
            </a:r>
          </a:p>
          <a:p>
            <a:pPr marL="547688" lvl="3" indent="-273050" algn="just">
              <a:lnSpc>
                <a:spcPct val="90000"/>
              </a:lnSpc>
              <a:spcBef>
                <a:spcPct val="20000"/>
              </a:spcBef>
              <a:buClr>
                <a:srgbClr val="A50021"/>
              </a:buClr>
              <a:buFont typeface="Wingdings" pitchFamily="2" charset="2"/>
              <a:buChar char="ü"/>
              <a:defRPr/>
            </a:pPr>
            <a:r>
              <a:rPr lang="es-ES" sz="2400" kern="0" dirty="0">
                <a:solidFill>
                  <a:srgbClr val="000000"/>
                </a:solidFill>
                <a:latin typeface="Comic Sans MS" panose="030F0702030302020204" pitchFamily="66" charset="0"/>
              </a:rPr>
              <a:t>La </a:t>
            </a:r>
            <a:r>
              <a:rPr lang="es-ES" sz="2400" kern="0" dirty="0">
                <a:solidFill>
                  <a:schemeClr val="accent1"/>
                </a:solidFill>
                <a:latin typeface="Comic Sans MS" panose="030F0702030302020204" pitchFamily="66" charset="0"/>
              </a:rPr>
              <a:t>planificación</a:t>
            </a:r>
            <a:r>
              <a:rPr lang="es-ES" sz="2400" kern="0" dirty="0">
                <a:solidFill>
                  <a:srgbClr val="000000"/>
                </a:solidFill>
                <a:latin typeface="Comic Sans MS" panose="030F0702030302020204" pitchFamily="66" charset="0"/>
              </a:rPr>
              <a:t> y el </a:t>
            </a:r>
            <a:r>
              <a:rPr lang="es-ES" sz="2400" kern="0" dirty="0">
                <a:solidFill>
                  <a:schemeClr val="accent1"/>
                </a:solidFill>
                <a:latin typeface="Comic Sans MS" panose="030F0702030302020204" pitchFamily="66" charset="0"/>
              </a:rPr>
              <a:t>control</a:t>
            </a:r>
            <a:r>
              <a:rPr lang="es-ES" sz="2400" kern="0" dirty="0">
                <a:solidFill>
                  <a:srgbClr val="000000"/>
                </a:solidFill>
                <a:latin typeface="Comic Sans MS" panose="030F0702030302020204" pitchFamily="66" charset="0"/>
              </a:rPr>
              <a:t> están estrechamente interrelacionados: la planificación es la referencia básica para el control.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Título"/>
          <p:cNvSpPr>
            <a:spLocks noGrp="1"/>
          </p:cNvSpPr>
          <p:nvPr>
            <p:ph type="title"/>
          </p:nvPr>
        </p:nvSpPr>
        <p:spPr>
          <a:xfrm>
            <a:off x="838200" y="153090"/>
            <a:ext cx="10990718" cy="1325563"/>
          </a:xfrm>
        </p:spPr>
        <p:style>
          <a:lnRef idx="1">
            <a:schemeClr val="accent6"/>
          </a:lnRef>
          <a:fillRef idx="3">
            <a:schemeClr val="accent6"/>
          </a:fillRef>
          <a:effectRef idx="2">
            <a:schemeClr val="accent6"/>
          </a:effectRef>
          <a:fontRef idx="minor">
            <a:schemeClr val="lt1"/>
          </a:fontRef>
        </p:style>
        <p:txBody>
          <a:bodyPr/>
          <a:lstStyle/>
          <a:p>
            <a:pPr algn="l"/>
            <a:r>
              <a:rPr lang="es-ES" dirty="0"/>
              <a:t>5. 3. Control</a:t>
            </a:r>
          </a:p>
        </p:txBody>
      </p:sp>
      <p:sp>
        <p:nvSpPr>
          <p:cNvPr id="7" name="6 Marcador de número de diapositiva"/>
          <p:cNvSpPr>
            <a:spLocks noGrp="1"/>
          </p:cNvSpPr>
          <p:nvPr>
            <p:ph type="sldNum" sz="quarter" idx="4"/>
          </p:nvPr>
        </p:nvSpPr>
        <p:spPr/>
        <p:txBody>
          <a:bodyPr/>
          <a:lstStyle/>
          <a:p>
            <a:pPr>
              <a:defRPr/>
            </a:pPr>
            <a:fld id="{031E6992-B48E-4E13-A9CD-F20B6AAC6FC2}" type="slidenum">
              <a:rPr lang="es-ES" smtClean="0"/>
              <a:pPr>
                <a:defRPr/>
              </a:pPr>
              <a:t>21</a:t>
            </a:fld>
            <a:endParaRPr lang="es-ES"/>
          </a:p>
        </p:txBody>
      </p:sp>
      <p:graphicFrame>
        <p:nvGraphicFramePr>
          <p:cNvPr id="4" name="Diagrama 3">
            <a:extLst>
              <a:ext uri="{FF2B5EF4-FFF2-40B4-BE49-F238E27FC236}">
                <a16:creationId xmlns:a16="http://schemas.microsoft.com/office/drawing/2014/main" id="{E98B81C9-C958-7D9E-A1EC-5784AC813F5C}"/>
              </a:ext>
            </a:extLst>
          </p:cNvPr>
          <p:cNvGraphicFramePr/>
          <p:nvPr>
            <p:extLst>
              <p:ext uri="{D42A27DB-BD31-4B8C-83A1-F6EECF244321}">
                <p14:modId xmlns:p14="http://schemas.microsoft.com/office/powerpoint/2010/main" val="4164238000"/>
              </p:ext>
            </p:extLst>
          </p:nvPr>
        </p:nvGraphicFramePr>
        <p:xfrm>
          <a:off x="527381" y="1558408"/>
          <a:ext cx="11465836" cy="48563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uadroTexto 2">
            <a:extLst>
              <a:ext uri="{FF2B5EF4-FFF2-40B4-BE49-F238E27FC236}">
                <a16:creationId xmlns:a16="http://schemas.microsoft.com/office/drawing/2014/main" id="{6CC884D1-A788-DCDE-0B17-55C4FD4D12EA}"/>
              </a:ext>
            </a:extLst>
          </p:cNvPr>
          <p:cNvSpPr txBox="1"/>
          <p:nvPr/>
        </p:nvSpPr>
        <p:spPr>
          <a:xfrm>
            <a:off x="1007435" y="1715944"/>
            <a:ext cx="6094140" cy="369332"/>
          </a:xfrm>
          <a:prstGeom prst="rect">
            <a:avLst/>
          </a:prstGeom>
          <a:noFill/>
        </p:spPr>
        <p:txBody>
          <a:bodyPr wrap="square">
            <a:spAutoFit/>
          </a:bodyPr>
          <a:lstStyle/>
          <a:p>
            <a:pPr marL="342900" indent="-11113" algn="just">
              <a:spcBef>
                <a:spcPct val="20000"/>
              </a:spcBef>
            </a:pPr>
            <a:r>
              <a:rPr lang="es-ES" sz="1800" b="1" kern="0" dirty="0">
                <a:solidFill>
                  <a:srgbClr val="C00000"/>
                </a:solidFill>
                <a:latin typeface="Comic Sans MS" panose="030F0702030302020204" pitchFamily="66" charset="0"/>
              </a:rPr>
              <a:t>Fases del proceso de control:</a:t>
            </a:r>
          </a:p>
        </p:txBody>
      </p:sp>
    </p:spTree>
    <p:extLst>
      <p:ext uri="{BB962C8B-B14F-4D97-AF65-F5344CB8AC3E}">
        <p14:creationId xmlns:p14="http://schemas.microsoft.com/office/powerpoint/2010/main" val="3797712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838200" y="173831"/>
            <a:ext cx="10515600" cy="1325563"/>
          </a:xfrm>
        </p:spPr>
        <p:style>
          <a:lnRef idx="1">
            <a:schemeClr val="accent6"/>
          </a:lnRef>
          <a:fillRef idx="3">
            <a:schemeClr val="accent6"/>
          </a:fillRef>
          <a:effectRef idx="2">
            <a:schemeClr val="accent6"/>
          </a:effectRef>
          <a:fontRef idx="minor">
            <a:schemeClr val="lt1"/>
          </a:fontRef>
        </p:style>
        <p:txBody>
          <a:bodyPr/>
          <a:lstStyle/>
          <a:p>
            <a:pPr algn="l"/>
            <a:r>
              <a:rPr lang="es-ES" dirty="0"/>
              <a:t>5. 3. Control. Tipos de control</a:t>
            </a:r>
          </a:p>
        </p:txBody>
      </p:sp>
      <p:sp>
        <p:nvSpPr>
          <p:cNvPr id="5" name="4 Marcador de número de diapositiva"/>
          <p:cNvSpPr>
            <a:spLocks noGrp="1"/>
          </p:cNvSpPr>
          <p:nvPr>
            <p:ph type="sldNum" sz="quarter" idx="4"/>
          </p:nvPr>
        </p:nvSpPr>
        <p:spPr/>
        <p:txBody>
          <a:bodyPr/>
          <a:lstStyle/>
          <a:p>
            <a:pPr>
              <a:defRPr/>
            </a:pPr>
            <a:fld id="{031E6992-B48E-4E13-A9CD-F20B6AAC6FC2}" type="slidenum">
              <a:rPr lang="es-ES" smtClean="0"/>
              <a:pPr>
                <a:defRPr/>
              </a:pPr>
              <a:t>22</a:t>
            </a:fld>
            <a:endParaRPr lang="es-ES"/>
          </a:p>
        </p:txBody>
      </p:sp>
      <p:sp>
        <p:nvSpPr>
          <p:cNvPr id="3" name="2 Marcador de contenido"/>
          <p:cNvSpPr>
            <a:spLocks noGrp="1"/>
          </p:cNvSpPr>
          <p:nvPr>
            <p:ph idx="4294967295"/>
          </p:nvPr>
        </p:nvSpPr>
        <p:spPr>
          <a:xfrm>
            <a:off x="-1" y="1499394"/>
            <a:ext cx="11993217" cy="4882356"/>
          </a:xfrm>
        </p:spPr>
        <p:txBody>
          <a:bodyPr rtlCol="0">
            <a:noAutofit/>
          </a:bodyPr>
          <a:lstStyle/>
          <a:p>
            <a:pPr marL="838200" lvl="1" indent="-381000" algn="just">
              <a:lnSpc>
                <a:spcPct val="80000"/>
              </a:lnSpc>
              <a:buNone/>
              <a:defRPr/>
            </a:pPr>
            <a:endParaRPr lang="es-ES" sz="1900" b="1" u="sng" dirty="0">
              <a:latin typeface="Comic Sans MS" panose="030F0702030302020204" pitchFamily="66" charset="0"/>
            </a:endParaRPr>
          </a:p>
          <a:p>
            <a:pPr marL="438150" indent="-438150" algn="just">
              <a:lnSpc>
                <a:spcPct val="80000"/>
              </a:lnSpc>
              <a:buNone/>
              <a:defRPr/>
            </a:pPr>
            <a:r>
              <a:rPr lang="es-ES" sz="1900" u="sng" dirty="0">
                <a:latin typeface="Comic Sans MS" panose="030F0702030302020204" pitchFamily="66" charset="0"/>
              </a:rPr>
              <a:t>Según el momento en el que se ejerce</a:t>
            </a:r>
            <a:r>
              <a:rPr lang="es-ES" sz="1900" dirty="0">
                <a:latin typeface="Comic Sans MS" panose="030F0702030302020204" pitchFamily="66" charset="0"/>
              </a:rPr>
              <a:t>:</a:t>
            </a:r>
          </a:p>
          <a:p>
            <a:pPr marL="457200" algn="just">
              <a:spcBef>
                <a:spcPts val="1200"/>
              </a:spcBef>
              <a:buClr>
                <a:srgbClr val="C00000"/>
              </a:buClr>
              <a:buFont typeface="Wingdings" pitchFamily="2" charset="2"/>
              <a:buChar char="q"/>
              <a:defRPr/>
            </a:pPr>
            <a:r>
              <a:rPr lang="es-ES" sz="1900" b="1" u="sng" dirty="0">
                <a:latin typeface="Comic Sans MS" panose="030F0702030302020204" pitchFamily="66" charset="0"/>
              </a:rPr>
              <a:t>Control preventivo</a:t>
            </a:r>
            <a:r>
              <a:rPr lang="es-ES" sz="1900" dirty="0">
                <a:latin typeface="Comic Sans MS" panose="030F0702030302020204" pitchFamily="66" charset="0"/>
              </a:rPr>
              <a:t>, antes de la ejecución de la actividad. Es el que ha demostrado mayores efectos positivos ya que intenta prevenir la aparición de problemas. </a:t>
            </a:r>
          </a:p>
          <a:p>
            <a:pPr marL="1257300" lvl="2" indent="-342900" algn="just">
              <a:spcBef>
                <a:spcPts val="1200"/>
              </a:spcBef>
              <a:buClr>
                <a:srgbClr val="C00000"/>
              </a:buClr>
              <a:buFont typeface="Wingdings" pitchFamily="2" charset="2"/>
              <a:buChar char="ü"/>
              <a:defRPr/>
            </a:pPr>
            <a:r>
              <a:rPr lang="es-ES" sz="1900" dirty="0">
                <a:latin typeface="Comic Sans MS" panose="030F0702030302020204" pitchFamily="66" charset="0"/>
              </a:rPr>
              <a:t>Ejemplo: en una cadena de montaje, comprobar el funcionamiento de las máquinas antes de comenzar con el proceso de producción.</a:t>
            </a:r>
            <a:endParaRPr lang="es-ES" sz="1900" u="sng" dirty="0">
              <a:latin typeface="Comic Sans MS" panose="030F0702030302020204" pitchFamily="66" charset="0"/>
            </a:endParaRPr>
          </a:p>
          <a:p>
            <a:pPr marL="457200" algn="just">
              <a:lnSpc>
                <a:spcPct val="110000"/>
              </a:lnSpc>
              <a:spcBef>
                <a:spcPts val="1200"/>
              </a:spcBef>
              <a:buClr>
                <a:srgbClr val="C00000"/>
              </a:buClr>
              <a:buFont typeface="Wingdings" pitchFamily="2" charset="2"/>
              <a:buChar char="q"/>
              <a:defRPr/>
            </a:pPr>
            <a:r>
              <a:rPr lang="es-ES" sz="1900" b="1" u="sng" dirty="0">
                <a:latin typeface="Comic Sans MS" panose="030F0702030302020204" pitchFamily="66" charset="0"/>
              </a:rPr>
              <a:t>Control concurrente</a:t>
            </a:r>
            <a:r>
              <a:rPr lang="es-ES" sz="1900" dirty="0">
                <a:latin typeface="Comic Sans MS" panose="030F0702030302020204" pitchFamily="66" charset="0"/>
              </a:rPr>
              <a:t>, en el momento de ejecución de la actividad, permite agilizar las soluciones y reducir los costes. </a:t>
            </a:r>
          </a:p>
          <a:p>
            <a:pPr marL="1257300" lvl="2" indent="-342900" algn="just">
              <a:lnSpc>
                <a:spcPct val="110000"/>
              </a:lnSpc>
              <a:spcBef>
                <a:spcPts val="1200"/>
              </a:spcBef>
              <a:buClr>
                <a:srgbClr val="C00000"/>
              </a:buClr>
              <a:buFont typeface="Wingdings" pitchFamily="2" charset="2"/>
              <a:buChar char="ü"/>
              <a:defRPr/>
            </a:pPr>
            <a:r>
              <a:rPr lang="es-ES" sz="1900" dirty="0">
                <a:latin typeface="Comic Sans MS" panose="030F0702030302020204" pitchFamily="66" charset="0"/>
              </a:rPr>
              <a:t>Ejemplo: revisiones periódicas del funcionamiento de una planta de producción.</a:t>
            </a:r>
          </a:p>
          <a:p>
            <a:pPr marL="457200" algn="just">
              <a:lnSpc>
                <a:spcPct val="120000"/>
              </a:lnSpc>
              <a:spcBef>
                <a:spcPts val="1200"/>
              </a:spcBef>
              <a:buClr>
                <a:srgbClr val="C00000"/>
              </a:buClr>
              <a:buFont typeface="Wingdings" pitchFamily="2" charset="2"/>
              <a:buChar char="q"/>
              <a:defRPr/>
            </a:pPr>
            <a:r>
              <a:rPr lang="es-ES" sz="1900" b="1" u="sng" dirty="0">
                <a:latin typeface="Comic Sans MS" panose="030F0702030302020204" pitchFamily="66" charset="0"/>
              </a:rPr>
              <a:t>Control correctivo</a:t>
            </a:r>
            <a:r>
              <a:rPr lang="es-ES" sz="1900" dirty="0">
                <a:latin typeface="Comic Sans MS" panose="030F0702030302020204" pitchFamily="66" charset="0"/>
              </a:rPr>
              <a:t>, después de realizada la actividad, se notifica la deficiencia cuando el daño está hecho y sus consecuencias se han dejado sentir. </a:t>
            </a:r>
          </a:p>
          <a:p>
            <a:pPr marL="1257300" lvl="2" indent="-342900" algn="just">
              <a:lnSpc>
                <a:spcPct val="120000"/>
              </a:lnSpc>
              <a:spcBef>
                <a:spcPts val="1200"/>
              </a:spcBef>
              <a:buClr>
                <a:srgbClr val="C00000"/>
              </a:buClr>
              <a:buFont typeface="Wingdings" pitchFamily="2" charset="2"/>
              <a:buChar char="ü"/>
              <a:defRPr/>
            </a:pPr>
            <a:r>
              <a:rPr lang="es-ES" sz="1900" dirty="0">
                <a:latin typeface="Comic Sans MS" panose="030F0702030302020204" pitchFamily="66" charset="0"/>
              </a:rPr>
              <a:t>Ejemplo: tras la queja de un cliente, revisar el producto.</a:t>
            </a:r>
          </a:p>
          <a:p>
            <a:pPr marL="448056" indent="-384048">
              <a:buNone/>
              <a:defRPr/>
            </a:pPr>
            <a:endParaRPr lang="es-ES" sz="1900" dirty="0">
              <a:latin typeface="Comic Sans MS" panose="030F07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73437F70-6940-454B-AF65-ADF1F5BC8888}"/>
              </a:ext>
            </a:extLst>
          </p:cNvPr>
          <p:cNvSpPr>
            <a:spLocks noGrp="1"/>
          </p:cNvSpPr>
          <p:nvPr>
            <p:ph type="title" idx="4294967295"/>
          </p:nvPr>
        </p:nvSpPr>
        <p:spPr>
          <a:xfrm>
            <a:off x="1223334" y="545307"/>
            <a:ext cx="7285567" cy="317500"/>
          </a:xfrm>
        </p:spPr>
        <p:style>
          <a:lnRef idx="2">
            <a:schemeClr val="accent1"/>
          </a:lnRef>
          <a:fillRef idx="1">
            <a:schemeClr val="lt1"/>
          </a:fillRef>
          <a:effectRef idx="0">
            <a:schemeClr val="accent1"/>
          </a:effectRef>
          <a:fontRef idx="minor">
            <a:schemeClr val="dk1"/>
          </a:fontRef>
        </p:style>
        <p:txBody>
          <a:bodyPr>
            <a:normAutofit fontScale="90000"/>
          </a:bodyPr>
          <a:lstStyle/>
          <a:p>
            <a:pPr marL="484188">
              <a:defRPr/>
            </a:pPr>
            <a:r>
              <a:rPr lang="es-ES" sz="2600" b="1" spc="-5" dirty="0">
                <a:solidFill>
                  <a:schemeClr val="accent1"/>
                </a:solidFill>
              </a:rPr>
              <a:t>TIPOS DE CONTROL: EL CUADRO DE MANDO</a:t>
            </a:r>
          </a:p>
        </p:txBody>
      </p:sp>
      <p:sp>
        <p:nvSpPr>
          <p:cNvPr id="48131" name="2 Marcador de contenido">
            <a:extLst>
              <a:ext uri="{FF2B5EF4-FFF2-40B4-BE49-F238E27FC236}">
                <a16:creationId xmlns:a16="http://schemas.microsoft.com/office/drawing/2014/main" id="{37CB01AE-5AB6-4207-8589-D6EB318E02D7}"/>
              </a:ext>
            </a:extLst>
          </p:cNvPr>
          <p:cNvSpPr>
            <a:spLocks noGrp="1"/>
          </p:cNvSpPr>
          <p:nvPr>
            <p:ph idx="4294967295"/>
          </p:nvPr>
        </p:nvSpPr>
        <p:spPr>
          <a:xfrm>
            <a:off x="970492" y="990600"/>
            <a:ext cx="10434108" cy="6913563"/>
          </a:xfrm>
        </p:spPr>
        <p:txBody>
          <a:bodyPr/>
          <a:lstStyle/>
          <a:p>
            <a:pPr>
              <a:defRPr/>
            </a:pPr>
            <a:r>
              <a:rPr lang="es-ES" sz="2000" dirty="0">
                <a:latin typeface="Comic Sans MS" panose="030F0702030302020204" pitchFamily="66" charset="0"/>
              </a:rPr>
              <a:t>Es un resumen de la información importante para la gestión de la empresa.</a:t>
            </a:r>
          </a:p>
          <a:p>
            <a:pPr>
              <a:defRPr/>
            </a:pPr>
            <a:r>
              <a:rPr lang="es-ES" sz="2000" dirty="0">
                <a:latin typeface="Comic Sans MS" panose="030F0702030302020204" pitchFamily="66" charset="0"/>
              </a:rPr>
              <a:t>Contiene objetivos, indicadores (magnitud que muestra el estado de un proceso) y metas (valor que ha de alcanzar el indicador para lograr el objetivo).</a:t>
            </a:r>
          </a:p>
          <a:p>
            <a:pPr>
              <a:defRPr/>
            </a:pPr>
            <a:r>
              <a:rPr lang="es-ES" sz="2000" dirty="0">
                <a:latin typeface="Comic Sans MS" panose="030F0702030302020204" pitchFamily="66" charset="0"/>
              </a:rPr>
              <a:t>Permite ver la evolución para realizar el seguimiento</a:t>
            </a:r>
          </a:p>
          <a:p>
            <a:pPr marL="898525" lvl="2" indent="-457200" algn="just">
              <a:spcBef>
                <a:spcPts val="0"/>
              </a:spcBef>
              <a:spcAft>
                <a:spcPts val="0"/>
              </a:spcAft>
              <a:buClr>
                <a:srgbClr val="C00000"/>
              </a:buClr>
              <a:buFont typeface="Wingdings" panose="05000000000000000000" pitchFamily="2" charset="2"/>
              <a:buChar char="§"/>
              <a:defRPr/>
            </a:pPr>
            <a:endParaRPr lang="es-ES" altLang="es-ES" sz="2400" dirty="0">
              <a:latin typeface="Comic Sans MS" panose="030F0702030302020204" pitchFamily="66" charset="0"/>
            </a:endParaRPr>
          </a:p>
          <a:p>
            <a:pPr marL="898525" lvl="2" indent="-457200" algn="just">
              <a:spcBef>
                <a:spcPts val="0"/>
              </a:spcBef>
              <a:spcAft>
                <a:spcPts val="0"/>
              </a:spcAft>
              <a:buClr>
                <a:srgbClr val="C00000"/>
              </a:buClr>
              <a:buFontTx/>
              <a:buChar char="-"/>
              <a:defRPr/>
            </a:pPr>
            <a:endParaRPr lang="es-ES" altLang="es-ES" sz="2800" b="1" dirty="0">
              <a:solidFill>
                <a:srgbClr val="C00000"/>
              </a:solidFill>
              <a:latin typeface="Comic Sans MS" panose="030F0702030302020204" pitchFamily="66" charset="0"/>
            </a:endParaRPr>
          </a:p>
          <a:p>
            <a:pPr marL="898525" lvl="2" indent="-457200" algn="just">
              <a:spcBef>
                <a:spcPts val="0"/>
              </a:spcBef>
              <a:spcAft>
                <a:spcPts val="0"/>
              </a:spcAft>
              <a:buClr>
                <a:srgbClr val="C00000"/>
              </a:buClr>
              <a:buFont typeface="Wingdings" panose="05000000000000000000" pitchFamily="2" charset="2"/>
              <a:buChar char="§"/>
              <a:defRPr/>
            </a:pPr>
            <a:endParaRPr lang="es-ES" altLang="es-ES" sz="2400" dirty="0">
              <a:latin typeface="Comic Sans MS" panose="030F0702030302020204" pitchFamily="66" charset="0"/>
            </a:endParaRPr>
          </a:p>
          <a:p>
            <a:pPr marL="784225" lvl="2" indent="-342900" algn="just">
              <a:spcBef>
                <a:spcPts val="0"/>
              </a:spcBef>
              <a:spcAft>
                <a:spcPts val="0"/>
              </a:spcAft>
              <a:buClr>
                <a:srgbClr val="C00000"/>
              </a:buClr>
              <a:buFont typeface="Wingdings" pitchFamily="2" charset="2"/>
              <a:buChar char="§"/>
              <a:defRPr/>
            </a:pPr>
            <a:endParaRPr lang="es-ES" altLang="es-ES" sz="2400" dirty="0">
              <a:latin typeface="Comic Sans MS" panose="030F0702030302020204" pitchFamily="66" charset="0"/>
            </a:endParaRPr>
          </a:p>
          <a:p>
            <a:pPr marL="447675" indent="-382588">
              <a:buNone/>
              <a:defRPr/>
            </a:pPr>
            <a:endParaRPr lang="es-ES" altLang="es-ES" sz="3200" dirty="0">
              <a:latin typeface="Comic Sans MS" panose="030F0702030302020204" pitchFamily="66" charset="0"/>
            </a:endParaRPr>
          </a:p>
        </p:txBody>
      </p:sp>
      <p:graphicFrame>
        <p:nvGraphicFramePr>
          <p:cNvPr id="3" name="2 Tabla">
            <a:extLst>
              <a:ext uri="{FF2B5EF4-FFF2-40B4-BE49-F238E27FC236}">
                <a16:creationId xmlns:a16="http://schemas.microsoft.com/office/drawing/2014/main" id="{09A9733D-1724-4961-8EFE-DD288DCBBDDB}"/>
              </a:ext>
            </a:extLst>
          </p:cNvPr>
          <p:cNvGraphicFramePr>
            <a:graphicFrameLocks noGrp="1"/>
          </p:cNvGraphicFramePr>
          <p:nvPr>
            <p:extLst>
              <p:ext uri="{D42A27DB-BD31-4B8C-83A1-F6EECF244321}">
                <p14:modId xmlns:p14="http://schemas.microsoft.com/office/powerpoint/2010/main" val="698898712"/>
              </p:ext>
            </p:extLst>
          </p:nvPr>
        </p:nvGraphicFramePr>
        <p:xfrm>
          <a:off x="1530351" y="2637896"/>
          <a:ext cx="8677275" cy="3575482"/>
        </p:xfrm>
        <a:graphic>
          <a:graphicData uri="http://schemas.openxmlformats.org/drawingml/2006/table">
            <a:tbl>
              <a:tblPr firstRow="1" bandRow="1">
                <a:tableStyleId>{5C22544A-7EE6-4342-B048-85BDC9FD1C3A}</a:tableStyleId>
              </a:tblPr>
              <a:tblGrid>
                <a:gridCol w="2818262">
                  <a:extLst>
                    <a:ext uri="{9D8B030D-6E8A-4147-A177-3AD203B41FA5}">
                      <a16:colId xmlns:a16="http://schemas.microsoft.com/office/drawing/2014/main" val="20000"/>
                    </a:ext>
                  </a:extLst>
                </a:gridCol>
                <a:gridCol w="1779955">
                  <a:extLst>
                    <a:ext uri="{9D8B030D-6E8A-4147-A177-3AD203B41FA5}">
                      <a16:colId xmlns:a16="http://schemas.microsoft.com/office/drawing/2014/main" val="20001"/>
                    </a:ext>
                  </a:extLst>
                </a:gridCol>
                <a:gridCol w="1409131">
                  <a:extLst>
                    <a:ext uri="{9D8B030D-6E8A-4147-A177-3AD203B41FA5}">
                      <a16:colId xmlns:a16="http://schemas.microsoft.com/office/drawing/2014/main" val="20002"/>
                    </a:ext>
                  </a:extLst>
                </a:gridCol>
                <a:gridCol w="667482">
                  <a:extLst>
                    <a:ext uri="{9D8B030D-6E8A-4147-A177-3AD203B41FA5}">
                      <a16:colId xmlns:a16="http://schemas.microsoft.com/office/drawing/2014/main" val="20003"/>
                    </a:ext>
                  </a:extLst>
                </a:gridCol>
                <a:gridCol w="667482">
                  <a:extLst>
                    <a:ext uri="{9D8B030D-6E8A-4147-A177-3AD203B41FA5}">
                      <a16:colId xmlns:a16="http://schemas.microsoft.com/office/drawing/2014/main" val="20004"/>
                    </a:ext>
                  </a:extLst>
                </a:gridCol>
                <a:gridCol w="667482">
                  <a:extLst>
                    <a:ext uri="{9D8B030D-6E8A-4147-A177-3AD203B41FA5}">
                      <a16:colId xmlns:a16="http://schemas.microsoft.com/office/drawing/2014/main" val="20005"/>
                    </a:ext>
                  </a:extLst>
                </a:gridCol>
                <a:gridCol w="667481">
                  <a:extLst>
                    <a:ext uri="{9D8B030D-6E8A-4147-A177-3AD203B41FA5}">
                      <a16:colId xmlns:a16="http://schemas.microsoft.com/office/drawing/2014/main" val="20006"/>
                    </a:ext>
                  </a:extLst>
                </a:gridCol>
              </a:tblGrid>
              <a:tr h="370557">
                <a:tc rowSpan="2">
                  <a:txBody>
                    <a:bodyPr/>
                    <a:lstStyle/>
                    <a:p>
                      <a:pPr algn="ctr"/>
                      <a:r>
                        <a:rPr lang="es-ES" sz="1800" dirty="0">
                          <a:latin typeface="Comic Sans MS" panose="030F0702030302020204" pitchFamily="66" charset="0"/>
                        </a:rPr>
                        <a:t>OBJETIVO</a:t>
                      </a:r>
                    </a:p>
                  </a:txBody>
                  <a:tcPr marL="91438" marR="91438" marT="45686" marB="45686" anchor="ctr">
                    <a:solidFill>
                      <a:schemeClr val="accent1">
                        <a:lumMod val="75000"/>
                      </a:schemeClr>
                    </a:solidFill>
                  </a:tcPr>
                </a:tc>
                <a:tc rowSpan="2">
                  <a:txBody>
                    <a:bodyPr/>
                    <a:lstStyle/>
                    <a:p>
                      <a:pPr algn="ctr"/>
                      <a:r>
                        <a:rPr lang="es-ES" sz="1800" dirty="0">
                          <a:latin typeface="Comic Sans MS" panose="030F0702030302020204" pitchFamily="66" charset="0"/>
                        </a:rPr>
                        <a:t>INDICADOR</a:t>
                      </a:r>
                    </a:p>
                  </a:txBody>
                  <a:tcPr marL="91438" marR="91438" marT="45686" marB="45686" anchor="ctr">
                    <a:solidFill>
                      <a:schemeClr val="accent1">
                        <a:lumMod val="75000"/>
                      </a:schemeClr>
                    </a:solidFill>
                  </a:tcPr>
                </a:tc>
                <a:tc rowSpan="2">
                  <a:txBody>
                    <a:bodyPr/>
                    <a:lstStyle/>
                    <a:p>
                      <a:pPr algn="ctr"/>
                      <a:r>
                        <a:rPr lang="es-ES" sz="1800" dirty="0">
                          <a:latin typeface="Comic Sans MS" panose="030F0702030302020204" pitchFamily="66" charset="0"/>
                        </a:rPr>
                        <a:t>META (*)</a:t>
                      </a:r>
                    </a:p>
                  </a:txBody>
                  <a:tcPr marL="91438" marR="91438" marT="45686" marB="45686" anchor="ctr">
                    <a:solidFill>
                      <a:schemeClr val="accent1">
                        <a:lumMod val="75000"/>
                      </a:schemeClr>
                    </a:solidFill>
                  </a:tcPr>
                </a:tc>
                <a:tc gridSpan="4">
                  <a:txBody>
                    <a:bodyPr/>
                    <a:lstStyle/>
                    <a:p>
                      <a:pPr algn="ctr"/>
                      <a:r>
                        <a:rPr lang="es-ES" sz="1800" dirty="0">
                          <a:latin typeface="Comic Sans MS" panose="030F0702030302020204" pitchFamily="66" charset="0"/>
                        </a:rPr>
                        <a:t>EVOLUCIÓN</a:t>
                      </a:r>
                    </a:p>
                  </a:txBody>
                  <a:tcPr marL="91438" marR="91438" marT="45686" marB="45686" anchor="ctr">
                    <a:solidFill>
                      <a:schemeClr val="accent1">
                        <a:lumMod val="75000"/>
                      </a:schemeClr>
                    </a:solidFill>
                  </a:tcPr>
                </a:tc>
                <a:tc hMerge="1">
                  <a:txBody>
                    <a:bodyPr/>
                    <a:lstStyle/>
                    <a:p>
                      <a:endParaRPr lang="es-ES" dirty="0"/>
                    </a:p>
                  </a:txBody>
                  <a:tcPr/>
                </a:tc>
                <a:tc hMerge="1">
                  <a:txBody>
                    <a:bodyPr/>
                    <a:lstStyle/>
                    <a:p>
                      <a:endParaRPr lang="es-ES" dirty="0"/>
                    </a:p>
                  </a:txBody>
                  <a:tcPr/>
                </a:tc>
                <a:tc hMerge="1">
                  <a:txBody>
                    <a:bodyPr/>
                    <a:lstStyle/>
                    <a:p>
                      <a:endParaRPr lang="es-ES" dirty="0"/>
                    </a:p>
                  </a:txBody>
                  <a:tcPr/>
                </a:tc>
                <a:extLst>
                  <a:ext uri="{0D108BD9-81ED-4DB2-BD59-A6C34878D82A}">
                    <a16:rowId xmlns:a16="http://schemas.microsoft.com/office/drawing/2014/main" val="10000"/>
                  </a:ext>
                </a:extLst>
              </a:tr>
              <a:tr h="370557">
                <a:tc vMerge="1">
                  <a:txBody>
                    <a:bodyPr/>
                    <a:lstStyle/>
                    <a:p>
                      <a:endParaRPr lang="es-ES" dirty="0"/>
                    </a:p>
                  </a:txBody>
                  <a:tcPr>
                    <a:solidFill>
                      <a:schemeClr val="accent1">
                        <a:lumMod val="75000"/>
                      </a:schemeClr>
                    </a:solidFill>
                  </a:tcPr>
                </a:tc>
                <a:tc vMerge="1">
                  <a:txBody>
                    <a:bodyPr/>
                    <a:lstStyle/>
                    <a:p>
                      <a:endParaRPr lang="es-ES" dirty="0"/>
                    </a:p>
                  </a:txBody>
                  <a:tcPr>
                    <a:solidFill>
                      <a:schemeClr val="accent1">
                        <a:lumMod val="75000"/>
                      </a:schemeClr>
                    </a:solidFill>
                  </a:tcPr>
                </a:tc>
                <a:tc vMerge="1">
                  <a:txBody>
                    <a:bodyPr/>
                    <a:lstStyle/>
                    <a:p>
                      <a:endParaRPr lang="es-ES" dirty="0"/>
                    </a:p>
                  </a:txBody>
                  <a:tcPr>
                    <a:solidFill>
                      <a:schemeClr val="accent1">
                        <a:lumMod val="75000"/>
                      </a:schemeClr>
                    </a:solidFill>
                  </a:tcPr>
                </a:tc>
                <a:tc>
                  <a:txBody>
                    <a:bodyPr/>
                    <a:lstStyle/>
                    <a:p>
                      <a:pPr algn="ctr"/>
                      <a:r>
                        <a:rPr lang="es-ES" sz="1800" b="1" dirty="0">
                          <a:solidFill>
                            <a:schemeClr val="bg1"/>
                          </a:solidFill>
                          <a:latin typeface="Comic Sans MS" panose="030F0702030302020204" pitchFamily="66" charset="0"/>
                        </a:rPr>
                        <a:t>T1</a:t>
                      </a:r>
                    </a:p>
                  </a:txBody>
                  <a:tcPr marL="91438" marR="91438" marT="45686" marB="45686">
                    <a:solidFill>
                      <a:schemeClr val="accent1">
                        <a:lumMod val="75000"/>
                      </a:schemeClr>
                    </a:solidFill>
                  </a:tcPr>
                </a:tc>
                <a:tc>
                  <a:txBody>
                    <a:bodyPr/>
                    <a:lstStyle/>
                    <a:p>
                      <a:pPr algn="ctr"/>
                      <a:r>
                        <a:rPr lang="es-ES" sz="1800" b="1" dirty="0">
                          <a:solidFill>
                            <a:schemeClr val="bg1"/>
                          </a:solidFill>
                          <a:latin typeface="Comic Sans MS" panose="030F0702030302020204" pitchFamily="66" charset="0"/>
                        </a:rPr>
                        <a:t>T2</a:t>
                      </a:r>
                    </a:p>
                  </a:txBody>
                  <a:tcPr marL="91438" marR="91438" marT="45686" marB="45686">
                    <a:solidFill>
                      <a:schemeClr val="accent1">
                        <a:lumMod val="75000"/>
                      </a:schemeClr>
                    </a:solidFill>
                  </a:tcPr>
                </a:tc>
                <a:tc>
                  <a:txBody>
                    <a:bodyPr/>
                    <a:lstStyle/>
                    <a:p>
                      <a:pPr algn="ctr"/>
                      <a:r>
                        <a:rPr lang="es-ES" sz="1800" b="1" dirty="0">
                          <a:solidFill>
                            <a:schemeClr val="bg1"/>
                          </a:solidFill>
                          <a:latin typeface="Comic Sans MS" panose="030F0702030302020204" pitchFamily="66" charset="0"/>
                        </a:rPr>
                        <a:t>T3</a:t>
                      </a:r>
                    </a:p>
                  </a:txBody>
                  <a:tcPr marL="91438" marR="91438" marT="45686" marB="45686">
                    <a:solidFill>
                      <a:schemeClr val="accent1">
                        <a:lumMod val="75000"/>
                      </a:schemeClr>
                    </a:solidFill>
                  </a:tcPr>
                </a:tc>
                <a:tc>
                  <a:txBody>
                    <a:bodyPr/>
                    <a:lstStyle/>
                    <a:p>
                      <a:pPr algn="ctr"/>
                      <a:r>
                        <a:rPr lang="es-ES" sz="1800" b="1" dirty="0">
                          <a:solidFill>
                            <a:schemeClr val="bg1"/>
                          </a:solidFill>
                          <a:latin typeface="Comic Sans MS" panose="030F0702030302020204" pitchFamily="66" charset="0"/>
                        </a:rPr>
                        <a:t>T4</a:t>
                      </a:r>
                    </a:p>
                  </a:txBody>
                  <a:tcPr marL="91438" marR="91438" marT="45686" marB="45686">
                    <a:solidFill>
                      <a:schemeClr val="accent1">
                        <a:lumMod val="75000"/>
                      </a:schemeClr>
                    </a:solidFill>
                  </a:tcPr>
                </a:tc>
                <a:extLst>
                  <a:ext uri="{0D108BD9-81ED-4DB2-BD59-A6C34878D82A}">
                    <a16:rowId xmlns:a16="http://schemas.microsoft.com/office/drawing/2014/main" val="10001"/>
                  </a:ext>
                </a:extLst>
              </a:tr>
              <a:tr h="370557">
                <a:tc>
                  <a:txBody>
                    <a:bodyPr/>
                    <a:lstStyle/>
                    <a:p>
                      <a:r>
                        <a:rPr lang="es-ES" sz="1800" b="1" dirty="0">
                          <a:latin typeface="Comic Sans MS" panose="030F0702030302020204" pitchFamily="66" charset="0"/>
                        </a:rPr>
                        <a:t>Aumentar las ventas</a:t>
                      </a:r>
                    </a:p>
                  </a:txBody>
                  <a:tcPr marL="91438" marR="91438" marT="45686" marB="45686"/>
                </a:tc>
                <a:tc>
                  <a:txBody>
                    <a:bodyPr/>
                    <a:lstStyle/>
                    <a:p>
                      <a:pPr algn="l"/>
                      <a:r>
                        <a:rPr lang="es-ES" sz="1800" b="1" dirty="0">
                          <a:latin typeface="Comic Sans MS" panose="030F0702030302020204" pitchFamily="66" charset="0"/>
                        </a:rPr>
                        <a:t>Cifra de ventas</a:t>
                      </a:r>
                    </a:p>
                  </a:txBody>
                  <a:tcPr marL="91438" marR="91438" marT="45686" marB="45686"/>
                </a:tc>
                <a:tc>
                  <a:txBody>
                    <a:bodyPr/>
                    <a:lstStyle/>
                    <a:p>
                      <a:pPr algn="ctr"/>
                      <a:r>
                        <a:rPr lang="es-ES" sz="1800" b="1" dirty="0">
                          <a:latin typeface="Comic Sans MS" panose="030F0702030302020204" pitchFamily="66" charset="0"/>
                        </a:rPr>
                        <a:t>+ 20%</a:t>
                      </a: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extLst>
                  <a:ext uri="{0D108BD9-81ED-4DB2-BD59-A6C34878D82A}">
                    <a16:rowId xmlns:a16="http://schemas.microsoft.com/office/drawing/2014/main" val="10002"/>
                  </a:ext>
                </a:extLst>
              </a:tr>
              <a:tr h="640012">
                <a:tc>
                  <a:txBody>
                    <a:bodyPr/>
                    <a:lstStyle/>
                    <a:p>
                      <a:r>
                        <a:rPr lang="es-ES" sz="1800" b="1" dirty="0">
                          <a:latin typeface="Comic Sans MS" panose="030F0702030302020204" pitchFamily="66" charset="0"/>
                        </a:rPr>
                        <a:t>Aumentar la participación en el mercado</a:t>
                      </a:r>
                    </a:p>
                  </a:txBody>
                  <a:tcPr marL="91438" marR="91438" marT="45686" marB="45686"/>
                </a:tc>
                <a:tc>
                  <a:txBody>
                    <a:bodyPr/>
                    <a:lstStyle/>
                    <a:p>
                      <a:pPr algn="l"/>
                      <a:r>
                        <a:rPr lang="es-ES" sz="1800" b="1" dirty="0">
                          <a:latin typeface="Comic Sans MS" panose="030F0702030302020204" pitchFamily="66" charset="0"/>
                        </a:rPr>
                        <a:t>Cuota de mercado</a:t>
                      </a:r>
                    </a:p>
                  </a:txBody>
                  <a:tcPr marL="91438" marR="91438" marT="45686" marB="45686"/>
                </a:tc>
                <a:tc>
                  <a:txBody>
                    <a:bodyPr/>
                    <a:lstStyle/>
                    <a:p>
                      <a:pPr algn="ctr"/>
                      <a:r>
                        <a:rPr lang="es-ES" sz="1800" b="1" dirty="0">
                          <a:latin typeface="Comic Sans MS" panose="030F0702030302020204" pitchFamily="66" charset="0"/>
                        </a:rPr>
                        <a:t>+3%</a:t>
                      </a: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extLst>
                  <a:ext uri="{0D108BD9-81ED-4DB2-BD59-A6C34878D82A}">
                    <a16:rowId xmlns:a16="http://schemas.microsoft.com/office/drawing/2014/main" val="10003"/>
                  </a:ext>
                </a:extLst>
              </a:tr>
              <a:tr h="370557">
                <a:tc>
                  <a:txBody>
                    <a:bodyPr/>
                    <a:lstStyle/>
                    <a:p>
                      <a:r>
                        <a:rPr lang="es-ES" sz="1800" b="1" dirty="0">
                          <a:latin typeface="Comic Sans MS" panose="030F0702030302020204" pitchFamily="66" charset="0"/>
                        </a:rPr>
                        <a:t>Reducir tiempos de proceso</a:t>
                      </a:r>
                    </a:p>
                  </a:txBody>
                  <a:tcPr marL="91438" marR="91438" marT="45686" marB="45686"/>
                </a:tc>
                <a:tc>
                  <a:txBody>
                    <a:bodyPr/>
                    <a:lstStyle/>
                    <a:p>
                      <a:pPr algn="l"/>
                      <a:r>
                        <a:rPr lang="es-ES" sz="1800" b="1" dirty="0">
                          <a:latin typeface="Comic Sans MS" panose="030F0702030302020204" pitchFamily="66" charset="0"/>
                        </a:rPr>
                        <a:t>Tiempos de ciclo</a:t>
                      </a:r>
                    </a:p>
                  </a:txBody>
                  <a:tcPr marL="91438" marR="91438" marT="45686" marB="45686"/>
                </a:tc>
                <a:tc>
                  <a:txBody>
                    <a:bodyPr/>
                    <a:lstStyle/>
                    <a:p>
                      <a:pPr algn="ctr"/>
                      <a:r>
                        <a:rPr lang="es-ES" sz="1800" b="1" dirty="0">
                          <a:latin typeface="Comic Sans MS" panose="030F0702030302020204" pitchFamily="66" charset="0"/>
                        </a:rPr>
                        <a:t>-12%</a:t>
                      </a:r>
                    </a:p>
                  </a:txBody>
                  <a:tcPr marL="91438" marR="91438" marT="45686" marB="45686"/>
                </a:tc>
                <a:tc>
                  <a:txBody>
                    <a:bodyPr/>
                    <a:lstStyle/>
                    <a:p>
                      <a:endParaRPr lang="es-ES" sz="1800" b="1">
                        <a:latin typeface="Comic Sans MS" panose="030F0702030302020204" pitchFamily="66" charset="0"/>
                      </a:endParaRPr>
                    </a:p>
                  </a:txBody>
                  <a:tcPr marL="91438" marR="91438" marT="45686" marB="45686"/>
                </a:tc>
                <a:tc>
                  <a:txBody>
                    <a:bodyPr/>
                    <a:lstStyle/>
                    <a:p>
                      <a:endParaRPr lang="es-ES" sz="1800" b="1">
                        <a:latin typeface="Comic Sans MS" panose="030F0702030302020204" pitchFamily="66" charset="0"/>
                      </a:endParaRPr>
                    </a:p>
                  </a:txBody>
                  <a:tcPr marL="91438" marR="91438" marT="45686" marB="45686"/>
                </a:tc>
                <a:tc>
                  <a:txBody>
                    <a:bodyPr/>
                    <a:lstStyle/>
                    <a:p>
                      <a:endParaRPr lang="es-ES" sz="1800" b="1">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extLst>
                  <a:ext uri="{0D108BD9-81ED-4DB2-BD59-A6C34878D82A}">
                    <a16:rowId xmlns:a16="http://schemas.microsoft.com/office/drawing/2014/main" val="10004"/>
                  </a:ext>
                </a:extLst>
              </a:tr>
              <a:tr h="640012">
                <a:tc>
                  <a:txBody>
                    <a:bodyPr/>
                    <a:lstStyle/>
                    <a:p>
                      <a:r>
                        <a:rPr lang="es-ES" sz="1800" b="1" dirty="0">
                          <a:latin typeface="Comic Sans MS" panose="030F0702030302020204" pitchFamily="66" charset="0"/>
                        </a:rPr>
                        <a:t>Mejorar la calidad de los productos</a:t>
                      </a:r>
                    </a:p>
                  </a:txBody>
                  <a:tcPr marL="91438" marR="91438" marT="45686" marB="45686"/>
                </a:tc>
                <a:tc>
                  <a:txBody>
                    <a:bodyPr/>
                    <a:lstStyle/>
                    <a:p>
                      <a:pPr algn="l"/>
                      <a:r>
                        <a:rPr lang="es-ES" sz="1800" b="1" dirty="0">
                          <a:latin typeface="Comic Sans MS" panose="030F0702030302020204" pitchFamily="66" charset="0"/>
                        </a:rPr>
                        <a:t>Tasa de defectos</a:t>
                      </a:r>
                    </a:p>
                  </a:txBody>
                  <a:tcPr marL="91438" marR="91438" marT="45686" marB="45686"/>
                </a:tc>
                <a:tc>
                  <a:txBody>
                    <a:bodyPr/>
                    <a:lstStyle/>
                    <a:p>
                      <a:pPr algn="ctr"/>
                      <a:r>
                        <a:rPr lang="es-ES" sz="1800" b="1" dirty="0">
                          <a:latin typeface="Comic Sans MS" panose="030F0702030302020204" pitchFamily="66" charset="0"/>
                        </a:rPr>
                        <a:t>-7%</a:t>
                      </a: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tc>
                  <a:txBody>
                    <a:bodyPr/>
                    <a:lstStyle/>
                    <a:p>
                      <a:endParaRPr lang="es-ES" sz="1800" b="1" dirty="0">
                        <a:latin typeface="Comic Sans MS" panose="030F0702030302020204" pitchFamily="66" charset="0"/>
                      </a:endParaRPr>
                    </a:p>
                  </a:txBody>
                  <a:tcPr marL="91438" marR="91438" marT="45686" marB="45686"/>
                </a:tc>
                <a:extLst>
                  <a:ext uri="{0D108BD9-81ED-4DB2-BD59-A6C34878D82A}">
                    <a16:rowId xmlns:a16="http://schemas.microsoft.com/office/drawing/2014/main" val="10005"/>
                  </a:ext>
                </a:extLst>
              </a:tr>
            </a:tbl>
          </a:graphicData>
        </a:graphic>
      </p:graphicFrame>
      <p:sp>
        <p:nvSpPr>
          <p:cNvPr id="6" name="5 CuadroTexto">
            <a:extLst>
              <a:ext uri="{FF2B5EF4-FFF2-40B4-BE49-F238E27FC236}">
                <a16:creationId xmlns:a16="http://schemas.microsoft.com/office/drawing/2014/main" id="{CAC4E044-29FE-4BC0-9886-BDFA6B200C8D}"/>
              </a:ext>
            </a:extLst>
          </p:cNvPr>
          <p:cNvSpPr txBox="1"/>
          <p:nvPr/>
        </p:nvSpPr>
        <p:spPr>
          <a:xfrm>
            <a:off x="1775883" y="6356350"/>
            <a:ext cx="4411663" cy="369887"/>
          </a:xfrm>
          <a:prstGeom prst="rect">
            <a:avLst/>
          </a:prstGeom>
          <a:noFill/>
        </p:spPr>
        <p:txBody>
          <a:bodyPr wrap="none">
            <a:spAutoFit/>
          </a:bodyPr>
          <a:lstStyle/>
          <a:p>
            <a:pPr eaLnBrk="1" hangingPunct="1">
              <a:defRPr/>
            </a:pPr>
            <a:r>
              <a:rPr lang="es-ES" dirty="0">
                <a:cs typeface="Arial" charset="0"/>
              </a:rPr>
              <a:t>(*) Valores sobre el año anterior; T: Trimestre</a:t>
            </a:r>
          </a:p>
        </p:txBody>
      </p:sp>
      <p:sp>
        <p:nvSpPr>
          <p:cNvPr id="4" name="Marcador de número de diapositiva 3">
            <a:extLst>
              <a:ext uri="{FF2B5EF4-FFF2-40B4-BE49-F238E27FC236}">
                <a16:creationId xmlns:a16="http://schemas.microsoft.com/office/drawing/2014/main" id="{1398EF68-2BDD-4B9F-8579-CC3161840B80}"/>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1 Título">
            <a:extLst>
              <a:ext uri="{FF2B5EF4-FFF2-40B4-BE49-F238E27FC236}">
                <a16:creationId xmlns:a16="http://schemas.microsoft.com/office/drawing/2014/main" id="{8A7BC0AE-9900-439C-A06C-863CD38F709D}"/>
              </a:ext>
            </a:extLst>
          </p:cNvPr>
          <p:cNvSpPr>
            <a:spLocks noGrp="1"/>
          </p:cNvSpPr>
          <p:nvPr>
            <p:ph type="title" idx="4294967295"/>
          </p:nvPr>
        </p:nvSpPr>
        <p:spPr>
          <a:xfrm>
            <a:off x="1257880" y="609600"/>
            <a:ext cx="8229600" cy="420687"/>
          </a:xfrm>
        </p:spPr>
        <p:style>
          <a:lnRef idx="2">
            <a:schemeClr val="accent1"/>
          </a:lnRef>
          <a:fillRef idx="1">
            <a:schemeClr val="lt1"/>
          </a:fillRef>
          <a:effectRef idx="0">
            <a:schemeClr val="accent1"/>
          </a:effectRef>
          <a:fontRef idx="minor">
            <a:schemeClr val="dk1"/>
          </a:fontRef>
        </p:style>
        <p:txBody>
          <a:bodyPr>
            <a:normAutofit/>
          </a:bodyPr>
          <a:lstStyle/>
          <a:p>
            <a:pPr marL="484188"/>
            <a:r>
              <a:rPr lang="es-ES" altLang="es-ES" sz="2300" b="1" spc="-5" dirty="0">
                <a:solidFill>
                  <a:schemeClr val="accent1"/>
                </a:solidFill>
              </a:rPr>
              <a:t>EJEMPLO: CUADRO DE MANDO</a:t>
            </a:r>
          </a:p>
        </p:txBody>
      </p:sp>
      <p:pic>
        <p:nvPicPr>
          <p:cNvPr id="216067" name="Picture 2" descr="Resultado de imagen de cuadro de control de mando FCC">
            <a:extLst>
              <a:ext uri="{FF2B5EF4-FFF2-40B4-BE49-F238E27FC236}">
                <a16:creationId xmlns:a16="http://schemas.microsoft.com/office/drawing/2014/main" id="{57CBBBC4-B27E-4A0B-B256-4570EE9D4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43" y="1481838"/>
            <a:ext cx="10582507" cy="523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a:extLst>
              <a:ext uri="{FF2B5EF4-FFF2-40B4-BE49-F238E27FC236}">
                <a16:creationId xmlns:a16="http://schemas.microsoft.com/office/drawing/2014/main" id="{83AC301E-BF5C-409E-8CFA-4AFE3E566BE0}"/>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cSld>
  <p:clrMapOvr>
    <a:masterClrMapping/>
  </p:clrMapOvr>
</p:sld>
</file>

<file path=ppt/theme/theme1.xml><?xml version="1.0" encoding="utf-8"?>
<a:theme xmlns:a="http://schemas.openxmlformats.org/drawingml/2006/main" name="Tema de Office">
  <a:themeElements>
    <a:clrScheme name="Marquesina">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TotalTime>
  <Words>4648</Words>
  <Application>Microsoft Office PowerPoint</Application>
  <PresentationFormat>Panorámica</PresentationFormat>
  <Paragraphs>415</Paragraphs>
  <Slides>24</Slides>
  <Notes>19</Notes>
  <HiddenSlides>5</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Arial</vt:lpstr>
      <vt:lpstr>Calibri</vt:lpstr>
      <vt:lpstr>Calibri Light</vt:lpstr>
      <vt:lpstr>Comic Sans MS</vt:lpstr>
      <vt:lpstr>Wingdings</vt:lpstr>
      <vt:lpstr>Tema de Office</vt:lpstr>
      <vt:lpstr>EMPRENDIMIENTO E INNOVACIÓN EN ROBÓTICA Curso 2024-2025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5. 3. Control</vt:lpstr>
      <vt:lpstr>5. 3. Control</vt:lpstr>
      <vt:lpstr>5. 3. Control</vt:lpstr>
      <vt:lpstr>5. 3. Control. Tipos de control</vt:lpstr>
      <vt:lpstr>TIPOS DE CONTROL: EL CUADRO DE MANDO</vt:lpstr>
      <vt:lpstr>EJEMPLO: CUADRO DE MANDO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EMPRENDIMIENTO E INNOVACIÓN EN ROBÓTICA Curso 2023-2024</dc:title>
  <dc:creator>María Elena Fernández Gascueña</dc:creator>
  <cp:lastModifiedBy>María Elena Fernández Gascueña</cp:lastModifiedBy>
  <cp:revision>2</cp:revision>
  <dcterms:created xsi:type="dcterms:W3CDTF">2023-09-07T11:05:41Z</dcterms:created>
  <dcterms:modified xsi:type="dcterms:W3CDTF">2024-10-21T15:47:00Z</dcterms:modified>
</cp:coreProperties>
</file>